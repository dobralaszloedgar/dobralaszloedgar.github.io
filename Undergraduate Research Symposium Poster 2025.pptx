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7" r:id="rId2"/>
  </p:sldIdLst>
  <p:sldSz cx="43891200" cy="3291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BF00"/>
    <a:srgbClr val="FFAFAF"/>
    <a:srgbClr val="FF4343"/>
    <a:srgbClr val="0315BD"/>
    <a:srgbClr val="0070C0"/>
    <a:srgbClr val="595959"/>
    <a:srgbClr val="04394A"/>
    <a:srgbClr val="128BB2"/>
    <a:srgbClr val="F9E7F7"/>
    <a:srgbClr val="FF85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8BBBAA-0322-46EC-B7C9-86413EBEB9FF}" v="457" dt="2025-04-01T17:44:42.4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233" autoAdjust="0"/>
    <p:restoredTop sz="94660"/>
  </p:normalViewPr>
  <p:slideViewPr>
    <p:cSldViewPr snapToGrid="0">
      <p:cViewPr>
        <p:scale>
          <a:sx n="56" d="100"/>
          <a:sy n="56" d="100"/>
        </p:scale>
        <p:origin x="-1814" y="-28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obra, Edgar" userId="73d6a325-d5a7-46bb-866c-7bed3cbe8117" providerId="ADAL" clId="{338BBBAA-0322-46EC-B7C9-86413EBEB9FF}"/>
    <pc:docChg chg="undo redo custSel modSld">
      <pc:chgData name="Dobra, Edgar" userId="73d6a325-d5a7-46bb-866c-7bed3cbe8117" providerId="ADAL" clId="{338BBBAA-0322-46EC-B7C9-86413EBEB9FF}" dt="2025-04-01T18:44:39.957" v="7114" actId="14100"/>
      <pc:docMkLst>
        <pc:docMk/>
      </pc:docMkLst>
      <pc:sldChg chg="addSp delSp modSp mod">
        <pc:chgData name="Dobra, Edgar" userId="73d6a325-d5a7-46bb-866c-7bed3cbe8117" providerId="ADAL" clId="{338BBBAA-0322-46EC-B7C9-86413EBEB9FF}" dt="2025-04-01T18:44:39.957" v="7114" actId="14100"/>
        <pc:sldMkLst>
          <pc:docMk/>
          <pc:sldMk cId="645783760" sldId="257"/>
        </pc:sldMkLst>
        <pc:spChg chg="mod">
          <ac:chgData name="Dobra, Edgar" userId="73d6a325-d5a7-46bb-866c-7bed3cbe8117" providerId="ADAL" clId="{338BBBAA-0322-46EC-B7C9-86413EBEB9FF}" dt="2025-03-31T23:37:02.356" v="6656" actId="20577"/>
          <ac:spMkLst>
            <pc:docMk/>
            <pc:sldMk cId="645783760" sldId="257"/>
            <ac:spMk id="2" creationId="{11653C0E-82A7-2EC7-4871-AC308F02E61E}"/>
          </ac:spMkLst>
        </pc:spChg>
        <pc:spChg chg="mod">
          <ac:chgData name="Dobra, Edgar" userId="73d6a325-d5a7-46bb-866c-7bed3cbe8117" providerId="ADAL" clId="{338BBBAA-0322-46EC-B7C9-86413EBEB9FF}" dt="2025-04-01T17:45:53.900" v="7036" actId="1076"/>
          <ac:spMkLst>
            <pc:docMk/>
            <pc:sldMk cId="645783760" sldId="257"/>
            <ac:spMk id="3" creationId="{20F8D83A-8B87-AF1F-C0EE-80626D4DBFE5}"/>
          </ac:spMkLst>
        </pc:spChg>
        <pc:spChg chg="mod">
          <ac:chgData name="Dobra, Edgar" userId="73d6a325-d5a7-46bb-866c-7bed3cbe8117" providerId="ADAL" clId="{338BBBAA-0322-46EC-B7C9-86413EBEB9FF}" dt="2025-03-31T02:12:38.400" v="2962" actId="20577"/>
          <ac:spMkLst>
            <pc:docMk/>
            <pc:sldMk cId="645783760" sldId="257"/>
            <ac:spMk id="4" creationId="{72586CFB-CA66-C767-89B6-17CFE96522F6}"/>
          </ac:spMkLst>
        </pc:spChg>
        <pc:spChg chg="mod">
          <ac:chgData name="Dobra, Edgar" userId="73d6a325-d5a7-46bb-866c-7bed3cbe8117" providerId="ADAL" clId="{338BBBAA-0322-46EC-B7C9-86413EBEB9FF}" dt="2025-03-31T21:37:21.399" v="5948" actId="14100"/>
          <ac:spMkLst>
            <pc:docMk/>
            <pc:sldMk cId="645783760" sldId="257"/>
            <ac:spMk id="5" creationId="{27AFE1AA-D72E-4CD6-720D-0657D173265D}"/>
          </ac:spMkLst>
        </pc:spChg>
        <pc:spChg chg="mod">
          <ac:chgData name="Dobra, Edgar" userId="73d6a325-d5a7-46bb-866c-7bed3cbe8117" providerId="ADAL" clId="{338BBBAA-0322-46EC-B7C9-86413EBEB9FF}" dt="2025-03-31T21:51:46.439" v="6502" actId="14100"/>
          <ac:spMkLst>
            <pc:docMk/>
            <pc:sldMk cId="645783760" sldId="257"/>
            <ac:spMk id="9" creationId="{FB393A15-3753-1396-38F0-0B0103E2AA22}"/>
          </ac:spMkLst>
        </pc:spChg>
        <pc:spChg chg="add mod">
          <ac:chgData name="Dobra, Edgar" userId="73d6a325-d5a7-46bb-866c-7bed3cbe8117" providerId="ADAL" clId="{338BBBAA-0322-46EC-B7C9-86413EBEB9FF}" dt="2025-03-31T23:40:16.573" v="6665" actId="1076"/>
          <ac:spMkLst>
            <pc:docMk/>
            <pc:sldMk cId="645783760" sldId="257"/>
            <ac:spMk id="15" creationId="{125DA597-788B-B04E-758B-E2301C756753}"/>
          </ac:spMkLst>
        </pc:spChg>
        <pc:spChg chg="add mod">
          <ac:chgData name="Dobra, Edgar" userId="73d6a325-d5a7-46bb-866c-7bed3cbe8117" providerId="ADAL" clId="{338BBBAA-0322-46EC-B7C9-86413EBEB9FF}" dt="2025-03-31T23:40:16.573" v="6665" actId="1076"/>
          <ac:spMkLst>
            <pc:docMk/>
            <pc:sldMk cId="645783760" sldId="257"/>
            <ac:spMk id="18" creationId="{65C4ECE8-41AC-05A1-994A-5CD2FFDC8813}"/>
          </ac:spMkLst>
        </pc:spChg>
        <pc:spChg chg="mod">
          <ac:chgData name="Dobra, Edgar" userId="73d6a325-d5a7-46bb-866c-7bed3cbe8117" providerId="ADAL" clId="{338BBBAA-0322-46EC-B7C9-86413EBEB9FF}" dt="2025-04-01T17:45:53.900" v="7036" actId="1076"/>
          <ac:spMkLst>
            <pc:docMk/>
            <pc:sldMk cId="645783760" sldId="257"/>
            <ac:spMk id="19" creationId="{A18E30A2-830E-3F25-8739-6F1022B995D6}"/>
          </ac:spMkLst>
        </pc:spChg>
        <pc:spChg chg="mod">
          <ac:chgData name="Dobra, Edgar" userId="73d6a325-d5a7-46bb-866c-7bed3cbe8117" providerId="ADAL" clId="{338BBBAA-0322-46EC-B7C9-86413EBEB9FF}" dt="2025-03-31T21:44:49.300" v="6197" actId="20577"/>
          <ac:spMkLst>
            <pc:docMk/>
            <pc:sldMk cId="645783760" sldId="257"/>
            <ac:spMk id="20" creationId="{E0A9FEAD-2C47-B359-6C78-D9849EDA1877}"/>
          </ac:spMkLst>
        </pc:spChg>
        <pc:spChg chg="mod">
          <ac:chgData name="Dobra, Edgar" userId="73d6a325-d5a7-46bb-866c-7bed3cbe8117" providerId="ADAL" clId="{338BBBAA-0322-46EC-B7C9-86413EBEB9FF}" dt="2025-03-30T01:08:46.232" v="245" actId="1076"/>
          <ac:spMkLst>
            <pc:docMk/>
            <pc:sldMk cId="645783760" sldId="257"/>
            <ac:spMk id="21" creationId="{80963F16-9ED3-487E-F711-E86F10069F0B}"/>
          </ac:spMkLst>
        </pc:spChg>
        <pc:spChg chg="mod">
          <ac:chgData name="Dobra, Edgar" userId="73d6a325-d5a7-46bb-866c-7bed3cbe8117" providerId="ADAL" clId="{338BBBAA-0322-46EC-B7C9-86413EBEB9FF}" dt="2025-04-01T17:45:53.900" v="7036" actId="1076"/>
          <ac:spMkLst>
            <pc:docMk/>
            <pc:sldMk cId="645783760" sldId="257"/>
            <ac:spMk id="22" creationId="{027123F0-1929-6EA2-D777-EFCE52EBA506}"/>
          </ac:spMkLst>
        </pc:spChg>
        <pc:spChg chg="mod">
          <ac:chgData name="Dobra, Edgar" userId="73d6a325-d5a7-46bb-866c-7bed3cbe8117" providerId="ADAL" clId="{338BBBAA-0322-46EC-B7C9-86413EBEB9FF}" dt="2025-03-31T21:51:51.246" v="6503" actId="14100"/>
          <ac:spMkLst>
            <pc:docMk/>
            <pc:sldMk cId="645783760" sldId="257"/>
            <ac:spMk id="23" creationId="{FBD8DE66-E6F6-6A6C-45F5-3C32878FB98A}"/>
          </ac:spMkLst>
        </pc:spChg>
        <pc:spChg chg="mod">
          <ac:chgData name="Dobra, Edgar" userId="73d6a325-d5a7-46bb-866c-7bed3cbe8117" providerId="ADAL" clId="{338BBBAA-0322-46EC-B7C9-86413EBEB9FF}" dt="2025-04-01T17:45:53.900" v="7036" actId="1076"/>
          <ac:spMkLst>
            <pc:docMk/>
            <pc:sldMk cId="645783760" sldId="257"/>
            <ac:spMk id="25" creationId="{8E8D62FC-60C0-EE4A-EC7B-072F64291AA0}"/>
          </ac:spMkLst>
        </pc:spChg>
        <pc:spChg chg="add mod">
          <ac:chgData name="Dobra, Edgar" userId="73d6a325-d5a7-46bb-866c-7bed3cbe8117" providerId="ADAL" clId="{338BBBAA-0322-46EC-B7C9-86413EBEB9FF}" dt="2025-03-31T23:40:16.573" v="6665" actId="1076"/>
          <ac:spMkLst>
            <pc:docMk/>
            <pc:sldMk cId="645783760" sldId="257"/>
            <ac:spMk id="27" creationId="{EAC68121-368A-A9EE-3145-958A2FE8C7C4}"/>
          </ac:spMkLst>
        </pc:spChg>
        <pc:spChg chg="mod">
          <ac:chgData name="Dobra, Edgar" userId="73d6a325-d5a7-46bb-866c-7bed3cbe8117" providerId="ADAL" clId="{338BBBAA-0322-46EC-B7C9-86413EBEB9FF}" dt="2025-04-01T17:45:53.900" v="7036" actId="1076"/>
          <ac:spMkLst>
            <pc:docMk/>
            <pc:sldMk cId="645783760" sldId="257"/>
            <ac:spMk id="28" creationId="{9918F482-B08C-A388-7B61-EBC299CAA214}"/>
          </ac:spMkLst>
        </pc:spChg>
        <pc:spChg chg="add mod">
          <ac:chgData name="Dobra, Edgar" userId="73d6a325-d5a7-46bb-866c-7bed3cbe8117" providerId="ADAL" clId="{338BBBAA-0322-46EC-B7C9-86413EBEB9FF}" dt="2025-04-01T17:39:51.015" v="6986" actId="20577"/>
          <ac:spMkLst>
            <pc:docMk/>
            <pc:sldMk cId="645783760" sldId="257"/>
            <ac:spMk id="29" creationId="{C41D6BE2-58C5-ADE5-7D77-7A868B8A7970}"/>
          </ac:spMkLst>
        </pc:spChg>
        <pc:spChg chg="add mod">
          <ac:chgData name="Dobra, Edgar" userId="73d6a325-d5a7-46bb-866c-7bed3cbe8117" providerId="ADAL" clId="{338BBBAA-0322-46EC-B7C9-86413EBEB9FF}" dt="2025-04-01T18:44:39.957" v="7114" actId="14100"/>
          <ac:spMkLst>
            <pc:docMk/>
            <pc:sldMk cId="645783760" sldId="257"/>
            <ac:spMk id="32" creationId="{1EEBFA34-3930-F251-E6F3-E87FF5DB1E1F}"/>
          </ac:spMkLst>
        </pc:spChg>
        <pc:spChg chg="add del mod">
          <ac:chgData name="Dobra, Edgar" userId="73d6a325-d5a7-46bb-866c-7bed3cbe8117" providerId="ADAL" clId="{338BBBAA-0322-46EC-B7C9-86413EBEB9FF}" dt="2025-03-31T14:37:52.817" v="3267" actId="478"/>
          <ac:spMkLst>
            <pc:docMk/>
            <pc:sldMk cId="645783760" sldId="257"/>
            <ac:spMk id="32" creationId="{7F2D2329-B03A-0D54-932E-724874024879}"/>
          </ac:spMkLst>
        </pc:spChg>
        <pc:spChg chg="add mod">
          <ac:chgData name="Dobra, Edgar" userId="73d6a325-d5a7-46bb-866c-7bed3cbe8117" providerId="ADAL" clId="{338BBBAA-0322-46EC-B7C9-86413EBEB9FF}" dt="2025-03-31T23:40:16.573" v="6665" actId="1076"/>
          <ac:spMkLst>
            <pc:docMk/>
            <pc:sldMk cId="645783760" sldId="257"/>
            <ac:spMk id="35" creationId="{1DCD4049-038B-8D8B-BBD2-BC7CB467FED3}"/>
          </ac:spMkLst>
        </pc:spChg>
        <pc:spChg chg="add mod">
          <ac:chgData name="Dobra, Edgar" userId="73d6a325-d5a7-46bb-866c-7bed3cbe8117" providerId="ADAL" clId="{338BBBAA-0322-46EC-B7C9-86413EBEB9FF}" dt="2025-04-01T00:17:15.556" v="6803" actId="20577"/>
          <ac:spMkLst>
            <pc:docMk/>
            <pc:sldMk cId="645783760" sldId="257"/>
            <ac:spMk id="36" creationId="{5587F35F-D34A-1EBA-C4C2-C1CA4EE9C6D0}"/>
          </ac:spMkLst>
        </pc:spChg>
        <pc:spChg chg="add del mod">
          <ac:chgData name="Dobra, Edgar" userId="73d6a325-d5a7-46bb-866c-7bed3cbe8117" providerId="ADAL" clId="{338BBBAA-0322-46EC-B7C9-86413EBEB9FF}" dt="2025-03-31T14:39:34.170" v="3279" actId="478"/>
          <ac:spMkLst>
            <pc:docMk/>
            <pc:sldMk cId="645783760" sldId="257"/>
            <ac:spMk id="46" creationId="{366BE22F-7859-C86E-BE12-4408FBA34F4A}"/>
          </ac:spMkLst>
        </pc:spChg>
        <pc:spChg chg="mod">
          <ac:chgData name="Dobra, Edgar" userId="73d6a325-d5a7-46bb-866c-7bed3cbe8117" providerId="ADAL" clId="{338BBBAA-0322-46EC-B7C9-86413EBEB9FF}" dt="2025-03-31T00:53:48.755" v="2110" actId="1076"/>
          <ac:spMkLst>
            <pc:docMk/>
            <pc:sldMk cId="645783760" sldId="257"/>
            <ac:spMk id="49" creationId="{AD1C21CC-9CBC-7EFA-BE3E-F27B2C21A1AF}"/>
          </ac:spMkLst>
        </pc:spChg>
        <pc:spChg chg="add mod">
          <ac:chgData name="Dobra, Edgar" userId="73d6a325-d5a7-46bb-866c-7bed3cbe8117" providerId="ADAL" clId="{338BBBAA-0322-46EC-B7C9-86413EBEB9FF}" dt="2025-03-31T14:46:55.019" v="3317"/>
          <ac:spMkLst>
            <pc:docMk/>
            <pc:sldMk cId="645783760" sldId="257"/>
            <ac:spMk id="53" creationId="{8CA8294E-2B90-63D5-EC95-DA73EF87E8F8}"/>
          </ac:spMkLst>
        </pc:spChg>
        <pc:spChg chg="add mod">
          <ac:chgData name="Dobra, Edgar" userId="73d6a325-d5a7-46bb-866c-7bed3cbe8117" providerId="ADAL" clId="{338BBBAA-0322-46EC-B7C9-86413EBEB9FF}" dt="2025-03-31T14:46:55.019" v="3317"/>
          <ac:spMkLst>
            <pc:docMk/>
            <pc:sldMk cId="645783760" sldId="257"/>
            <ac:spMk id="57" creationId="{BAB9FA90-F3B0-437A-B6EB-865DEBBA759E}"/>
          </ac:spMkLst>
        </pc:spChg>
        <pc:spChg chg="add mod">
          <ac:chgData name="Dobra, Edgar" userId="73d6a325-d5a7-46bb-866c-7bed3cbe8117" providerId="ADAL" clId="{338BBBAA-0322-46EC-B7C9-86413EBEB9FF}" dt="2025-03-31T23:40:16.573" v="6665" actId="1076"/>
          <ac:spMkLst>
            <pc:docMk/>
            <pc:sldMk cId="645783760" sldId="257"/>
            <ac:spMk id="60" creationId="{3187D006-1765-21E4-AA79-2D915744E96B}"/>
          </ac:spMkLst>
        </pc:spChg>
        <pc:spChg chg="mod">
          <ac:chgData name="Dobra, Edgar" userId="73d6a325-d5a7-46bb-866c-7bed3cbe8117" providerId="ADAL" clId="{338BBBAA-0322-46EC-B7C9-86413EBEB9FF}" dt="2025-03-31T22:42:14.231" v="6561" actId="20577"/>
          <ac:spMkLst>
            <pc:docMk/>
            <pc:sldMk cId="645783760" sldId="257"/>
            <ac:spMk id="62" creationId="{1497F41A-4805-D486-3671-D6261346040E}"/>
          </ac:spMkLst>
        </pc:spChg>
        <pc:spChg chg="mod">
          <ac:chgData name="Dobra, Edgar" userId="73d6a325-d5a7-46bb-866c-7bed3cbe8117" providerId="ADAL" clId="{338BBBAA-0322-46EC-B7C9-86413EBEB9FF}" dt="2025-03-31T00:58:58.876" v="2166" actId="1076"/>
          <ac:spMkLst>
            <pc:docMk/>
            <pc:sldMk cId="645783760" sldId="257"/>
            <ac:spMk id="66" creationId="{6CB47F49-4E1A-D9CB-8C8D-2A132BA8FF6C}"/>
          </ac:spMkLst>
        </pc:spChg>
        <pc:spChg chg="mod">
          <ac:chgData name="Dobra, Edgar" userId="73d6a325-d5a7-46bb-866c-7bed3cbe8117" providerId="ADAL" clId="{338BBBAA-0322-46EC-B7C9-86413EBEB9FF}" dt="2025-03-31T16:01:31.392" v="3999" actId="20577"/>
          <ac:spMkLst>
            <pc:docMk/>
            <pc:sldMk cId="645783760" sldId="257"/>
            <ac:spMk id="67" creationId="{E0D00BD7-BBF0-FA38-BBA0-5A10DDCA46E6}"/>
          </ac:spMkLst>
        </pc:spChg>
        <pc:spChg chg="add mod">
          <ac:chgData name="Dobra, Edgar" userId="73d6a325-d5a7-46bb-866c-7bed3cbe8117" providerId="ADAL" clId="{338BBBAA-0322-46EC-B7C9-86413EBEB9FF}" dt="2025-04-01T00:11:27.873" v="6759" actId="20577"/>
          <ac:spMkLst>
            <pc:docMk/>
            <pc:sldMk cId="645783760" sldId="257"/>
            <ac:spMk id="70" creationId="{43EDA4C3-99D6-827E-33B5-BA25DB574429}"/>
          </ac:spMkLst>
        </pc:spChg>
        <pc:spChg chg="add mod">
          <ac:chgData name="Dobra, Edgar" userId="73d6a325-d5a7-46bb-866c-7bed3cbe8117" providerId="ADAL" clId="{338BBBAA-0322-46EC-B7C9-86413EBEB9FF}" dt="2025-03-31T18:29:44.343" v="4644" actId="404"/>
          <ac:spMkLst>
            <pc:docMk/>
            <pc:sldMk cId="645783760" sldId="257"/>
            <ac:spMk id="90" creationId="{220473D7-E17E-1075-E308-CF0AB7C97BBB}"/>
          </ac:spMkLst>
        </pc:spChg>
        <pc:spChg chg="add mod">
          <ac:chgData name="Dobra, Edgar" userId="73d6a325-d5a7-46bb-866c-7bed3cbe8117" providerId="ADAL" clId="{338BBBAA-0322-46EC-B7C9-86413EBEB9FF}" dt="2025-04-01T00:17:59.080" v="6819" actId="20577"/>
          <ac:spMkLst>
            <pc:docMk/>
            <pc:sldMk cId="645783760" sldId="257"/>
            <ac:spMk id="92" creationId="{45AA46F8-6B6B-754B-2F54-7AE16A375F1C}"/>
          </ac:spMkLst>
        </pc:spChg>
        <pc:spChg chg="add mod">
          <ac:chgData name="Dobra, Edgar" userId="73d6a325-d5a7-46bb-866c-7bed3cbe8117" providerId="ADAL" clId="{338BBBAA-0322-46EC-B7C9-86413EBEB9FF}" dt="2025-03-31T18:29:36.527" v="4642" actId="404"/>
          <ac:spMkLst>
            <pc:docMk/>
            <pc:sldMk cId="645783760" sldId="257"/>
            <ac:spMk id="95" creationId="{CCDC56C7-688B-EFD0-8821-6AC667181451}"/>
          </ac:spMkLst>
        </pc:spChg>
        <pc:spChg chg="add mod">
          <ac:chgData name="Dobra, Edgar" userId="73d6a325-d5a7-46bb-866c-7bed3cbe8117" providerId="ADAL" clId="{338BBBAA-0322-46EC-B7C9-86413EBEB9FF}" dt="2025-04-01T00:16:21.601" v="6793" actId="1076"/>
          <ac:spMkLst>
            <pc:docMk/>
            <pc:sldMk cId="645783760" sldId="257"/>
            <ac:spMk id="98" creationId="{E09CA33E-13C3-A572-A1B9-69D51BE99AB3}"/>
          </ac:spMkLst>
        </pc:spChg>
        <pc:spChg chg="add mod">
          <ac:chgData name="Dobra, Edgar" userId="73d6a325-d5a7-46bb-866c-7bed3cbe8117" providerId="ADAL" clId="{338BBBAA-0322-46EC-B7C9-86413EBEB9FF}" dt="2025-03-31T18:39:42.848" v="4944" actId="1076"/>
          <ac:spMkLst>
            <pc:docMk/>
            <pc:sldMk cId="645783760" sldId="257"/>
            <ac:spMk id="104" creationId="{EA26C580-1A1C-4E83-1301-9186709EA6A7}"/>
          </ac:spMkLst>
        </pc:spChg>
        <pc:spChg chg="add mod">
          <ac:chgData name="Dobra, Edgar" userId="73d6a325-d5a7-46bb-866c-7bed3cbe8117" providerId="ADAL" clId="{338BBBAA-0322-46EC-B7C9-86413EBEB9FF}" dt="2025-04-01T00:36:29.737" v="6916" actId="14100"/>
          <ac:spMkLst>
            <pc:docMk/>
            <pc:sldMk cId="645783760" sldId="257"/>
            <ac:spMk id="105" creationId="{8605F7F4-11A6-7B0F-2076-A88B53371182}"/>
          </ac:spMkLst>
        </pc:spChg>
        <pc:spChg chg="add mod">
          <ac:chgData name="Dobra, Edgar" userId="73d6a325-d5a7-46bb-866c-7bed3cbe8117" providerId="ADAL" clId="{338BBBAA-0322-46EC-B7C9-86413EBEB9FF}" dt="2025-03-31T18:48:16.765" v="5025" actId="1076"/>
          <ac:spMkLst>
            <pc:docMk/>
            <pc:sldMk cId="645783760" sldId="257"/>
            <ac:spMk id="106" creationId="{D43D358C-9DAA-D94D-F973-2242933F3BC2}"/>
          </ac:spMkLst>
        </pc:spChg>
        <pc:spChg chg="add del">
          <ac:chgData name="Dobra, Edgar" userId="73d6a325-d5a7-46bb-866c-7bed3cbe8117" providerId="ADAL" clId="{338BBBAA-0322-46EC-B7C9-86413EBEB9FF}" dt="2025-03-31T20:36:35.194" v="5064" actId="22"/>
          <ac:spMkLst>
            <pc:docMk/>
            <pc:sldMk cId="645783760" sldId="257"/>
            <ac:spMk id="109" creationId="{66CD8183-349D-1244-E77E-365767FEE7BB}"/>
          </ac:spMkLst>
        </pc:spChg>
        <pc:spChg chg="add mod">
          <ac:chgData name="Dobra, Edgar" userId="73d6a325-d5a7-46bb-866c-7bed3cbe8117" providerId="ADAL" clId="{338BBBAA-0322-46EC-B7C9-86413EBEB9FF}" dt="2025-04-01T00:28:35.896" v="6880" actId="1076"/>
          <ac:spMkLst>
            <pc:docMk/>
            <pc:sldMk cId="645783760" sldId="257"/>
            <ac:spMk id="111" creationId="{5F241CEC-0F40-146E-8CFA-6F910B5BA6D6}"/>
          </ac:spMkLst>
        </pc:spChg>
        <pc:spChg chg="mod">
          <ac:chgData name="Dobra, Edgar" userId="73d6a325-d5a7-46bb-866c-7bed3cbe8117" providerId="ADAL" clId="{338BBBAA-0322-46EC-B7C9-86413EBEB9FF}" dt="2025-03-31T20:39:05.817" v="5090"/>
          <ac:spMkLst>
            <pc:docMk/>
            <pc:sldMk cId="645783760" sldId="257"/>
            <ac:spMk id="115" creationId="{9FA29AE3-B4AF-0D8D-5624-F709C475F259}"/>
          </ac:spMkLst>
        </pc:spChg>
        <pc:spChg chg="mod">
          <ac:chgData name="Dobra, Edgar" userId="73d6a325-d5a7-46bb-866c-7bed3cbe8117" providerId="ADAL" clId="{338BBBAA-0322-46EC-B7C9-86413EBEB9FF}" dt="2025-03-31T20:39:05.817" v="5090"/>
          <ac:spMkLst>
            <pc:docMk/>
            <pc:sldMk cId="645783760" sldId="257"/>
            <ac:spMk id="163" creationId="{773583EB-DA4F-1C86-DDF4-297EC634C20C}"/>
          </ac:spMkLst>
        </pc:spChg>
        <pc:spChg chg="mod">
          <ac:chgData name="Dobra, Edgar" userId="73d6a325-d5a7-46bb-866c-7bed3cbe8117" providerId="ADAL" clId="{338BBBAA-0322-46EC-B7C9-86413EBEB9FF}" dt="2025-04-01T18:39:57.319" v="7110" actId="1076"/>
          <ac:spMkLst>
            <pc:docMk/>
            <pc:sldMk cId="645783760" sldId="257"/>
            <ac:spMk id="170" creationId="{5D99AB49-1455-5244-5913-22014E831965}"/>
          </ac:spMkLst>
        </pc:spChg>
        <pc:spChg chg="mod">
          <ac:chgData name="Dobra, Edgar" userId="73d6a325-d5a7-46bb-866c-7bed3cbe8117" providerId="ADAL" clId="{338BBBAA-0322-46EC-B7C9-86413EBEB9FF}" dt="2025-03-30T00:33:54.766" v="80"/>
          <ac:spMkLst>
            <pc:docMk/>
            <pc:sldMk cId="645783760" sldId="257"/>
            <ac:spMk id="174" creationId="{73571E04-CC00-E8D0-681B-94E3280B54D5}"/>
          </ac:spMkLst>
        </pc:spChg>
        <pc:spChg chg="mod">
          <ac:chgData name="Dobra, Edgar" userId="73d6a325-d5a7-46bb-866c-7bed3cbe8117" providerId="ADAL" clId="{338BBBAA-0322-46EC-B7C9-86413EBEB9FF}" dt="2025-03-30T00:33:54.766" v="80"/>
          <ac:spMkLst>
            <pc:docMk/>
            <pc:sldMk cId="645783760" sldId="257"/>
            <ac:spMk id="181" creationId="{F5ECFF97-4939-483B-1366-9E03EDADD487}"/>
          </ac:spMkLst>
        </pc:spChg>
        <pc:spChg chg="mod">
          <ac:chgData name="Dobra, Edgar" userId="73d6a325-d5a7-46bb-866c-7bed3cbe8117" providerId="ADAL" clId="{338BBBAA-0322-46EC-B7C9-86413EBEB9FF}" dt="2025-03-30T00:33:54.766" v="80"/>
          <ac:spMkLst>
            <pc:docMk/>
            <pc:sldMk cId="645783760" sldId="257"/>
            <ac:spMk id="187" creationId="{9985E23F-3782-B213-6270-F23417BAA246}"/>
          </ac:spMkLst>
        </pc:spChg>
        <pc:spChg chg="mod">
          <ac:chgData name="Dobra, Edgar" userId="73d6a325-d5a7-46bb-866c-7bed3cbe8117" providerId="ADAL" clId="{338BBBAA-0322-46EC-B7C9-86413EBEB9FF}" dt="2025-03-31T20:39:05.817" v="5090"/>
          <ac:spMkLst>
            <pc:docMk/>
            <pc:sldMk cId="645783760" sldId="257"/>
            <ac:spMk id="189" creationId="{2FCEA63F-8066-72B4-9AAF-DD8D710CFEF9}"/>
          </ac:spMkLst>
        </pc:spChg>
        <pc:spChg chg="mod">
          <ac:chgData name="Dobra, Edgar" userId="73d6a325-d5a7-46bb-866c-7bed3cbe8117" providerId="ADAL" clId="{338BBBAA-0322-46EC-B7C9-86413EBEB9FF}" dt="2025-03-30T00:33:54.766" v="80"/>
          <ac:spMkLst>
            <pc:docMk/>
            <pc:sldMk cId="645783760" sldId="257"/>
            <ac:spMk id="262" creationId="{C230D0D4-15C4-2203-DA41-34783E2D213C}"/>
          </ac:spMkLst>
        </pc:spChg>
        <pc:spChg chg="mod">
          <ac:chgData name="Dobra, Edgar" userId="73d6a325-d5a7-46bb-866c-7bed3cbe8117" providerId="ADAL" clId="{338BBBAA-0322-46EC-B7C9-86413EBEB9FF}" dt="2025-03-31T01:04:18.623" v="2203" actId="14100"/>
          <ac:spMkLst>
            <pc:docMk/>
            <pc:sldMk cId="645783760" sldId="257"/>
            <ac:spMk id="265" creationId="{BAFE5E99-13AF-BFB1-EA3B-BC747D5D0C69}"/>
          </ac:spMkLst>
        </pc:spChg>
        <pc:spChg chg="mod">
          <ac:chgData name="Dobra, Edgar" userId="73d6a325-d5a7-46bb-866c-7bed3cbe8117" providerId="ADAL" clId="{338BBBAA-0322-46EC-B7C9-86413EBEB9FF}" dt="2025-03-31T00:54:08.615" v="2112" actId="14100"/>
          <ac:spMkLst>
            <pc:docMk/>
            <pc:sldMk cId="645783760" sldId="257"/>
            <ac:spMk id="266" creationId="{FAFD0C78-72A0-93E5-2A5C-08E997F5EF56}"/>
          </ac:spMkLst>
        </pc:spChg>
        <pc:spChg chg="mod">
          <ac:chgData name="Dobra, Edgar" userId="73d6a325-d5a7-46bb-866c-7bed3cbe8117" providerId="ADAL" clId="{338BBBAA-0322-46EC-B7C9-86413EBEB9FF}" dt="2025-03-31T20:39:05.817" v="5090"/>
          <ac:spMkLst>
            <pc:docMk/>
            <pc:sldMk cId="645783760" sldId="257"/>
            <ac:spMk id="294" creationId="{6C854488-0A1A-32F0-3162-ADDB4CAFE9F8}"/>
          </ac:spMkLst>
        </pc:spChg>
        <pc:spChg chg="mod">
          <ac:chgData name="Dobra, Edgar" userId="73d6a325-d5a7-46bb-866c-7bed3cbe8117" providerId="ADAL" clId="{338BBBAA-0322-46EC-B7C9-86413EBEB9FF}" dt="2025-03-31T20:39:05.817" v="5090"/>
          <ac:spMkLst>
            <pc:docMk/>
            <pc:sldMk cId="645783760" sldId="257"/>
            <ac:spMk id="305" creationId="{640D327B-AE29-653E-DE81-12929AB73160}"/>
          </ac:spMkLst>
        </pc:spChg>
        <pc:spChg chg="mod">
          <ac:chgData name="Dobra, Edgar" userId="73d6a325-d5a7-46bb-866c-7bed3cbe8117" providerId="ADAL" clId="{338BBBAA-0322-46EC-B7C9-86413EBEB9FF}" dt="2025-03-31T20:39:05.817" v="5090"/>
          <ac:spMkLst>
            <pc:docMk/>
            <pc:sldMk cId="645783760" sldId="257"/>
            <ac:spMk id="308" creationId="{006D6E35-A1E1-7E85-6DBD-375EFCD3F125}"/>
          </ac:spMkLst>
        </pc:spChg>
        <pc:spChg chg="mod">
          <ac:chgData name="Dobra, Edgar" userId="73d6a325-d5a7-46bb-866c-7bed3cbe8117" providerId="ADAL" clId="{338BBBAA-0322-46EC-B7C9-86413EBEB9FF}" dt="2025-03-31T22:03:26.399" v="6550" actId="2711"/>
          <ac:spMkLst>
            <pc:docMk/>
            <pc:sldMk cId="645783760" sldId="257"/>
            <ac:spMk id="369" creationId="{A78FE8EC-BF68-D9F5-295F-3BE7195D70D3}"/>
          </ac:spMkLst>
        </pc:spChg>
        <pc:spChg chg="mod">
          <ac:chgData name="Dobra, Edgar" userId="73d6a325-d5a7-46bb-866c-7bed3cbe8117" providerId="ADAL" clId="{338BBBAA-0322-46EC-B7C9-86413EBEB9FF}" dt="2025-03-31T20:39:05.817" v="5090"/>
          <ac:spMkLst>
            <pc:docMk/>
            <pc:sldMk cId="645783760" sldId="257"/>
            <ac:spMk id="374" creationId="{45F0FA1E-3F06-1711-801D-488EED013EC2}"/>
          </ac:spMkLst>
        </pc:spChg>
        <pc:spChg chg="mod">
          <ac:chgData name="Dobra, Edgar" userId="73d6a325-d5a7-46bb-866c-7bed3cbe8117" providerId="ADAL" clId="{338BBBAA-0322-46EC-B7C9-86413EBEB9FF}" dt="2025-03-31T20:39:05.817" v="5090"/>
          <ac:spMkLst>
            <pc:docMk/>
            <pc:sldMk cId="645783760" sldId="257"/>
            <ac:spMk id="379" creationId="{0878229F-C051-027E-0930-2968290BCC5C}"/>
          </ac:spMkLst>
        </pc:spChg>
        <pc:spChg chg="mod topLvl">
          <ac:chgData name="Dobra, Edgar" userId="73d6a325-d5a7-46bb-866c-7bed3cbe8117" providerId="ADAL" clId="{338BBBAA-0322-46EC-B7C9-86413EBEB9FF}" dt="2025-03-31T00:35:14.390" v="1905" actId="14100"/>
          <ac:spMkLst>
            <pc:docMk/>
            <pc:sldMk cId="645783760" sldId="257"/>
            <ac:spMk id="590" creationId="{E415D1BB-5B48-817D-A84B-AB87AAE9801A}"/>
          </ac:spMkLst>
        </pc:spChg>
        <pc:spChg chg="del mod ord">
          <ac:chgData name="Dobra, Edgar" userId="73d6a325-d5a7-46bb-866c-7bed3cbe8117" providerId="ADAL" clId="{338BBBAA-0322-46EC-B7C9-86413EBEB9FF}" dt="2025-03-31T15:08:17.181" v="3481" actId="478"/>
          <ac:spMkLst>
            <pc:docMk/>
            <pc:sldMk cId="645783760" sldId="257"/>
            <ac:spMk id="595" creationId="{6A833031-FBAE-A579-940B-0B8849B9A2B7}"/>
          </ac:spMkLst>
        </pc:spChg>
        <pc:spChg chg="mod">
          <ac:chgData name="Dobra, Edgar" userId="73d6a325-d5a7-46bb-866c-7bed3cbe8117" providerId="ADAL" clId="{338BBBAA-0322-46EC-B7C9-86413EBEB9FF}" dt="2025-03-31T18:34:03.108" v="4728" actId="2711"/>
          <ac:spMkLst>
            <pc:docMk/>
            <pc:sldMk cId="645783760" sldId="257"/>
            <ac:spMk id="596" creationId="{227C256A-BAB3-DCDA-BFBB-ECBD038BC84E}"/>
          </ac:spMkLst>
        </pc:spChg>
        <pc:spChg chg="mod">
          <ac:chgData name="Dobra, Edgar" userId="73d6a325-d5a7-46bb-866c-7bed3cbe8117" providerId="ADAL" clId="{338BBBAA-0322-46EC-B7C9-86413EBEB9FF}" dt="2025-03-31T15:44:11.448" v="3961" actId="20577"/>
          <ac:spMkLst>
            <pc:docMk/>
            <pc:sldMk cId="645783760" sldId="257"/>
            <ac:spMk id="597" creationId="{865B25DA-8AB3-26CA-A660-CFB33E88FD3C}"/>
          </ac:spMkLst>
        </pc:spChg>
        <pc:spChg chg="del mod">
          <ac:chgData name="Dobra, Edgar" userId="73d6a325-d5a7-46bb-866c-7bed3cbe8117" providerId="ADAL" clId="{338BBBAA-0322-46EC-B7C9-86413EBEB9FF}" dt="2025-03-31T18:01:08.537" v="4305" actId="478"/>
          <ac:spMkLst>
            <pc:docMk/>
            <pc:sldMk cId="645783760" sldId="257"/>
            <ac:spMk id="598" creationId="{59843D0F-6D8D-F87D-DA79-1997592665E4}"/>
          </ac:spMkLst>
        </pc:spChg>
        <pc:spChg chg="mod">
          <ac:chgData name="Dobra, Edgar" userId="73d6a325-d5a7-46bb-866c-7bed3cbe8117" providerId="ADAL" clId="{338BBBAA-0322-46EC-B7C9-86413EBEB9FF}" dt="2025-04-01T00:29:14.791" v="6884" actId="1076"/>
          <ac:spMkLst>
            <pc:docMk/>
            <pc:sldMk cId="645783760" sldId="257"/>
            <ac:spMk id="599" creationId="{56F77024-A779-5294-DE6C-537F2A867AB7}"/>
          </ac:spMkLst>
        </pc:spChg>
        <pc:spChg chg="mod">
          <ac:chgData name="Dobra, Edgar" userId="73d6a325-d5a7-46bb-866c-7bed3cbe8117" providerId="ADAL" clId="{338BBBAA-0322-46EC-B7C9-86413EBEB9FF}" dt="2025-03-31T00:35:40.505" v="1909" actId="164"/>
          <ac:spMkLst>
            <pc:docMk/>
            <pc:sldMk cId="645783760" sldId="257"/>
            <ac:spMk id="607" creationId="{01234C2A-B97C-81C1-F4B5-ADB19179D521}"/>
          </ac:spMkLst>
        </pc:spChg>
        <pc:spChg chg="mod">
          <ac:chgData name="Dobra, Edgar" userId="73d6a325-d5a7-46bb-866c-7bed3cbe8117" providerId="ADAL" clId="{338BBBAA-0322-46EC-B7C9-86413EBEB9FF}" dt="2025-03-31T00:35:40.505" v="1909" actId="164"/>
          <ac:spMkLst>
            <pc:docMk/>
            <pc:sldMk cId="645783760" sldId="257"/>
            <ac:spMk id="610" creationId="{7E770A78-4B8D-5688-E84D-97FFE703EB57}"/>
          </ac:spMkLst>
        </pc:spChg>
        <pc:spChg chg="mod">
          <ac:chgData name="Dobra, Edgar" userId="73d6a325-d5a7-46bb-866c-7bed3cbe8117" providerId="ADAL" clId="{338BBBAA-0322-46EC-B7C9-86413EBEB9FF}" dt="2025-03-30T21:47:28.818" v="473" actId="165"/>
          <ac:spMkLst>
            <pc:docMk/>
            <pc:sldMk cId="645783760" sldId="257"/>
            <ac:spMk id="613" creationId="{CD5EC51E-9EFE-547A-52B2-A14CF055BAF6}"/>
          </ac:spMkLst>
        </pc:spChg>
        <pc:spChg chg="mod">
          <ac:chgData name="Dobra, Edgar" userId="73d6a325-d5a7-46bb-866c-7bed3cbe8117" providerId="ADAL" clId="{338BBBAA-0322-46EC-B7C9-86413EBEB9FF}" dt="2025-03-31T00:35:40.505" v="1909" actId="164"/>
          <ac:spMkLst>
            <pc:docMk/>
            <pc:sldMk cId="645783760" sldId="257"/>
            <ac:spMk id="615" creationId="{61CC43E2-F2A7-ACCF-E80A-1E49C96C554E}"/>
          </ac:spMkLst>
        </pc:spChg>
        <pc:spChg chg="mod">
          <ac:chgData name="Dobra, Edgar" userId="73d6a325-d5a7-46bb-866c-7bed3cbe8117" providerId="ADAL" clId="{338BBBAA-0322-46EC-B7C9-86413EBEB9FF}" dt="2025-03-30T21:47:28.818" v="473" actId="165"/>
          <ac:spMkLst>
            <pc:docMk/>
            <pc:sldMk cId="645783760" sldId="257"/>
            <ac:spMk id="623" creationId="{F0395FFF-810E-EAC4-9733-75D1CF8662AE}"/>
          </ac:spMkLst>
        </pc:spChg>
        <pc:spChg chg="mod">
          <ac:chgData name="Dobra, Edgar" userId="73d6a325-d5a7-46bb-866c-7bed3cbe8117" providerId="ADAL" clId="{338BBBAA-0322-46EC-B7C9-86413EBEB9FF}" dt="2025-03-31T00:35:40.505" v="1909" actId="164"/>
          <ac:spMkLst>
            <pc:docMk/>
            <pc:sldMk cId="645783760" sldId="257"/>
            <ac:spMk id="629" creationId="{806E76CA-52E8-D575-2017-AB5EF72BD7AF}"/>
          </ac:spMkLst>
        </pc:spChg>
        <pc:spChg chg="mod">
          <ac:chgData name="Dobra, Edgar" userId="73d6a325-d5a7-46bb-866c-7bed3cbe8117" providerId="ADAL" clId="{338BBBAA-0322-46EC-B7C9-86413EBEB9FF}" dt="2025-03-30T21:47:28.818" v="473" actId="165"/>
          <ac:spMkLst>
            <pc:docMk/>
            <pc:sldMk cId="645783760" sldId="257"/>
            <ac:spMk id="632" creationId="{3E80653B-63CA-575D-87F5-85F1AE7F2234}"/>
          </ac:spMkLst>
        </pc:spChg>
        <pc:spChg chg="mod">
          <ac:chgData name="Dobra, Edgar" userId="73d6a325-d5a7-46bb-866c-7bed3cbe8117" providerId="ADAL" clId="{338BBBAA-0322-46EC-B7C9-86413EBEB9FF}" dt="2025-03-30T21:47:28.818" v="473" actId="165"/>
          <ac:spMkLst>
            <pc:docMk/>
            <pc:sldMk cId="645783760" sldId="257"/>
            <ac:spMk id="635" creationId="{E2F10450-7E19-EE38-6A32-0D5C40AB0F92}"/>
          </ac:spMkLst>
        </pc:spChg>
        <pc:spChg chg="mod">
          <ac:chgData name="Dobra, Edgar" userId="73d6a325-d5a7-46bb-866c-7bed3cbe8117" providerId="ADAL" clId="{338BBBAA-0322-46EC-B7C9-86413EBEB9FF}" dt="2025-03-30T21:47:28.818" v="473" actId="165"/>
          <ac:spMkLst>
            <pc:docMk/>
            <pc:sldMk cId="645783760" sldId="257"/>
            <ac:spMk id="636" creationId="{AA68FAFB-EBD4-9C80-A211-7285D9727704}"/>
          </ac:spMkLst>
        </pc:spChg>
        <pc:spChg chg="mod">
          <ac:chgData name="Dobra, Edgar" userId="73d6a325-d5a7-46bb-866c-7bed3cbe8117" providerId="ADAL" clId="{338BBBAA-0322-46EC-B7C9-86413EBEB9FF}" dt="2025-03-31T00:35:40.505" v="1909" actId="164"/>
          <ac:spMkLst>
            <pc:docMk/>
            <pc:sldMk cId="645783760" sldId="257"/>
            <ac:spMk id="637" creationId="{2D8D3F1B-A57C-7349-1250-446B758A7975}"/>
          </ac:spMkLst>
        </pc:spChg>
        <pc:spChg chg="mod">
          <ac:chgData name="Dobra, Edgar" userId="73d6a325-d5a7-46bb-866c-7bed3cbe8117" providerId="ADAL" clId="{338BBBAA-0322-46EC-B7C9-86413EBEB9FF}" dt="2025-03-31T00:35:40.505" v="1909" actId="164"/>
          <ac:spMkLst>
            <pc:docMk/>
            <pc:sldMk cId="645783760" sldId="257"/>
            <ac:spMk id="649" creationId="{BE0D065E-2D7B-81BA-D745-E833D5A72AB7}"/>
          </ac:spMkLst>
        </pc:spChg>
        <pc:spChg chg="mod">
          <ac:chgData name="Dobra, Edgar" userId="73d6a325-d5a7-46bb-866c-7bed3cbe8117" providerId="ADAL" clId="{338BBBAA-0322-46EC-B7C9-86413EBEB9FF}" dt="2025-03-30T21:47:28.818" v="473" actId="165"/>
          <ac:spMkLst>
            <pc:docMk/>
            <pc:sldMk cId="645783760" sldId="257"/>
            <ac:spMk id="653" creationId="{C2EF95D9-8E49-0E52-F434-116364043555}"/>
          </ac:spMkLst>
        </pc:spChg>
        <pc:spChg chg="mod">
          <ac:chgData name="Dobra, Edgar" userId="73d6a325-d5a7-46bb-866c-7bed3cbe8117" providerId="ADAL" clId="{338BBBAA-0322-46EC-B7C9-86413EBEB9FF}" dt="2025-03-31T00:35:40.505" v="1909" actId="164"/>
          <ac:spMkLst>
            <pc:docMk/>
            <pc:sldMk cId="645783760" sldId="257"/>
            <ac:spMk id="656" creationId="{B0C7FCF3-D11C-92D6-50D7-659F345F5299}"/>
          </ac:spMkLst>
        </pc:spChg>
        <pc:spChg chg="mod">
          <ac:chgData name="Dobra, Edgar" userId="73d6a325-d5a7-46bb-866c-7bed3cbe8117" providerId="ADAL" clId="{338BBBAA-0322-46EC-B7C9-86413EBEB9FF}" dt="2025-03-31T00:35:40.505" v="1909" actId="164"/>
          <ac:spMkLst>
            <pc:docMk/>
            <pc:sldMk cId="645783760" sldId="257"/>
            <ac:spMk id="659" creationId="{A9CE6A72-A103-A69D-0559-476300231F2E}"/>
          </ac:spMkLst>
        </pc:spChg>
        <pc:spChg chg="mod">
          <ac:chgData name="Dobra, Edgar" userId="73d6a325-d5a7-46bb-866c-7bed3cbe8117" providerId="ADAL" clId="{338BBBAA-0322-46EC-B7C9-86413EBEB9FF}" dt="2025-03-30T21:47:28.818" v="473" actId="165"/>
          <ac:spMkLst>
            <pc:docMk/>
            <pc:sldMk cId="645783760" sldId="257"/>
            <ac:spMk id="661" creationId="{9C355AF0-63F2-A2EE-D4F5-53CCB6489B5D}"/>
          </ac:spMkLst>
        </pc:spChg>
        <pc:spChg chg="mod">
          <ac:chgData name="Dobra, Edgar" userId="73d6a325-d5a7-46bb-866c-7bed3cbe8117" providerId="ADAL" clId="{338BBBAA-0322-46EC-B7C9-86413EBEB9FF}" dt="2025-03-31T00:35:40.505" v="1909" actId="164"/>
          <ac:spMkLst>
            <pc:docMk/>
            <pc:sldMk cId="645783760" sldId="257"/>
            <ac:spMk id="665" creationId="{732E0D8D-34D9-DC47-40FE-88A49009879E}"/>
          </ac:spMkLst>
        </pc:spChg>
        <pc:spChg chg="mod">
          <ac:chgData name="Dobra, Edgar" userId="73d6a325-d5a7-46bb-866c-7bed3cbe8117" providerId="ADAL" clId="{338BBBAA-0322-46EC-B7C9-86413EBEB9FF}" dt="2025-03-31T00:35:40.505" v="1909" actId="164"/>
          <ac:spMkLst>
            <pc:docMk/>
            <pc:sldMk cId="645783760" sldId="257"/>
            <ac:spMk id="671" creationId="{86E27A58-0288-015A-147B-C993DA44B811}"/>
          </ac:spMkLst>
        </pc:spChg>
        <pc:spChg chg="mod">
          <ac:chgData name="Dobra, Edgar" userId="73d6a325-d5a7-46bb-866c-7bed3cbe8117" providerId="ADAL" clId="{338BBBAA-0322-46EC-B7C9-86413EBEB9FF}" dt="2025-03-31T14:01:22.607" v="2981" actId="114"/>
          <ac:spMkLst>
            <pc:docMk/>
            <pc:sldMk cId="645783760" sldId="257"/>
            <ac:spMk id="674" creationId="{6A98B832-36E4-5CCD-02B3-CADFB01633F5}"/>
          </ac:spMkLst>
        </pc:spChg>
        <pc:spChg chg="mod">
          <ac:chgData name="Dobra, Edgar" userId="73d6a325-d5a7-46bb-866c-7bed3cbe8117" providerId="ADAL" clId="{338BBBAA-0322-46EC-B7C9-86413EBEB9FF}" dt="2025-03-31T00:59:25.022" v="2167" actId="1076"/>
          <ac:spMkLst>
            <pc:docMk/>
            <pc:sldMk cId="645783760" sldId="257"/>
            <ac:spMk id="675" creationId="{837E03FB-F989-EAB0-4C1C-3E2D2E993147}"/>
          </ac:spMkLst>
        </pc:spChg>
        <pc:spChg chg="del mod">
          <ac:chgData name="Dobra, Edgar" userId="73d6a325-d5a7-46bb-866c-7bed3cbe8117" providerId="ADAL" clId="{338BBBAA-0322-46EC-B7C9-86413EBEB9FF}" dt="2025-03-31T00:34:13.744" v="1900" actId="478"/>
          <ac:spMkLst>
            <pc:docMk/>
            <pc:sldMk cId="645783760" sldId="257"/>
            <ac:spMk id="687" creationId="{4E889CA5-48D8-47FE-7D3B-8150438AE88C}"/>
          </ac:spMkLst>
        </pc:spChg>
        <pc:spChg chg="del mod">
          <ac:chgData name="Dobra, Edgar" userId="73d6a325-d5a7-46bb-866c-7bed3cbe8117" providerId="ADAL" clId="{338BBBAA-0322-46EC-B7C9-86413EBEB9FF}" dt="2025-03-31T00:34:13.744" v="1900" actId="478"/>
          <ac:spMkLst>
            <pc:docMk/>
            <pc:sldMk cId="645783760" sldId="257"/>
            <ac:spMk id="690" creationId="{2AF86449-6EE4-9081-A10E-86CC899718C5}"/>
          </ac:spMkLst>
        </pc:spChg>
        <pc:spChg chg="del mod">
          <ac:chgData name="Dobra, Edgar" userId="73d6a325-d5a7-46bb-866c-7bed3cbe8117" providerId="ADAL" clId="{338BBBAA-0322-46EC-B7C9-86413EBEB9FF}" dt="2025-03-31T00:34:13.744" v="1900" actId="478"/>
          <ac:spMkLst>
            <pc:docMk/>
            <pc:sldMk cId="645783760" sldId="257"/>
            <ac:spMk id="699" creationId="{A8790578-53FD-8AE6-0FA8-574D9AFFB0DE}"/>
          </ac:spMkLst>
        </pc:spChg>
        <pc:spChg chg="del mod">
          <ac:chgData name="Dobra, Edgar" userId="73d6a325-d5a7-46bb-866c-7bed3cbe8117" providerId="ADAL" clId="{338BBBAA-0322-46EC-B7C9-86413EBEB9FF}" dt="2025-03-31T00:34:13.744" v="1900" actId="478"/>
          <ac:spMkLst>
            <pc:docMk/>
            <pc:sldMk cId="645783760" sldId="257"/>
            <ac:spMk id="701" creationId="{F7789826-4536-77CE-E147-D63932FBF1D3}"/>
          </ac:spMkLst>
        </pc:spChg>
        <pc:spChg chg="mod">
          <ac:chgData name="Dobra, Edgar" userId="73d6a325-d5a7-46bb-866c-7bed3cbe8117" providerId="ADAL" clId="{338BBBAA-0322-46EC-B7C9-86413EBEB9FF}" dt="2025-03-30T21:47:16.659" v="471" actId="14100"/>
          <ac:spMkLst>
            <pc:docMk/>
            <pc:sldMk cId="645783760" sldId="257"/>
            <ac:spMk id="706" creationId="{3BFA918B-F6EF-C3A9-F68B-27107D7124E5}"/>
          </ac:spMkLst>
        </pc:spChg>
        <pc:spChg chg="del mod">
          <ac:chgData name="Dobra, Edgar" userId="73d6a325-d5a7-46bb-866c-7bed3cbe8117" providerId="ADAL" clId="{338BBBAA-0322-46EC-B7C9-86413EBEB9FF}" dt="2025-03-31T00:34:13.744" v="1900" actId="478"/>
          <ac:spMkLst>
            <pc:docMk/>
            <pc:sldMk cId="645783760" sldId="257"/>
            <ac:spMk id="709" creationId="{63955E2C-A50B-22A8-D053-F34D8728EDC2}"/>
          </ac:spMkLst>
        </pc:spChg>
        <pc:spChg chg="del mod topLvl">
          <ac:chgData name="Dobra, Edgar" userId="73d6a325-d5a7-46bb-866c-7bed3cbe8117" providerId="ADAL" clId="{338BBBAA-0322-46EC-B7C9-86413EBEB9FF}" dt="2025-03-31T00:34:18.233" v="1901" actId="478"/>
          <ac:spMkLst>
            <pc:docMk/>
            <pc:sldMk cId="645783760" sldId="257"/>
            <ac:spMk id="711" creationId="{8DDEE000-C1F2-8440-0F33-4AA6F9468B23}"/>
          </ac:spMkLst>
        </pc:spChg>
        <pc:spChg chg="del">
          <ac:chgData name="Dobra, Edgar" userId="73d6a325-d5a7-46bb-866c-7bed3cbe8117" providerId="ADAL" clId="{338BBBAA-0322-46EC-B7C9-86413EBEB9FF}" dt="2025-03-31T01:11:03.554" v="2235" actId="478"/>
          <ac:spMkLst>
            <pc:docMk/>
            <pc:sldMk cId="645783760" sldId="257"/>
            <ac:spMk id="716" creationId="{B79F454C-8CA3-E4D9-9638-33E8818AE0CB}"/>
          </ac:spMkLst>
        </pc:spChg>
        <pc:spChg chg="del">
          <ac:chgData name="Dobra, Edgar" userId="73d6a325-d5a7-46bb-866c-7bed3cbe8117" providerId="ADAL" clId="{338BBBAA-0322-46EC-B7C9-86413EBEB9FF}" dt="2025-03-31T01:11:11.816" v="2238" actId="478"/>
          <ac:spMkLst>
            <pc:docMk/>
            <pc:sldMk cId="645783760" sldId="257"/>
            <ac:spMk id="718" creationId="{3788BD40-E62E-3CAF-347D-784C8A7AB72D}"/>
          </ac:spMkLst>
        </pc:spChg>
        <pc:spChg chg="mod">
          <ac:chgData name="Dobra, Edgar" userId="73d6a325-d5a7-46bb-866c-7bed3cbe8117" providerId="ADAL" clId="{338BBBAA-0322-46EC-B7C9-86413EBEB9FF}" dt="2025-03-30T00:33:54.766" v="80"/>
          <ac:spMkLst>
            <pc:docMk/>
            <pc:sldMk cId="645783760" sldId="257"/>
            <ac:spMk id="729" creationId="{F9A9B56F-CCB0-EB84-04F3-014B00969A16}"/>
          </ac:spMkLst>
        </pc:spChg>
        <pc:spChg chg="mod">
          <ac:chgData name="Dobra, Edgar" userId="73d6a325-d5a7-46bb-866c-7bed3cbe8117" providerId="ADAL" clId="{338BBBAA-0322-46EC-B7C9-86413EBEB9FF}" dt="2025-03-30T00:52:13.428" v="111" actId="207"/>
          <ac:spMkLst>
            <pc:docMk/>
            <pc:sldMk cId="645783760" sldId="257"/>
            <ac:spMk id="730" creationId="{291EFBCA-E6DC-6649-6C0E-AA0D537DE836}"/>
          </ac:spMkLst>
        </pc:spChg>
        <pc:spChg chg="mod">
          <ac:chgData name="Dobra, Edgar" userId="73d6a325-d5a7-46bb-866c-7bed3cbe8117" providerId="ADAL" clId="{338BBBAA-0322-46EC-B7C9-86413EBEB9FF}" dt="2025-03-31T20:39:13.363" v="5093"/>
          <ac:spMkLst>
            <pc:docMk/>
            <pc:sldMk cId="645783760" sldId="257"/>
            <ac:spMk id="744" creationId="{E0C931F3-7C65-3B39-33B3-E5718886DD5B}"/>
          </ac:spMkLst>
        </pc:spChg>
        <pc:spChg chg="mod">
          <ac:chgData name="Dobra, Edgar" userId="73d6a325-d5a7-46bb-866c-7bed3cbe8117" providerId="ADAL" clId="{338BBBAA-0322-46EC-B7C9-86413EBEB9FF}" dt="2025-03-31T01:27:34.986" v="2272" actId="14100"/>
          <ac:spMkLst>
            <pc:docMk/>
            <pc:sldMk cId="645783760" sldId="257"/>
            <ac:spMk id="1042" creationId="{40C5466F-6E36-ED3F-4FE4-2138DF155890}"/>
          </ac:spMkLst>
        </pc:spChg>
        <pc:spChg chg="del">
          <ac:chgData name="Dobra, Edgar" userId="73d6a325-d5a7-46bb-866c-7bed3cbe8117" providerId="ADAL" clId="{338BBBAA-0322-46EC-B7C9-86413EBEB9FF}" dt="2025-03-31T01:11:10.162" v="2237" actId="478"/>
          <ac:spMkLst>
            <pc:docMk/>
            <pc:sldMk cId="645783760" sldId="257"/>
            <ac:spMk id="1047" creationId="{26BF62ED-0900-A2F4-16BD-8F24A435CB73}"/>
          </ac:spMkLst>
        </pc:spChg>
        <pc:spChg chg="mod">
          <ac:chgData name="Dobra, Edgar" userId="73d6a325-d5a7-46bb-866c-7bed3cbe8117" providerId="ADAL" clId="{338BBBAA-0322-46EC-B7C9-86413EBEB9FF}" dt="2025-03-30T00:33:54.766" v="80"/>
          <ac:spMkLst>
            <pc:docMk/>
            <pc:sldMk cId="645783760" sldId="257"/>
            <ac:spMk id="1061" creationId="{EC2D0109-9442-FFF5-E073-8C4FB57DCADD}"/>
          </ac:spMkLst>
        </pc:spChg>
        <pc:spChg chg="mod">
          <ac:chgData name="Dobra, Edgar" userId="73d6a325-d5a7-46bb-866c-7bed3cbe8117" providerId="ADAL" clId="{338BBBAA-0322-46EC-B7C9-86413EBEB9FF}" dt="2025-03-31T20:39:13.363" v="5093"/>
          <ac:spMkLst>
            <pc:docMk/>
            <pc:sldMk cId="645783760" sldId="257"/>
            <ac:spMk id="1099" creationId="{769DCCD2-0AF8-55D0-68B3-EF44A0879BF6}"/>
          </ac:spMkLst>
        </pc:spChg>
        <pc:spChg chg="mod">
          <ac:chgData name="Dobra, Edgar" userId="73d6a325-d5a7-46bb-866c-7bed3cbe8117" providerId="ADAL" clId="{338BBBAA-0322-46EC-B7C9-86413EBEB9FF}" dt="2025-03-30T00:52:41.787" v="113" actId="207"/>
          <ac:spMkLst>
            <pc:docMk/>
            <pc:sldMk cId="645783760" sldId="257"/>
            <ac:spMk id="1105" creationId="{283B34DD-003D-F670-6740-2078DAA3B99F}"/>
          </ac:spMkLst>
        </pc:spChg>
        <pc:spChg chg="mod">
          <ac:chgData name="Dobra, Edgar" userId="73d6a325-d5a7-46bb-866c-7bed3cbe8117" providerId="ADAL" clId="{338BBBAA-0322-46EC-B7C9-86413EBEB9FF}" dt="2025-03-31T20:39:13.363" v="5093"/>
          <ac:spMkLst>
            <pc:docMk/>
            <pc:sldMk cId="645783760" sldId="257"/>
            <ac:spMk id="1107" creationId="{D65CEC6C-45F0-8447-27EB-6235D173F9EF}"/>
          </ac:spMkLst>
        </pc:spChg>
        <pc:spChg chg="mod">
          <ac:chgData name="Dobra, Edgar" userId="73d6a325-d5a7-46bb-866c-7bed3cbe8117" providerId="ADAL" clId="{338BBBAA-0322-46EC-B7C9-86413EBEB9FF}" dt="2025-03-31T20:39:13.363" v="5093"/>
          <ac:spMkLst>
            <pc:docMk/>
            <pc:sldMk cId="645783760" sldId="257"/>
            <ac:spMk id="1120" creationId="{76DEACD9-1CF4-84AB-54F9-DEBBA4AAB02F}"/>
          </ac:spMkLst>
        </pc:spChg>
        <pc:spChg chg="mod">
          <ac:chgData name="Dobra, Edgar" userId="73d6a325-d5a7-46bb-866c-7bed3cbe8117" providerId="ADAL" clId="{338BBBAA-0322-46EC-B7C9-86413EBEB9FF}" dt="2025-03-31T20:39:13.363" v="5093"/>
          <ac:spMkLst>
            <pc:docMk/>
            <pc:sldMk cId="645783760" sldId="257"/>
            <ac:spMk id="1137" creationId="{48139F58-67F1-D70C-5151-0ABAA2B13CDF}"/>
          </ac:spMkLst>
        </pc:spChg>
        <pc:spChg chg="mod">
          <ac:chgData name="Dobra, Edgar" userId="73d6a325-d5a7-46bb-866c-7bed3cbe8117" providerId="ADAL" clId="{338BBBAA-0322-46EC-B7C9-86413EBEB9FF}" dt="2025-03-31T20:39:13.363" v="5093"/>
          <ac:spMkLst>
            <pc:docMk/>
            <pc:sldMk cId="645783760" sldId="257"/>
            <ac:spMk id="1429" creationId="{8DD3DA7B-A788-C7F9-A9D7-840CE8E30D25}"/>
          </ac:spMkLst>
        </pc:spChg>
        <pc:spChg chg="mod">
          <ac:chgData name="Dobra, Edgar" userId="73d6a325-d5a7-46bb-866c-7bed3cbe8117" providerId="ADAL" clId="{338BBBAA-0322-46EC-B7C9-86413EBEB9FF}" dt="2025-03-30T00:52:41.787" v="113" actId="207"/>
          <ac:spMkLst>
            <pc:docMk/>
            <pc:sldMk cId="645783760" sldId="257"/>
            <ac:spMk id="1433" creationId="{E61E5D08-1D4D-17B0-8BE0-DEA408DF8432}"/>
          </ac:spMkLst>
        </pc:spChg>
        <pc:spChg chg="mod">
          <ac:chgData name="Dobra, Edgar" userId="73d6a325-d5a7-46bb-866c-7bed3cbe8117" providerId="ADAL" clId="{338BBBAA-0322-46EC-B7C9-86413EBEB9FF}" dt="2025-03-30T00:52:41.787" v="113" actId="207"/>
          <ac:spMkLst>
            <pc:docMk/>
            <pc:sldMk cId="645783760" sldId="257"/>
            <ac:spMk id="1438" creationId="{CFAC92DD-1340-4C00-E9AA-597A9B84DE43}"/>
          </ac:spMkLst>
        </pc:spChg>
        <pc:spChg chg="mod">
          <ac:chgData name="Dobra, Edgar" userId="73d6a325-d5a7-46bb-866c-7bed3cbe8117" providerId="ADAL" clId="{338BBBAA-0322-46EC-B7C9-86413EBEB9FF}" dt="2025-03-31T14:13:58.931" v="3068" actId="1076"/>
          <ac:spMkLst>
            <pc:docMk/>
            <pc:sldMk cId="645783760" sldId="257"/>
            <ac:spMk id="1452" creationId="{748B927E-B984-3634-D0F4-1EAAA1FEE327}"/>
          </ac:spMkLst>
        </pc:spChg>
        <pc:spChg chg="mod">
          <ac:chgData name="Dobra, Edgar" userId="73d6a325-d5a7-46bb-866c-7bed3cbe8117" providerId="ADAL" clId="{338BBBAA-0322-46EC-B7C9-86413EBEB9FF}" dt="2025-03-31T22:04:25.211" v="6555" actId="20577"/>
          <ac:spMkLst>
            <pc:docMk/>
            <pc:sldMk cId="645783760" sldId="257"/>
            <ac:spMk id="1456" creationId="{057C5A21-7657-5DF2-1B05-6C0F5A98F11C}"/>
          </ac:spMkLst>
        </pc:spChg>
        <pc:spChg chg="mod">
          <ac:chgData name="Dobra, Edgar" userId="73d6a325-d5a7-46bb-866c-7bed3cbe8117" providerId="ADAL" clId="{338BBBAA-0322-46EC-B7C9-86413EBEB9FF}" dt="2025-03-31T22:48:21.635" v="6568" actId="6549"/>
          <ac:spMkLst>
            <pc:docMk/>
            <pc:sldMk cId="645783760" sldId="257"/>
            <ac:spMk id="1459" creationId="{ED3F968C-AFF7-2EC9-5888-F5AAE328E440}"/>
          </ac:spMkLst>
        </pc:spChg>
        <pc:spChg chg="mod">
          <ac:chgData name="Dobra, Edgar" userId="73d6a325-d5a7-46bb-866c-7bed3cbe8117" providerId="ADAL" clId="{338BBBAA-0322-46EC-B7C9-86413EBEB9FF}" dt="2025-03-30T00:52:41.787" v="113" actId="207"/>
          <ac:spMkLst>
            <pc:docMk/>
            <pc:sldMk cId="645783760" sldId="257"/>
            <ac:spMk id="1466" creationId="{CF7A5578-BC81-BEB7-C1C6-1BECE0A63087}"/>
          </ac:spMkLst>
        </pc:spChg>
        <pc:spChg chg="mod">
          <ac:chgData name="Dobra, Edgar" userId="73d6a325-d5a7-46bb-866c-7bed3cbe8117" providerId="ADAL" clId="{338BBBAA-0322-46EC-B7C9-86413EBEB9FF}" dt="2025-03-31T20:39:29.344" v="5097" actId="1076"/>
          <ac:spMkLst>
            <pc:docMk/>
            <pc:sldMk cId="645783760" sldId="257"/>
            <ac:spMk id="1476" creationId="{EA0DDA13-2941-E66D-D843-6830CD580D87}"/>
          </ac:spMkLst>
        </pc:spChg>
        <pc:spChg chg="mod">
          <ac:chgData name="Dobra, Edgar" userId="73d6a325-d5a7-46bb-866c-7bed3cbe8117" providerId="ADAL" clId="{338BBBAA-0322-46EC-B7C9-86413EBEB9FF}" dt="2025-03-31T23:40:52.337" v="6669"/>
          <ac:spMkLst>
            <pc:docMk/>
            <pc:sldMk cId="645783760" sldId="257"/>
            <ac:spMk id="1477" creationId="{3B5A3DA4-2904-6FC9-DDEA-1A6EFBBD3541}"/>
          </ac:spMkLst>
        </pc:spChg>
        <pc:spChg chg="mod">
          <ac:chgData name="Dobra, Edgar" userId="73d6a325-d5a7-46bb-866c-7bed3cbe8117" providerId="ADAL" clId="{338BBBAA-0322-46EC-B7C9-86413EBEB9FF}" dt="2025-03-31T18:35:26.387" v="4834" actId="14100"/>
          <ac:spMkLst>
            <pc:docMk/>
            <pc:sldMk cId="645783760" sldId="257"/>
            <ac:spMk id="1478" creationId="{47B168EE-EEE0-A3B4-A667-A3455B487CAB}"/>
          </ac:spMkLst>
        </pc:spChg>
        <pc:spChg chg="mod">
          <ac:chgData name="Dobra, Edgar" userId="73d6a325-d5a7-46bb-866c-7bed3cbe8117" providerId="ADAL" clId="{338BBBAA-0322-46EC-B7C9-86413EBEB9FF}" dt="2025-04-01T00:16:09.580" v="6792" actId="1076"/>
          <ac:spMkLst>
            <pc:docMk/>
            <pc:sldMk cId="645783760" sldId="257"/>
            <ac:spMk id="1479" creationId="{6D4697E7-A23E-ECE3-00D5-D4FDCE1A1CDA}"/>
          </ac:spMkLst>
        </pc:spChg>
        <pc:spChg chg="del mod">
          <ac:chgData name="Dobra, Edgar" userId="73d6a325-d5a7-46bb-866c-7bed3cbe8117" providerId="ADAL" clId="{338BBBAA-0322-46EC-B7C9-86413EBEB9FF}" dt="2025-03-31T15:13:23.972" v="3641" actId="478"/>
          <ac:spMkLst>
            <pc:docMk/>
            <pc:sldMk cId="645783760" sldId="257"/>
            <ac:spMk id="1484" creationId="{DB0D497C-CCD1-083A-0F7F-DF456B701CBC}"/>
          </ac:spMkLst>
        </pc:spChg>
        <pc:spChg chg="mod">
          <ac:chgData name="Dobra, Edgar" userId="73d6a325-d5a7-46bb-866c-7bed3cbe8117" providerId="ADAL" clId="{338BBBAA-0322-46EC-B7C9-86413EBEB9FF}" dt="2025-03-31T14:13:58.931" v="3068" actId="1076"/>
          <ac:spMkLst>
            <pc:docMk/>
            <pc:sldMk cId="645783760" sldId="257"/>
            <ac:spMk id="1485" creationId="{7A26C8E3-1BB7-A0CB-56BC-0FB4A7FFA975}"/>
          </ac:spMkLst>
        </pc:spChg>
        <pc:spChg chg="mod">
          <ac:chgData name="Dobra, Edgar" userId="73d6a325-d5a7-46bb-866c-7bed3cbe8117" providerId="ADAL" clId="{338BBBAA-0322-46EC-B7C9-86413EBEB9FF}" dt="2025-03-31T21:34:19.624" v="5908" actId="20577"/>
          <ac:spMkLst>
            <pc:docMk/>
            <pc:sldMk cId="645783760" sldId="257"/>
            <ac:spMk id="1486" creationId="{D67E849C-B4A8-2249-410D-22F985C502D9}"/>
          </ac:spMkLst>
        </pc:spChg>
        <pc:spChg chg="mod">
          <ac:chgData name="Dobra, Edgar" userId="73d6a325-d5a7-46bb-866c-7bed3cbe8117" providerId="ADAL" clId="{338BBBAA-0322-46EC-B7C9-86413EBEB9FF}" dt="2025-03-30T00:52:41.787" v="113" actId="207"/>
          <ac:spMkLst>
            <pc:docMk/>
            <pc:sldMk cId="645783760" sldId="257"/>
            <ac:spMk id="1487" creationId="{E3FD6F41-8C00-3571-17DD-360493F5B0C5}"/>
          </ac:spMkLst>
        </pc:spChg>
        <pc:spChg chg="mod">
          <ac:chgData name="Dobra, Edgar" userId="73d6a325-d5a7-46bb-866c-7bed3cbe8117" providerId="ADAL" clId="{338BBBAA-0322-46EC-B7C9-86413EBEB9FF}" dt="2025-04-01T00:36:48.726" v="6917" actId="1076"/>
          <ac:spMkLst>
            <pc:docMk/>
            <pc:sldMk cId="645783760" sldId="257"/>
            <ac:spMk id="1501" creationId="{1987982E-A492-5DE8-7EB7-8390D834C2D6}"/>
          </ac:spMkLst>
        </pc:spChg>
        <pc:spChg chg="del">
          <ac:chgData name="Dobra, Edgar" userId="73d6a325-d5a7-46bb-866c-7bed3cbe8117" providerId="ADAL" clId="{338BBBAA-0322-46EC-B7C9-86413EBEB9FF}" dt="2025-03-31T18:01:02.108" v="4304" actId="478"/>
          <ac:spMkLst>
            <pc:docMk/>
            <pc:sldMk cId="645783760" sldId="257"/>
            <ac:spMk id="1502" creationId="{6086FC50-5422-AE0F-E84D-85808DCFA554}"/>
          </ac:spMkLst>
        </pc:spChg>
        <pc:spChg chg="del mod">
          <ac:chgData name="Dobra, Edgar" userId="73d6a325-d5a7-46bb-866c-7bed3cbe8117" providerId="ADAL" clId="{338BBBAA-0322-46EC-B7C9-86413EBEB9FF}" dt="2025-03-31T18:01:11.868" v="4306" actId="478"/>
          <ac:spMkLst>
            <pc:docMk/>
            <pc:sldMk cId="645783760" sldId="257"/>
            <ac:spMk id="1503" creationId="{AD417D29-9532-8881-5353-A16DCB6EEC02}"/>
          </ac:spMkLst>
        </pc:spChg>
        <pc:spChg chg="del mod">
          <ac:chgData name="Dobra, Edgar" userId="73d6a325-d5a7-46bb-866c-7bed3cbe8117" providerId="ADAL" clId="{338BBBAA-0322-46EC-B7C9-86413EBEB9FF}" dt="2025-03-31T21:21:04.658" v="5787"/>
          <ac:spMkLst>
            <pc:docMk/>
            <pc:sldMk cId="645783760" sldId="257"/>
            <ac:spMk id="1512" creationId="{50F28AB0-2437-50B6-4615-4C50E033D34A}"/>
          </ac:spMkLst>
        </pc:spChg>
        <pc:spChg chg="del mod">
          <ac:chgData name="Dobra, Edgar" userId="73d6a325-d5a7-46bb-866c-7bed3cbe8117" providerId="ADAL" clId="{338BBBAA-0322-46EC-B7C9-86413EBEB9FF}" dt="2025-03-31T18:01:38.797" v="4307" actId="478"/>
          <ac:spMkLst>
            <pc:docMk/>
            <pc:sldMk cId="645783760" sldId="257"/>
            <ac:spMk id="1515" creationId="{B12E3209-A212-D7C3-23AF-00726E120AC7}"/>
          </ac:spMkLst>
        </pc:spChg>
        <pc:spChg chg="mod">
          <ac:chgData name="Dobra, Edgar" userId="73d6a325-d5a7-46bb-866c-7bed3cbe8117" providerId="ADAL" clId="{338BBBAA-0322-46EC-B7C9-86413EBEB9FF}" dt="2025-03-30T00:52:41.787" v="113" actId="207"/>
          <ac:spMkLst>
            <pc:docMk/>
            <pc:sldMk cId="645783760" sldId="257"/>
            <ac:spMk id="1521" creationId="{A018F7DA-390E-5D2D-7541-31081F7B48C4}"/>
          </ac:spMkLst>
        </pc:spChg>
        <pc:spChg chg="mod">
          <ac:chgData name="Dobra, Edgar" userId="73d6a325-d5a7-46bb-866c-7bed3cbe8117" providerId="ADAL" clId="{338BBBAA-0322-46EC-B7C9-86413EBEB9FF}" dt="2025-03-30T00:33:54.766" v="80"/>
          <ac:spMkLst>
            <pc:docMk/>
            <pc:sldMk cId="645783760" sldId="257"/>
            <ac:spMk id="1533" creationId="{97E470C9-61FB-F849-0EDB-D8531FA9DC9F}"/>
          </ac:spMkLst>
        </pc:spChg>
        <pc:spChg chg="mod">
          <ac:chgData name="Dobra, Edgar" userId="73d6a325-d5a7-46bb-866c-7bed3cbe8117" providerId="ADAL" clId="{338BBBAA-0322-46EC-B7C9-86413EBEB9FF}" dt="2025-03-30T00:52:41.787" v="113" actId="207"/>
          <ac:spMkLst>
            <pc:docMk/>
            <pc:sldMk cId="645783760" sldId="257"/>
            <ac:spMk id="1537" creationId="{23C27DCF-6A26-1BB5-2552-C72171B922E0}"/>
          </ac:spMkLst>
        </pc:spChg>
        <pc:spChg chg="mod">
          <ac:chgData name="Dobra, Edgar" userId="73d6a325-d5a7-46bb-866c-7bed3cbe8117" providerId="ADAL" clId="{338BBBAA-0322-46EC-B7C9-86413EBEB9FF}" dt="2025-03-30T00:52:41.787" v="113" actId="207"/>
          <ac:spMkLst>
            <pc:docMk/>
            <pc:sldMk cId="645783760" sldId="257"/>
            <ac:spMk id="1549" creationId="{CA6335BF-B058-426B-88E6-09B387F7492F}"/>
          </ac:spMkLst>
        </pc:spChg>
        <pc:spChg chg="mod">
          <ac:chgData name="Dobra, Edgar" userId="73d6a325-d5a7-46bb-866c-7bed3cbe8117" providerId="ADAL" clId="{338BBBAA-0322-46EC-B7C9-86413EBEB9FF}" dt="2025-03-30T00:52:41.787" v="113" actId="207"/>
          <ac:spMkLst>
            <pc:docMk/>
            <pc:sldMk cId="645783760" sldId="257"/>
            <ac:spMk id="1551" creationId="{67D40065-E829-83EF-17E5-BA17FA9B4709}"/>
          </ac:spMkLst>
        </pc:spChg>
        <pc:spChg chg="mod">
          <ac:chgData name="Dobra, Edgar" userId="73d6a325-d5a7-46bb-866c-7bed3cbe8117" providerId="ADAL" clId="{338BBBAA-0322-46EC-B7C9-86413EBEB9FF}" dt="2025-03-30T00:52:41.787" v="113" actId="207"/>
          <ac:spMkLst>
            <pc:docMk/>
            <pc:sldMk cId="645783760" sldId="257"/>
            <ac:spMk id="1563" creationId="{39AEC5F7-367E-C35A-AF77-5042BEFC6793}"/>
          </ac:spMkLst>
        </pc:spChg>
        <pc:spChg chg="mod">
          <ac:chgData name="Dobra, Edgar" userId="73d6a325-d5a7-46bb-866c-7bed3cbe8117" providerId="ADAL" clId="{338BBBAA-0322-46EC-B7C9-86413EBEB9FF}" dt="2025-04-01T17:45:53.900" v="7036" actId="1076"/>
          <ac:spMkLst>
            <pc:docMk/>
            <pc:sldMk cId="645783760" sldId="257"/>
            <ac:spMk id="1571" creationId="{1D59B598-2EEF-4D08-499C-9B112BAA7E85}"/>
          </ac:spMkLst>
        </pc:spChg>
        <pc:spChg chg="mod">
          <ac:chgData name="Dobra, Edgar" userId="73d6a325-d5a7-46bb-866c-7bed3cbe8117" providerId="ADAL" clId="{338BBBAA-0322-46EC-B7C9-86413EBEB9FF}" dt="2025-04-01T17:46:44.357" v="7038" actId="1076"/>
          <ac:spMkLst>
            <pc:docMk/>
            <pc:sldMk cId="645783760" sldId="257"/>
            <ac:spMk id="1572" creationId="{62C05BDA-B6B5-E679-BDD1-789BD26E8608}"/>
          </ac:spMkLst>
        </pc:spChg>
        <pc:spChg chg="mod">
          <ac:chgData name="Dobra, Edgar" userId="73d6a325-d5a7-46bb-866c-7bed3cbe8117" providerId="ADAL" clId="{338BBBAA-0322-46EC-B7C9-86413EBEB9FF}" dt="2025-04-01T17:46:44.357" v="7038" actId="1076"/>
          <ac:spMkLst>
            <pc:docMk/>
            <pc:sldMk cId="645783760" sldId="257"/>
            <ac:spMk id="1573" creationId="{6D3E39F3-8AB4-50E2-D1A4-94C6D685C148}"/>
          </ac:spMkLst>
        </pc:spChg>
        <pc:spChg chg="add mod">
          <ac:chgData name="Dobra, Edgar" userId="73d6a325-d5a7-46bb-866c-7bed3cbe8117" providerId="ADAL" clId="{338BBBAA-0322-46EC-B7C9-86413EBEB9FF}" dt="2025-03-30T21:47:13.292" v="470" actId="1076"/>
          <ac:spMkLst>
            <pc:docMk/>
            <pc:sldMk cId="645783760" sldId="257"/>
            <ac:spMk id="1581" creationId="{8E5863ED-BA5B-B2B4-B0F6-582C951F58AC}"/>
          </ac:spMkLst>
        </pc:spChg>
        <pc:spChg chg="add mod">
          <ac:chgData name="Dobra, Edgar" userId="73d6a325-d5a7-46bb-866c-7bed3cbe8117" providerId="ADAL" clId="{338BBBAA-0322-46EC-B7C9-86413EBEB9FF}" dt="2025-03-30T22:18:17.648" v="915" actId="1076"/>
          <ac:spMkLst>
            <pc:docMk/>
            <pc:sldMk cId="645783760" sldId="257"/>
            <ac:spMk id="1592" creationId="{ADCE4F16-241F-F488-D4AD-9ACAA188FCDC}"/>
          </ac:spMkLst>
        </pc:spChg>
        <pc:spChg chg="add mod">
          <ac:chgData name="Dobra, Edgar" userId="73d6a325-d5a7-46bb-866c-7bed3cbe8117" providerId="ADAL" clId="{338BBBAA-0322-46EC-B7C9-86413EBEB9FF}" dt="2025-03-30T22:32:51.168" v="1002" actId="1076"/>
          <ac:spMkLst>
            <pc:docMk/>
            <pc:sldMk cId="645783760" sldId="257"/>
            <ac:spMk id="1593" creationId="{664D8967-07F0-1D81-1163-0E8FE2132C97}"/>
          </ac:spMkLst>
        </pc:spChg>
        <pc:spChg chg="add del mod">
          <ac:chgData name="Dobra, Edgar" userId="73d6a325-d5a7-46bb-866c-7bed3cbe8117" providerId="ADAL" clId="{338BBBAA-0322-46EC-B7C9-86413EBEB9FF}" dt="2025-03-31T00:38:05.657" v="1923" actId="478"/>
          <ac:spMkLst>
            <pc:docMk/>
            <pc:sldMk cId="645783760" sldId="257"/>
            <ac:spMk id="1603" creationId="{600FDA99-9A8F-B0D9-FBBD-EAEDD2A2569F}"/>
          </ac:spMkLst>
        </pc:spChg>
        <pc:spChg chg="add mod">
          <ac:chgData name="Dobra, Edgar" userId="73d6a325-d5a7-46bb-866c-7bed3cbe8117" providerId="ADAL" clId="{338BBBAA-0322-46EC-B7C9-86413EBEB9FF}" dt="2025-03-31T01:00:37.599" v="2172" actId="164"/>
          <ac:spMkLst>
            <pc:docMk/>
            <pc:sldMk cId="645783760" sldId="257"/>
            <ac:spMk id="1614" creationId="{C488AE72-CB12-453D-74DE-5306BA5D0B80}"/>
          </ac:spMkLst>
        </pc:spChg>
        <pc:spChg chg="add mod">
          <ac:chgData name="Dobra, Edgar" userId="73d6a325-d5a7-46bb-866c-7bed3cbe8117" providerId="ADAL" clId="{338BBBAA-0322-46EC-B7C9-86413EBEB9FF}" dt="2025-03-31T01:00:37.599" v="2172" actId="164"/>
          <ac:spMkLst>
            <pc:docMk/>
            <pc:sldMk cId="645783760" sldId="257"/>
            <ac:spMk id="1615" creationId="{4D0B6C4F-3362-FE11-97D4-0ECBA01D0DD2}"/>
          </ac:spMkLst>
        </pc:spChg>
        <pc:spChg chg="add mod">
          <ac:chgData name="Dobra, Edgar" userId="73d6a325-d5a7-46bb-866c-7bed3cbe8117" providerId="ADAL" clId="{338BBBAA-0322-46EC-B7C9-86413EBEB9FF}" dt="2025-03-31T01:00:37.599" v="2172" actId="164"/>
          <ac:spMkLst>
            <pc:docMk/>
            <pc:sldMk cId="645783760" sldId="257"/>
            <ac:spMk id="1616" creationId="{F864526E-1A2D-6994-7F96-8FC8F78B3271}"/>
          </ac:spMkLst>
        </pc:spChg>
        <pc:spChg chg="add mod">
          <ac:chgData name="Dobra, Edgar" userId="73d6a325-d5a7-46bb-866c-7bed3cbe8117" providerId="ADAL" clId="{338BBBAA-0322-46EC-B7C9-86413EBEB9FF}" dt="2025-03-31T01:00:37.599" v="2172" actId="164"/>
          <ac:spMkLst>
            <pc:docMk/>
            <pc:sldMk cId="645783760" sldId="257"/>
            <ac:spMk id="1617" creationId="{AED1E45A-C4D2-B49C-CBBC-0A9D9757874A}"/>
          </ac:spMkLst>
        </pc:spChg>
        <pc:spChg chg="add mod">
          <ac:chgData name="Dobra, Edgar" userId="73d6a325-d5a7-46bb-866c-7bed3cbe8117" providerId="ADAL" clId="{338BBBAA-0322-46EC-B7C9-86413EBEB9FF}" dt="2025-03-31T01:00:37.599" v="2172" actId="164"/>
          <ac:spMkLst>
            <pc:docMk/>
            <pc:sldMk cId="645783760" sldId="257"/>
            <ac:spMk id="1618" creationId="{1A1591C5-25EE-EA97-D786-DDCEC0857AB4}"/>
          </ac:spMkLst>
        </pc:spChg>
        <pc:spChg chg="add mod">
          <ac:chgData name="Dobra, Edgar" userId="73d6a325-d5a7-46bb-866c-7bed3cbe8117" providerId="ADAL" clId="{338BBBAA-0322-46EC-B7C9-86413EBEB9FF}" dt="2025-03-31T01:03:34.574" v="2197" actId="1076"/>
          <ac:spMkLst>
            <pc:docMk/>
            <pc:sldMk cId="645783760" sldId="257"/>
            <ac:spMk id="1619" creationId="{06BF6275-E116-6F80-6EB6-7EE363241CDD}"/>
          </ac:spMkLst>
        </pc:spChg>
        <pc:spChg chg="mod">
          <ac:chgData name="Dobra, Edgar" userId="73d6a325-d5a7-46bb-866c-7bed3cbe8117" providerId="ADAL" clId="{338BBBAA-0322-46EC-B7C9-86413EBEB9FF}" dt="2025-03-31T01:01:17.482" v="2180" actId="14100"/>
          <ac:spMkLst>
            <pc:docMk/>
            <pc:sldMk cId="645783760" sldId="257"/>
            <ac:spMk id="1621" creationId="{58DA50B6-6941-3C7B-E199-FBA601F14725}"/>
          </ac:spMkLst>
        </pc:spChg>
        <pc:spChg chg="mod">
          <ac:chgData name="Dobra, Edgar" userId="73d6a325-d5a7-46bb-866c-7bed3cbe8117" providerId="ADAL" clId="{338BBBAA-0322-46EC-B7C9-86413EBEB9FF}" dt="2025-03-31T01:01:28.677" v="2182" actId="14100"/>
          <ac:spMkLst>
            <pc:docMk/>
            <pc:sldMk cId="645783760" sldId="257"/>
            <ac:spMk id="1622" creationId="{F8D763AA-65F0-89A0-7A9A-D2D9845AA0DA}"/>
          </ac:spMkLst>
        </pc:spChg>
        <pc:spChg chg="mod">
          <ac:chgData name="Dobra, Edgar" userId="73d6a325-d5a7-46bb-866c-7bed3cbe8117" providerId="ADAL" clId="{338BBBAA-0322-46EC-B7C9-86413EBEB9FF}" dt="2025-03-30T23:34:28.185" v="1579" actId="207"/>
          <ac:spMkLst>
            <pc:docMk/>
            <pc:sldMk cId="645783760" sldId="257"/>
            <ac:spMk id="2080" creationId="{76BA4435-AB65-39E6-74E2-5B1E7D0246D5}"/>
          </ac:spMkLst>
        </pc:spChg>
        <pc:spChg chg="mod">
          <ac:chgData name="Dobra, Edgar" userId="73d6a325-d5a7-46bb-866c-7bed3cbe8117" providerId="ADAL" clId="{338BBBAA-0322-46EC-B7C9-86413EBEB9FF}" dt="2025-03-31T15:39:47.773" v="3872" actId="208"/>
          <ac:spMkLst>
            <pc:docMk/>
            <pc:sldMk cId="645783760" sldId="257"/>
            <ac:spMk id="2081" creationId="{714D2A9F-ADDF-46D2-BC6A-722EF5FAA4C1}"/>
          </ac:spMkLst>
        </pc:spChg>
        <pc:spChg chg="mod">
          <ac:chgData name="Dobra, Edgar" userId="73d6a325-d5a7-46bb-866c-7bed3cbe8117" providerId="ADAL" clId="{338BBBAA-0322-46EC-B7C9-86413EBEB9FF}" dt="2025-03-31T20:40:45.365" v="5104" actId="208"/>
          <ac:spMkLst>
            <pc:docMk/>
            <pc:sldMk cId="645783760" sldId="257"/>
            <ac:spMk id="2082" creationId="{DC882CD8-20EB-FA2F-EA76-30D061F1AE40}"/>
          </ac:spMkLst>
        </pc:spChg>
        <pc:spChg chg="mod">
          <ac:chgData name="Dobra, Edgar" userId="73d6a325-d5a7-46bb-866c-7bed3cbe8117" providerId="ADAL" clId="{338BBBAA-0322-46EC-B7C9-86413EBEB9FF}" dt="2025-03-31T14:15:24.529" v="3070" actId="14100"/>
          <ac:spMkLst>
            <pc:docMk/>
            <pc:sldMk cId="645783760" sldId="257"/>
            <ac:spMk id="2094" creationId="{B1D83F27-F522-153A-55D8-FF8FD28E632F}"/>
          </ac:spMkLst>
        </pc:spChg>
        <pc:spChg chg="mod">
          <ac:chgData name="Dobra, Edgar" userId="73d6a325-d5a7-46bb-866c-7bed3cbe8117" providerId="ADAL" clId="{338BBBAA-0322-46EC-B7C9-86413EBEB9FF}" dt="2025-03-31T14:15:31.884" v="3071" actId="14100"/>
          <ac:spMkLst>
            <pc:docMk/>
            <pc:sldMk cId="645783760" sldId="257"/>
            <ac:spMk id="2096" creationId="{160AE05A-CB0F-D879-5F1C-0B754A8A837F}"/>
          </ac:spMkLst>
        </pc:spChg>
        <pc:spChg chg="mod">
          <ac:chgData name="Dobra, Edgar" userId="73d6a325-d5a7-46bb-866c-7bed3cbe8117" providerId="ADAL" clId="{338BBBAA-0322-46EC-B7C9-86413EBEB9FF}" dt="2025-03-30T23:37:28.398" v="1596" actId="114"/>
          <ac:spMkLst>
            <pc:docMk/>
            <pc:sldMk cId="645783760" sldId="257"/>
            <ac:spMk id="2099" creationId="{F9A584B6-33A2-CBB9-B8CB-30FD9DD4BB16}"/>
          </ac:spMkLst>
        </pc:spChg>
        <pc:spChg chg="mod">
          <ac:chgData name="Dobra, Edgar" userId="73d6a325-d5a7-46bb-866c-7bed3cbe8117" providerId="ADAL" clId="{338BBBAA-0322-46EC-B7C9-86413EBEB9FF}" dt="2025-03-31T01:03:42.956" v="2198" actId="14100"/>
          <ac:spMkLst>
            <pc:docMk/>
            <pc:sldMk cId="645783760" sldId="257"/>
            <ac:spMk id="2103" creationId="{ACF3D94B-E9CE-118D-9FF4-FB29C72C742F}"/>
          </ac:spMkLst>
        </pc:spChg>
        <pc:spChg chg="mod">
          <ac:chgData name="Dobra, Edgar" userId="73d6a325-d5a7-46bb-866c-7bed3cbe8117" providerId="ADAL" clId="{338BBBAA-0322-46EC-B7C9-86413EBEB9FF}" dt="2025-03-30T23:59:45.459" v="1670" actId="14100"/>
          <ac:spMkLst>
            <pc:docMk/>
            <pc:sldMk cId="645783760" sldId="257"/>
            <ac:spMk id="2104" creationId="{7448548C-9670-4EED-19C0-B90D464BF356}"/>
          </ac:spMkLst>
        </pc:spChg>
        <pc:spChg chg="mod">
          <ac:chgData name="Dobra, Edgar" userId="73d6a325-d5a7-46bb-866c-7bed3cbe8117" providerId="ADAL" clId="{338BBBAA-0322-46EC-B7C9-86413EBEB9FF}" dt="2025-03-30T23:43:46.704" v="1624" actId="114"/>
          <ac:spMkLst>
            <pc:docMk/>
            <pc:sldMk cId="645783760" sldId="257"/>
            <ac:spMk id="2105" creationId="{E97AFAF8-203B-8771-63DD-9ACB454453DF}"/>
          </ac:spMkLst>
        </pc:spChg>
        <pc:spChg chg="mod">
          <ac:chgData name="Dobra, Edgar" userId="73d6a325-d5a7-46bb-866c-7bed3cbe8117" providerId="ADAL" clId="{338BBBAA-0322-46EC-B7C9-86413EBEB9FF}" dt="2025-03-30T23:47:37.423" v="1667" actId="114"/>
          <ac:spMkLst>
            <pc:docMk/>
            <pc:sldMk cId="645783760" sldId="257"/>
            <ac:spMk id="2109" creationId="{B0F9CF18-5092-B8F0-4FD8-CBC5886B93F6}"/>
          </ac:spMkLst>
        </pc:spChg>
        <pc:spChg chg="mod">
          <ac:chgData name="Dobra, Edgar" userId="73d6a325-d5a7-46bb-866c-7bed3cbe8117" providerId="ADAL" clId="{338BBBAA-0322-46EC-B7C9-86413EBEB9FF}" dt="2025-03-31T16:00:46.064" v="3994" actId="1076"/>
          <ac:spMkLst>
            <pc:docMk/>
            <pc:sldMk cId="645783760" sldId="257"/>
            <ac:spMk id="2110" creationId="{5FF0614D-AFE7-41BD-4578-5B7F84227D30}"/>
          </ac:spMkLst>
        </pc:spChg>
        <pc:spChg chg="mod">
          <ac:chgData name="Dobra, Edgar" userId="73d6a325-d5a7-46bb-866c-7bed3cbe8117" providerId="ADAL" clId="{338BBBAA-0322-46EC-B7C9-86413EBEB9FF}" dt="2025-03-31T16:00:31.054" v="3991" actId="14100"/>
          <ac:spMkLst>
            <pc:docMk/>
            <pc:sldMk cId="645783760" sldId="257"/>
            <ac:spMk id="2111" creationId="{9542495D-93D9-7E82-3BA5-743B29670BC3}"/>
          </ac:spMkLst>
        </pc:spChg>
        <pc:spChg chg="mod">
          <ac:chgData name="Dobra, Edgar" userId="73d6a325-d5a7-46bb-866c-7bed3cbe8117" providerId="ADAL" clId="{338BBBAA-0322-46EC-B7C9-86413EBEB9FF}" dt="2025-03-30T23:37:25.475" v="1595" actId="114"/>
          <ac:spMkLst>
            <pc:docMk/>
            <pc:sldMk cId="645783760" sldId="257"/>
            <ac:spMk id="2112" creationId="{170180D6-4EB6-CA2E-D431-E4CB21682BF1}"/>
          </ac:spMkLst>
        </pc:spChg>
        <pc:spChg chg="mod">
          <ac:chgData name="Dobra, Edgar" userId="73d6a325-d5a7-46bb-866c-7bed3cbe8117" providerId="ADAL" clId="{338BBBAA-0322-46EC-B7C9-86413EBEB9FF}" dt="2025-03-30T23:29:57.155" v="1491"/>
          <ac:spMkLst>
            <pc:docMk/>
            <pc:sldMk cId="645783760" sldId="257"/>
            <ac:spMk id="2155" creationId="{2C7E61C9-F406-153C-E2C2-84CFE02929C0}"/>
          </ac:spMkLst>
        </pc:spChg>
        <pc:spChg chg="mod">
          <ac:chgData name="Dobra, Edgar" userId="73d6a325-d5a7-46bb-866c-7bed3cbe8117" providerId="ADAL" clId="{338BBBAA-0322-46EC-B7C9-86413EBEB9FF}" dt="2025-03-30T23:41:40.326" v="1617" actId="207"/>
          <ac:spMkLst>
            <pc:docMk/>
            <pc:sldMk cId="645783760" sldId="257"/>
            <ac:spMk id="2163" creationId="{3D614D66-9E66-7768-D0CF-066219611EF2}"/>
          </ac:spMkLst>
        </pc:spChg>
        <pc:spChg chg="mod">
          <ac:chgData name="Dobra, Edgar" userId="73d6a325-d5a7-46bb-866c-7bed3cbe8117" providerId="ADAL" clId="{338BBBAA-0322-46EC-B7C9-86413EBEB9FF}" dt="2025-03-30T23:41:25.126" v="1616" actId="207"/>
          <ac:spMkLst>
            <pc:docMk/>
            <pc:sldMk cId="645783760" sldId="257"/>
            <ac:spMk id="2164" creationId="{9BBA4400-B147-8953-FEB6-8F6E1A48F589}"/>
          </ac:spMkLst>
        </pc:spChg>
        <pc:spChg chg="mod">
          <ac:chgData name="Dobra, Edgar" userId="73d6a325-d5a7-46bb-866c-7bed3cbe8117" providerId="ADAL" clId="{338BBBAA-0322-46EC-B7C9-86413EBEB9FF}" dt="2025-03-30T23:41:25.126" v="1616" actId="207"/>
          <ac:spMkLst>
            <pc:docMk/>
            <pc:sldMk cId="645783760" sldId="257"/>
            <ac:spMk id="2165" creationId="{42B525D9-1590-D7EE-4270-17D30F7014F3}"/>
          </ac:spMkLst>
        </pc:spChg>
        <pc:spChg chg="mod">
          <ac:chgData name="Dobra, Edgar" userId="73d6a325-d5a7-46bb-866c-7bed3cbe8117" providerId="ADAL" clId="{338BBBAA-0322-46EC-B7C9-86413EBEB9FF}" dt="2025-03-31T20:41:12.009" v="5106" actId="207"/>
          <ac:spMkLst>
            <pc:docMk/>
            <pc:sldMk cId="645783760" sldId="257"/>
            <ac:spMk id="2166" creationId="{29BAF1E8-70FE-02FC-C39B-66253CB04E8F}"/>
          </ac:spMkLst>
        </pc:spChg>
        <pc:spChg chg="mod">
          <ac:chgData name="Dobra, Edgar" userId="73d6a325-d5a7-46bb-866c-7bed3cbe8117" providerId="ADAL" clId="{338BBBAA-0322-46EC-B7C9-86413EBEB9FF}" dt="2025-03-30T23:41:25.126" v="1616" actId="207"/>
          <ac:spMkLst>
            <pc:docMk/>
            <pc:sldMk cId="645783760" sldId="257"/>
            <ac:spMk id="2167" creationId="{E2A0FF73-B7B6-AB04-0593-658967091374}"/>
          </ac:spMkLst>
        </pc:spChg>
        <pc:spChg chg="mod">
          <ac:chgData name="Dobra, Edgar" userId="73d6a325-d5a7-46bb-866c-7bed3cbe8117" providerId="ADAL" clId="{338BBBAA-0322-46EC-B7C9-86413EBEB9FF}" dt="2025-03-30T23:41:25.126" v="1616" actId="207"/>
          <ac:spMkLst>
            <pc:docMk/>
            <pc:sldMk cId="645783760" sldId="257"/>
            <ac:spMk id="2168" creationId="{F9AF93BA-F030-1F19-018C-C65B3FAA4676}"/>
          </ac:spMkLst>
        </pc:spChg>
        <pc:spChg chg="mod">
          <ac:chgData name="Dobra, Edgar" userId="73d6a325-d5a7-46bb-866c-7bed3cbe8117" providerId="ADAL" clId="{338BBBAA-0322-46EC-B7C9-86413EBEB9FF}" dt="2025-03-30T23:41:40.326" v="1617" actId="207"/>
          <ac:spMkLst>
            <pc:docMk/>
            <pc:sldMk cId="645783760" sldId="257"/>
            <ac:spMk id="2169" creationId="{A172F666-6768-7FD3-F423-0FE0A10FB8D8}"/>
          </ac:spMkLst>
        </pc:spChg>
        <pc:spChg chg="mod">
          <ac:chgData name="Dobra, Edgar" userId="73d6a325-d5a7-46bb-866c-7bed3cbe8117" providerId="ADAL" clId="{338BBBAA-0322-46EC-B7C9-86413EBEB9FF}" dt="2025-03-30T23:41:25.126" v="1616" actId="207"/>
          <ac:spMkLst>
            <pc:docMk/>
            <pc:sldMk cId="645783760" sldId="257"/>
            <ac:spMk id="2170" creationId="{04795A93-8A21-5336-833D-ED6388DAAF2A}"/>
          </ac:spMkLst>
        </pc:spChg>
        <pc:spChg chg="mod">
          <ac:chgData name="Dobra, Edgar" userId="73d6a325-d5a7-46bb-866c-7bed3cbe8117" providerId="ADAL" clId="{338BBBAA-0322-46EC-B7C9-86413EBEB9FF}" dt="2025-03-30T23:41:25.126" v="1616" actId="207"/>
          <ac:spMkLst>
            <pc:docMk/>
            <pc:sldMk cId="645783760" sldId="257"/>
            <ac:spMk id="2171" creationId="{B230BB96-F837-089A-7C88-5FEE7D8702EC}"/>
          </ac:spMkLst>
        </pc:spChg>
        <pc:spChg chg="mod">
          <ac:chgData name="Dobra, Edgar" userId="73d6a325-d5a7-46bb-866c-7bed3cbe8117" providerId="ADAL" clId="{338BBBAA-0322-46EC-B7C9-86413EBEB9FF}" dt="2025-03-30T23:41:40.326" v="1617" actId="207"/>
          <ac:spMkLst>
            <pc:docMk/>
            <pc:sldMk cId="645783760" sldId="257"/>
            <ac:spMk id="2172" creationId="{D92F18E4-D9E5-C278-80D8-563C75C70880}"/>
          </ac:spMkLst>
        </pc:spChg>
        <pc:spChg chg="mod">
          <ac:chgData name="Dobra, Edgar" userId="73d6a325-d5a7-46bb-866c-7bed3cbe8117" providerId="ADAL" clId="{338BBBAA-0322-46EC-B7C9-86413EBEB9FF}" dt="2025-03-30T23:41:25.126" v="1616" actId="207"/>
          <ac:spMkLst>
            <pc:docMk/>
            <pc:sldMk cId="645783760" sldId="257"/>
            <ac:spMk id="2173" creationId="{21967ECA-8101-AC27-E2E6-47548F6709E0}"/>
          </ac:spMkLst>
        </pc:spChg>
        <pc:spChg chg="mod">
          <ac:chgData name="Dobra, Edgar" userId="73d6a325-d5a7-46bb-866c-7bed3cbe8117" providerId="ADAL" clId="{338BBBAA-0322-46EC-B7C9-86413EBEB9FF}" dt="2025-03-30T23:41:25.126" v="1616" actId="207"/>
          <ac:spMkLst>
            <pc:docMk/>
            <pc:sldMk cId="645783760" sldId="257"/>
            <ac:spMk id="2174" creationId="{DDFF68D6-BF37-2AB6-4084-7886921AD194}"/>
          </ac:spMkLst>
        </pc:spChg>
        <pc:spChg chg="mod">
          <ac:chgData name="Dobra, Edgar" userId="73d6a325-d5a7-46bb-866c-7bed3cbe8117" providerId="ADAL" clId="{338BBBAA-0322-46EC-B7C9-86413EBEB9FF}" dt="2025-03-30T23:41:40.326" v="1617" actId="207"/>
          <ac:spMkLst>
            <pc:docMk/>
            <pc:sldMk cId="645783760" sldId="257"/>
            <ac:spMk id="2175" creationId="{E0B932B5-EF08-506D-E814-471DA6F5F903}"/>
          </ac:spMkLst>
        </pc:spChg>
        <pc:spChg chg="mod">
          <ac:chgData name="Dobra, Edgar" userId="73d6a325-d5a7-46bb-866c-7bed3cbe8117" providerId="ADAL" clId="{338BBBAA-0322-46EC-B7C9-86413EBEB9FF}" dt="2025-03-30T23:41:25.126" v="1616" actId="207"/>
          <ac:spMkLst>
            <pc:docMk/>
            <pc:sldMk cId="645783760" sldId="257"/>
            <ac:spMk id="2176" creationId="{AFEF91A0-DE41-FF11-EEF9-D89A3F1AA2EE}"/>
          </ac:spMkLst>
        </pc:spChg>
        <pc:spChg chg="mod">
          <ac:chgData name="Dobra, Edgar" userId="73d6a325-d5a7-46bb-866c-7bed3cbe8117" providerId="ADAL" clId="{338BBBAA-0322-46EC-B7C9-86413EBEB9FF}" dt="2025-03-30T23:41:25.126" v="1616" actId="207"/>
          <ac:spMkLst>
            <pc:docMk/>
            <pc:sldMk cId="645783760" sldId="257"/>
            <ac:spMk id="2177" creationId="{0E27555E-4CE0-21EF-69DB-E7ACB28E3806}"/>
          </ac:spMkLst>
        </pc:spChg>
        <pc:spChg chg="mod">
          <ac:chgData name="Dobra, Edgar" userId="73d6a325-d5a7-46bb-866c-7bed3cbe8117" providerId="ADAL" clId="{338BBBAA-0322-46EC-B7C9-86413EBEB9FF}" dt="2025-03-30T23:41:52.020" v="1618" actId="207"/>
          <ac:spMkLst>
            <pc:docMk/>
            <pc:sldMk cId="645783760" sldId="257"/>
            <ac:spMk id="2179" creationId="{908D1D22-0C0B-749F-CC59-4B60ACCB7774}"/>
          </ac:spMkLst>
        </pc:spChg>
        <pc:spChg chg="mod">
          <ac:chgData name="Dobra, Edgar" userId="73d6a325-d5a7-46bb-866c-7bed3cbe8117" providerId="ADAL" clId="{338BBBAA-0322-46EC-B7C9-86413EBEB9FF}" dt="2025-03-30T23:41:52.020" v="1618" actId="207"/>
          <ac:spMkLst>
            <pc:docMk/>
            <pc:sldMk cId="645783760" sldId="257"/>
            <ac:spMk id="2180" creationId="{C5C5CD4A-746A-B52E-F570-014A990DF899}"/>
          </ac:spMkLst>
        </pc:spChg>
        <pc:spChg chg="mod">
          <ac:chgData name="Dobra, Edgar" userId="73d6a325-d5a7-46bb-866c-7bed3cbe8117" providerId="ADAL" clId="{338BBBAA-0322-46EC-B7C9-86413EBEB9FF}" dt="2025-03-30T23:41:52.020" v="1618" actId="207"/>
          <ac:spMkLst>
            <pc:docMk/>
            <pc:sldMk cId="645783760" sldId="257"/>
            <ac:spMk id="2181" creationId="{CC3D8AB0-9B27-0448-3EF6-9C666BD52739}"/>
          </ac:spMkLst>
        </pc:spChg>
        <pc:spChg chg="mod">
          <ac:chgData name="Dobra, Edgar" userId="73d6a325-d5a7-46bb-866c-7bed3cbe8117" providerId="ADAL" clId="{338BBBAA-0322-46EC-B7C9-86413EBEB9FF}" dt="2025-03-30T23:41:52.020" v="1618" actId="207"/>
          <ac:spMkLst>
            <pc:docMk/>
            <pc:sldMk cId="645783760" sldId="257"/>
            <ac:spMk id="2182" creationId="{E0FAA715-34F5-36A5-D5AA-EEEA869BBA6B}"/>
          </ac:spMkLst>
        </pc:spChg>
        <pc:spChg chg="mod">
          <ac:chgData name="Dobra, Edgar" userId="73d6a325-d5a7-46bb-866c-7bed3cbe8117" providerId="ADAL" clId="{338BBBAA-0322-46EC-B7C9-86413EBEB9FF}" dt="2025-03-30T23:41:52.020" v="1618" actId="207"/>
          <ac:spMkLst>
            <pc:docMk/>
            <pc:sldMk cId="645783760" sldId="257"/>
            <ac:spMk id="2183" creationId="{B4AB033B-FE41-F1FF-BAED-2FAD6B6A372B}"/>
          </ac:spMkLst>
        </pc:spChg>
        <pc:spChg chg="mod">
          <ac:chgData name="Dobra, Edgar" userId="73d6a325-d5a7-46bb-866c-7bed3cbe8117" providerId="ADAL" clId="{338BBBAA-0322-46EC-B7C9-86413EBEB9FF}" dt="2025-03-30T23:41:52.020" v="1618" actId="207"/>
          <ac:spMkLst>
            <pc:docMk/>
            <pc:sldMk cId="645783760" sldId="257"/>
            <ac:spMk id="2184" creationId="{80E2EFE6-E3EF-E1A3-3942-5BFAADBC942A}"/>
          </ac:spMkLst>
        </pc:spChg>
        <pc:spChg chg="mod">
          <ac:chgData name="Dobra, Edgar" userId="73d6a325-d5a7-46bb-866c-7bed3cbe8117" providerId="ADAL" clId="{338BBBAA-0322-46EC-B7C9-86413EBEB9FF}" dt="2025-03-30T23:35:31.849" v="1581" actId="255"/>
          <ac:spMkLst>
            <pc:docMk/>
            <pc:sldMk cId="645783760" sldId="257"/>
            <ac:spMk id="2186" creationId="{2F9FC20A-9749-3A99-9D83-DB79FE601167}"/>
          </ac:spMkLst>
        </pc:spChg>
        <pc:spChg chg="mod">
          <ac:chgData name="Dobra, Edgar" userId="73d6a325-d5a7-46bb-866c-7bed3cbe8117" providerId="ADAL" clId="{338BBBAA-0322-46EC-B7C9-86413EBEB9FF}" dt="2025-03-30T23:29:57.155" v="1491"/>
          <ac:spMkLst>
            <pc:docMk/>
            <pc:sldMk cId="645783760" sldId="257"/>
            <ac:spMk id="2192" creationId="{297B7AE7-3ADC-9DF1-7439-874313F54C67}"/>
          </ac:spMkLst>
        </pc:spChg>
        <pc:spChg chg="mod">
          <ac:chgData name="Dobra, Edgar" userId="73d6a325-d5a7-46bb-866c-7bed3cbe8117" providerId="ADAL" clId="{338BBBAA-0322-46EC-B7C9-86413EBEB9FF}" dt="2025-03-30T23:29:57.155" v="1491"/>
          <ac:spMkLst>
            <pc:docMk/>
            <pc:sldMk cId="645783760" sldId="257"/>
            <ac:spMk id="2204" creationId="{2AB910C7-AE56-F112-9AEA-593BFDF723B9}"/>
          </ac:spMkLst>
        </pc:spChg>
        <pc:spChg chg="mod">
          <ac:chgData name="Dobra, Edgar" userId="73d6a325-d5a7-46bb-866c-7bed3cbe8117" providerId="ADAL" clId="{338BBBAA-0322-46EC-B7C9-86413EBEB9FF}" dt="2025-03-30T23:29:57.155" v="1491"/>
          <ac:spMkLst>
            <pc:docMk/>
            <pc:sldMk cId="645783760" sldId="257"/>
            <ac:spMk id="2216" creationId="{E71681A8-5E7A-0E5A-661F-9D3AF0EACFBD}"/>
          </ac:spMkLst>
        </pc:spChg>
        <pc:spChg chg="mod">
          <ac:chgData name="Dobra, Edgar" userId="73d6a325-d5a7-46bb-866c-7bed3cbe8117" providerId="ADAL" clId="{338BBBAA-0322-46EC-B7C9-86413EBEB9FF}" dt="2025-03-30T23:29:57.155" v="1491"/>
          <ac:spMkLst>
            <pc:docMk/>
            <pc:sldMk cId="645783760" sldId="257"/>
            <ac:spMk id="2221" creationId="{07B7FF47-89E0-B951-9095-4C657DCCA011}"/>
          </ac:spMkLst>
        </pc:spChg>
        <pc:spChg chg="mod">
          <ac:chgData name="Dobra, Edgar" userId="73d6a325-d5a7-46bb-866c-7bed3cbe8117" providerId="ADAL" clId="{338BBBAA-0322-46EC-B7C9-86413EBEB9FF}" dt="2025-03-30T23:29:57.155" v="1491"/>
          <ac:spMkLst>
            <pc:docMk/>
            <pc:sldMk cId="645783760" sldId="257"/>
            <ac:spMk id="2242" creationId="{06DEFFA8-ACAE-5BA4-80D4-6774E29B4C94}"/>
          </ac:spMkLst>
        </pc:spChg>
        <pc:spChg chg="mod">
          <ac:chgData name="Dobra, Edgar" userId="73d6a325-d5a7-46bb-866c-7bed3cbe8117" providerId="ADAL" clId="{338BBBAA-0322-46EC-B7C9-86413EBEB9FF}" dt="2025-03-30T23:29:57.155" v="1491"/>
          <ac:spMkLst>
            <pc:docMk/>
            <pc:sldMk cId="645783760" sldId="257"/>
            <ac:spMk id="2245" creationId="{1C2D2890-7ACC-ABFC-131D-45966F00AD46}"/>
          </ac:spMkLst>
        </pc:spChg>
        <pc:spChg chg="mod">
          <ac:chgData name="Dobra, Edgar" userId="73d6a325-d5a7-46bb-866c-7bed3cbe8117" providerId="ADAL" clId="{338BBBAA-0322-46EC-B7C9-86413EBEB9FF}" dt="2025-03-30T23:29:57.155" v="1491"/>
          <ac:spMkLst>
            <pc:docMk/>
            <pc:sldMk cId="645783760" sldId="257"/>
            <ac:spMk id="2248" creationId="{4D7961EC-4F45-4317-5EC4-AF4461FA5332}"/>
          </ac:spMkLst>
        </pc:spChg>
        <pc:spChg chg="del mod">
          <ac:chgData name="Dobra, Edgar" userId="73d6a325-d5a7-46bb-866c-7bed3cbe8117" providerId="ADAL" clId="{338BBBAA-0322-46EC-B7C9-86413EBEB9FF}" dt="2025-03-31T00:06:32.782" v="1724" actId="478"/>
          <ac:spMkLst>
            <pc:docMk/>
            <pc:sldMk cId="645783760" sldId="257"/>
            <ac:spMk id="2310" creationId="{4AB846CE-7B20-FEDF-3129-F775DBD9BF60}"/>
          </ac:spMkLst>
        </pc:spChg>
        <pc:spChg chg="del mod">
          <ac:chgData name="Dobra, Edgar" userId="73d6a325-d5a7-46bb-866c-7bed3cbe8117" providerId="ADAL" clId="{338BBBAA-0322-46EC-B7C9-86413EBEB9FF}" dt="2025-03-31T00:05:12.217" v="1704" actId="478"/>
          <ac:spMkLst>
            <pc:docMk/>
            <pc:sldMk cId="645783760" sldId="257"/>
            <ac:spMk id="2311" creationId="{F422AD73-41AC-6D6B-1612-46C335CD9617}"/>
          </ac:spMkLst>
        </pc:spChg>
        <pc:spChg chg="del mod">
          <ac:chgData name="Dobra, Edgar" userId="73d6a325-d5a7-46bb-866c-7bed3cbe8117" providerId="ADAL" clId="{338BBBAA-0322-46EC-B7C9-86413EBEB9FF}" dt="2025-03-31T00:59:49.271" v="2168" actId="478"/>
          <ac:spMkLst>
            <pc:docMk/>
            <pc:sldMk cId="645783760" sldId="257"/>
            <ac:spMk id="2312" creationId="{57DE11E3-B92A-73AD-7FF5-D722D8F699EA}"/>
          </ac:spMkLst>
        </pc:spChg>
        <pc:spChg chg="del mod">
          <ac:chgData name="Dobra, Edgar" userId="73d6a325-d5a7-46bb-866c-7bed3cbe8117" providerId="ADAL" clId="{338BBBAA-0322-46EC-B7C9-86413EBEB9FF}" dt="2025-03-31T00:06:29.784" v="1723" actId="478"/>
          <ac:spMkLst>
            <pc:docMk/>
            <pc:sldMk cId="645783760" sldId="257"/>
            <ac:spMk id="2313" creationId="{055C562C-0B9D-6253-8392-449F46063D5B}"/>
          </ac:spMkLst>
        </pc:spChg>
        <pc:spChg chg="mod">
          <ac:chgData name="Dobra, Edgar" userId="73d6a325-d5a7-46bb-866c-7bed3cbe8117" providerId="ADAL" clId="{338BBBAA-0322-46EC-B7C9-86413EBEB9FF}" dt="2025-03-31T00:02:28.332" v="1671"/>
          <ac:spMkLst>
            <pc:docMk/>
            <pc:sldMk cId="645783760" sldId="257"/>
            <ac:spMk id="2338" creationId="{75D37290-A0E1-E5B6-D9CF-99EE3B62470F}"/>
          </ac:spMkLst>
        </pc:spChg>
        <pc:spChg chg="mod">
          <ac:chgData name="Dobra, Edgar" userId="73d6a325-d5a7-46bb-866c-7bed3cbe8117" providerId="ADAL" clId="{338BBBAA-0322-46EC-B7C9-86413EBEB9FF}" dt="2025-03-31T00:02:28.332" v="1671"/>
          <ac:spMkLst>
            <pc:docMk/>
            <pc:sldMk cId="645783760" sldId="257"/>
            <ac:spMk id="2388" creationId="{7F13EEC1-AB80-A571-BB04-BA32080E93EA}"/>
          </ac:spMkLst>
        </pc:spChg>
        <pc:spChg chg="mod">
          <ac:chgData name="Dobra, Edgar" userId="73d6a325-d5a7-46bb-866c-7bed3cbe8117" providerId="ADAL" clId="{338BBBAA-0322-46EC-B7C9-86413EBEB9FF}" dt="2025-03-31T00:02:28.332" v="1671"/>
          <ac:spMkLst>
            <pc:docMk/>
            <pc:sldMk cId="645783760" sldId="257"/>
            <ac:spMk id="2391" creationId="{EE4ACE22-7AA1-4B36-98CE-DCA6C95B2C74}"/>
          </ac:spMkLst>
        </pc:spChg>
        <pc:spChg chg="mod">
          <ac:chgData name="Dobra, Edgar" userId="73d6a325-d5a7-46bb-866c-7bed3cbe8117" providerId="ADAL" clId="{338BBBAA-0322-46EC-B7C9-86413EBEB9FF}" dt="2025-03-31T00:02:28.332" v="1671"/>
          <ac:spMkLst>
            <pc:docMk/>
            <pc:sldMk cId="645783760" sldId="257"/>
            <ac:spMk id="2395" creationId="{CF363E7B-356F-55D0-B3A2-68A649D7A4D8}"/>
          </ac:spMkLst>
        </pc:spChg>
        <pc:spChg chg="ord">
          <ac:chgData name="Dobra, Edgar" userId="73d6a325-d5a7-46bb-866c-7bed3cbe8117" providerId="ADAL" clId="{338BBBAA-0322-46EC-B7C9-86413EBEB9FF}" dt="2025-03-31T00:13:09.575" v="1788" actId="166"/>
          <ac:spMkLst>
            <pc:docMk/>
            <pc:sldMk cId="645783760" sldId="257"/>
            <ac:spMk id="2414" creationId="{CE9DAF93-CCFC-32F4-9257-87025CDCDF09}"/>
          </ac:spMkLst>
        </pc:spChg>
        <pc:spChg chg="mod ord topLvl">
          <ac:chgData name="Dobra, Edgar" userId="73d6a325-d5a7-46bb-866c-7bed3cbe8117" providerId="ADAL" clId="{338BBBAA-0322-46EC-B7C9-86413EBEB9FF}" dt="2025-03-31T00:13:09.575" v="1788" actId="166"/>
          <ac:spMkLst>
            <pc:docMk/>
            <pc:sldMk cId="645783760" sldId="257"/>
            <ac:spMk id="2415" creationId="{2A5216A1-EE53-4C3E-4DFB-7457EC9C90D6}"/>
          </ac:spMkLst>
        </pc:spChg>
        <pc:spChg chg="ord">
          <ac:chgData name="Dobra, Edgar" userId="73d6a325-d5a7-46bb-866c-7bed3cbe8117" providerId="ADAL" clId="{338BBBAA-0322-46EC-B7C9-86413EBEB9FF}" dt="2025-03-31T00:13:09.575" v="1788" actId="166"/>
          <ac:spMkLst>
            <pc:docMk/>
            <pc:sldMk cId="645783760" sldId="257"/>
            <ac:spMk id="2417" creationId="{ADBF5B94-DF9B-AACF-5D78-D1AD970F82B8}"/>
          </ac:spMkLst>
        </pc:spChg>
        <pc:spChg chg="ord">
          <ac:chgData name="Dobra, Edgar" userId="73d6a325-d5a7-46bb-866c-7bed3cbe8117" providerId="ADAL" clId="{338BBBAA-0322-46EC-B7C9-86413EBEB9FF}" dt="2025-03-31T00:13:09.575" v="1788" actId="166"/>
          <ac:spMkLst>
            <pc:docMk/>
            <pc:sldMk cId="645783760" sldId="257"/>
            <ac:spMk id="2419" creationId="{461468BE-A9B4-9673-C56B-F4276BC5BD47}"/>
          </ac:spMkLst>
        </pc:spChg>
        <pc:spChg chg="mod ord">
          <ac:chgData name="Dobra, Edgar" userId="73d6a325-d5a7-46bb-866c-7bed3cbe8117" providerId="ADAL" clId="{338BBBAA-0322-46EC-B7C9-86413EBEB9FF}" dt="2025-03-31T00:13:09.575" v="1788" actId="166"/>
          <ac:spMkLst>
            <pc:docMk/>
            <pc:sldMk cId="645783760" sldId="257"/>
            <ac:spMk id="2420" creationId="{4A609D1E-7C7B-DA6E-85E5-695B8043AEB8}"/>
          </ac:spMkLst>
        </pc:spChg>
        <pc:spChg chg="mod topLvl">
          <ac:chgData name="Dobra, Edgar" userId="73d6a325-d5a7-46bb-866c-7bed3cbe8117" providerId="ADAL" clId="{338BBBAA-0322-46EC-B7C9-86413EBEB9FF}" dt="2025-03-31T00:11:15.202" v="1776"/>
          <ac:spMkLst>
            <pc:docMk/>
            <pc:sldMk cId="645783760" sldId="257"/>
            <ac:spMk id="2421" creationId="{298C49B9-4328-503D-F152-7CDD637A4D1E}"/>
          </ac:spMkLst>
        </pc:spChg>
        <pc:spChg chg="ord">
          <ac:chgData name="Dobra, Edgar" userId="73d6a325-d5a7-46bb-866c-7bed3cbe8117" providerId="ADAL" clId="{338BBBAA-0322-46EC-B7C9-86413EBEB9FF}" dt="2025-03-31T00:13:09.575" v="1788" actId="166"/>
          <ac:spMkLst>
            <pc:docMk/>
            <pc:sldMk cId="645783760" sldId="257"/>
            <ac:spMk id="2423" creationId="{455B5BC8-671C-7131-5CC6-D52A850F65DB}"/>
          </ac:spMkLst>
        </pc:spChg>
        <pc:spChg chg="mod">
          <ac:chgData name="Dobra, Edgar" userId="73d6a325-d5a7-46bb-866c-7bed3cbe8117" providerId="ADAL" clId="{338BBBAA-0322-46EC-B7C9-86413EBEB9FF}" dt="2025-03-31T00:11:47.258" v="1784"/>
          <ac:spMkLst>
            <pc:docMk/>
            <pc:sldMk cId="645783760" sldId="257"/>
            <ac:spMk id="2426" creationId="{842E0D66-45E2-6E9C-0286-A42F965A524C}"/>
          </ac:spMkLst>
        </pc:spChg>
        <pc:spChg chg="mod">
          <ac:chgData name="Dobra, Edgar" userId="73d6a325-d5a7-46bb-866c-7bed3cbe8117" providerId="ADAL" clId="{338BBBAA-0322-46EC-B7C9-86413EBEB9FF}" dt="2025-03-31T00:11:36.383" v="1780"/>
          <ac:spMkLst>
            <pc:docMk/>
            <pc:sldMk cId="645783760" sldId="257"/>
            <ac:spMk id="2428" creationId="{A079957D-9AAE-FE65-DFF5-526522552542}"/>
          </ac:spMkLst>
        </pc:spChg>
        <pc:spChg chg="mod">
          <ac:chgData name="Dobra, Edgar" userId="73d6a325-d5a7-46bb-866c-7bed3cbe8117" providerId="ADAL" clId="{338BBBAA-0322-46EC-B7C9-86413EBEB9FF}" dt="2025-03-31T00:11:47.258" v="1784"/>
          <ac:spMkLst>
            <pc:docMk/>
            <pc:sldMk cId="645783760" sldId="257"/>
            <ac:spMk id="2434" creationId="{EA4320DA-CEF5-B5C2-278B-6A42A47958B2}"/>
          </ac:spMkLst>
        </pc:spChg>
        <pc:spChg chg="mod">
          <ac:chgData name="Dobra, Edgar" userId="73d6a325-d5a7-46bb-866c-7bed3cbe8117" providerId="ADAL" clId="{338BBBAA-0322-46EC-B7C9-86413EBEB9FF}" dt="2025-03-31T00:11:36.383" v="1780"/>
          <ac:spMkLst>
            <pc:docMk/>
            <pc:sldMk cId="645783760" sldId="257"/>
            <ac:spMk id="2436" creationId="{59D9140F-9AFF-8FC1-27C2-953FD1E31FDE}"/>
          </ac:spMkLst>
        </pc:spChg>
        <pc:spChg chg="mod">
          <ac:chgData name="Dobra, Edgar" userId="73d6a325-d5a7-46bb-866c-7bed3cbe8117" providerId="ADAL" clId="{338BBBAA-0322-46EC-B7C9-86413EBEB9FF}" dt="2025-03-31T00:11:47.258" v="1784"/>
          <ac:spMkLst>
            <pc:docMk/>
            <pc:sldMk cId="645783760" sldId="257"/>
            <ac:spMk id="2439" creationId="{512E491D-B736-DDA6-CB7A-F13B53A9E799}"/>
          </ac:spMkLst>
        </pc:spChg>
        <pc:spChg chg="mod">
          <ac:chgData name="Dobra, Edgar" userId="73d6a325-d5a7-46bb-866c-7bed3cbe8117" providerId="ADAL" clId="{338BBBAA-0322-46EC-B7C9-86413EBEB9FF}" dt="2025-03-31T00:09:25.374" v="1751" actId="1076"/>
          <ac:spMkLst>
            <pc:docMk/>
            <pc:sldMk cId="645783760" sldId="257"/>
            <ac:spMk id="2440" creationId="{76AF930C-55CF-86F0-7D7C-B4EE9E25F85F}"/>
          </ac:spMkLst>
        </pc:spChg>
        <pc:spChg chg="mod">
          <ac:chgData name="Dobra, Edgar" userId="73d6a325-d5a7-46bb-866c-7bed3cbe8117" providerId="ADAL" clId="{338BBBAA-0322-46EC-B7C9-86413EBEB9FF}" dt="2025-03-31T00:09:25.374" v="1751" actId="1076"/>
          <ac:spMkLst>
            <pc:docMk/>
            <pc:sldMk cId="645783760" sldId="257"/>
            <ac:spMk id="2441" creationId="{F305E263-CB55-D7FB-FEA3-5612BD18ADC9}"/>
          </ac:spMkLst>
        </pc:spChg>
        <pc:spChg chg="mod">
          <ac:chgData name="Dobra, Edgar" userId="73d6a325-d5a7-46bb-866c-7bed3cbe8117" providerId="ADAL" clId="{338BBBAA-0322-46EC-B7C9-86413EBEB9FF}" dt="2025-03-31T00:09:25.374" v="1751" actId="1076"/>
          <ac:spMkLst>
            <pc:docMk/>
            <pc:sldMk cId="645783760" sldId="257"/>
            <ac:spMk id="2442" creationId="{7EE3EDFA-EB22-4A67-E697-E3EE44F44183}"/>
          </ac:spMkLst>
        </pc:spChg>
        <pc:spChg chg="mod">
          <ac:chgData name="Dobra, Edgar" userId="73d6a325-d5a7-46bb-866c-7bed3cbe8117" providerId="ADAL" clId="{338BBBAA-0322-46EC-B7C9-86413EBEB9FF}" dt="2025-03-31T00:09:25.374" v="1751" actId="1076"/>
          <ac:spMkLst>
            <pc:docMk/>
            <pc:sldMk cId="645783760" sldId="257"/>
            <ac:spMk id="2443" creationId="{8BC60E8B-7EBE-128D-3BFE-AE71A25524BA}"/>
          </ac:spMkLst>
        </pc:spChg>
        <pc:spChg chg="mod">
          <ac:chgData name="Dobra, Edgar" userId="73d6a325-d5a7-46bb-866c-7bed3cbe8117" providerId="ADAL" clId="{338BBBAA-0322-46EC-B7C9-86413EBEB9FF}" dt="2025-03-31T00:09:25.374" v="1751" actId="1076"/>
          <ac:spMkLst>
            <pc:docMk/>
            <pc:sldMk cId="645783760" sldId="257"/>
            <ac:spMk id="2444" creationId="{C635C9A6-7899-E2CA-A44D-E9BD6F0C60FC}"/>
          </ac:spMkLst>
        </pc:spChg>
        <pc:spChg chg="mod">
          <ac:chgData name="Dobra, Edgar" userId="73d6a325-d5a7-46bb-866c-7bed3cbe8117" providerId="ADAL" clId="{338BBBAA-0322-46EC-B7C9-86413EBEB9FF}" dt="2025-03-31T00:09:25.374" v="1751" actId="1076"/>
          <ac:spMkLst>
            <pc:docMk/>
            <pc:sldMk cId="645783760" sldId="257"/>
            <ac:spMk id="2445" creationId="{BF8B43F0-9E3E-5457-B6F2-F7AFB48DEC2D}"/>
          </ac:spMkLst>
        </pc:spChg>
        <pc:spChg chg="mod topLvl">
          <ac:chgData name="Dobra, Edgar" userId="73d6a325-d5a7-46bb-866c-7bed3cbe8117" providerId="ADAL" clId="{338BBBAA-0322-46EC-B7C9-86413EBEB9FF}" dt="2025-03-31T00:09:53.757" v="1757" actId="165"/>
          <ac:spMkLst>
            <pc:docMk/>
            <pc:sldMk cId="645783760" sldId="257"/>
            <ac:spMk id="2446" creationId="{AA7F64D6-5F46-3D43-344C-5A20CCCF7498}"/>
          </ac:spMkLst>
        </pc:spChg>
        <pc:spChg chg="mod">
          <ac:chgData name="Dobra, Edgar" userId="73d6a325-d5a7-46bb-866c-7bed3cbe8117" providerId="ADAL" clId="{338BBBAA-0322-46EC-B7C9-86413EBEB9FF}" dt="2025-03-31T00:11:33.122" v="1778"/>
          <ac:spMkLst>
            <pc:docMk/>
            <pc:sldMk cId="645783760" sldId="257"/>
            <ac:spMk id="2448" creationId="{0899769F-4987-72A5-8ED5-1A533AAC3318}"/>
          </ac:spMkLst>
        </pc:spChg>
        <pc:spChg chg="mod topLvl">
          <ac:chgData name="Dobra, Edgar" userId="73d6a325-d5a7-46bb-866c-7bed3cbe8117" providerId="ADAL" clId="{338BBBAA-0322-46EC-B7C9-86413EBEB9FF}" dt="2025-03-31T00:11:15.202" v="1776"/>
          <ac:spMkLst>
            <pc:docMk/>
            <pc:sldMk cId="645783760" sldId="257"/>
            <ac:spMk id="2450" creationId="{9A0D0131-B923-CDD2-5E86-321DE2901801}"/>
          </ac:spMkLst>
        </pc:spChg>
        <pc:spChg chg="mod">
          <ac:chgData name="Dobra, Edgar" userId="73d6a325-d5a7-46bb-866c-7bed3cbe8117" providerId="ADAL" clId="{338BBBAA-0322-46EC-B7C9-86413EBEB9FF}" dt="2025-03-31T00:11:36.383" v="1780"/>
          <ac:spMkLst>
            <pc:docMk/>
            <pc:sldMk cId="645783760" sldId="257"/>
            <ac:spMk id="2458" creationId="{6BFD46F8-45CF-6B1E-1428-115FAA2B132A}"/>
          </ac:spMkLst>
        </pc:spChg>
        <pc:spChg chg="mod">
          <ac:chgData name="Dobra, Edgar" userId="73d6a325-d5a7-46bb-866c-7bed3cbe8117" providerId="ADAL" clId="{338BBBAA-0322-46EC-B7C9-86413EBEB9FF}" dt="2025-03-31T00:11:36.383" v="1780"/>
          <ac:spMkLst>
            <pc:docMk/>
            <pc:sldMk cId="645783760" sldId="257"/>
            <ac:spMk id="2460" creationId="{1FF299EE-B963-8C1D-A359-76C3B7A831F7}"/>
          </ac:spMkLst>
        </pc:spChg>
        <pc:spChg chg="mod topLvl">
          <ac:chgData name="Dobra, Edgar" userId="73d6a325-d5a7-46bb-866c-7bed3cbe8117" providerId="ADAL" clId="{338BBBAA-0322-46EC-B7C9-86413EBEB9FF}" dt="2025-03-31T00:11:15.202" v="1776"/>
          <ac:spMkLst>
            <pc:docMk/>
            <pc:sldMk cId="645783760" sldId="257"/>
            <ac:spMk id="2461" creationId="{F45705FC-F255-F9F5-A693-A4775060E9BE}"/>
          </ac:spMkLst>
        </pc:spChg>
        <pc:spChg chg="mod">
          <ac:chgData name="Dobra, Edgar" userId="73d6a325-d5a7-46bb-866c-7bed3cbe8117" providerId="ADAL" clId="{338BBBAA-0322-46EC-B7C9-86413EBEB9FF}" dt="2025-03-31T00:11:36.383" v="1780"/>
          <ac:spMkLst>
            <pc:docMk/>
            <pc:sldMk cId="645783760" sldId="257"/>
            <ac:spMk id="2465" creationId="{A6FDDEDF-D137-8E80-90EB-980E6527000B}"/>
          </ac:spMkLst>
        </pc:spChg>
        <pc:spChg chg="mod topLvl">
          <ac:chgData name="Dobra, Edgar" userId="73d6a325-d5a7-46bb-866c-7bed3cbe8117" providerId="ADAL" clId="{338BBBAA-0322-46EC-B7C9-86413EBEB9FF}" dt="2025-03-31T00:11:15.202" v="1776"/>
          <ac:spMkLst>
            <pc:docMk/>
            <pc:sldMk cId="645783760" sldId="257"/>
            <ac:spMk id="2474" creationId="{F2EDCC92-373B-EAB1-9CCD-E2903F077513}"/>
          </ac:spMkLst>
        </pc:spChg>
        <pc:spChg chg="mod topLvl">
          <ac:chgData name="Dobra, Edgar" userId="73d6a325-d5a7-46bb-866c-7bed3cbe8117" providerId="ADAL" clId="{338BBBAA-0322-46EC-B7C9-86413EBEB9FF}" dt="2025-03-31T00:11:15.202" v="1776"/>
          <ac:spMkLst>
            <pc:docMk/>
            <pc:sldMk cId="645783760" sldId="257"/>
            <ac:spMk id="2480" creationId="{CF1E9459-B495-2554-6F43-7730E2617D95}"/>
          </ac:spMkLst>
        </pc:spChg>
        <pc:spChg chg="mod">
          <ac:chgData name="Dobra, Edgar" userId="73d6a325-d5a7-46bb-866c-7bed3cbe8117" providerId="ADAL" clId="{338BBBAA-0322-46EC-B7C9-86413EBEB9FF}" dt="2025-03-31T00:11:40.251" v="1782"/>
          <ac:spMkLst>
            <pc:docMk/>
            <pc:sldMk cId="645783760" sldId="257"/>
            <ac:spMk id="2483" creationId="{6CA94EB7-DD63-0DDF-6DEA-29001FEA421F}"/>
          </ac:spMkLst>
        </pc:spChg>
        <pc:spChg chg="mod">
          <ac:chgData name="Dobra, Edgar" userId="73d6a325-d5a7-46bb-866c-7bed3cbe8117" providerId="ADAL" clId="{338BBBAA-0322-46EC-B7C9-86413EBEB9FF}" dt="2025-03-31T00:11:36.383" v="1780"/>
          <ac:spMkLst>
            <pc:docMk/>
            <pc:sldMk cId="645783760" sldId="257"/>
            <ac:spMk id="2491" creationId="{B563690A-319D-EDFA-BCDF-5A96ADAB479E}"/>
          </ac:spMkLst>
        </pc:spChg>
        <pc:spChg chg="mod topLvl">
          <ac:chgData name="Dobra, Edgar" userId="73d6a325-d5a7-46bb-866c-7bed3cbe8117" providerId="ADAL" clId="{338BBBAA-0322-46EC-B7C9-86413EBEB9FF}" dt="2025-03-31T00:10:37.467" v="1762"/>
          <ac:spMkLst>
            <pc:docMk/>
            <pc:sldMk cId="645783760" sldId="257"/>
            <ac:spMk id="2492" creationId="{98098C22-8627-4272-C65A-F874BA07C6C1}"/>
          </ac:spMkLst>
        </pc:spChg>
        <pc:spChg chg="mod">
          <ac:chgData name="Dobra, Edgar" userId="73d6a325-d5a7-46bb-866c-7bed3cbe8117" providerId="ADAL" clId="{338BBBAA-0322-46EC-B7C9-86413EBEB9FF}" dt="2025-03-31T00:11:36.383" v="1780"/>
          <ac:spMkLst>
            <pc:docMk/>
            <pc:sldMk cId="645783760" sldId="257"/>
            <ac:spMk id="2493" creationId="{791731D4-C467-78DC-42A0-05020726F210}"/>
          </ac:spMkLst>
        </pc:spChg>
        <pc:spChg chg="mod topLvl">
          <ac:chgData name="Dobra, Edgar" userId="73d6a325-d5a7-46bb-866c-7bed3cbe8117" providerId="ADAL" clId="{338BBBAA-0322-46EC-B7C9-86413EBEB9FF}" dt="2025-03-31T00:11:15.202" v="1776"/>
          <ac:spMkLst>
            <pc:docMk/>
            <pc:sldMk cId="645783760" sldId="257"/>
            <ac:spMk id="2498" creationId="{0D688CEA-D8AF-64FF-7AB0-9CB925112277}"/>
          </ac:spMkLst>
        </pc:spChg>
        <pc:spChg chg="mod">
          <ac:chgData name="Dobra, Edgar" userId="73d6a325-d5a7-46bb-866c-7bed3cbe8117" providerId="ADAL" clId="{338BBBAA-0322-46EC-B7C9-86413EBEB9FF}" dt="2025-03-31T00:02:28.332" v="1671"/>
          <ac:spMkLst>
            <pc:docMk/>
            <pc:sldMk cId="645783760" sldId="257"/>
            <ac:spMk id="2504" creationId="{C9F18E8A-79B9-A503-2732-32A0EB19D01A}"/>
          </ac:spMkLst>
        </pc:spChg>
        <pc:spChg chg="mod topLvl">
          <ac:chgData name="Dobra, Edgar" userId="73d6a325-d5a7-46bb-866c-7bed3cbe8117" providerId="ADAL" clId="{338BBBAA-0322-46EC-B7C9-86413EBEB9FF}" dt="2025-03-31T00:11:15.202" v="1776"/>
          <ac:spMkLst>
            <pc:docMk/>
            <pc:sldMk cId="645783760" sldId="257"/>
            <ac:spMk id="2506" creationId="{FC9B0799-D751-7CFE-9C51-4117D2C84761}"/>
          </ac:spMkLst>
        </pc:spChg>
        <pc:spChg chg="del mod">
          <ac:chgData name="Dobra, Edgar" userId="73d6a325-d5a7-46bb-866c-7bed3cbe8117" providerId="ADAL" clId="{338BBBAA-0322-46EC-B7C9-86413EBEB9FF}" dt="2025-03-31T00:05:59.591" v="1717" actId="478"/>
          <ac:spMkLst>
            <pc:docMk/>
            <pc:sldMk cId="645783760" sldId="257"/>
            <ac:spMk id="2511" creationId="{6A684CFE-84EC-D1E2-DDFB-C1EC238D8C8E}"/>
          </ac:spMkLst>
        </pc:spChg>
        <pc:spChg chg="add mod">
          <ac:chgData name="Dobra, Edgar" userId="73d6a325-d5a7-46bb-866c-7bed3cbe8117" providerId="ADAL" clId="{338BBBAA-0322-46EC-B7C9-86413EBEB9FF}" dt="2025-03-31T00:05:06.348" v="1703" actId="1076"/>
          <ac:spMkLst>
            <pc:docMk/>
            <pc:sldMk cId="645783760" sldId="257"/>
            <ac:spMk id="2512" creationId="{904BF828-F927-38FA-B3CE-AFC7CD47F4B3}"/>
          </ac:spMkLst>
        </pc:spChg>
        <pc:spChg chg="add del mod">
          <ac:chgData name="Dobra, Edgar" userId="73d6a325-d5a7-46bb-866c-7bed3cbe8117" providerId="ADAL" clId="{338BBBAA-0322-46EC-B7C9-86413EBEB9FF}" dt="2025-03-31T00:59:49.271" v="2168" actId="478"/>
          <ac:spMkLst>
            <pc:docMk/>
            <pc:sldMk cId="645783760" sldId="257"/>
            <ac:spMk id="2513" creationId="{70F84E41-6EAF-F5DF-5E57-33FD89117BB1}"/>
          </ac:spMkLst>
        </pc:spChg>
        <pc:spChg chg="add del mod">
          <ac:chgData name="Dobra, Edgar" userId="73d6a325-d5a7-46bb-866c-7bed3cbe8117" providerId="ADAL" clId="{338BBBAA-0322-46EC-B7C9-86413EBEB9FF}" dt="2025-03-31T00:59:49.271" v="2168" actId="478"/>
          <ac:spMkLst>
            <pc:docMk/>
            <pc:sldMk cId="645783760" sldId="257"/>
            <ac:spMk id="2514" creationId="{975AA733-4A28-2660-0BCF-163D02062872}"/>
          </ac:spMkLst>
        </pc:spChg>
        <pc:spChg chg="add del mod">
          <ac:chgData name="Dobra, Edgar" userId="73d6a325-d5a7-46bb-866c-7bed3cbe8117" providerId="ADAL" clId="{338BBBAA-0322-46EC-B7C9-86413EBEB9FF}" dt="2025-03-31T00:59:49.271" v="2168" actId="478"/>
          <ac:spMkLst>
            <pc:docMk/>
            <pc:sldMk cId="645783760" sldId="257"/>
            <ac:spMk id="2515" creationId="{4FF0378B-4A6A-3065-CB74-BEEEB7930450}"/>
          </ac:spMkLst>
        </pc:spChg>
        <pc:spChg chg="mod">
          <ac:chgData name="Dobra, Edgar" userId="73d6a325-d5a7-46bb-866c-7bed3cbe8117" providerId="ADAL" clId="{338BBBAA-0322-46EC-B7C9-86413EBEB9FF}" dt="2025-03-31T20:39:13.363" v="5093"/>
          <ac:spMkLst>
            <pc:docMk/>
            <pc:sldMk cId="645783760" sldId="257"/>
            <ac:spMk id="2523" creationId="{42B30BA5-0577-9991-F7A6-D07587803532}"/>
          </ac:spMkLst>
        </pc:spChg>
        <pc:spChg chg="mod">
          <ac:chgData name="Dobra, Edgar" userId="73d6a325-d5a7-46bb-866c-7bed3cbe8117" providerId="ADAL" clId="{338BBBAA-0322-46EC-B7C9-86413EBEB9FF}" dt="2025-03-31T00:10:36.577" v="1761" actId="1076"/>
          <ac:spMkLst>
            <pc:docMk/>
            <pc:sldMk cId="645783760" sldId="257"/>
            <ac:spMk id="2526" creationId="{1E2F6EAA-29DB-A44C-9CB8-E7076A5CE719}"/>
          </ac:spMkLst>
        </pc:spChg>
        <pc:spChg chg="mod">
          <ac:chgData name="Dobra, Edgar" userId="73d6a325-d5a7-46bb-866c-7bed3cbe8117" providerId="ADAL" clId="{338BBBAA-0322-46EC-B7C9-86413EBEB9FF}" dt="2025-03-31T00:10:36.577" v="1761" actId="1076"/>
          <ac:spMkLst>
            <pc:docMk/>
            <pc:sldMk cId="645783760" sldId="257"/>
            <ac:spMk id="2527" creationId="{6904F408-50A1-CF1A-F584-209F6B8DE25B}"/>
          </ac:spMkLst>
        </pc:spChg>
        <pc:spChg chg="mod">
          <ac:chgData name="Dobra, Edgar" userId="73d6a325-d5a7-46bb-866c-7bed3cbe8117" providerId="ADAL" clId="{338BBBAA-0322-46EC-B7C9-86413EBEB9FF}" dt="2025-03-31T00:10:36.577" v="1761" actId="1076"/>
          <ac:spMkLst>
            <pc:docMk/>
            <pc:sldMk cId="645783760" sldId="257"/>
            <ac:spMk id="2528" creationId="{4C45B0BD-D972-CACB-B85F-52A73EB5DBAE}"/>
          </ac:spMkLst>
        </pc:spChg>
        <pc:spChg chg="mod">
          <ac:chgData name="Dobra, Edgar" userId="73d6a325-d5a7-46bb-866c-7bed3cbe8117" providerId="ADAL" clId="{338BBBAA-0322-46EC-B7C9-86413EBEB9FF}" dt="2025-03-31T00:10:36.577" v="1761" actId="1076"/>
          <ac:spMkLst>
            <pc:docMk/>
            <pc:sldMk cId="645783760" sldId="257"/>
            <ac:spMk id="2529" creationId="{DE1DD645-443B-1826-7C4C-FBEE557D8913}"/>
          </ac:spMkLst>
        </pc:spChg>
        <pc:spChg chg="mod">
          <ac:chgData name="Dobra, Edgar" userId="73d6a325-d5a7-46bb-866c-7bed3cbe8117" providerId="ADAL" clId="{338BBBAA-0322-46EC-B7C9-86413EBEB9FF}" dt="2025-03-31T00:10:36.577" v="1761" actId="1076"/>
          <ac:spMkLst>
            <pc:docMk/>
            <pc:sldMk cId="645783760" sldId="257"/>
            <ac:spMk id="2530" creationId="{2690BF3F-5907-4FD0-90CA-C9B570D9CF63}"/>
          </ac:spMkLst>
        </pc:spChg>
        <pc:spChg chg="mod">
          <ac:chgData name="Dobra, Edgar" userId="73d6a325-d5a7-46bb-866c-7bed3cbe8117" providerId="ADAL" clId="{338BBBAA-0322-46EC-B7C9-86413EBEB9FF}" dt="2025-03-31T00:10:36.577" v="1761" actId="1076"/>
          <ac:spMkLst>
            <pc:docMk/>
            <pc:sldMk cId="645783760" sldId="257"/>
            <ac:spMk id="2531" creationId="{201CFB9E-E08F-F9CE-AFDC-961AB706A0F8}"/>
          </ac:spMkLst>
        </pc:spChg>
        <pc:spChg chg="mod">
          <ac:chgData name="Dobra, Edgar" userId="73d6a325-d5a7-46bb-866c-7bed3cbe8117" providerId="ADAL" clId="{338BBBAA-0322-46EC-B7C9-86413EBEB9FF}" dt="2025-03-31T00:10:36.577" v="1761" actId="1076"/>
          <ac:spMkLst>
            <pc:docMk/>
            <pc:sldMk cId="645783760" sldId="257"/>
            <ac:spMk id="2532" creationId="{ADD2683A-EEF3-1489-7611-7D325D9B02A1}"/>
          </ac:spMkLst>
        </pc:spChg>
        <pc:spChg chg="mod">
          <ac:chgData name="Dobra, Edgar" userId="73d6a325-d5a7-46bb-866c-7bed3cbe8117" providerId="ADAL" clId="{338BBBAA-0322-46EC-B7C9-86413EBEB9FF}" dt="2025-03-31T00:12:21.653" v="1786" actId="1076"/>
          <ac:spMkLst>
            <pc:docMk/>
            <pc:sldMk cId="645783760" sldId="257"/>
            <ac:spMk id="2533" creationId="{B07FCAB6-37F1-AFF4-BB0F-C77648610DF2}"/>
          </ac:spMkLst>
        </pc:spChg>
        <pc:spChg chg="add mod">
          <ac:chgData name="Dobra, Edgar" userId="73d6a325-d5a7-46bb-866c-7bed3cbe8117" providerId="ADAL" clId="{338BBBAA-0322-46EC-B7C9-86413EBEB9FF}" dt="2025-03-31T00:12:21.653" v="1786" actId="1076"/>
          <ac:spMkLst>
            <pc:docMk/>
            <pc:sldMk cId="645783760" sldId="257"/>
            <ac:spMk id="2534" creationId="{A2646772-2D15-2B84-FE55-D60507F898CB}"/>
          </ac:spMkLst>
        </pc:spChg>
        <pc:spChg chg="mod ord">
          <ac:chgData name="Dobra, Edgar" userId="73d6a325-d5a7-46bb-866c-7bed3cbe8117" providerId="ADAL" clId="{338BBBAA-0322-46EC-B7C9-86413EBEB9FF}" dt="2025-03-31T00:13:09.575" v="1788" actId="166"/>
          <ac:spMkLst>
            <pc:docMk/>
            <pc:sldMk cId="645783760" sldId="257"/>
            <ac:spMk id="2535" creationId="{BC251F4F-AB32-C1CC-726B-B370A88675E7}"/>
          </ac:spMkLst>
        </pc:spChg>
        <pc:spChg chg="mod ord">
          <ac:chgData name="Dobra, Edgar" userId="73d6a325-d5a7-46bb-866c-7bed3cbe8117" providerId="ADAL" clId="{338BBBAA-0322-46EC-B7C9-86413EBEB9FF}" dt="2025-03-31T00:13:09.575" v="1788" actId="166"/>
          <ac:spMkLst>
            <pc:docMk/>
            <pc:sldMk cId="645783760" sldId="257"/>
            <ac:spMk id="2536" creationId="{93AEC5B3-FCEC-4B2C-7B01-986F2ED3E942}"/>
          </ac:spMkLst>
        </pc:spChg>
        <pc:spChg chg="mod">
          <ac:chgData name="Dobra, Edgar" userId="73d6a325-d5a7-46bb-866c-7bed3cbe8117" providerId="ADAL" clId="{338BBBAA-0322-46EC-B7C9-86413EBEB9FF}" dt="2025-03-31T00:12:21.653" v="1786" actId="1076"/>
          <ac:spMkLst>
            <pc:docMk/>
            <pc:sldMk cId="645783760" sldId="257"/>
            <ac:spMk id="2537" creationId="{546795B2-CB56-6221-1CDF-A7E9382F4D4D}"/>
          </ac:spMkLst>
        </pc:spChg>
        <pc:spChg chg="mod ord">
          <ac:chgData name="Dobra, Edgar" userId="73d6a325-d5a7-46bb-866c-7bed3cbe8117" providerId="ADAL" clId="{338BBBAA-0322-46EC-B7C9-86413EBEB9FF}" dt="2025-03-31T00:13:09.575" v="1788" actId="166"/>
          <ac:spMkLst>
            <pc:docMk/>
            <pc:sldMk cId="645783760" sldId="257"/>
            <ac:spMk id="2538" creationId="{07B49A17-2E6E-BB30-DBE5-77C48D24F088}"/>
          </ac:spMkLst>
        </pc:spChg>
        <pc:spChg chg="mod ord">
          <ac:chgData name="Dobra, Edgar" userId="73d6a325-d5a7-46bb-866c-7bed3cbe8117" providerId="ADAL" clId="{338BBBAA-0322-46EC-B7C9-86413EBEB9FF}" dt="2025-03-31T00:13:09.575" v="1788" actId="166"/>
          <ac:spMkLst>
            <pc:docMk/>
            <pc:sldMk cId="645783760" sldId="257"/>
            <ac:spMk id="2539" creationId="{EA7C913F-061C-FFC4-E5EC-ABB227F72410}"/>
          </ac:spMkLst>
        </pc:spChg>
        <pc:spChg chg="mod">
          <ac:chgData name="Dobra, Edgar" userId="73d6a325-d5a7-46bb-866c-7bed3cbe8117" providerId="ADAL" clId="{338BBBAA-0322-46EC-B7C9-86413EBEB9FF}" dt="2025-03-31T00:11:47.258" v="1784"/>
          <ac:spMkLst>
            <pc:docMk/>
            <pc:sldMk cId="645783760" sldId="257"/>
            <ac:spMk id="2540" creationId="{C366F4F8-5A55-6216-BE1C-60EA50851787}"/>
          </ac:spMkLst>
        </pc:spChg>
        <pc:spChg chg="mod">
          <ac:chgData name="Dobra, Edgar" userId="73d6a325-d5a7-46bb-866c-7bed3cbe8117" providerId="ADAL" clId="{338BBBAA-0322-46EC-B7C9-86413EBEB9FF}" dt="2025-03-31T00:10:47.543" v="1765" actId="1076"/>
          <ac:spMkLst>
            <pc:docMk/>
            <pc:sldMk cId="645783760" sldId="257"/>
            <ac:spMk id="2541" creationId="{67FE3321-F51C-3C27-7B2C-31ABDB536F85}"/>
          </ac:spMkLst>
        </pc:spChg>
        <pc:spChg chg="add mod">
          <ac:chgData name="Dobra, Edgar" userId="73d6a325-d5a7-46bb-866c-7bed3cbe8117" providerId="ADAL" clId="{338BBBAA-0322-46EC-B7C9-86413EBEB9FF}" dt="2025-03-31T00:11:15.202" v="1776"/>
          <ac:spMkLst>
            <pc:docMk/>
            <pc:sldMk cId="645783760" sldId="257"/>
            <ac:spMk id="2542" creationId="{89F10BB0-E30A-0A74-D11A-FD3A1627C8EE}"/>
          </ac:spMkLst>
        </pc:spChg>
        <pc:spChg chg="mod">
          <ac:chgData name="Dobra, Edgar" userId="73d6a325-d5a7-46bb-866c-7bed3cbe8117" providerId="ADAL" clId="{338BBBAA-0322-46EC-B7C9-86413EBEB9FF}" dt="2025-03-31T00:10:47.543" v="1765" actId="1076"/>
          <ac:spMkLst>
            <pc:docMk/>
            <pc:sldMk cId="645783760" sldId="257"/>
            <ac:spMk id="2543" creationId="{88E31DC5-9D8E-5B08-5D5D-D6E25C7AD1A3}"/>
          </ac:spMkLst>
        </pc:spChg>
        <pc:spChg chg="mod">
          <ac:chgData name="Dobra, Edgar" userId="73d6a325-d5a7-46bb-866c-7bed3cbe8117" providerId="ADAL" clId="{338BBBAA-0322-46EC-B7C9-86413EBEB9FF}" dt="2025-03-31T00:10:47.543" v="1765" actId="1076"/>
          <ac:spMkLst>
            <pc:docMk/>
            <pc:sldMk cId="645783760" sldId="257"/>
            <ac:spMk id="2544" creationId="{AC2B9EB1-EBF8-2A01-0E98-C9FFF9613618}"/>
          </ac:spMkLst>
        </pc:spChg>
        <pc:spChg chg="mod">
          <ac:chgData name="Dobra, Edgar" userId="73d6a325-d5a7-46bb-866c-7bed3cbe8117" providerId="ADAL" clId="{338BBBAA-0322-46EC-B7C9-86413EBEB9FF}" dt="2025-03-31T00:10:47.543" v="1765" actId="1076"/>
          <ac:spMkLst>
            <pc:docMk/>
            <pc:sldMk cId="645783760" sldId="257"/>
            <ac:spMk id="2545" creationId="{CE4110E6-4119-C4A1-5DD9-12E1F6343516}"/>
          </ac:spMkLst>
        </pc:spChg>
        <pc:spChg chg="mod">
          <ac:chgData name="Dobra, Edgar" userId="73d6a325-d5a7-46bb-866c-7bed3cbe8117" providerId="ADAL" clId="{338BBBAA-0322-46EC-B7C9-86413EBEB9FF}" dt="2025-03-31T00:10:47.543" v="1765" actId="1076"/>
          <ac:spMkLst>
            <pc:docMk/>
            <pc:sldMk cId="645783760" sldId="257"/>
            <ac:spMk id="2546" creationId="{80B770C3-7520-1B49-D855-9B5B5ED2289E}"/>
          </ac:spMkLst>
        </pc:spChg>
        <pc:spChg chg="mod">
          <ac:chgData name="Dobra, Edgar" userId="73d6a325-d5a7-46bb-866c-7bed3cbe8117" providerId="ADAL" clId="{338BBBAA-0322-46EC-B7C9-86413EBEB9FF}" dt="2025-03-31T00:11:36.383" v="1780"/>
          <ac:spMkLst>
            <pc:docMk/>
            <pc:sldMk cId="645783760" sldId="257"/>
            <ac:spMk id="2547" creationId="{4EDBB780-3B71-E7D4-C499-B917F4952925}"/>
          </ac:spMkLst>
        </pc:spChg>
        <pc:spChg chg="mod">
          <ac:chgData name="Dobra, Edgar" userId="73d6a325-d5a7-46bb-866c-7bed3cbe8117" providerId="ADAL" clId="{338BBBAA-0322-46EC-B7C9-86413EBEB9FF}" dt="2025-03-31T00:10:57.770" v="1771" actId="1076"/>
          <ac:spMkLst>
            <pc:docMk/>
            <pc:sldMk cId="645783760" sldId="257"/>
            <ac:spMk id="2548" creationId="{8927A395-3369-42AB-A44B-FB2315FE5FD3}"/>
          </ac:spMkLst>
        </pc:spChg>
        <pc:spChg chg="mod">
          <ac:chgData name="Dobra, Edgar" userId="73d6a325-d5a7-46bb-866c-7bed3cbe8117" providerId="ADAL" clId="{338BBBAA-0322-46EC-B7C9-86413EBEB9FF}" dt="2025-03-31T00:10:57.770" v="1771" actId="1076"/>
          <ac:spMkLst>
            <pc:docMk/>
            <pc:sldMk cId="645783760" sldId="257"/>
            <ac:spMk id="2549" creationId="{D5EBA839-8FC3-C98B-9DD8-2DFA160FE519}"/>
          </ac:spMkLst>
        </pc:spChg>
        <pc:spChg chg="mod">
          <ac:chgData name="Dobra, Edgar" userId="73d6a325-d5a7-46bb-866c-7bed3cbe8117" providerId="ADAL" clId="{338BBBAA-0322-46EC-B7C9-86413EBEB9FF}" dt="2025-03-31T00:10:57.770" v="1771" actId="1076"/>
          <ac:spMkLst>
            <pc:docMk/>
            <pc:sldMk cId="645783760" sldId="257"/>
            <ac:spMk id="2550" creationId="{314E1787-8F4A-AEAB-078F-81ED6E1DA314}"/>
          </ac:spMkLst>
        </pc:spChg>
        <pc:spChg chg="mod">
          <ac:chgData name="Dobra, Edgar" userId="73d6a325-d5a7-46bb-866c-7bed3cbe8117" providerId="ADAL" clId="{338BBBAA-0322-46EC-B7C9-86413EBEB9FF}" dt="2025-03-31T00:10:57.770" v="1771" actId="1076"/>
          <ac:spMkLst>
            <pc:docMk/>
            <pc:sldMk cId="645783760" sldId="257"/>
            <ac:spMk id="2551" creationId="{8336B12C-F2BA-C58C-2DCE-B20CEAFC461D}"/>
          </ac:spMkLst>
        </pc:spChg>
        <pc:spChg chg="mod">
          <ac:chgData name="Dobra, Edgar" userId="73d6a325-d5a7-46bb-866c-7bed3cbe8117" providerId="ADAL" clId="{338BBBAA-0322-46EC-B7C9-86413EBEB9FF}" dt="2025-03-31T00:10:57.770" v="1771" actId="1076"/>
          <ac:spMkLst>
            <pc:docMk/>
            <pc:sldMk cId="645783760" sldId="257"/>
            <ac:spMk id="2552" creationId="{20E3817D-733F-5837-66A7-311B4ACBC690}"/>
          </ac:spMkLst>
        </pc:spChg>
        <pc:spChg chg="mod">
          <ac:chgData name="Dobra, Edgar" userId="73d6a325-d5a7-46bb-866c-7bed3cbe8117" providerId="ADAL" clId="{338BBBAA-0322-46EC-B7C9-86413EBEB9FF}" dt="2025-03-31T00:10:57.770" v="1771" actId="1076"/>
          <ac:spMkLst>
            <pc:docMk/>
            <pc:sldMk cId="645783760" sldId="257"/>
            <ac:spMk id="2553" creationId="{F912B75D-2711-9914-B70E-F89536406E8B}"/>
          </ac:spMkLst>
        </pc:spChg>
        <pc:spChg chg="add mod">
          <ac:chgData name="Dobra, Edgar" userId="73d6a325-d5a7-46bb-866c-7bed3cbe8117" providerId="ADAL" clId="{338BBBAA-0322-46EC-B7C9-86413EBEB9FF}" dt="2025-03-31T00:10:53.323" v="1770"/>
          <ac:spMkLst>
            <pc:docMk/>
            <pc:sldMk cId="645783760" sldId="257"/>
            <ac:spMk id="2556" creationId="{DB93D61B-596B-7D82-66F3-2B16B81898EC}"/>
          </ac:spMkLst>
        </pc:spChg>
        <pc:spChg chg="add mod">
          <ac:chgData name="Dobra, Edgar" userId="73d6a325-d5a7-46bb-866c-7bed3cbe8117" providerId="ADAL" clId="{338BBBAA-0322-46EC-B7C9-86413EBEB9FF}" dt="2025-03-31T00:10:52.906" v="1769"/>
          <ac:spMkLst>
            <pc:docMk/>
            <pc:sldMk cId="645783760" sldId="257"/>
            <ac:spMk id="2564" creationId="{FD2E61BF-ACB6-7691-14B8-BBF5FDAC71BA}"/>
          </ac:spMkLst>
        </pc:spChg>
        <pc:spChg chg="mod">
          <ac:chgData name="Dobra, Edgar" userId="73d6a325-d5a7-46bb-866c-7bed3cbe8117" providerId="ADAL" clId="{338BBBAA-0322-46EC-B7C9-86413EBEB9FF}" dt="2025-03-31T00:11:02.072" v="1773" actId="1076"/>
          <ac:spMkLst>
            <pc:docMk/>
            <pc:sldMk cId="645783760" sldId="257"/>
            <ac:spMk id="2568" creationId="{AE5060C8-C51D-4D7C-3BDD-A1C71C9495A1}"/>
          </ac:spMkLst>
        </pc:spChg>
        <pc:spChg chg="mod">
          <ac:chgData name="Dobra, Edgar" userId="73d6a325-d5a7-46bb-866c-7bed3cbe8117" providerId="ADAL" clId="{338BBBAA-0322-46EC-B7C9-86413EBEB9FF}" dt="2025-03-31T00:11:02.072" v="1773" actId="1076"/>
          <ac:spMkLst>
            <pc:docMk/>
            <pc:sldMk cId="645783760" sldId="257"/>
            <ac:spMk id="2569" creationId="{58F76DC2-4078-F3C2-DCC2-2976DC7DF2D3}"/>
          </ac:spMkLst>
        </pc:spChg>
        <pc:spChg chg="mod">
          <ac:chgData name="Dobra, Edgar" userId="73d6a325-d5a7-46bb-866c-7bed3cbe8117" providerId="ADAL" clId="{338BBBAA-0322-46EC-B7C9-86413EBEB9FF}" dt="2025-03-31T00:11:47.258" v="1784"/>
          <ac:spMkLst>
            <pc:docMk/>
            <pc:sldMk cId="645783760" sldId="257"/>
            <ac:spMk id="2570" creationId="{F2FE6C9D-1F74-72FE-C223-5102E2DBEBD2}"/>
          </ac:spMkLst>
        </pc:spChg>
        <pc:spChg chg="mod">
          <ac:chgData name="Dobra, Edgar" userId="73d6a325-d5a7-46bb-866c-7bed3cbe8117" providerId="ADAL" clId="{338BBBAA-0322-46EC-B7C9-86413EBEB9FF}" dt="2025-03-31T00:11:47.258" v="1784"/>
          <ac:spMkLst>
            <pc:docMk/>
            <pc:sldMk cId="645783760" sldId="257"/>
            <ac:spMk id="2571" creationId="{CABA47F5-8059-2D8E-E11C-E18DF882303B}"/>
          </ac:spMkLst>
        </pc:spChg>
        <pc:spChg chg="mod">
          <ac:chgData name="Dobra, Edgar" userId="73d6a325-d5a7-46bb-866c-7bed3cbe8117" providerId="ADAL" clId="{338BBBAA-0322-46EC-B7C9-86413EBEB9FF}" dt="2025-03-31T00:11:02.072" v="1773" actId="1076"/>
          <ac:spMkLst>
            <pc:docMk/>
            <pc:sldMk cId="645783760" sldId="257"/>
            <ac:spMk id="2572" creationId="{B8ACF05D-2DC9-AEF5-B355-B7B56C8AA29B}"/>
          </ac:spMkLst>
        </pc:spChg>
        <pc:spChg chg="mod">
          <ac:chgData name="Dobra, Edgar" userId="73d6a325-d5a7-46bb-866c-7bed3cbe8117" providerId="ADAL" clId="{338BBBAA-0322-46EC-B7C9-86413EBEB9FF}" dt="2025-03-31T00:11:02.072" v="1773" actId="1076"/>
          <ac:spMkLst>
            <pc:docMk/>
            <pc:sldMk cId="645783760" sldId="257"/>
            <ac:spMk id="2573" creationId="{EEAB373F-386F-6F2A-D1C7-DD3EA2B73339}"/>
          </ac:spMkLst>
        </pc:spChg>
        <pc:spChg chg="mod">
          <ac:chgData name="Dobra, Edgar" userId="73d6a325-d5a7-46bb-866c-7bed3cbe8117" providerId="ADAL" clId="{338BBBAA-0322-46EC-B7C9-86413EBEB9FF}" dt="2025-03-31T00:11:02.072" v="1773" actId="1076"/>
          <ac:spMkLst>
            <pc:docMk/>
            <pc:sldMk cId="645783760" sldId="257"/>
            <ac:spMk id="2574" creationId="{06C4C40D-04EA-5211-C990-02E68A1DCC7E}"/>
          </ac:spMkLst>
        </pc:spChg>
        <pc:spChg chg="mod">
          <ac:chgData name="Dobra, Edgar" userId="73d6a325-d5a7-46bb-866c-7bed3cbe8117" providerId="ADAL" clId="{338BBBAA-0322-46EC-B7C9-86413EBEB9FF}" dt="2025-03-31T00:11:08.390" v="1775" actId="1076"/>
          <ac:spMkLst>
            <pc:docMk/>
            <pc:sldMk cId="645783760" sldId="257"/>
            <ac:spMk id="2575" creationId="{D40EDFDF-5855-1CD1-DD82-DCFE6AB5D9F3}"/>
          </ac:spMkLst>
        </pc:spChg>
        <pc:spChg chg="mod">
          <ac:chgData name="Dobra, Edgar" userId="73d6a325-d5a7-46bb-866c-7bed3cbe8117" providerId="ADAL" clId="{338BBBAA-0322-46EC-B7C9-86413EBEB9FF}" dt="2025-03-31T00:11:08.390" v="1775" actId="1076"/>
          <ac:spMkLst>
            <pc:docMk/>
            <pc:sldMk cId="645783760" sldId="257"/>
            <ac:spMk id="2576" creationId="{139BEDAE-2585-F8A9-7E4F-00BD28D2946D}"/>
          </ac:spMkLst>
        </pc:spChg>
        <pc:spChg chg="mod">
          <ac:chgData name="Dobra, Edgar" userId="73d6a325-d5a7-46bb-866c-7bed3cbe8117" providerId="ADAL" clId="{338BBBAA-0322-46EC-B7C9-86413EBEB9FF}" dt="2025-03-31T00:11:08.390" v="1775" actId="1076"/>
          <ac:spMkLst>
            <pc:docMk/>
            <pc:sldMk cId="645783760" sldId="257"/>
            <ac:spMk id="2577" creationId="{EBB1E6DE-D6C6-A216-E5E4-BF98C4DCB475}"/>
          </ac:spMkLst>
        </pc:spChg>
        <pc:spChg chg="mod">
          <ac:chgData name="Dobra, Edgar" userId="73d6a325-d5a7-46bb-866c-7bed3cbe8117" providerId="ADAL" clId="{338BBBAA-0322-46EC-B7C9-86413EBEB9FF}" dt="2025-03-31T00:11:08.390" v="1775" actId="1076"/>
          <ac:spMkLst>
            <pc:docMk/>
            <pc:sldMk cId="645783760" sldId="257"/>
            <ac:spMk id="2578" creationId="{2E3FCA46-B098-7C5D-7595-1F2468855604}"/>
          </ac:spMkLst>
        </pc:spChg>
        <pc:spChg chg="mod">
          <ac:chgData name="Dobra, Edgar" userId="73d6a325-d5a7-46bb-866c-7bed3cbe8117" providerId="ADAL" clId="{338BBBAA-0322-46EC-B7C9-86413EBEB9FF}" dt="2025-03-31T00:11:08.390" v="1775" actId="1076"/>
          <ac:spMkLst>
            <pc:docMk/>
            <pc:sldMk cId="645783760" sldId="257"/>
            <ac:spMk id="2579" creationId="{08F3D443-2337-CD2D-412E-240BCED41316}"/>
          </ac:spMkLst>
        </pc:spChg>
        <pc:spChg chg="mod">
          <ac:chgData name="Dobra, Edgar" userId="73d6a325-d5a7-46bb-866c-7bed3cbe8117" providerId="ADAL" clId="{338BBBAA-0322-46EC-B7C9-86413EBEB9FF}" dt="2025-03-31T00:11:08.390" v="1775" actId="1076"/>
          <ac:spMkLst>
            <pc:docMk/>
            <pc:sldMk cId="645783760" sldId="257"/>
            <ac:spMk id="2580" creationId="{5E72D796-E86E-D9F8-A2A5-8B5F1D88318C}"/>
          </ac:spMkLst>
        </pc:spChg>
        <pc:spChg chg="mod">
          <ac:chgData name="Dobra, Edgar" userId="73d6a325-d5a7-46bb-866c-7bed3cbe8117" providerId="ADAL" clId="{338BBBAA-0322-46EC-B7C9-86413EBEB9FF}" dt="2025-03-31T00:11:08.390" v="1775" actId="1076"/>
          <ac:spMkLst>
            <pc:docMk/>
            <pc:sldMk cId="645783760" sldId="257"/>
            <ac:spMk id="2581" creationId="{CBEB5BFE-E9CF-98E1-0FE2-A60883639741}"/>
          </ac:spMkLst>
        </pc:spChg>
        <pc:spChg chg="mod">
          <ac:chgData name="Dobra, Edgar" userId="73d6a325-d5a7-46bb-866c-7bed3cbe8117" providerId="ADAL" clId="{338BBBAA-0322-46EC-B7C9-86413EBEB9FF}" dt="2025-03-31T00:11:32.198" v="1777" actId="1076"/>
          <ac:spMkLst>
            <pc:docMk/>
            <pc:sldMk cId="645783760" sldId="257"/>
            <ac:spMk id="2582" creationId="{DA59B16A-01D6-E225-7F9A-E9E2FAC114CC}"/>
          </ac:spMkLst>
        </pc:spChg>
        <pc:spChg chg="mod">
          <ac:chgData name="Dobra, Edgar" userId="73d6a325-d5a7-46bb-866c-7bed3cbe8117" providerId="ADAL" clId="{338BBBAA-0322-46EC-B7C9-86413EBEB9FF}" dt="2025-03-31T00:11:32.198" v="1777" actId="1076"/>
          <ac:spMkLst>
            <pc:docMk/>
            <pc:sldMk cId="645783760" sldId="257"/>
            <ac:spMk id="2583" creationId="{FB2EB801-5683-04A6-5674-E4FDA99C5866}"/>
          </ac:spMkLst>
        </pc:spChg>
        <pc:spChg chg="mod">
          <ac:chgData name="Dobra, Edgar" userId="73d6a325-d5a7-46bb-866c-7bed3cbe8117" providerId="ADAL" clId="{338BBBAA-0322-46EC-B7C9-86413EBEB9FF}" dt="2025-03-31T00:11:32.198" v="1777" actId="1076"/>
          <ac:spMkLst>
            <pc:docMk/>
            <pc:sldMk cId="645783760" sldId="257"/>
            <ac:spMk id="2584" creationId="{82E16AE4-F06E-4260-3410-6B8814614985}"/>
          </ac:spMkLst>
        </pc:spChg>
        <pc:spChg chg="mod">
          <ac:chgData name="Dobra, Edgar" userId="73d6a325-d5a7-46bb-866c-7bed3cbe8117" providerId="ADAL" clId="{338BBBAA-0322-46EC-B7C9-86413EBEB9FF}" dt="2025-03-31T00:11:32.198" v="1777" actId="1076"/>
          <ac:spMkLst>
            <pc:docMk/>
            <pc:sldMk cId="645783760" sldId="257"/>
            <ac:spMk id="2585" creationId="{73EF33B8-2404-5DB6-D63D-D149EC584338}"/>
          </ac:spMkLst>
        </pc:spChg>
        <pc:spChg chg="mod">
          <ac:chgData name="Dobra, Edgar" userId="73d6a325-d5a7-46bb-866c-7bed3cbe8117" providerId="ADAL" clId="{338BBBAA-0322-46EC-B7C9-86413EBEB9FF}" dt="2025-03-31T00:11:32.198" v="1777" actId="1076"/>
          <ac:spMkLst>
            <pc:docMk/>
            <pc:sldMk cId="645783760" sldId="257"/>
            <ac:spMk id="2586" creationId="{1DCBD5D5-118E-A517-DDE5-F5A86BEAE095}"/>
          </ac:spMkLst>
        </pc:spChg>
        <pc:spChg chg="mod">
          <ac:chgData name="Dobra, Edgar" userId="73d6a325-d5a7-46bb-866c-7bed3cbe8117" providerId="ADAL" clId="{338BBBAA-0322-46EC-B7C9-86413EBEB9FF}" dt="2025-03-31T00:11:32.198" v="1777" actId="1076"/>
          <ac:spMkLst>
            <pc:docMk/>
            <pc:sldMk cId="645783760" sldId="257"/>
            <ac:spMk id="2587" creationId="{6EB2DBFE-642C-9DC7-A3FA-D3A1FC84DED6}"/>
          </ac:spMkLst>
        </pc:spChg>
        <pc:spChg chg="mod">
          <ac:chgData name="Dobra, Edgar" userId="73d6a325-d5a7-46bb-866c-7bed3cbe8117" providerId="ADAL" clId="{338BBBAA-0322-46EC-B7C9-86413EBEB9FF}" dt="2025-03-31T00:11:47.258" v="1784"/>
          <ac:spMkLst>
            <pc:docMk/>
            <pc:sldMk cId="645783760" sldId="257"/>
            <ac:spMk id="2588" creationId="{6D0E725B-49C6-B9A6-9AB4-EF135EF907C1}"/>
          </ac:spMkLst>
        </pc:spChg>
        <pc:spChg chg="mod">
          <ac:chgData name="Dobra, Edgar" userId="73d6a325-d5a7-46bb-866c-7bed3cbe8117" providerId="ADAL" clId="{338BBBAA-0322-46EC-B7C9-86413EBEB9FF}" dt="2025-03-31T00:11:35.709" v="1779" actId="1076"/>
          <ac:spMkLst>
            <pc:docMk/>
            <pc:sldMk cId="645783760" sldId="257"/>
            <ac:spMk id="2589" creationId="{F1ADB6FC-FAE1-5309-7B42-F5AB03488FEA}"/>
          </ac:spMkLst>
        </pc:spChg>
        <pc:spChg chg="mod">
          <ac:chgData name="Dobra, Edgar" userId="73d6a325-d5a7-46bb-866c-7bed3cbe8117" providerId="ADAL" clId="{338BBBAA-0322-46EC-B7C9-86413EBEB9FF}" dt="2025-03-31T00:11:35.709" v="1779" actId="1076"/>
          <ac:spMkLst>
            <pc:docMk/>
            <pc:sldMk cId="645783760" sldId="257"/>
            <ac:spMk id="2590" creationId="{BFCC3BA1-34BD-1B47-7F6E-DA4467DC04F0}"/>
          </ac:spMkLst>
        </pc:spChg>
        <pc:spChg chg="add mod">
          <ac:chgData name="Dobra, Edgar" userId="73d6a325-d5a7-46bb-866c-7bed3cbe8117" providerId="ADAL" clId="{338BBBAA-0322-46EC-B7C9-86413EBEB9FF}" dt="2025-03-31T00:11:36.383" v="1780"/>
          <ac:spMkLst>
            <pc:docMk/>
            <pc:sldMk cId="645783760" sldId="257"/>
            <ac:spMk id="2591" creationId="{14880B90-690D-15E6-09FC-025C72AAE25C}"/>
          </ac:spMkLst>
        </pc:spChg>
        <pc:spChg chg="mod">
          <ac:chgData name="Dobra, Edgar" userId="73d6a325-d5a7-46bb-866c-7bed3cbe8117" providerId="ADAL" clId="{338BBBAA-0322-46EC-B7C9-86413EBEB9FF}" dt="2025-03-31T00:11:35.709" v="1779" actId="1076"/>
          <ac:spMkLst>
            <pc:docMk/>
            <pc:sldMk cId="645783760" sldId="257"/>
            <ac:spMk id="2592" creationId="{62DA9601-E9D1-0675-4EDB-BFDC84B2C769}"/>
          </ac:spMkLst>
        </pc:spChg>
        <pc:spChg chg="mod">
          <ac:chgData name="Dobra, Edgar" userId="73d6a325-d5a7-46bb-866c-7bed3cbe8117" providerId="ADAL" clId="{338BBBAA-0322-46EC-B7C9-86413EBEB9FF}" dt="2025-03-31T00:11:35.709" v="1779" actId="1076"/>
          <ac:spMkLst>
            <pc:docMk/>
            <pc:sldMk cId="645783760" sldId="257"/>
            <ac:spMk id="2593" creationId="{A624D256-571E-9A2B-11F3-9F2A3AE405EE}"/>
          </ac:spMkLst>
        </pc:spChg>
        <pc:spChg chg="mod">
          <ac:chgData name="Dobra, Edgar" userId="73d6a325-d5a7-46bb-866c-7bed3cbe8117" providerId="ADAL" clId="{338BBBAA-0322-46EC-B7C9-86413EBEB9FF}" dt="2025-03-31T00:11:35.709" v="1779" actId="1076"/>
          <ac:spMkLst>
            <pc:docMk/>
            <pc:sldMk cId="645783760" sldId="257"/>
            <ac:spMk id="2594" creationId="{437A7EED-C4EC-E665-15F1-9AABDF66F2D8}"/>
          </ac:spMkLst>
        </pc:spChg>
        <pc:spChg chg="mod">
          <ac:chgData name="Dobra, Edgar" userId="73d6a325-d5a7-46bb-866c-7bed3cbe8117" providerId="ADAL" clId="{338BBBAA-0322-46EC-B7C9-86413EBEB9FF}" dt="2025-03-31T00:11:35.709" v="1779" actId="1076"/>
          <ac:spMkLst>
            <pc:docMk/>
            <pc:sldMk cId="645783760" sldId="257"/>
            <ac:spMk id="2595" creationId="{A4C71003-52BB-0C2A-B81D-04784BFD7A21}"/>
          </ac:spMkLst>
        </pc:spChg>
        <pc:spChg chg="mod">
          <ac:chgData name="Dobra, Edgar" userId="73d6a325-d5a7-46bb-866c-7bed3cbe8117" providerId="ADAL" clId="{338BBBAA-0322-46EC-B7C9-86413EBEB9FF}" dt="2025-03-31T00:11:39.544" v="1781" actId="1076"/>
          <ac:spMkLst>
            <pc:docMk/>
            <pc:sldMk cId="645783760" sldId="257"/>
            <ac:spMk id="2596" creationId="{C84940B2-730F-5F51-6503-1E0A4253CBA9}"/>
          </ac:spMkLst>
        </pc:spChg>
        <pc:spChg chg="mod">
          <ac:chgData name="Dobra, Edgar" userId="73d6a325-d5a7-46bb-866c-7bed3cbe8117" providerId="ADAL" clId="{338BBBAA-0322-46EC-B7C9-86413EBEB9FF}" dt="2025-03-31T00:11:39.544" v="1781" actId="1076"/>
          <ac:spMkLst>
            <pc:docMk/>
            <pc:sldMk cId="645783760" sldId="257"/>
            <ac:spMk id="2597" creationId="{C73ADA2B-B2B9-748B-3EF3-C0BE8A641009}"/>
          </ac:spMkLst>
        </pc:spChg>
        <pc:spChg chg="mod">
          <ac:chgData name="Dobra, Edgar" userId="73d6a325-d5a7-46bb-866c-7bed3cbe8117" providerId="ADAL" clId="{338BBBAA-0322-46EC-B7C9-86413EBEB9FF}" dt="2025-03-31T00:11:39.544" v="1781" actId="1076"/>
          <ac:spMkLst>
            <pc:docMk/>
            <pc:sldMk cId="645783760" sldId="257"/>
            <ac:spMk id="2598" creationId="{96F814AA-F0DD-752C-EF59-C1A354BD19E4}"/>
          </ac:spMkLst>
        </pc:spChg>
        <pc:spChg chg="mod">
          <ac:chgData name="Dobra, Edgar" userId="73d6a325-d5a7-46bb-866c-7bed3cbe8117" providerId="ADAL" clId="{338BBBAA-0322-46EC-B7C9-86413EBEB9FF}" dt="2025-03-31T00:11:39.544" v="1781" actId="1076"/>
          <ac:spMkLst>
            <pc:docMk/>
            <pc:sldMk cId="645783760" sldId="257"/>
            <ac:spMk id="2599" creationId="{35A4CD72-A082-B9EA-B989-126CDB528E58}"/>
          </ac:spMkLst>
        </pc:spChg>
        <pc:spChg chg="add mod">
          <ac:chgData name="Dobra, Edgar" userId="73d6a325-d5a7-46bb-866c-7bed3cbe8117" providerId="ADAL" clId="{338BBBAA-0322-46EC-B7C9-86413EBEB9FF}" dt="2025-03-31T00:11:39.544" v="1781" actId="1076"/>
          <ac:spMkLst>
            <pc:docMk/>
            <pc:sldMk cId="645783760" sldId="257"/>
            <ac:spMk id="2600" creationId="{B63B661E-6ED8-19AB-205C-C1973E3E89DB}"/>
          </ac:spMkLst>
        </pc:spChg>
        <pc:spChg chg="mod">
          <ac:chgData name="Dobra, Edgar" userId="73d6a325-d5a7-46bb-866c-7bed3cbe8117" providerId="ADAL" clId="{338BBBAA-0322-46EC-B7C9-86413EBEB9FF}" dt="2025-03-31T00:11:39.544" v="1781" actId="1076"/>
          <ac:spMkLst>
            <pc:docMk/>
            <pc:sldMk cId="645783760" sldId="257"/>
            <ac:spMk id="2601" creationId="{CD99FBED-5DDC-532E-D5DD-AF2EBF65528F}"/>
          </ac:spMkLst>
        </pc:spChg>
        <pc:spChg chg="mod">
          <ac:chgData name="Dobra, Edgar" userId="73d6a325-d5a7-46bb-866c-7bed3cbe8117" providerId="ADAL" clId="{338BBBAA-0322-46EC-B7C9-86413EBEB9FF}" dt="2025-03-31T00:11:39.544" v="1781" actId="1076"/>
          <ac:spMkLst>
            <pc:docMk/>
            <pc:sldMk cId="645783760" sldId="257"/>
            <ac:spMk id="2602" creationId="{F0510502-F60D-F75D-B086-3E395C467A73}"/>
          </ac:spMkLst>
        </pc:spChg>
        <pc:spChg chg="add mod">
          <ac:chgData name="Dobra, Edgar" userId="73d6a325-d5a7-46bb-866c-7bed3cbe8117" providerId="ADAL" clId="{338BBBAA-0322-46EC-B7C9-86413EBEB9FF}" dt="2025-03-31T00:11:47.258" v="1784"/>
          <ac:spMkLst>
            <pc:docMk/>
            <pc:sldMk cId="645783760" sldId="257"/>
            <ac:spMk id="2603" creationId="{1C5ECFAB-8C24-BA5A-D6DC-B5741AB4635B}"/>
          </ac:spMkLst>
        </pc:spChg>
        <pc:spChg chg="mod">
          <ac:chgData name="Dobra, Edgar" userId="73d6a325-d5a7-46bb-866c-7bed3cbe8117" providerId="ADAL" clId="{338BBBAA-0322-46EC-B7C9-86413EBEB9FF}" dt="2025-03-31T00:11:46.403" v="1783" actId="1076"/>
          <ac:spMkLst>
            <pc:docMk/>
            <pc:sldMk cId="645783760" sldId="257"/>
            <ac:spMk id="2604" creationId="{43DD8CD5-D634-EE7C-148D-9528260EC945}"/>
          </ac:spMkLst>
        </pc:spChg>
        <pc:spChg chg="mod">
          <ac:chgData name="Dobra, Edgar" userId="73d6a325-d5a7-46bb-866c-7bed3cbe8117" providerId="ADAL" clId="{338BBBAA-0322-46EC-B7C9-86413EBEB9FF}" dt="2025-03-31T00:11:46.403" v="1783" actId="1076"/>
          <ac:spMkLst>
            <pc:docMk/>
            <pc:sldMk cId="645783760" sldId="257"/>
            <ac:spMk id="2605" creationId="{F1FD5C84-E087-2D4B-A92E-F3488D6BD7A0}"/>
          </ac:spMkLst>
        </pc:spChg>
        <pc:spChg chg="mod">
          <ac:chgData name="Dobra, Edgar" userId="73d6a325-d5a7-46bb-866c-7bed3cbe8117" providerId="ADAL" clId="{338BBBAA-0322-46EC-B7C9-86413EBEB9FF}" dt="2025-03-31T00:11:46.403" v="1783" actId="1076"/>
          <ac:spMkLst>
            <pc:docMk/>
            <pc:sldMk cId="645783760" sldId="257"/>
            <ac:spMk id="2606" creationId="{73AA233A-001E-9601-0778-DDE0E8E2BAB3}"/>
          </ac:spMkLst>
        </pc:spChg>
        <pc:spChg chg="mod">
          <ac:chgData name="Dobra, Edgar" userId="73d6a325-d5a7-46bb-866c-7bed3cbe8117" providerId="ADAL" clId="{338BBBAA-0322-46EC-B7C9-86413EBEB9FF}" dt="2025-03-31T00:11:46.403" v="1783" actId="1076"/>
          <ac:spMkLst>
            <pc:docMk/>
            <pc:sldMk cId="645783760" sldId="257"/>
            <ac:spMk id="2607" creationId="{98095D53-11F8-BC72-264A-DBFD00490A0E}"/>
          </ac:spMkLst>
        </pc:spChg>
        <pc:spChg chg="mod">
          <ac:chgData name="Dobra, Edgar" userId="73d6a325-d5a7-46bb-866c-7bed3cbe8117" providerId="ADAL" clId="{338BBBAA-0322-46EC-B7C9-86413EBEB9FF}" dt="2025-03-31T00:11:46.403" v="1783" actId="1076"/>
          <ac:spMkLst>
            <pc:docMk/>
            <pc:sldMk cId="645783760" sldId="257"/>
            <ac:spMk id="2608" creationId="{205CD51C-421A-24B1-9FE8-F13E66E326D5}"/>
          </ac:spMkLst>
        </pc:spChg>
        <pc:spChg chg="mod">
          <ac:chgData name="Dobra, Edgar" userId="73d6a325-d5a7-46bb-866c-7bed3cbe8117" providerId="ADAL" clId="{338BBBAA-0322-46EC-B7C9-86413EBEB9FF}" dt="2025-03-31T00:11:46.403" v="1783" actId="1076"/>
          <ac:spMkLst>
            <pc:docMk/>
            <pc:sldMk cId="645783760" sldId="257"/>
            <ac:spMk id="2609" creationId="{2A483DC0-C3DE-DD91-3CD7-A48F66073373}"/>
          </ac:spMkLst>
        </pc:spChg>
        <pc:spChg chg="mod">
          <ac:chgData name="Dobra, Edgar" userId="73d6a325-d5a7-46bb-866c-7bed3cbe8117" providerId="ADAL" clId="{338BBBAA-0322-46EC-B7C9-86413EBEB9FF}" dt="2025-03-31T00:11:51.884" v="1785" actId="1076"/>
          <ac:spMkLst>
            <pc:docMk/>
            <pc:sldMk cId="645783760" sldId="257"/>
            <ac:spMk id="2610" creationId="{49823B88-B654-4A8D-EB56-08EA1C3CB79E}"/>
          </ac:spMkLst>
        </pc:spChg>
        <pc:spChg chg="mod">
          <ac:chgData name="Dobra, Edgar" userId="73d6a325-d5a7-46bb-866c-7bed3cbe8117" providerId="ADAL" clId="{338BBBAA-0322-46EC-B7C9-86413EBEB9FF}" dt="2025-03-31T00:11:51.884" v="1785" actId="1076"/>
          <ac:spMkLst>
            <pc:docMk/>
            <pc:sldMk cId="645783760" sldId="257"/>
            <ac:spMk id="2611" creationId="{9A988E90-B4AE-6811-432A-E675E934F639}"/>
          </ac:spMkLst>
        </pc:spChg>
        <pc:spChg chg="mod">
          <ac:chgData name="Dobra, Edgar" userId="73d6a325-d5a7-46bb-866c-7bed3cbe8117" providerId="ADAL" clId="{338BBBAA-0322-46EC-B7C9-86413EBEB9FF}" dt="2025-03-31T00:11:51.884" v="1785" actId="1076"/>
          <ac:spMkLst>
            <pc:docMk/>
            <pc:sldMk cId="645783760" sldId="257"/>
            <ac:spMk id="2612" creationId="{FFD6CB3F-92EC-FB7B-E824-1C3015BB841C}"/>
          </ac:spMkLst>
        </pc:spChg>
        <pc:spChg chg="mod">
          <ac:chgData name="Dobra, Edgar" userId="73d6a325-d5a7-46bb-866c-7bed3cbe8117" providerId="ADAL" clId="{338BBBAA-0322-46EC-B7C9-86413EBEB9FF}" dt="2025-03-31T00:11:51.884" v="1785" actId="1076"/>
          <ac:spMkLst>
            <pc:docMk/>
            <pc:sldMk cId="645783760" sldId="257"/>
            <ac:spMk id="2613" creationId="{B80320EA-CE72-0987-493E-56EBB7B220B2}"/>
          </ac:spMkLst>
        </pc:spChg>
        <pc:spChg chg="mod">
          <ac:chgData name="Dobra, Edgar" userId="73d6a325-d5a7-46bb-866c-7bed3cbe8117" providerId="ADAL" clId="{338BBBAA-0322-46EC-B7C9-86413EBEB9FF}" dt="2025-03-31T00:11:51.884" v="1785" actId="1076"/>
          <ac:spMkLst>
            <pc:docMk/>
            <pc:sldMk cId="645783760" sldId="257"/>
            <ac:spMk id="2614" creationId="{14FCCDA8-D724-57B5-6EDC-8B17FFB011EF}"/>
          </ac:spMkLst>
        </pc:spChg>
        <pc:spChg chg="add mod">
          <ac:chgData name="Dobra, Edgar" userId="73d6a325-d5a7-46bb-866c-7bed3cbe8117" providerId="ADAL" clId="{338BBBAA-0322-46EC-B7C9-86413EBEB9FF}" dt="2025-03-31T00:11:51.884" v="1785" actId="1076"/>
          <ac:spMkLst>
            <pc:docMk/>
            <pc:sldMk cId="645783760" sldId="257"/>
            <ac:spMk id="2615" creationId="{8BAB724F-6161-814C-0A4C-D55851BB8A5C}"/>
          </ac:spMkLst>
        </pc:spChg>
        <pc:spChg chg="mod">
          <ac:chgData name="Dobra, Edgar" userId="73d6a325-d5a7-46bb-866c-7bed3cbe8117" providerId="ADAL" clId="{338BBBAA-0322-46EC-B7C9-86413EBEB9FF}" dt="2025-03-31T00:11:51.884" v="1785" actId="1076"/>
          <ac:spMkLst>
            <pc:docMk/>
            <pc:sldMk cId="645783760" sldId="257"/>
            <ac:spMk id="2616" creationId="{523593AA-F1C3-4D50-BC8B-52EEE2547301}"/>
          </ac:spMkLst>
        </pc:spChg>
        <pc:spChg chg="add del mod">
          <ac:chgData name="Dobra, Edgar" userId="73d6a325-d5a7-46bb-866c-7bed3cbe8117" providerId="ADAL" clId="{338BBBAA-0322-46EC-B7C9-86413EBEB9FF}" dt="2025-03-31T00:59:49.271" v="2168" actId="478"/>
          <ac:spMkLst>
            <pc:docMk/>
            <pc:sldMk cId="645783760" sldId="257"/>
            <ac:spMk id="2624" creationId="{165B3F54-687C-9B07-CA5B-001FD5467A78}"/>
          </ac:spMkLst>
        </pc:spChg>
        <pc:spChg chg="add del mod">
          <ac:chgData name="Dobra, Edgar" userId="73d6a325-d5a7-46bb-866c-7bed3cbe8117" providerId="ADAL" clId="{338BBBAA-0322-46EC-B7C9-86413EBEB9FF}" dt="2025-03-31T00:25:56.095" v="1829" actId="478"/>
          <ac:spMkLst>
            <pc:docMk/>
            <pc:sldMk cId="645783760" sldId="257"/>
            <ac:spMk id="2626" creationId="{81FE3602-DEBF-4EA9-735B-C779BA77AC3B}"/>
          </ac:spMkLst>
        </pc:spChg>
        <pc:spChg chg="del">
          <ac:chgData name="Dobra, Edgar" userId="73d6a325-d5a7-46bb-866c-7bed3cbe8117" providerId="ADAL" clId="{338BBBAA-0322-46EC-B7C9-86413EBEB9FF}" dt="2025-03-31T00:27:01.006" v="1837" actId="478"/>
          <ac:spMkLst>
            <pc:docMk/>
            <pc:sldMk cId="645783760" sldId="257"/>
            <ac:spMk id="2632" creationId="{EFD4349C-413E-0293-36BB-1517A9241566}"/>
          </ac:spMkLst>
        </pc:spChg>
        <pc:spChg chg="del">
          <ac:chgData name="Dobra, Edgar" userId="73d6a325-d5a7-46bb-866c-7bed3cbe8117" providerId="ADAL" clId="{338BBBAA-0322-46EC-B7C9-86413EBEB9FF}" dt="2025-03-31T00:27:01.006" v="1837" actId="478"/>
          <ac:spMkLst>
            <pc:docMk/>
            <pc:sldMk cId="645783760" sldId="257"/>
            <ac:spMk id="2633" creationId="{79C26329-A98A-5944-6D2F-D5A575950F8A}"/>
          </ac:spMkLst>
        </pc:spChg>
        <pc:spChg chg="mod">
          <ac:chgData name="Dobra, Edgar" userId="73d6a325-d5a7-46bb-866c-7bed3cbe8117" providerId="ADAL" clId="{338BBBAA-0322-46EC-B7C9-86413EBEB9FF}" dt="2025-03-31T00:27:14.057" v="1838" actId="165"/>
          <ac:spMkLst>
            <pc:docMk/>
            <pc:sldMk cId="645783760" sldId="257"/>
            <ac:spMk id="2636" creationId="{328312DF-7B63-1350-84F9-571EC91D5AD3}"/>
          </ac:spMkLst>
        </pc:spChg>
        <pc:spChg chg="mod">
          <ac:chgData name="Dobra, Edgar" userId="73d6a325-d5a7-46bb-866c-7bed3cbe8117" providerId="ADAL" clId="{338BBBAA-0322-46EC-B7C9-86413EBEB9FF}" dt="2025-03-31T00:26:40.131" v="1833"/>
          <ac:spMkLst>
            <pc:docMk/>
            <pc:sldMk cId="645783760" sldId="257"/>
            <ac:spMk id="2645" creationId="{A2D1926C-DF8E-6FAD-3EB7-8779E7DC71FC}"/>
          </ac:spMkLst>
        </pc:spChg>
        <pc:spChg chg="mod">
          <ac:chgData name="Dobra, Edgar" userId="73d6a325-d5a7-46bb-866c-7bed3cbe8117" providerId="ADAL" clId="{338BBBAA-0322-46EC-B7C9-86413EBEB9FF}" dt="2025-03-31T00:26:40.131" v="1833"/>
          <ac:spMkLst>
            <pc:docMk/>
            <pc:sldMk cId="645783760" sldId="257"/>
            <ac:spMk id="2646" creationId="{99DFDF87-ACC9-4B64-FA40-B212EABFEDCF}"/>
          </ac:spMkLst>
        </pc:spChg>
        <pc:spChg chg="mod">
          <ac:chgData name="Dobra, Edgar" userId="73d6a325-d5a7-46bb-866c-7bed3cbe8117" providerId="ADAL" clId="{338BBBAA-0322-46EC-B7C9-86413EBEB9FF}" dt="2025-03-31T20:39:13.363" v="5093"/>
          <ac:spMkLst>
            <pc:docMk/>
            <pc:sldMk cId="645783760" sldId="257"/>
            <ac:spMk id="2648" creationId="{E8EB92E3-51FE-9904-B35E-9470C752A9F2}"/>
          </ac:spMkLst>
        </pc:spChg>
        <pc:spChg chg="mod">
          <ac:chgData name="Dobra, Edgar" userId="73d6a325-d5a7-46bb-866c-7bed3cbe8117" providerId="ADAL" clId="{338BBBAA-0322-46EC-B7C9-86413EBEB9FF}" dt="2025-03-31T20:39:13.363" v="5093"/>
          <ac:spMkLst>
            <pc:docMk/>
            <pc:sldMk cId="645783760" sldId="257"/>
            <ac:spMk id="2649" creationId="{73F6124D-103C-CD8D-276F-8CA767AED1B0}"/>
          </ac:spMkLst>
        </pc:spChg>
        <pc:spChg chg="mod">
          <ac:chgData name="Dobra, Edgar" userId="73d6a325-d5a7-46bb-866c-7bed3cbe8117" providerId="ADAL" clId="{338BBBAA-0322-46EC-B7C9-86413EBEB9FF}" dt="2025-03-31T00:27:14.057" v="1838" actId="165"/>
          <ac:spMkLst>
            <pc:docMk/>
            <pc:sldMk cId="645783760" sldId="257"/>
            <ac:spMk id="2650" creationId="{799F155A-9F00-E8E8-0705-068470A66F1B}"/>
          </ac:spMkLst>
        </pc:spChg>
        <pc:spChg chg="mod">
          <ac:chgData name="Dobra, Edgar" userId="73d6a325-d5a7-46bb-866c-7bed3cbe8117" providerId="ADAL" clId="{338BBBAA-0322-46EC-B7C9-86413EBEB9FF}" dt="2025-03-31T00:26:40.131" v="1833"/>
          <ac:spMkLst>
            <pc:docMk/>
            <pc:sldMk cId="645783760" sldId="257"/>
            <ac:spMk id="2654" creationId="{C058198F-0D23-14F2-B7FD-BC082C17A4B3}"/>
          </ac:spMkLst>
        </pc:spChg>
        <pc:spChg chg="mod">
          <ac:chgData name="Dobra, Edgar" userId="73d6a325-d5a7-46bb-866c-7bed3cbe8117" providerId="ADAL" clId="{338BBBAA-0322-46EC-B7C9-86413EBEB9FF}" dt="2025-03-31T20:39:13.363" v="5093"/>
          <ac:spMkLst>
            <pc:docMk/>
            <pc:sldMk cId="645783760" sldId="257"/>
            <ac:spMk id="2655" creationId="{449569B0-00E6-EDBE-BED0-582C0027C271}"/>
          </ac:spMkLst>
        </pc:spChg>
        <pc:spChg chg="mod">
          <ac:chgData name="Dobra, Edgar" userId="73d6a325-d5a7-46bb-866c-7bed3cbe8117" providerId="ADAL" clId="{338BBBAA-0322-46EC-B7C9-86413EBEB9FF}" dt="2025-03-31T00:26:40.131" v="1833"/>
          <ac:spMkLst>
            <pc:docMk/>
            <pc:sldMk cId="645783760" sldId="257"/>
            <ac:spMk id="2656" creationId="{FE3797B2-4233-4428-A955-5B3CFEDE96E7}"/>
          </ac:spMkLst>
        </pc:spChg>
        <pc:spChg chg="mod">
          <ac:chgData name="Dobra, Edgar" userId="73d6a325-d5a7-46bb-866c-7bed3cbe8117" providerId="ADAL" clId="{338BBBAA-0322-46EC-B7C9-86413EBEB9FF}" dt="2025-03-31T20:40:34.634" v="5101" actId="208"/>
          <ac:spMkLst>
            <pc:docMk/>
            <pc:sldMk cId="645783760" sldId="257"/>
            <ac:spMk id="2670" creationId="{672145F2-BB72-FB6F-6725-674452FF37FE}"/>
          </ac:spMkLst>
        </pc:spChg>
        <pc:spChg chg="mod">
          <ac:chgData name="Dobra, Edgar" userId="73d6a325-d5a7-46bb-866c-7bed3cbe8117" providerId="ADAL" clId="{338BBBAA-0322-46EC-B7C9-86413EBEB9FF}" dt="2025-03-31T00:26:40.131" v="1833"/>
          <ac:spMkLst>
            <pc:docMk/>
            <pc:sldMk cId="645783760" sldId="257"/>
            <ac:spMk id="2672" creationId="{9E702146-15A3-5DE9-8B1C-32DD3DCAF112}"/>
          </ac:spMkLst>
        </pc:spChg>
        <pc:spChg chg="mod">
          <ac:chgData name="Dobra, Edgar" userId="73d6a325-d5a7-46bb-866c-7bed3cbe8117" providerId="ADAL" clId="{338BBBAA-0322-46EC-B7C9-86413EBEB9FF}" dt="2025-03-31T00:26:40.131" v="1833"/>
          <ac:spMkLst>
            <pc:docMk/>
            <pc:sldMk cId="645783760" sldId="257"/>
            <ac:spMk id="2674" creationId="{1AE6EB1B-0721-5497-C0EE-98994835B650}"/>
          </ac:spMkLst>
        </pc:spChg>
        <pc:spChg chg="mod">
          <ac:chgData name="Dobra, Edgar" userId="73d6a325-d5a7-46bb-866c-7bed3cbe8117" providerId="ADAL" clId="{338BBBAA-0322-46EC-B7C9-86413EBEB9FF}" dt="2025-03-31T00:27:14.057" v="1838" actId="165"/>
          <ac:spMkLst>
            <pc:docMk/>
            <pc:sldMk cId="645783760" sldId="257"/>
            <ac:spMk id="2677" creationId="{62A0592E-CD11-9C3B-9E64-006646D5A40C}"/>
          </ac:spMkLst>
        </pc:spChg>
        <pc:spChg chg="mod">
          <ac:chgData name="Dobra, Edgar" userId="73d6a325-d5a7-46bb-866c-7bed3cbe8117" providerId="ADAL" clId="{338BBBAA-0322-46EC-B7C9-86413EBEB9FF}" dt="2025-03-31T00:29:33.980" v="1856" actId="1076"/>
          <ac:spMkLst>
            <pc:docMk/>
            <pc:sldMk cId="645783760" sldId="257"/>
            <ac:spMk id="2679" creationId="{5259728A-44CB-B4E0-639F-B8DC1BF7DA74}"/>
          </ac:spMkLst>
        </pc:spChg>
        <pc:spChg chg="mod">
          <ac:chgData name="Dobra, Edgar" userId="73d6a325-d5a7-46bb-866c-7bed3cbe8117" providerId="ADAL" clId="{338BBBAA-0322-46EC-B7C9-86413EBEB9FF}" dt="2025-03-31T00:27:14.057" v="1838" actId="165"/>
          <ac:spMkLst>
            <pc:docMk/>
            <pc:sldMk cId="645783760" sldId="257"/>
            <ac:spMk id="2680" creationId="{B08302EB-E8B7-18CB-80AB-9DB3F6395816}"/>
          </ac:spMkLst>
        </pc:spChg>
        <pc:spChg chg="mod">
          <ac:chgData name="Dobra, Edgar" userId="73d6a325-d5a7-46bb-866c-7bed3cbe8117" providerId="ADAL" clId="{338BBBAA-0322-46EC-B7C9-86413EBEB9FF}" dt="2025-03-31T00:27:14.057" v="1838" actId="165"/>
          <ac:spMkLst>
            <pc:docMk/>
            <pc:sldMk cId="645783760" sldId="257"/>
            <ac:spMk id="2683" creationId="{99C9C215-67E8-C53D-1C92-61D94613C120}"/>
          </ac:spMkLst>
        </pc:spChg>
        <pc:spChg chg="mod">
          <ac:chgData name="Dobra, Edgar" userId="73d6a325-d5a7-46bb-866c-7bed3cbe8117" providerId="ADAL" clId="{338BBBAA-0322-46EC-B7C9-86413EBEB9FF}" dt="2025-03-31T00:26:40.131" v="1833"/>
          <ac:spMkLst>
            <pc:docMk/>
            <pc:sldMk cId="645783760" sldId="257"/>
            <ac:spMk id="2684" creationId="{6063B824-4096-02F8-02F3-DCC915203A04}"/>
          </ac:spMkLst>
        </pc:spChg>
        <pc:spChg chg="mod">
          <ac:chgData name="Dobra, Edgar" userId="73d6a325-d5a7-46bb-866c-7bed3cbe8117" providerId="ADAL" clId="{338BBBAA-0322-46EC-B7C9-86413EBEB9FF}" dt="2025-03-31T00:26:40.131" v="1833"/>
          <ac:spMkLst>
            <pc:docMk/>
            <pc:sldMk cId="645783760" sldId="257"/>
            <ac:spMk id="2689" creationId="{794FB0AB-7CED-D4CD-F6CB-7A00A5F90258}"/>
          </ac:spMkLst>
        </pc:spChg>
        <pc:spChg chg="mod">
          <ac:chgData name="Dobra, Edgar" userId="73d6a325-d5a7-46bb-866c-7bed3cbe8117" providerId="ADAL" clId="{338BBBAA-0322-46EC-B7C9-86413EBEB9FF}" dt="2025-03-31T00:27:14.057" v="1838" actId="165"/>
          <ac:spMkLst>
            <pc:docMk/>
            <pc:sldMk cId="645783760" sldId="257"/>
            <ac:spMk id="2691" creationId="{0A8E1A7A-0A12-A2E7-B5C5-65A33623D4BE}"/>
          </ac:spMkLst>
        </pc:spChg>
        <pc:spChg chg="mod">
          <ac:chgData name="Dobra, Edgar" userId="73d6a325-d5a7-46bb-866c-7bed3cbe8117" providerId="ADAL" clId="{338BBBAA-0322-46EC-B7C9-86413EBEB9FF}" dt="2025-03-31T00:27:14.057" v="1838" actId="165"/>
          <ac:spMkLst>
            <pc:docMk/>
            <pc:sldMk cId="645783760" sldId="257"/>
            <ac:spMk id="2693" creationId="{637D6097-99F7-A7C2-5525-D5863898A3F6}"/>
          </ac:spMkLst>
        </pc:spChg>
        <pc:spChg chg="mod">
          <ac:chgData name="Dobra, Edgar" userId="73d6a325-d5a7-46bb-866c-7bed3cbe8117" providerId="ADAL" clId="{338BBBAA-0322-46EC-B7C9-86413EBEB9FF}" dt="2025-03-31T00:27:14.057" v="1838" actId="165"/>
          <ac:spMkLst>
            <pc:docMk/>
            <pc:sldMk cId="645783760" sldId="257"/>
            <ac:spMk id="2695" creationId="{36EDFFBB-2E3E-5DAB-21E6-8F4435378954}"/>
          </ac:spMkLst>
        </pc:spChg>
        <pc:spChg chg="mod">
          <ac:chgData name="Dobra, Edgar" userId="73d6a325-d5a7-46bb-866c-7bed3cbe8117" providerId="ADAL" clId="{338BBBAA-0322-46EC-B7C9-86413EBEB9FF}" dt="2025-03-31T00:27:14.057" v="1838" actId="165"/>
          <ac:spMkLst>
            <pc:docMk/>
            <pc:sldMk cId="645783760" sldId="257"/>
            <ac:spMk id="2698" creationId="{3A43BF0D-98E3-F4DE-B61A-9786C438EF8B}"/>
          </ac:spMkLst>
        </pc:spChg>
        <pc:spChg chg="mod">
          <ac:chgData name="Dobra, Edgar" userId="73d6a325-d5a7-46bb-866c-7bed3cbe8117" providerId="ADAL" clId="{338BBBAA-0322-46EC-B7C9-86413EBEB9FF}" dt="2025-03-31T00:27:14.057" v="1838" actId="165"/>
          <ac:spMkLst>
            <pc:docMk/>
            <pc:sldMk cId="645783760" sldId="257"/>
            <ac:spMk id="2699" creationId="{1C03AFBA-31CD-6ABA-5459-5F817001DB81}"/>
          </ac:spMkLst>
        </pc:spChg>
        <pc:spChg chg="mod">
          <ac:chgData name="Dobra, Edgar" userId="73d6a325-d5a7-46bb-866c-7bed3cbe8117" providerId="ADAL" clId="{338BBBAA-0322-46EC-B7C9-86413EBEB9FF}" dt="2025-03-31T14:01:50.580" v="2995" actId="58"/>
          <ac:spMkLst>
            <pc:docMk/>
            <pc:sldMk cId="645783760" sldId="257"/>
            <ac:spMk id="2701" creationId="{FF415D6C-BAE5-40F5-C183-8D27F233C4A1}"/>
          </ac:spMkLst>
        </pc:spChg>
        <pc:spChg chg="del mod">
          <ac:chgData name="Dobra, Edgar" userId="73d6a325-d5a7-46bb-866c-7bed3cbe8117" providerId="ADAL" clId="{338BBBAA-0322-46EC-B7C9-86413EBEB9FF}" dt="2025-03-31T00:27:45.553" v="1843" actId="478"/>
          <ac:spMkLst>
            <pc:docMk/>
            <pc:sldMk cId="645783760" sldId="257"/>
            <ac:spMk id="2702" creationId="{049F9854-2AB0-265C-9886-A7C21F4DD86A}"/>
          </ac:spMkLst>
        </pc:spChg>
        <pc:spChg chg="add del mod">
          <ac:chgData name="Dobra, Edgar" userId="73d6a325-d5a7-46bb-866c-7bed3cbe8117" providerId="ADAL" clId="{338BBBAA-0322-46EC-B7C9-86413EBEB9FF}" dt="2025-03-31T00:27:45.553" v="1843" actId="478"/>
          <ac:spMkLst>
            <pc:docMk/>
            <pc:sldMk cId="645783760" sldId="257"/>
            <ac:spMk id="2704" creationId="{5A92DF72-1E88-BFD8-2F95-A24EB6B37ED5}"/>
          </ac:spMkLst>
        </pc:spChg>
        <pc:spChg chg="mod">
          <ac:chgData name="Dobra, Edgar" userId="73d6a325-d5a7-46bb-866c-7bed3cbe8117" providerId="ADAL" clId="{338BBBAA-0322-46EC-B7C9-86413EBEB9FF}" dt="2025-04-01T00:22:57.839" v="6846" actId="14100"/>
          <ac:spMkLst>
            <pc:docMk/>
            <pc:sldMk cId="645783760" sldId="257"/>
            <ac:spMk id="2705" creationId="{A05732B8-2D61-72A4-F296-85A10B1AA2F7}"/>
          </ac:spMkLst>
        </pc:spChg>
        <pc:spChg chg="del mod">
          <ac:chgData name="Dobra, Edgar" userId="73d6a325-d5a7-46bb-866c-7bed3cbe8117" providerId="ADAL" clId="{338BBBAA-0322-46EC-B7C9-86413EBEB9FF}" dt="2025-03-31T00:27:45.553" v="1843" actId="478"/>
          <ac:spMkLst>
            <pc:docMk/>
            <pc:sldMk cId="645783760" sldId="257"/>
            <ac:spMk id="2706" creationId="{0FA53108-48BC-6B36-D01B-13CA7DC5A9EB}"/>
          </ac:spMkLst>
        </pc:spChg>
        <pc:spChg chg="del mod">
          <ac:chgData name="Dobra, Edgar" userId="73d6a325-d5a7-46bb-866c-7bed3cbe8117" providerId="ADAL" clId="{338BBBAA-0322-46EC-B7C9-86413EBEB9FF}" dt="2025-03-31T00:27:45.553" v="1843" actId="478"/>
          <ac:spMkLst>
            <pc:docMk/>
            <pc:sldMk cId="645783760" sldId="257"/>
            <ac:spMk id="2708" creationId="{AD8A7BA1-B5EA-0FF6-909E-42893109070D}"/>
          </ac:spMkLst>
        </pc:spChg>
        <pc:spChg chg="mod">
          <ac:chgData name="Dobra, Edgar" userId="73d6a325-d5a7-46bb-866c-7bed3cbe8117" providerId="ADAL" clId="{338BBBAA-0322-46EC-B7C9-86413EBEB9FF}" dt="2025-04-01T00:22:57.839" v="6846" actId="14100"/>
          <ac:spMkLst>
            <pc:docMk/>
            <pc:sldMk cId="645783760" sldId="257"/>
            <ac:spMk id="2709" creationId="{7670C60F-C989-5D6D-9DBE-0A2507E1165B}"/>
          </ac:spMkLst>
        </pc:spChg>
        <pc:spChg chg="del mod">
          <ac:chgData name="Dobra, Edgar" userId="73d6a325-d5a7-46bb-866c-7bed3cbe8117" providerId="ADAL" clId="{338BBBAA-0322-46EC-B7C9-86413EBEB9FF}" dt="2025-03-31T00:27:45.553" v="1843" actId="478"/>
          <ac:spMkLst>
            <pc:docMk/>
            <pc:sldMk cId="645783760" sldId="257"/>
            <ac:spMk id="2710" creationId="{B1C8E8DA-7315-0C7C-BB9C-3F744D647571}"/>
          </ac:spMkLst>
        </pc:spChg>
        <pc:spChg chg="del mod">
          <ac:chgData name="Dobra, Edgar" userId="73d6a325-d5a7-46bb-866c-7bed3cbe8117" providerId="ADAL" clId="{338BBBAA-0322-46EC-B7C9-86413EBEB9FF}" dt="2025-03-31T00:27:45.553" v="1843" actId="478"/>
          <ac:spMkLst>
            <pc:docMk/>
            <pc:sldMk cId="645783760" sldId="257"/>
            <ac:spMk id="2712" creationId="{ADB79C1B-18F1-199A-1082-943ECC08D807}"/>
          </ac:spMkLst>
        </pc:spChg>
        <pc:spChg chg="mod">
          <ac:chgData name="Dobra, Edgar" userId="73d6a325-d5a7-46bb-866c-7bed3cbe8117" providerId="ADAL" clId="{338BBBAA-0322-46EC-B7C9-86413EBEB9FF}" dt="2025-03-31T00:27:23.394" v="1841"/>
          <ac:spMkLst>
            <pc:docMk/>
            <pc:sldMk cId="645783760" sldId="257"/>
            <ac:spMk id="2715" creationId="{90721E99-F9EC-8674-CEE5-B395E468C3E3}"/>
          </ac:spMkLst>
        </pc:spChg>
        <pc:spChg chg="mod">
          <ac:chgData name="Dobra, Edgar" userId="73d6a325-d5a7-46bb-866c-7bed3cbe8117" providerId="ADAL" clId="{338BBBAA-0322-46EC-B7C9-86413EBEB9FF}" dt="2025-03-31T00:27:23.394" v="1841"/>
          <ac:spMkLst>
            <pc:docMk/>
            <pc:sldMk cId="645783760" sldId="257"/>
            <ac:spMk id="2718" creationId="{B8FBF1C9-DCF2-8378-7859-BAA2A65A8AA2}"/>
          </ac:spMkLst>
        </pc:spChg>
        <pc:spChg chg="mod">
          <ac:chgData name="Dobra, Edgar" userId="73d6a325-d5a7-46bb-866c-7bed3cbe8117" providerId="ADAL" clId="{338BBBAA-0322-46EC-B7C9-86413EBEB9FF}" dt="2025-03-31T00:27:23.394" v="1841"/>
          <ac:spMkLst>
            <pc:docMk/>
            <pc:sldMk cId="645783760" sldId="257"/>
            <ac:spMk id="2719" creationId="{7BD53083-6121-3248-FD5F-4570D05DD036}"/>
          </ac:spMkLst>
        </pc:spChg>
        <pc:spChg chg="mod">
          <ac:chgData name="Dobra, Edgar" userId="73d6a325-d5a7-46bb-866c-7bed3cbe8117" providerId="ADAL" clId="{338BBBAA-0322-46EC-B7C9-86413EBEB9FF}" dt="2025-03-31T00:27:23.394" v="1841"/>
          <ac:spMkLst>
            <pc:docMk/>
            <pc:sldMk cId="645783760" sldId="257"/>
            <ac:spMk id="2720" creationId="{035F653D-ED0A-9A60-F01B-C92918D30940}"/>
          </ac:spMkLst>
        </pc:spChg>
        <pc:spChg chg="mod">
          <ac:chgData name="Dobra, Edgar" userId="73d6a325-d5a7-46bb-866c-7bed3cbe8117" providerId="ADAL" clId="{338BBBAA-0322-46EC-B7C9-86413EBEB9FF}" dt="2025-03-31T00:27:23.394" v="1841"/>
          <ac:spMkLst>
            <pc:docMk/>
            <pc:sldMk cId="645783760" sldId="257"/>
            <ac:spMk id="2721" creationId="{9A43C05C-E75D-131E-65F6-4D32F945A0C8}"/>
          </ac:spMkLst>
        </pc:spChg>
        <pc:spChg chg="mod">
          <ac:chgData name="Dobra, Edgar" userId="73d6a325-d5a7-46bb-866c-7bed3cbe8117" providerId="ADAL" clId="{338BBBAA-0322-46EC-B7C9-86413EBEB9FF}" dt="2025-03-31T00:27:23.394" v="1841"/>
          <ac:spMkLst>
            <pc:docMk/>
            <pc:sldMk cId="645783760" sldId="257"/>
            <ac:spMk id="2722" creationId="{630F8A22-0B42-BBCF-5271-A53556AC00F2}"/>
          </ac:spMkLst>
        </pc:spChg>
        <pc:spChg chg="mod">
          <ac:chgData name="Dobra, Edgar" userId="73d6a325-d5a7-46bb-866c-7bed3cbe8117" providerId="ADAL" clId="{338BBBAA-0322-46EC-B7C9-86413EBEB9FF}" dt="2025-03-31T00:27:23.394" v="1841"/>
          <ac:spMkLst>
            <pc:docMk/>
            <pc:sldMk cId="645783760" sldId="257"/>
            <ac:spMk id="2724" creationId="{2F903D37-4EAC-D239-A1B4-9CFA0042200D}"/>
          </ac:spMkLst>
        </pc:spChg>
        <pc:spChg chg="mod">
          <ac:chgData name="Dobra, Edgar" userId="73d6a325-d5a7-46bb-866c-7bed3cbe8117" providerId="ADAL" clId="{338BBBAA-0322-46EC-B7C9-86413EBEB9FF}" dt="2025-03-31T00:27:23.394" v="1841"/>
          <ac:spMkLst>
            <pc:docMk/>
            <pc:sldMk cId="645783760" sldId="257"/>
            <ac:spMk id="2731" creationId="{0C04DAA7-A374-57C3-F090-F514AE3D34AB}"/>
          </ac:spMkLst>
        </pc:spChg>
        <pc:spChg chg="mod">
          <ac:chgData name="Dobra, Edgar" userId="73d6a325-d5a7-46bb-866c-7bed3cbe8117" providerId="ADAL" clId="{338BBBAA-0322-46EC-B7C9-86413EBEB9FF}" dt="2025-03-31T00:27:23.394" v="1841"/>
          <ac:spMkLst>
            <pc:docMk/>
            <pc:sldMk cId="645783760" sldId="257"/>
            <ac:spMk id="2736" creationId="{AB5FC169-7391-8829-F7BE-52B24A53B137}"/>
          </ac:spMkLst>
        </pc:spChg>
        <pc:spChg chg="mod">
          <ac:chgData name="Dobra, Edgar" userId="73d6a325-d5a7-46bb-866c-7bed3cbe8117" providerId="ADAL" clId="{338BBBAA-0322-46EC-B7C9-86413EBEB9FF}" dt="2025-03-31T00:27:23.394" v="1841"/>
          <ac:spMkLst>
            <pc:docMk/>
            <pc:sldMk cId="645783760" sldId="257"/>
            <ac:spMk id="2737" creationId="{CD244130-646C-1CED-EDE1-9643D890485D}"/>
          </ac:spMkLst>
        </pc:spChg>
        <pc:spChg chg="mod">
          <ac:chgData name="Dobra, Edgar" userId="73d6a325-d5a7-46bb-866c-7bed3cbe8117" providerId="ADAL" clId="{338BBBAA-0322-46EC-B7C9-86413EBEB9FF}" dt="2025-04-01T00:23:11.669" v="6847" actId="14100"/>
          <ac:spMkLst>
            <pc:docMk/>
            <pc:sldMk cId="645783760" sldId="257"/>
            <ac:spMk id="2738" creationId="{AE014E80-422E-C4A8-BD82-675E4DCE45B7}"/>
          </ac:spMkLst>
        </pc:spChg>
        <pc:spChg chg="mod">
          <ac:chgData name="Dobra, Edgar" userId="73d6a325-d5a7-46bb-866c-7bed3cbe8117" providerId="ADAL" clId="{338BBBAA-0322-46EC-B7C9-86413EBEB9FF}" dt="2025-03-31T00:28:45.125" v="1848"/>
          <ac:spMkLst>
            <pc:docMk/>
            <pc:sldMk cId="645783760" sldId="257"/>
            <ac:spMk id="2739" creationId="{E3E57A0C-9950-DEF2-6C4C-4E744BE0FF6A}"/>
          </ac:spMkLst>
        </pc:spChg>
        <pc:spChg chg="mod">
          <ac:chgData name="Dobra, Edgar" userId="73d6a325-d5a7-46bb-866c-7bed3cbe8117" providerId="ADAL" clId="{338BBBAA-0322-46EC-B7C9-86413EBEB9FF}" dt="2025-03-31T00:28:59.872" v="1850" actId="14100"/>
          <ac:spMkLst>
            <pc:docMk/>
            <pc:sldMk cId="645783760" sldId="257"/>
            <ac:spMk id="2740" creationId="{1395D97F-4154-4D9B-6C31-6A31E5E7DBF2}"/>
          </ac:spMkLst>
        </pc:spChg>
        <pc:spChg chg="mod">
          <ac:chgData name="Dobra, Edgar" userId="73d6a325-d5a7-46bb-866c-7bed3cbe8117" providerId="ADAL" clId="{338BBBAA-0322-46EC-B7C9-86413EBEB9FF}" dt="2025-03-31T00:28:45.125" v="1848"/>
          <ac:spMkLst>
            <pc:docMk/>
            <pc:sldMk cId="645783760" sldId="257"/>
            <ac:spMk id="2742" creationId="{66AEE0A8-2C07-CEEC-1150-C89EAA47A9EB}"/>
          </ac:spMkLst>
        </pc:spChg>
        <pc:spChg chg="mod">
          <ac:chgData name="Dobra, Edgar" userId="73d6a325-d5a7-46bb-866c-7bed3cbe8117" providerId="ADAL" clId="{338BBBAA-0322-46EC-B7C9-86413EBEB9FF}" dt="2025-04-01T00:22:57.839" v="6846" actId="14100"/>
          <ac:spMkLst>
            <pc:docMk/>
            <pc:sldMk cId="645783760" sldId="257"/>
            <ac:spMk id="2743" creationId="{D3391004-CE86-1CCA-1FFA-8A711A0649E9}"/>
          </ac:spMkLst>
        </pc:spChg>
        <pc:spChg chg="mod">
          <ac:chgData name="Dobra, Edgar" userId="73d6a325-d5a7-46bb-866c-7bed3cbe8117" providerId="ADAL" clId="{338BBBAA-0322-46EC-B7C9-86413EBEB9FF}" dt="2025-04-01T00:22:57.839" v="6846" actId="14100"/>
          <ac:spMkLst>
            <pc:docMk/>
            <pc:sldMk cId="645783760" sldId="257"/>
            <ac:spMk id="2744" creationId="{DCAE9316-F558-3FBB-BEB7-040296C1AFEC}"/>
          </ac:spMkLst>
        </pc:spChg>
        <pc:spChg chg="mod">
          <ac:chgData name="Dobra, Edgar" userId="73d6a325-d5a7-46bb-866c-7bed3cbe8117" providerId="ADAL" clId="{338BBBAA-0322-46EC-B7C9-86413EBEB9FF}" dt="2025-03-31T00:28:45.125" v="1848"/>
          <ac:spMkLst>
            <pc:docMk/>
            <pc:sldMk cId="645783760" sldId="257"/>
            <ac:spMk id="2744" creationId="{ECC3756E-2ABA-462C-B94B-9A5D5FB8B6CF}"/>
          </ac:spMkLst>
        </pc:spChg>
        <pc:spChg chg="mod">
          <ac:chgData name="Dobra, Edgar" userId="73d6a325-d5a7-46bb-866c-7bed3cbe8117" providerId="ADAL" clId="{338BBBAA-0322-46EC-B7C9-86413EBEB9FF}" dt="2025-04-01T00:23:16.486" v="6848" actId="14100"/>
          <ac:spMkLst>
            <pc:docMk/>
            <pc:sldMk cId="645783760" sldId="257"/>
            <ac:spMk id="2746" creationId="{5F13C963-E976-25F3-7D13-D674E1F2C2F1}"/>
          </ac:spMkLst>
        </pc:spChg>
        <pc:spChg chg="mod">
          <ac:chgData name="Dobra, Edgar" userId="73d6a325-d5a7-46bb-866c-7bed3cbe8117" providerId="ADAL" clId="{338BBBAA-0322-46EC-B7C9-86413EBEB9FF}" dt="2025-03-31T00:28:45.125" v="1848"/>
          <ac:spMkLst>
            <pc:docMk/>
            <pc:sldMk cId="645783760" sldId="257"/>
            <ac:spMk id="2746" creationId="{8A940BE9-BDB5-277B-EF6A-C6DB2023C9A7}"/>
          </ac:spMkLst>
        </pc:spChg>
        <pc:spChg chg="mod">
          <ac:chgData name="Dobra, Edgar" userId="73d6a325-d5a7-46bb-866c-7bed3cbe8117" providerId="ADAL" clId="{338BBBAA-0322-46EC-B7C9-86413EBEB9FF}" dt="2025-03-31T00:28:45.125" v="1848"/>
          <ac:spMkLst>
            <pc:docMk/>
            <pc:sldMk cId="645783760" sldId="257"/>
            <ac:spMk id="2748" creationId="{41CFFD87-826E-BD02-784E-D8F57F13F763}"/>
          </ac:spMkLst>
        </pc:spChg>
        <pc:spChg chg="mod">
          <ac:chgData name="Dobra, Edgar" userId="73d6a325-d5a7-46bb-866c-7bed3cbe8117" providerId="ADAL" clId="{338BBBAA-0322-46EC-B7C9-86413EBEB9FF}" dt="2025-04-01T00:22:57.839" v="6846" actId="14100"/>
          <ac:spMkLst>
            <pc:docMk/>
            <pc:sldMk cId="645783760" sldId="257"/>
            <ac:spMk id="2748" creationId="{67CC4969-6734-D0DA-3624-7B88EF77BA99}"/>
          </ac:spMkLst>
        </pc:spChg>
        <pc:spChg chg="mod">
          <ac:chgData name="Dobra, Edgar" userId="73d6a325-d5a7-46bb-866c-7bed3cbe8117" providerId="ADAL" clId="{338BBBAA-0322-46EC-B7C9-86413EBEB9FF}" dt="2025-03-31T00:28:45.125" v="1848"/>
          <ac:spMkLst>
            <pc:docMk/>
            <pc:sldMk cId="645783760" sldId="257"/>
            <ac:spMk id="2749" creationId="{094BD785-0414-BBF8-188E-E769603278A7}"/>
          </ac:spMkLst>
        </pc:spChg>
        <pc:spChg chg="mod">
          <ac:chgData name="Dobra, Edgar" userId="73d6a325-d5a7-46bb-866c-7bed3cbe8117" providerId="ADAL" clId="{338BBBAA-0322-46EC-B7C9-86413EBEB9FF}" dt="2025-04-01T00:22:57.839" v="6846" actId="14100"/>
          <ac:spMkLst>
            <pc:docMk/>
            <pc:sldMk cId="645783760" sldId="257"/>
            <ac:spMk id="2749" creationId="{88242CFA-1D6A-4DBA-9C81-06AAD50A21F2}"/>
          </ac:spMkLst>
        </pc:spChg>
        <pc:spChg chg="add mod ord">
          <ac:chgData name="Dobra, Edgar" userId="73d6a325-d5a7-46bb-866c-7bed3cbe8117" providerId="ADAL" clId="{338BBBAA-0322-46EC-B7C9-86413EBEB9FF}" dt="2025-04-01T00:17:21.656" v="6809" actId="20577"/>
          <ac:spMkLst>
            <pc:docMk/>
            <pc:sldMk cId="645783760" sldId="257"/>
            <ac:spMk id="2752" creationId="{96E85B70-06AC-EAA7-3FFE-CE1B844427C6}"/>
          </ac:spMkLst>
        </pc:spChg>
        <pc:spChg chg="mod">
          <ac:chgData name="Dobra, Edgar" userId="73d6a325-d5a7-46bb-866c-7bed3cbe8117" providerId="ADAL" clId="{338BBBAA-0322-46EC-B7C9-86413EBEB9FF}" dt="2025-03-31T00:28:45.125" v="1848"/>
          <ac:spMkLst>
            <pc:docMk/>
            <pc:sldMk cId="645783760" sldId="257"/>
            <ac:spMk id="2753" creationId="{907BA51E-0BE8-4860-57B7-8241FA96E8F4}"/>
          </ac:spMkLst>
        </pc:spChg>
        <pc:spChg chg="add mod">
          <ac:chgData name="Dobra, Edgar" userId="73d6a325-d5a7-46bb-866c-7bed3cbe8117" providerId="ADAL" clId="{338BBBAA-0322-46EC-B7C9-86413EBEB9FF}" dt="2025-03-31T23:40:16.573" v="6665" actId="1076"/>
          <ac:spMkLst>
            <pc:docMk/>
            <pc:sldMk cId="645783760" sldId="257"/>
            <ac:spMk id="2753" creationId="{F8D7CF7F-42F8-4742-35BA-6A7C30B2128D}"/>
          </ac:spMkLst>
        </pc:spChg>
        <pc:spChg chg="add mod ord">
          <ac:chgData name="Dobra, Edgar" userId="73d6a325-d5a7-46bb-866c-7bed3cbe8117" providerId="ADAL" clId="{338BBBAA-0322-46EC-B7C9-86413EBEB9FF}" dt="2025-03-31T23:41:43.151" v="6673" actId="14100"/>
          <ac:spMkLst>
            <pc:docMk/>
            <pc:sldMk cId="645783760" sldId="257"/>
            <ac:spMk id="2757" creationId="{EA436FD1-37D0-CE2C-4E01-C68B63D58D28}"/>
          </ac:spMkLst>
        </pc:spChg>
        <pc:spChg chg="mod">
          <ac:chgData name="Dobra, Edgar" userId="73d6a325-d5a7-46bb-866c-7bed3cbe8117" providerId="ADAL" clId="{338BBBAA-0322-46EC-B7C9-86413EBEB9FF}" dt="2025-03-31T00:28:45.125" v="1848"/>
          <ac:spMkLst>
            <pc:docMk/>
            <pc:sldMk cId="645783760" sldId="257"/>
            <ac:spMk id="2758" creationId="{6B0D70F9-D01E-517D-AF18-4F167B29589D}"/>
          </ac:spMkLst>
        </pc:spChg>
        <pc:spChg chg="add mod">
          <ac:chgData name="Dobra, Edgar" userId="73d6a325-d5a7-46bb-866c-7bed3cbe8117" providerId="ADAL" clId="{338BBBAA-0322-46EC-B7C9-86413EBEB9FF}" dt="2025-03-31T15:06:19.060" v="3469" actId="20577"/>
          <ac:spMkLst>
            <pc:docMk/>
            <pc:sldMk cId="645783760" sldId="257"/>
            <ac:spMk id="2758" creationId="{CB287FB1-361F-2CA3-E527-26E769E8845A}"/>
          </ac:spMkLst>
        </pc:spChg>
        <pc:spChg chg="add mod">
          <ac:chgData name="Dobra, Edgar" userId="73d6a325-d5a7-46bb-866c-7bed3cbe8117" providerId="ADAL" clId="{338BBBAA-0322-46EC-B7C9-86413EBEB9FF}" dt="2025-03-31T16:01:09.834" v="3998" actId="1076"/>
          <ac:spMkLst>
            <pc:docMk/>
            <pc:sldMk cId="645783760" sldId="257"/>
            <ac:spMk id="2759" creationId="{BC58639D-F2F1-1F8F-7CFD-907899D84A68}"/>
          </ac:spMkLst>
        </pc:spChg>
        <pc:spChg chg="mod">
          <ac:chgData name="Dobra, Edgar" userId="73d6a325-d5a7-46bb-866c-7bed3cbe8117" providerId="ADAL" clId="{338BBBAA-0322-46EC-B7C9-86413EBEB9FF}" dt="2025-03-31T00:28:45.125" v="1848"/>
          <ac:spMkLst>
            <pc:docMk/>
            <pc:sldMk cId="645783760" sldId="257"/>
            <ac:spMk id="2760" creationId="{2BF30F47-CC8A-FB55-4286-91CD702CCB40}"/>
          </ac:spMkLst>
        </pc:spChg>
        <pc:spChg chg="add del mod">
          <ac:chgData name="Dobra, Edgar" userId="73d6a325-d5a7-46bb-866c-7bed3cbe8117" providerId="ADAL" clId="{338BBBAA-0322-46EC-B7C9-86413EBEB9FF}" dt="2025-03-31T15:57:39.325" v="3971" actId="478"/>
          <ac:spMkLst>
            <pc:docMk/>
            <pc:sldMk cId="645783760" sldId="257"/>
            <ac:spMk id="2760" creationId="{BAD3BB62-7D3B-5492-EB78-18BFF66A907F}"/>
          </ac:spMkLst>
        </pc:spChg>
        <pc:spChg chg="mod">
          <ac:chgData name="Dobra, Edgar" userId="73d6a325-d5a7-46bb-866c-7bed3cbe8117" providerId="ADAL" clId="{338BBBAA-0322-46EC-B7C9-86413EBEB9FF}" dt="2025-03-31T00:32:24.283" v="1875" actId="14100"/>
          <ac:spMkLst>
            <pc:docMk/>
            <pc:sldMk cId="645783760" sldId="257"/>
            <ac:spMk id="2763" creationId="{2B392F43-1503-D5EE-5FAA-03A24A3E66D1}"/>
          </ac:spMkLst>
        </pc:spChg>
        <pc:spChg chg="mod">
          <ac:chgData name="Dobra, Edgar" userId="73d6a325-d5a7-46bb-866c-7bed3cbe8117" providerId="ADAL" clId="{338BBBAA-0322-46EC-B7C9-86413EBEB9FF}" dt="2025-03-31T00:32:33.331" v="1876" actId="14100"/>
          <ac:spMkLst>
            <pc:docMk/>
            <pc:sldMk cId="645783760" sldId="257"/>
            <ac:spMk id="2764" creationId="{70A65C49-83E3-D205-C047-5738187DD9A4}"/>
          </ac:spMkLst>
        </pc:spChg>
        <pc:spChg chg="mod">
          <ac:chgData name="Dobra, Edgar" userId="73d6a325-d5a7-46bb-866c-7bed3cbe8117" providerId="ADAL" clId="{338BBBAA-0322-46EC-B7C9-86413EBEB9FF}" dt="2025-03-31T00:29:24.649" v="1852"/>
          <ac:spMkLst>
            <pc:docMk/>
            <pc:sldMk cId="645783760" sldId="257"/>
            <ac:spMk id="2768" creationId="{AF8A0E9C-563F-07F5-B488-28FC6A00582A}"/>
          </ac:spMkLst>
        </pc:spChg>
        <pc:spChg chg="mod">
          <ac:chgData name="Dobra, Edgar" userId="73d6a325-d5a7-46bb-866c-7bed3cbe8117" providerId="ADAL" clId="{338BBBAA-0322-46EC-B7C9-86413EBEB9FF}" dt="2025-03-31T00:32:49.362" v="1877" actId="14100"/>
          <ac:spMkLst>
            <pc:docMk/>
            <pc:sldMk cId="645783760" sldId="257"/>
            <ac:spMk id="2770" creationId="{F4A84F8D-A098-3F4E-F68B-DF3E53AD9334}"/>
          </ac:spMkLst>
        </pc:spChg>
        <pc:spChg chg="mod">
          <ac:chgData name="Dobra, Edgar" userId="73d6a325-d5a7-46bb-866c-7bed3cbe8117" providerId="ADAL" clId="{338BBBAA-0322-46EC-B7C9-86413EBEB9FF}" dt="2025-03-31T00:32:52.742" v="1878" actId="14100"/>
          <ac:spMkLst>
            <pc:docMk/>
            <pc:sldMk cId="645783760" sldId="257"/>
            <ac:spMk id="2771" creationId="{B2D200AF-D8B7-8243-0616-075BE382DEC9}"/>
          </ac:spMkLst>
        </pc:spChg>
        <pc:spChg chg="mod">
          <ac:chgData name="Dobra, Edgar" userId="73d6a325-d5a7-46bb-866c-7bed3cbe8117" providerId="ADAL" clId="{338BBBAA-0322-46EC-B7C9-86413EBEB9FF}" dt="2025-03-31T00:32:55.433" v="1879" actId="14100"/>
          <ac:spMkLst>
            <pc:docMk/>
            <pc:sldMk cId="645783760" sldId="257"/>
            <ac:spMk id="2772" creationId="{1DE8890A-9AB7-55FD-C6E1-C6BF69BCE56C}"/>
          </ac:spMkLst>
        </pc:spChg>
        <pc:spChg chg="mod">
          <ac:chgData name="Dobra, Edgar" userId="73d6a325-d5a7-46bb-866c-7bed3cbe8117" providerId="ADAL" clId="{338BBBAA-0322-46EC-B7C9-86413EBEB9FF}" dt="2025-03-31T00:32:59.099" v="1880" actId="14100"/>
          <ac:spMkLst>
            <pc:docMk/>
            <pc:sldMk cId="645783760" sldId="257"/>
            <ac:spMk id="2773" creationId="{2C522EDB-2F2C-B404-BD68-25EC6C52E9F2}"/>
          </ac:spMkLst>
        </pc:spChg>
        <pc:spChg chg="mod">
          <ac:chgData name="Dobra, Edgar" userId="73d6a325-d5a7-46bb-866c-7bed3cbe8117" providerId="ADAL" clId="{338BBBAA-0322-46EC-B7C9-86413EBEB9FF}" dt="2025-03-31T00:33:03.842" v="1881" actId="14100"/>
          <ac:spMkLst>
            <pc:docMk/>
            <pc:sldMk cId="645783760" sldId="257"/>
            <ac:spMk id="2774" creationId="{FA35E812-4EDA-AAD7-6F20-CDF5F1D07330}"/>
          </ac:spMkLst>
        </pc:spChg>
        <pc:spChg chg="mod">
          <ac:chgData name="Dobra, Edgar" userId="73d6a325-d5a7-46bb-866c-7bed3cbe8117" providerId="ADAL" clId="{338BBBAA-0322-46EC-B7C9-86413EBEB9FF}" dt="2025-03-31T00:29:24.649" v="1852"/>
          <ac:spMkLst>
            <pc:docMk/>
            <pc:sldMk cId="645783760" sldId="257"/>
            <ac:spMk id="2778" creationId="{7A8082A6-C151-9A7E-A860-DED3B2F2ECC6}"/>
          </ac:spMkLst>
        </pc:spChg>
        <pc:spChg chg="mod">
          <ac:chgData name="Dobra, Edgar" userId="73d6a325-d5a7-46bb-866c-7bed3cbe8117" providerId="ADAL" clId="{338BBBAA-0322-46EC-B7C9-86413EBEB9FF}" dt="2025-03-31T00:33:19.569" v="1885" actId="14100"/>
          <ac:spMkLst>
            <pc:docMk/>
            <pc:sldMk cId="645783760" sldId="257"/>
            <ac:spMk id="2779" creationId="{A88BDD7A-5F85-F208-2F70-BC128FE4A2F1}"/>
          </ac:spMkLst>
        </pc:spChg>
        <pc:spChg chg="mod">
          <ac:chgData name="Dobra, Edgar" userId="73d6a325-d5a7-46bb-866c-7bed3cbe8117" providerId="ADAL" clId="{338BBBAA-0322-46EC-B7C9-86413EBEB9FF}" dt="2025-03-31T00:33:14.545" v="1884" actId="14100"/>
          <ac:spMkLst>
            <pc:docMk/>
            <pc:sldMk cId="645783760" sldId="257"/>
            <ac:spMk id="2780" creationId="{2E86091F-174C-33B7-61C0-2B777C6C6CCD}"/>
          </ac:spMkLst>
        </pc:spChg>
        <pc:spChg chg="mod">
          <ac:chgData name="Dobra, Edgar" userId="73d6a325-d5a7-46bb-866c-7bed3cbe8117" providerId="ADAL" clId="{338BBBAA-0322-46EC-B7C9-86413EBEB9FF}" dt="2025-03-31T00:33:10.998" v="1883" actId="14100"/>
          <ac:spMkLst>
            <pc:docMk/>
            <pc:sldMk cId="645783760" sldId="257"/>
            <ac:spMk id="2781" creationId="{D99EAE70-89E4-1E96-4258-4AFF2DBF8203}"/>
          </ac:spMkLst>
        </pc:spChg>
        <pc:spChg chg="mod">
          <ac:chgData name="Dobra, Edgar" userId="73d6a325-d5a7-46bb-866c-7bed3cbe8117" providerId="ADAL" clId="{338BBBAA-0322-46EC-B7C9-86413EBEB9FF}" dt="2025-03-31T00:33:08.517" v="1882" actId="14100"/>
          <ac:spMkLst>
            <pc:docMk/>
            <pc:sldMk cId="645783760" sldId="257"/>
            <ac:spMk id="2782" creationId="{D5F878C5-728C-8D82-7457-F87AFDB679FA}"/>
          </ac:spMkLst>
        </pc:spChg>
        <pc:spChg chg="mod">
          <ac:chgData name="Dobra, Edgar" userId="73d6a325-d5a7-46bb-866c-7bed3cbe8117" providerId="ADAL" clId="{338BBBAA-0322-46EC-B7C9-86413EBEB9FF}" dt="2025-03-31T00:33:21.949" v="1886" actId="14100"/>
          <ac:spMkLst>
            <pc:docMk/>
            <pc:sldMk cId="645783760" sldId="257"/>
            <ac:spMk id="2784" creationId="{A5F819E9-313B-07A3-7C86-2A94257CD447}"/>
          </ac:spMkLst>
        </pc:spChg>
        <pc:spChg chg="mod">
          <ac:chgData name="Dobra, Edgar" userId="73d6a325-d5a7-46bb-866c-7bed3cbe8117" providerId="ADAL" clId="{338BBBAA-0322-46EC-B7C9-86413EBEB9FF}" dt="2025-03-31T00:29:24.649" v="1852"/>
          <ac:spMkLst>
            <pc:docMk/>
            <pc:sldMk cId="645783760" sldId="257"/>
            <ac:spMk id="2785" creationId="{E1ED3EDD-C26C-F27B-9D3A-017717BB2769}"/>
          </ac:spMkLst>
        </pc:spChg>
        <pc:spChg chg="add mod">
          <ac:chgData name="Dobra, Edgar" userId="73d6a325-d5a7-46bb-866c-7bed3cbe8117" providerId="ADAL" clId="{338BBBAA-0322-46EC-B7C9-86413EBEB9FF}" dt="2025-03-31T18:36:59.332" v="4839" actId="14100"/>
          <ac:spMkLst>
            <pc:docMk/>
            <pc:sldMk cId="645783760" sldId="257"/>
            <ac:spMk id="2788" creationId="{3CACA5F1-4661-67A3-7981-0EDFAD33F64C}"/>
          </ac:spMkLst>
        </pc:spChg>
        <pc:spChg chg="add del mod">
          <ac:chgData name="Dobra, Edgar" userId="73d6a325-d5a7-46bb-866c-7bed3cbe8117" providerId="ADAL" clId="{338BBBAA-0322-46EC-B7C9-86413EBEB9FF}" dt="2025-03-31T18:39:01.319" v="4902" actId="478"/>
          <ac:spMkLst>
            <pc:docMk/>
            <pc:sldMk cId="645783760" sldId="257"/>
            <ac:spMk id="2791" creationId="{AA7835C9-FBD0-C567-4BCA-F898E75044A5}"/>
          </ac:spMkLst>
        </pc:spChg>
        <pc:spChg chg="mod">
          <ac:chgData name="Dobra, Edgar" userId="73d6a325-d5a7-46bb-866c-7bed3cbe8117" providerId="ADAL" clId="{338BBBAA-0322-46EC-B7C9-86413EBEB9FF}" dt="2025-03-31T00:38:58.558" v="1940" actId="165"/>
          <ac:spMkLst>
            <pc:docMk/>
            <pc:sldMk cId="645783760" sldId="257"/>
            <ac:spMk id="2795" creationId="{B49BCA29-30D7-427D-1403-CCAC8BB5DA48}"/>
          </ac:spMkLst>
        </pc:spChg>
        <pc:spChg chg="add mod">
          <ac:chgData name="Dobra, Edgar" userId="73d6a325-d5a7-46bb-866c-7bed3cbe8117" providerId="ADAL" clId="{338BBBAA-0322-46EC-B7C9-86413EBEB9FF}" dt="2025-03-31T18:42:34.533" v="4962" actId="20577"/>
          <ac:spMkLst>
            <pc:docMk/>
            <pc:sldMk cId="645783760" sldId="257"/>
            <ac:spMk id="2801" creationId="{AF1C8611-3DAB-5190-AC32-D202EFB33773}"/>
          </ac:spMkLst>
        </pc:spChg>
        <pc:spChg chg="add mod">
          <ac:chgData name="Dobra, Edgar" userId="73d6a325-d5a7-46bb-866c-7bed3cbe8117" providerId="ADAL" clId="{338BBBAA-0322-46EC-B7C9-86413EBEB9FF}" dt="2025-03-31T18:42:28.991" v="4958" actId="20577"/>
          <ac:spMkLst>
            <pc:docMk/>
            <pc:sldMk cId="645783760" sldId="257"/>
            <ac:spMk id="2802" creationId="{BD2EBDC1-631B-59FE-A2D1-7A26DB1A74B4}"/>
          </ac:spMkLst>
        </pc:spChg>
        <pc:spChg chg="mod">
          <ac:chgData name="Dobra, Edgar" userId="73d6a325-d5a7-46bb-866c-7bed3cbe8117" providerId="ADAL" clId="{338BBBAA-0322-46EC-B7C9-86413EBEB9FF}" dt="2025-03-31T00:38:58.558" v="1940" actId="165"/>
          <ac:spMkLst>
            <pc:docMk/>
            <pc:sldMk cId="645783760" sldId="257"/>
            <ac:spMk id="2802" creationId="{FDC0E061-1053-3EA5-9AD6-430624B1F677}"/>
          </ac:spMkLst>
        </pc:spChg>
        <pc:spChg chg="add mod">
          <ac:chgData name="Dobra, Edgar" userId="73d6a325-d5a7-46bb-866c-7bed3cbe8117" providerId="ADAL" clId="{338BBBAA-0322-46EC-B7C9-86413EBEB9FF}" dt="2025-03-31T18:18:04.264" v="4424" actId="14100"/>
          <ac:spMkLst>
            <pc:docMk/>
            <pc:sldMk cId="645783760" sldId="257"/>
            <ac:spMk id="2803" creationId="{16B30AC9-CE83-333A-3936-349F43EF5EE6}"/>
          </ac:spMkLst>
        </pc:spChg>
        <pc:spChg chg="mod">
          <ac:chgData name="Dobra, Edgar" userId="73d6a325-d5a7-46bb-866c-7bed3cbe8117" providerId="ADAL" clId="{338BBBAA-0322-46EC-B7C9-86413EBEB9FF}" dt="2025-03-31T00:38:58.558" v="1940" actId="165"/>
          <ac:spMkLst>
            <pc:docMk/>
            <pc:sldMk cId="645783760" sldId="257"/>
            <ac:spMk id="2803" creationId="{FCA579EF-5DAD-BEDD-9DDA-1607C59CF076}"/>
          </ac:spMkLst>
        </pc:spChg>
        <pc:spChg chg="add mod">
          <ac:chgData name="Dobra, Edgar" userId="73d6a325-d5a7-46bb-866c-7bed3cbe8117" providerId="ADAL" clId="{338BBBAA-0322-46EC-B7C9-86413EBEB9FF}" dt="2025-03-31T18:18:18.189" v="4427" actId="1076"/>
          <ac:spMkLst>
            <pc:docMk/>
            <pc:sldMk cId="645783760" sldId="257"/>
            <ac:spMk id="2804" creationId="{3805F999-F8A9-3EA3-FFF9-65D6C34FAD1D}"/>
          </ac:spMkLst>
        </pc:spChg>
        <pc:spChg chg="add mod">
          <ac:chgData name="Dobra, Edgar" userId="73d6a325-d5a7-46bb-866c-7bed3cbe8117" providerId="ADAL" clId="{338BBBAA-0322-46EC-B7C9-86413EBEB9FF}" dt="2025-03-31T18:29:09.707" v="4636" actId="404"/>
          <ac:spMkLst>
            <pc:docMk/>
            <pc:sldMk cId="645783760" sldId="257"/>
            <ac:spMk id="2807" creationId="{85594EC1-A67E-F2BB-42BF-E12F8BDB1A26}"/>
          </ac:spMkLst>
        </pc:spChg>
        <pc:spChg chg="add mod">
          <ac:chgData name="Dobra, Edgar" userId="73d6a325-d5a7-46bb-866c-7bed3cbe8117" providerId="ADAL" clId="{338BBBAA-0322-46EC-B7C9-86413EBEB9FF}" dt="2025-04-01T00:17:50.634" v="6814" actId="20577"/>
          <ac:spMkLst>
            <pc:docMk/>
            <pc:sldMk cId="645783760" sldId="257"/>
            <ac:spMk id="2809" creationId="{C4768FFD-C030-031F-3628-CCA05273C2D5}"/>
          </ac:spMkLst>
        </pc:spChg>
        <pc:spChg chg="mod">
          <ac:chgData name="Dobra, Edgar" userId="73d6a325-d5a7-46bb-866c-7bed3cbe8117" providerId="ADAL" clId="{338BBBAA-0322-46EC-B7C9-86413EBEB9FF}" dt="2025-03-31T00:38:58.558" v="1940" actId="165"/>
          <ac:spMkLst>
            <pc:docMk/>
            <pc:sldMk cId="645783760" sldId="257"/>
            <ac:spMk id="2810" creationId="{500AC282-6386-40B5-FA25-35D8AF2DE3D5}"/>
          </ac:spMkLst>
        </pc:spChg>
        <pc:spChg chg="add mod">
          <ac:chgData name="Dobra, Edgar" userId="73d6a325-d5a7-46bb-866c-7bed3cbe8117" providerId="ADAL" clId="{338BBBAA-0322-46EC-B7C9-86413EBEB9FF}" dt="2025-03-31T18:29:20.172" v="4638" actId="404"/>
          <ac:spMkLst>
            <pc:docMk/>
            <pc:sldMk cId="645783760" sldId="257"/>
            <ac:spMk id="2812" creationId="{E31065CA-00A3-8380-AB95-F8FD50E65772}"/>
          </ac:spMkLst>
        </pc:spChg>
        <pc:spChg chg="add del mod">
          <ac:chgData name="Dobra, Edgar" userId="73d6a325-d5a7-46bb-866c-7bed3cbe8117" providerId="ADAL" clId="{338BBBAA-0322-46EC-B7C9-86413EBEB9FF}" dt="2025-03-31T18:20:16.537" v="4519" actId="478"/>
          <ac:spMkLst>
            <pc:docMk/>
            <pc:sldMk cId="645783760" sldId="257"/>
            <ac:spMk id="2815" creationId="{98F740E3-57CA-F458-FBEE-D42734FA4FDE}"/>
          </ac:spMkLst>
        </pc:spChg>
        <pc:spChg chg="mod">
          <ac:chgData name="Dobra, Edgar" userId="73d6a325-d5a7-46bb-866c-7bed3cbe8117" providerId="ADAL" clId="{338BBBAA-0322-46EC-B7C9-86413EBEB9FF}" dt="2025-03-31T00:38:58.558" v="1940" actId="165"/>
          <ac:spMkLst>
            <pc:docMk/>
            <pc:sldMk cId="645783760" sldId="257"/>
            <ac:spMk id="2825" creationId="{39E93B40-EDFE-F580-F018-5C3BDD4F851A}"/>
          </ac:spMkLst>
        </pc:spChg>
        <pc:spChg chg="mod">
          <ac:chgData name="Dobra, Edgar" userId="73d6a325-d5a7-46bb-866c-7bed3cbe8117" providerId="ADAL" clId="{338BBBAA-0322-46EC-B7C9-86413EBEB9FF}" dt="2025-03-31T00:38:58.558" v="1940" actId="165"/>
          <ac:spMkLst>
            <pc:docMk/>
            <pc:sldMk cId="645783760" sldId="257"/>
            <ac:spMk id="2831" creationId="{D36D5CD4-78DF-A5DE-6C88-CA1A850DBBFF}"/>
          </ac:spMkLst>
        </pc:spChg>
        <pc:spChg chg="mod">
          <ac:chgData name="Dobra, Edgar" userId="73d6a325-d5a7-46bb-866c-7bed3cbe8117" providerId="ADAL" clId="{338BBBAA-0322-46EC-B7C9-86413EBEB9FF}" dt="2025-03-31T00:38:58.558" v="1940" actId="165"/>
          <ac:spMkLst>
            <pc:docMk/>
            <pc:sldMk cId="645783760" sldId="257"/>
            <ac:spMk id="2835" creationId="{23C2929B-19B5-BB5E-5A80-9C689C9066F1}"/>
          </ac:spMkLst>
        </pc:spChg>
        <pc:spChg chg="mod">
          <ac:chgData name="Dobra, Edgar" userId="73d6a325-d5a7-46bb-866c-7bed3cbe8117" providerId="ADAL" clId="{338BBBAA-0322-46EC-B7C9-86413EBEB9FF}" dt="2025-03-31T00:50:51.986" v="2083" actId="571"/>
          <ac:spMkLst>
            <pc:docMk/>
            <pc:sldMk cId="645783760" sldId="257"/>
            <ac:spMk id="2842" creationId="{2F9C9F57-E9C3-11C7-38AF-4E4A0C23BD7A}"/>
          </ac:spMkLst>
        </pc:spChg>
        <pc:spChg chg="del">
          <ac:chgData name="Dobra, Edgar" userId="73d6a325-d5a7-46bb-866c-7bed3cbe8117" providerId="ADAL" clId="{338BBBAA-0322-46EC-B7C9-86413EBEB9FF}" dt="2025-03-31T00:49:13.116" v="2060" actId="478"/>
          <ac:spMkLst>
            <pc:docMk/>
            <pc:sldMk cId="645783760" sldId="257"/>
            <ac:spMk id="2843" creationId="{0270DC1E-4A1F-9B22-8A2B-B6E3FD614E67}"/>
          </ac:spMkLst>
        </pc:spChg>
        <pc:spChg chg="mod">
          <ac:chgData name="Dobra, Edgar" userId="73d6a325-d5a7-46bb-866c-7bed3cbe8117" providerId="ADAL" clId="{338BBBAA-0322-46EC-B7C9-86413EBEB9FF}" dt="2025-03-31T00:50:51.986" v="2083" actId="571"/>
          <ac:spMkLst>
            <pc:docMk/>
            <pc:sldMk cId="645783760" sldId="257"/>
            <ac:spMk id="2844" creationId="{748C3E5E-8C91-4EEB-19E0-F5F0994D5087}"/>
          </ac:spMkLst>
        </pc:spChg>
        <pc:spChg chg="del mod">
          <ac:chgData name="Dobra, Edgar" userId="73d6a325-d5a7-46bb-866c-7bed3cbe8117" providerId="ADAL" clId="{338BBBAA-0322-46EC-B7C9-86413EBEB9FF}" dt="2025-03-31T00:49:17.532" v="2061" actId="478"/>
          <ac:spMkLst>
            <pc:docMk/>
            <pc:sldMk cId="645783760" sldId="257"/>
            <ac:spMk id="2845" creationId="{0AE10477-2E1C-B93D-C61C-B9C6D472BFC5}"/>
          </ac:spMkLst>
        </pc:spChg>
        <pc:spChg chg="del">
          <ac:chgData name="Dobra, Edgar" userId="73d6a325-d5a7-46bb-866c-7bed3cbe8117" providerId="ADAL" clId="{338BBBAA-0322-46EC-B7C9-86413EBEB9FF}" dt="2025-03-31T00:49:19.933" v="2062" actId="478"/>
          <ac:spMkLst>
            <pc:docMk/>
            <pc:sldMk cId="645783760" sldId="257"/>
            <ac:spMk id="2846" creationId="{B7E39FD1-9372-DB74-64A4-C82551112BAC}"/>
          </ac:spMkLst>
        </pc:spChg>
        <pc:spChg chg="mod">
          <ac:chgData name="Dobra, Edgar" userId="73d6a325-d5a7-46bb-866c-7bed3cbe8117" providerId="ADAL" clId="{338BBBAA-0322-46EC-B7C9-86413EBEB9FF}" dt="2025-03-31T00:50:51.986" v="2083" actId="571"/>
          <ac:spMkLst>
            <pc:docMk/>
            <pc:sldMk cId="645783760" sldId="257"/>
            <ac:spMk id="2847" creationId="{C8ACCA12-A54E-22E2-F90E-898142AE2948}"/>
          </ac:spMkLst>
        </pc:spChg>
        <pc:spChg chg="del">
          <ac:chgData name="Dobra, Edgar" userId="73d6a325-d5a7-46bb-866c-7bed3cbe8117" providerId="ADAL" clId="{338BBBAA-0322-46EC-B7C9-86413EBEB9FF}" dt="2025-03-31T00:50:18.102" v="2074" actId="478"/>
          <ac:spMkLst>
            <pc:docMk/>
            <pc:sldMk cId="645783760" sldId="257"/>
            <ac:spMk id="2848" creationId="{A663559B-72F5-CE0E-9814-A80C9B0D27A3}"/>
          </ac:spMkLst>
        </pc:spChg>
        <pc:spChg chg="mod">
          <ac:chgData name="Dobra, Edgar" userId="73d6a325-d5a7-46bb-866c-7bed3cbe8117" providerId="ADAL" clId="{338BBBAA-0322-46EC-B7C9-86413EBEB9FF}" dt="2025-03-31T00:50:39.663" v="2078" actId="1076"/>
          <ac:spMkLst>
            <pc:docMk/>
            <pc:sldMk cId="645783760" sldId="257"/>
            <ac:spMk id="2850" creationId="{EBD5C1AB-2CC0-A4BE-1FDE-19405E2ACD2A}"/>
          </ac:spMkLst>
        </pc:spChg>
        <pc:spChg chg="mod">
          <ac:chgData name="Dobra, Edgar" userId="73d6a325-d5a7-46bb-866c-7bed3cbe8117" providerId="ADAL" clId="{338BBBAA-0322-46EC-B7C9-86413EBEB9FF}" dt="2025-03-31T00:51:12.801" v="2088" actId="688"/>
          <ac:spMkLst>
            <pc:docMk/>
            <pc:sldMk cId="645783760" sldId="257"/>
            <ac:spMk id="2851" creationId="{F6044D3D-9E97-1DDD-2196-B19FF762FBF2}"/>
          </ac:spMkLst>
        </pc:spChg>
        <pc:spChg chg="mod">
          <ac:chgData name="Dobra, Edgar" userId="73d6a325-d5a7-46bb-866c-7bed3cbe8117" providerId="ADAL" clId="{338BBBAA-0322-46EC-B7C9-86413EBEB9FF}" dt="2025-03-31T00:50:51.986" v="2083" actId="571"/>
          <ac:spMkLst>
            <pc:docMk/>
            <pc:sldMk cId="645783760" sldId="257"/>
            <ac:spMk id="2852" creationId="{32164D2E-3DF8-6448-FC8F-00244159B796}"/>
          </ac:spMkLst>
        </pc:spChg>
        <pc:spChg chg="del">
          <ac:chgData name="Dobra, Edgar" userId="73d6a325-d5a7-46bb-866c-7bed3cbe8117" providerId="ADAL" clId="{338BBBAA-0322-46EC-B7C9-86413EBEB9FF}" dt="2025-03-31T00:49:30.375" v="2065" actId="478"/>
          <ac:spMkLst>
            <pc:docMk/>
            <pc:sldMk cId="645783760" sldId="257"/>
            <ac:spMk id="2853" creationId="{19EFA067-AE00-36E7-4B38-3D3BAFDBF32D}"/>
          </ac:spMkLst>
        </pc:spChg>
        <pc:spChg chg="del">
          <ac:chgData name="Dobra, Edgar" userId="73d6a325-d5a7-46bb-866c-7bed3cbe8117" providerId="ADAL" clId="{338BBBAA-0322-46EC-B7C9-86413EBEB9FF}" dt="2025-03-31T00:49:28.102" v="2064" actId="478"/>
          <ac:spMkLst>
            <pc:docMk/>
            <pc:sldMk cId="645783760" sldId="257"/>
            <ac:spMk id="2854" creationId="{1B242B46-6B98-85F6-0BB7-D4E2B49295FB}"/>
          </ac:spMkLst>
        </pc:spChg>
        <pc:spChg chg="mod">
          <ac:chgData name="Dobra, Edgar" userId="73d6a325-d5a7-46bb-866c-7bed3cbe8117" providerId="ADAL" clId="{338BBBAA-0322-46EC-B7C9-86413EBEB9FF}" dt="2025-03-31T00:50:51.986" v="2083" actId="571"/>
          <ac:spMkLst>
            <pc:docMk/>
            <pc:sldMk cId="645783760" sldId="257"/>
            <ac:spMk id="2855" creationId="{6F63916D-9309-4666-5EA5-47495C919B1F}"/>
          </ac:spMkLst>
        </pc:spChg>
        <pc:spChg chg="del">
          <ac:chgData name="Dobra, Edgar" userId="73d6a325-d5a7-46bb-866c-7bed3cbe8117" providerId="ADAL" clId="{338BBBAA-0322-46EC-B7C9-86413EBEB9FF}" dt="2025-03-31T00:49:24.737" v="2063" actId="478"/>
          <ac:spMkLst>
            <pc:docMk/>
            <pc:sldMk cId="645783760" sldId="257"/>
            <ac:spMk id="2856" creationId="{0BB5FD59-A12A-DBD2-BB44-3E14793C0CE6}"/>
          </ac:spMkLst>
        </pc:spChg>
        <pc:spChg chg="mod">
          <ac:chgData name="Dobra, Edgar" userId="73d6a325-d5a7-46bb-866c-7bed3cbe8117" providerId="ADAL" clId="{338BBBAA-0322-46EC-B7C9-86413EBEB9FF}" dt="2025-03-31T00:51:21.046" v="2089" actId="1076"/>
          <ac:spMkLst>
            <pc:docMk/>
            <pc:sldMk cId="645783760" sldId="257"/>
            <ac:spMk id="2857" creationId="{2DA23551-7751-1802-7FB4-83C30939E64B}"/>
          </ac:spMkLst>
        </pc:spChg>
        <pc:spChg chg="del">
          <ac:chgData name="Dobra, Edgar" userId="73d6a325-d5a7-46bb-866c-7bed3cbe8117" providerId="ADAL" clId="{338BBBAA-0322-46EC-B7C9-86413EBEB9FF}" dt="2025-03-31T00:50:42.560" v="2079" actId="478"/>
          <ac:spMkLst>
            <pc:docMk/>
            <pc:sldMk cId="645783760" sldId="257"/>
            <ac:spMk id="2858" creationId="{E1626ECC-6720-CF79-12B0-B6E1B2F89354}"/>
          </ac:spMkLst>
        </pc:spChg>
        <pc:spChg chg="mod">
          <ac:chgData name="Dobra, Edgar" userId="73d6a325-d5a7-46bb-866c-7bed3cbe8117" providerId="ADAL" clId="{338BBBAA-0322-46EC-B7C9-86413EBEB9FF}" dt="2025-03-31T00:50:51.986" v="2083" actId="571"/>
          <ac:spMkLst>
            <pc:docMk/>
            <pc:sldMk cId="645783760" sldId="257"/>
            <ac:spMk id="2859" creationId="{DAF306F7-A190-B23A-C941-D5546F8C3A7A}"/>
          </ac:spMkLst>
        </pc:spChg>
        <pc:spChg chg="mod">
          <ac:chgData name="Dobra, Edgar" userId="73d6a325-d5a7-46bb-866c-7bed3cbe8117" providerId="ADAL" clId="{338BBBAA-0322-46EC-B7C9-86413EBEB9FF}" dt="2025-03-31T00:51:06.015" v="2086" actId="1076"/>
          <ac:spMkLst>
            <pc:docMk/>
            <pc:sldMk cId="645783760" sldId="257"/>
            <ac:spMk id="2860" creationId="{1332C03D-E85C-4231-9820-374C1974B18C}"/>
          </ac:spMkLst>
        </pc:spChg>
        <pc:spChg chg="mod">
          <ac:chgData name="Dobra, Edgar" userId="73d6a325-d5a7-46bb-866c-7bed3cbe8117" providerId="ADAL" clId="{338BBBAA-0322-46EC-B7C9-86413EBEB9FF}" dt="2025-03-31T00:50:51.986" v="2083" actId="571"/>
          <ac:spMkLst>
            <pc:docMk/>
            <pc:sldMk cId="645783760" sldId="257"/>
            <ac:spMk id="2861" creationId="{EE7013EC-0232-BF9B-66D2-409BF485528D}"/>
          </ac:spMkLst>
        </pc:spChg>
        <pc:spChg chg="mod">
          <ac:chgData name="Dobra, Edgar" userId="73d6a325-d5a7-46bb-866c-7bed3cbe8117" providerId="ADAL" clId="{338BBBAA-0322-46EC-B7C9-86413EBEB9FF}" dt="2025-03-31T00:50:51.986" v="2083" actId="571"/>
          <ac:spMkLst>
            <pc:docMk/>
            <pc:sldMk cId="645783760" sldId="257"/>
            <ac:spMk id="2862" creationId="{1AD7DB15-611B-CE71-3313-91220D7156D0}"/>
          </ac:spMkLst>
        </pc:spChg>
        <pc:spChg chg="mod">
          <ac:chgData name="Dobra, Edgar" userId="73d6a325-d5a7-46bb-866c-7bed3cbe8117" providerId="ADAL" clId="{338BBBAA-0322-46EC-B7C9-86413EBEB9FF}" dt="2025-03-31T00:50:51.986" v="2083" actId="571"/>
          <ac:spMkLst>
            <pc:docMk/>
            <pc:sldMk cId="645783760" sldId="257"/>
            <ac:spMk id="2863" creationId="{911A52A4-3658-95BA-02D4-3501EE6AA665}"/>
          </ac:spMkLst>
        </pc:spChg>
        <pc:spChg chg="add mod">
          <ac:chgData name="Dobra, Edgar" userId="73d6a325-d5a7-46bb-866c-7bed3cbe8117" providerId="ADAL" clId="{338BBBAA-0322-46EC-B7C9-86413EBEB9FF}" dt="2025-03-31T15:42:04.271" v="3915" actId="20577"/>
          <ac:spMkLst>
            <pc:docMk/>
            <pc:sldMk cId="645783760" sldId="257"/>
            <ac:spMk id="2864" creationId="{0C788A52-25BD-F637-F33C-8E7224E5F222}"/>
          </ac:spMkLst>
        </pc:spChg>
        <pc:spChg chg="add del mod">
          <ac:chgData name="Dobra, Edgar" userId="73d6a325-d5a7-46bb-866c-7bed3cbe8117" providerId="ADAL" clId="{338BBBAA-0322-46EC-B7C9-86413EBEB9FF}" dt="2025-03-31T00:49:36.122" v="2067" actId="478"/>
          <ac:spMkLst>
            <pc:docMk/>
            <pc:sldMk cId="645783760" sldId="257"/>
            <ac:spMk id="2866" creationId="{A79151BA-A4F9-D71A-660C-84B901624D9E}"/>
          </ac:spMkLst>
        </pc:spChg>
        <pc:spChg chg="mod">
          <ac:chgData name="Dobra, Edgar" userId="73d6a325-d5a7-46bb-866c-7bed3cbe8117" providerId="ADAL" clId="{338BBBAA-0322-46EC-B7C9-86413EBEB9FF}" dt="2025-03-31T00:44:17.565" v="1996" actId="1076"/>
          <ac:spMkLst>
            <pc:docMk/>
            <pc:sldMk cId="645783760" sldId="257"/>
            <ac:spMk id="2867" creationId="{0BD64500-62ED-F37E-2B4E-F98747A05A21}"/>
          </ac:spMkLst>
        </pc:spChg>
        <pc:spChg chg="del mod">
          <ac:chgData name="Dobra, Edgar" userId="73d6a325-d5a7-46bb-866c-7bed3cbe8117" providerId="ADAL" clId="{338BBBAA-0322-46EC-B7C9-86413EBEB9FF}" dt="2025-03-31T00:49:56.743" v="2072" actId="478"/>
          <ac:spMkLst>
            <pc:docMk/>
            <pc:sldMk cId="645783760" sldId="257"/>
            <ac:spMk id="2868" creationId="{AEF696CB-0F96-950B-528D-80CB5C9C7B95}"/>
          </ac:spMkLst>
        </pc:spChg>
        <pc:spChg chg="mod">
          <ac:chgData name="Dobra, Edgar" userId="73d6a325-d5a7-46bb-866c-7bed3cbe8117" providerId="ADAL" clId="{338BBBAA-0322-46EC-B7C9-86413EBEB9FF}" dt="2025-03-31T00:44:56.474" v="2001"/>
          <ac:spMkLst>
            <pc:docMk/>
            <pc:sldMk cId="645783760" sldId="257"/>
            <ac:spMk id="2869" creationId="{5E160A0A-D6B6-5BF0-DD50-BABD9EF5747F}"/>
          </ac:spMkLst>
        </pc:spChg>
        <pc:spChg chg="del mod">
          <ac:chgData name="Dobra, Edgar" userId="73d6a325-d5a7-46bb-866c-7bed3cbe8117" providerId="ADAL" clId="{338BBBAA-0322-46EC-B7C9-86413EBEB9FF}" dt="2025-03-31T00:50:01.588" v="2073" actId="478"/>
          <ac:spMkLst>
            <pc:docMk/>
            <pc:sldMk cId="645783760" sldId="257"/>
            <ac:spMk id="2870" creationId="{1C7B6796-42B6-E40F-88D0-B3B88DDCEE37}"/>
          </ac:spMkLst>
        </pc:spChg>
        <pc:spChg chg="del">
          <ac:chgData name="Dobra, Edgar" userId="73d6a325-d5a7-46bb-866c-7bed3cbe8117" providerId="ADAL" clId="{338BBBAA-0322-46EC-B7C9-86413EBEB9FF}" dt="2025-03-31T00:49:51.170" v="2071" actId="478"/>
          <ac:spMkLst>
            <pc:docMk/>
            <pc:sldMk cId="645783760" sldId="257"/>
            <ac:spMk id="2871" creationId="{2C3F2E7B-54AC-2633-1614-2925220FBD07}"/>
          </ac:spMkLst>
        </pc:spChg>
        <pc:spChg chg="mod">
          <ac:chgData name="Dobra, Edgar" userId="73d6a325-d5a7-46bb-866c-7bed3cbe8117" providerId="ADAL" clId="{338BBBAA-0322-46EC-B7C9-86413EBEB9FF}" dt="2025-03-31T00:40:05.477" v="1955"/>
          <ac:spMkLst>
            <pc:docMk/>
            <pc:sldMk cId="645783760" sldId="257"/>
            <ac:spMk id="2872" creationId="{A25C993E-4DEA-8A71-4656-4F7801CF9420}"/>
          </ac:spMkLst>
        </pc:spChg>
        <pc:spChg chg="mod">
          <ac:chgData name="Dobra, Edgar" userId="73d6a325-d5a7-46bb-866c-7bed3cbe8117" providerId="ADAL" clId="{338BBBAA-0322-46EC-B7C9-86413EBEB9FF}" dt="2025-03-31T00:44:56.474" v="2001"/>
          <ac:spMkLst>
            <pc:docMk/>
            <pc:sldMk cId="645783760" sldId="257"/>
            <ac:spMk id="2873" creationId="{E68C7EC2-CC56-AE36-DC50-16A9CE7E395E}"/>
          </ac:spMkLst>
        </pc:spChg>
        <pc:spChg chg="mod">
          <ac:chgData name="Dobra, Edgar" userId="73d6a325-d5a7-46bb-866c-7bed3cbe8117" providerId="ADAL" clId="{338BBBAA-0322-46EC-B7C9-86413EBEB9FF}" dt="2025-03-31T00:43:19.288" v="1982" actId="1076"/>
          <ac:spMkLst>
            <pc:docMk/>
            <pc:sldMk cId="645783760" sldId="257"/>
            <ac:spMk id="2874" creationId="{53477895-CFFC-B522-A759-56600644082F}"/>
          </ac:spMkLst>
        </pc:spChg>
        <pc:spChg chg="mod">
          <ac:chgData name="Dobra, Edgar" userId="73d6a325-d5a7-46bb-866c-7bed3cbe8117" providerId="ADAL" clId="{338BBBAA-0322-46EC-B7C9-86413EBEB9FF}" dt="2025-03-31T00:43:28.008" v="1984" actId="1076"/>
          <ac:spMkLst>
            <pc:docMk/>
            <pc:sldMk cId="645783760" sldId="257"/>
            <ac:spMk id="2875" creationId="{7D57FF52-74A3-B19B-AAEB-E3E8C78216F8}"/>
          </ac:spMkLst>
        </pc:spChg>
        <pc:spChg chg="mod">
          <ac:chgData name="Dobra, Edgar" userId="73d6a325-d5a7-46bb-866c-7bed3cbe8117" providerId="ADAL" clId="{338BBBAA-0322-46EC-B7C9-86413EBEB9FF}" dt="2025-03-31T00:43:47.854" v="1990" actId="1076"/>
          <ac:spMkLst>
            <pc:docMk/>
            <pc:sldMk cId="645783760" sldId="257"/>
            <ac:spMk id="2876" creationId="{E46ECF42-60A3-9E9C-793B-B95A0C0F765B}"/>
          </ac:spMkLst>
        </pc:spChg>
        <pc:spChg chg="del mod">
          <ac:chgData name="Dobra, Edgar" userId="73d6a325-d5a7-46bb-866c-7bed3cbe8117" providerId="ADAL" clId="{338BBBAA-0322-46EC-B7C9-86413EBEB9FF}" dt="2025-03-31T00:43:55.225" v="1991" actId="478"/>
          <ac:spMkLst>
            <pc:docMk/>
            <pc:sldMk cId="645783760" sldId="257"/>
            <ac:spMk id="2877" creationId="{6972976A-85AD-9D38-3B45-2D10F2F52367}"/>
          </ac:spMkLst>
        </pc:spChg>
        <pc:spChg chg="add del">
          <ac:chgData name="Dobra, Edgar" userId="73d6a325-d5a7-46bb-866c-7bed3cbe8117" providerId="ADAL" clId="{338BBBAA-0322-46EC-B7C9-86413EBEB9FF}" dt="2025-03-31T00:49:42.121" v="2069" actId="478"/>
          <ac:spMkLst>
            <pc:docMk/>
            <pc:sldMk cId="645783760" sldId="257"/>
            <ac:spMk id="2878" creationId="{EDDF7192-D3C3-9625-25EC-56DE40F5519A}"/>
          </ac:spMkLst>
        </pc:spChg>
        <pc:spChg chg="del mod">
          <ac:chgData name="Dobra, Edgar" userId="73d6a325-d5a7-46bb-866c-7bed3cbe8117" providerId="ADAL" clId="{338BBBAA-0322-46EC-B7C9-86413EBEB9FF}" dt="2025-03-31T00:49:39.256" v="2068" actId="478"/>
          <ac:spMkLst>
            <pc:docMk/>
            <pc:sldMk cId="645783760" sldId="257"/>
            <ac:spMk id="2879" creationId="{073A2230-FF7E-6D2B-7228-0B65D5692635}"/>
          </ac:spMkLst>
        </pc:spChg>
        <pc:spChg chg="add del mod">
          <ac:chgData name="Dobra, Edgar" userId="73d6a325-d5a7-46bb-866c-7bed3cbe8117" providerId="ADAL" clId="{338BBBAA-0322-46EC-B7C9-86413EBEB9FF}" dt="2025-03-31T00:48:51.975" v="2053" actId="478"/>
          <ac:spMkLst>
            <pc:docMk/>
            <pc:sldMk cId="645783760" sldId="257"/>
            <ac:spMk id="2880" creationId="{466F75CA-89B1-0576-05E0-0DA760AF16E2}"/>
          </ac:spMkLst>
        </pc:spChg>
        <pc:spChg chg="del mod">
          <ac:chgData name="Dobra, Edgar" userId="73d6a325-d5a7-46bb-866c-7bed3cbe8117" providerId="ADAL" clId="{338BBBAA-0322-46EC-B7C9-86413EBEB9FF}" dt="2025-03-31T00:49:46.985" v="2070" actId="478"/>
          <ac:spMkLst>
            <pc:docMk/>
            <pc:sldMk cId="645783760" sldId="257"/>
            <ac:spMk id="2881" creationId="{8BB856CF-83B3-4AB4-CB23-14AE0664E55A}"/>
          </ac:spMkLst>
        </pc:spChg>
        <pc:spChg chg="mod">
          <ac:chgData name="Dobra, Edgar" userId="73d6a325-d5a7-46bb-866c-7bed3cbe8117" providerId="ADAL" clId="{338BBBAA-0322-46EC-B7C9-86413EBEB9FF}" dt="2025-03-31T00:42:52.083" v="1976" actId="1076"/>
          <ac:spMkLst>
            <pc:docMk/>
            <pc:sldMk cId="645783760" sldId="257"/>
            <ac:spMk id="2882" creationId="{E2E59958-E514-4B1C-CA3F-291E140FAB39}"/>
          </ac:spMkLst>
        </pc:spChg>
        <pc:spChg chg="mod">
          <ac:chgData name="Dobra, Edgar" userId="73d6a325-d5a7-46bb-866c-7bed3cbe8117" providerId="ADAL" clId="{338BBBAA-0322-46EC-B7C9-86413EBEB9FF}" dt="2025-03-31T00:43:12.152" v="1980" actId="1076"/>
          <ac:spMkLst>
            <pc:docMk/>
            <pc:sldMk cId="645783760" sldId="257"/>
            <ac:spMk id="2883" creationId="{7D6E946A-3930-064D-5146-2C08FB89637F}"/>
          </ac:spMkLst>
        </pc:spChg>
        <pc:spChg chg="del mod">
          <ac:chgData name="Dobra, Edgar" userId="73d6a325-d5a7-46bb-866c-7bed3cbe8117" providerId="ADAL" clId="{338BBBAA-0322-46EC-B7C9-86413EBEB9FF}" dt="2025-03-31T00:43:59.905" v="1993" actId="478"/>
          <ac:spMkLst>
            <pc:docMk/>
            <pc:sldMk cId="645783760" sldId="257"/>
            <ac:spMk id="2884" creationId="{BE3D10E5-2E1E-9382-3E56-0805F2CDEA5E}"/>
          </ac:spMkLst>
        </pc:spChg>
        <pc:spChg chg="del">
          <ac:chgData name="Dobra, Edgar" userId="73d6a325-d5a7-46bb-866c-7bed3cbe8117" providerId="ADAL" clId="{338BBBAA-0322-46EC-B7C9-86413EBEB9FF}" dt="2025-03-31T00:43:57.429" v="1992" actId="478"/>
          <ac:spMkLst>
            <pc:docMk/>
            <pc:sldMk cId="645783760" sldId="257"/>
            <ac:spMk id="2885" creationId="{5DBB8F50-3672-F7E7-6B28-406B79DEA01D}"/>
          </ac:spMkLst>
        </pc:spChg>
        <pc:spChg chg="mod">
          <ac:chgData name="Dobra, Edgar" userId="73d6a325-d5a7-46bb-866c-7bed3cbe8117" providerId="ADAL" clId="{338BBBAA-0322-46EC-B7C9-86413EBEB9FF}" dt="2025-03-31T00:44:56.474" v="2001"/>
          <ac:spMkLst>
            <pc:docMk/>
            <pc:sldMk cId="645783760" sldId="257"/>
            <ac:spMk id="2886" creationId="{B7F713A9-94C8-394C-AE70-91C9AF6FEB35}"/>
          </ac:spMkLst>
        </pc:spChg>
        <pc:spChg chg="mod">
          <ac:chgData name="Dobra, Edgar" userId="73d6a325-d5a7-46bb-866c-7bed3cbe8117" providerId="ADAL" clId="{338BBBAA-0322-46EC-B7C9-86413EBEB9FF}" dt="2025-03-31T00:41:29.346" v="1966" actId="688"/>
          <ac:spMkLst>
            <pc:docMk/>
            <pc:sldMk cId="645783760" sldId="257"/>
            <ac:spMk id="2887" creationId="{3CBE1F43-8015-3A7F-F73B-5D4711274F4F}"/>
          </ac:spMkLst>
        </pc:spChg>
        <pc:spChg chg="mod ord">
          <ac:chgData name="Dobra, Edgar" userId="73d6a325-d5a7-46bb-866c-7bed3cbe8117" providerId="ADAL" clId="{338BBBAA-0322-46EC-B7C9-86413EBEB9FF}" dt="2025-03-31T00:45:33.216" v="2008" actId="166"/>
          <ac:spMkLst>
            <pc:docMk/>
            <pc:sldMk cId="645783760" sldId="257"/>
            <ac:spMk id="2888" creationId="{E1DE9B56-2D12-414A-362C-0B0534E59C73}"/>
          </ac:spMkLst>
        </pc:spChg>
        <pc:spChg chg="mod">
          <ac:chgData name="Dobra, Edgar" userId="73d6a325-d5a7-46bb-866c-7bed3cbe8117" providerId="ADAL" clId="{338BBBAA-0322-46EC-B7C9-86413EBEB9FF}" dt="2025-03-31T00:39:53.939" v="1952" actId="1076"/>
          <ac:spMkLst>
            <pc:docMk/>
            <pc:sldMk cId="645783760" sldId="257"/>
            <ac:spMk id="2889" creationId="{F8734FA4-49A2-E9CF-B07D-B42836B896AC}"/>
          </ac:spMkLst>
        </pc:spChg>
        <pc:spChg chg="mod">
          <ac:chgData name="Dobra, Edgar" userId="73d6a325-d5a7-46bb-866c-7bed3cbe8117" providerId="ADAL" clId="{338BBBAA-0322-46EC-B7C9-86413EBEB9FF}" dt="2025-03-31T00:41:49.025" v="1969" actId="1076"/>
          <ac:spMkLst>
            <pc:docMk/>
            <pc:sldMk cId="645783760" sldId="257"/>
            <ac:spMk id="2892" creationId="{8BAC3807-640E-2A9E-63F2-FEAABE05AB56}"/>
          </ac:spMkLst>
        </pc:spChg>
        <pc:spChg chg="mod">
          <ac:chgData name="Dobra, Edgar" userId="73d6a325-d5a7-46bb-866c-7bed3cbe8117" providerId="ADAL" clId="{338BBBAA-0322-46EC-B7C9-86413EBEB9FF}" dt="2025-03-31T00:42:07.523" v="1972" actId="1076"/>
          <ac:spMkLst>
            <pc:docMk/>
            <pc:sldMk cId="645783760" sldId="257"/>
            <ac:spMk id="2893" creationId="{6C54D915-7134-B989-AEAF-0FEA31E2A81A}"/>
          </ac:spMkLst>
        </pc:spChg>
        <pc:spChg chg="mod">
          <ac:chgData name="Dobra, Edgar" userId="73d6a325-d5a7-46bb-866c-7bed3cbe8117" providerId="ADAL" clId="{338BBBAA-0322-46EC-B7C9-86413EBEB9FF}" dt="2025-03-31T00:41:35.712" v="1967" actId="688"/>
          <ac:spMkLst>
            <pc:docMk/>
            <pc:sldMk cId="645783760" sldId="257"/>
            <ac:spMk id="2894" creationId="{96B8AFBA-6270-D731-6F3D-6BE6D0DD1967}"/>
          </ac:spMkLst>
        </pc:spChg>
        <pc:spChg chg="add mod">
          <ac:chgData name="Dobra, Edgar" userId="73d6a325-d5a7-46bb-866c-7bed3cbe8117" providerId="ADAL" clId="{338BBBAA-0322-46EC-B7C9-86413EBEB9FF}" dt="2025-03-31T00:44:18.562" v="1997"/>
          <ac:spMkLst>
            <pc:docMk/>
            <pc:sldMk cId="645783760" sldId="257"/>
            <ac:spMk id="2897" creationId="{ED0B8158-E380-DE16-A196-3053839CE7BF}"/>
          </ac:spMkLst>
        </pc:spChg>
        <pc:spChg chg="add mod">
          <ac:chgData name="Dobra, Edgar" userId="73d6a325-d5a7-46bb-866c-7bed3cbe8117" providerId="ADAL" clId="{338BBBAA-0322-46EC-B7C9-86413EBEB9FF}" dt="2025-03-31T00:44:18.562" v="1997"/>
          <ac:spMkLst>
            <pc:docMk/>
            <pc:sldMk cId="645783760" sldId="257"/>
            <ac:spMk id="2898" creationId="{0239157C-CDCF-A497-DA74-CD4F78192E0E}"/>
          </ac:spMkLst>
        </pc:spChg>
        <pc:spChg chg="mod">
          <ac:chgData name="Dobra, Edgar" userId="73d6a325-d5a7-46bb-866c-7bed3cbe8117" providerId="ADAL" clId="{338BBBAA-0322-46EC-B7C9-86413EBEB9FF}" dt="2025-03-31T00:45:12.545" v="2004" actId="14100"/>
          <ac:spMkLst>
            <pc:docMk/>
            <pc:sldMk cId="645783760" sldId="257"/>
            <ac:spMk id="2900" creationId="{1544C7F5-FCD9-E2C2-0720-358537AD661C}"/>
          </ac:spMkLst>
        </pc:spChg>
        <pc:spChg chg="mod">
          <ac:chgData name="Dobra, Edgar" userId="73d6a325-d5a7-46bb-866c-7bed3cbe8117" providerId="ADAL" clId="{338BBBAA-0322-46EC-B7C9-86413EBEB9FF}" dt="2025-03-31T00:45:21.382" v="2006" actId="14100"/>
          <ac:spMkLst>
            <pc:docMk/>
            <pc:sldMk cId="645783760" sldId="257"/>
            <ac:spMk id="2901" creationId="{7A3467C0-314F-A80A-596C-76B074E7E524}"/>
          </ac:spMkLst>
        </pc:spChg>
        <pc:spChg chg="mod">
          <ac:chgData name="Dobra, Edgar" userId="73d6a325-d5a7-46bb-866c-7bed3cbe8117" providerId="ADAL" clId="{338BBBAA-0322-46EC-B7C9-86413EBEB9FF}" dt="2025-03-31T00:45:18.504" v="2005" actId="14100"/>
          <ac:spMkLst>
            <pc:docMk/>
            <pc:sldMk cId="645783760" sldId="257"/>
            <ac:spMk id="2902" creationId="{7320C878-364F-E4F3-1363-D9DC07B3CE11}"/>
          </ac:spMkLst>
        </pc:spChg>
        <pc:spChg chg="add mod">
          <ac:chgData name="Dobra, Edgar" userId="73d6a325-d5a7-46bb-866c-7bed3cbe8117" providerId="ADAL" clId="{338BBBAA-0322-46EC-B7C9-86413EBEB9FF}" dt="2025-03-31T00:45:10.228" v="2003" actId="14100"/>
          <ac:spMkLst>
            <pc:docMk/>
            <pc:sldMk cId="645783760" sldId="257"/>
            <ac:spMk id="2903" creationId="{A56CFCD9-3F84-92DC-B45B-AF746AF20088}"/>
          </ac:spMkLst>
        </pc:spChg>
        <pc:spChg chg="mod">
          <ac:chgData name="Dobra, Edgar" userId="73d6a325-d5a7-46bb-866c-7bed3cbe8117" providerId="ADAL" clId="{338BBBAA-0322-46EC-B7C9-86413EBEB9FF}" dt="2025-03-31T00:45:24.331" v="2007" actId="14100"/>
          <ac:spMkLst>
            <pc:docMk/>
            <pc:sldMk cId="645783760" sldId="257"/>
            <ac:spMk id="2904" creationId="{C175E416-443C-592B-8128-66DD18C4C91D}"/>
          </ac:spMkLst>
        </pc:spChg>
        <pc:spChg chg="mod">
          <ac:chgData name="Dobra, Edgar" userId="73d6a325-d5a7-46bb-866c-7bed3cbe8117" providerId="ADAL" clId="{338BBBAA-0322-46EC-B7C9-86413EBEB9FF}" dt="2025-03-31T00:45:05.985" v="2002" actId="1076"/>
          <ac:spMkLst>
            <pc:docMk/>
            <pc:sldMk cId="645783760" sldId="257"/>
            <ac:spMk id="2905" creationId="{6BBD40C9-1868-3F19-C5E7-972569E5EA6A}"/>
          </ac:spMkLst>
        </pc:spChg>
        <pc:spChg chg="mod">
          <ac:chgData name="Dobra, Edgar" userId="73d6a325-d5a7-46bb-866c-7bed3cbe8117" providerId="ADAL" clId="{338BBBAA-0322-46EC-B7C9-86413EBEB9FF}" dt="2025-03-31T00:45:05.985" v="2002" actId="1076"/>
          <ac:spMkLst>
            <pc:docMk/>
            <pc:sldMk cId="645783760" sldId="257"/>
            <ac:spMk id="2906" creationId="{33AFF346-9CEF-C72B-52C1-756468B01491}"/>
          </ac:spMkLst>
        </pc:spChg>
        <pc:spChg chg="mod">
          <ac:chgData name="Dobra, Edgar" userId="73d6a325-d5a7-46bb-866c-7bed3cbe8117" providerId="ADAL" clId="{338BBBAA-0322-46EC-B7C9-86413EBEB9FF}" dt="2025-03-31T00:45:05.985" v="2002" actId="1076"/>
          <ac:spMkLst>
            <pc:docMk/>
            <pc:sldMk cId="645783760" sldId="257"/>
            <ac:spMk id="2907" creationId="{1446CB49-665B-5018-D585-4B5BBA4248A2}"/>
          </ac:spMkLst>
        </pc:spChg>
        <pc:spChg chg="add mod">
          <ac:chgData name="Dobra, Edgar" userId="73d6a325-d5a7-46bb-866c-7bed3cbe8117" providerId="ADAL" clId="{338BBBAA-0322-46EC-B7C9-86413EBEB9FF}" dt="2025-03-31T00:45:05.985" v="2002" actId="1076"/>
          <ac:spMkLst>
            <pc:docMk/>
            <pc:sldMk cId="645783760" sldId="257"/>
            <ac:spMk id="2908" creationId="{829A1DC7-4BA2-7ECE-4CD7-DFA6EE0E0C2D}"/>
          </ac:spMkLst>
        </pc:spChg>
        <pc:spChg chg="mod">
          <ac:chgData name="Dobra, Edgar" userId="73d6a325-d5a7-46bb-866c-7bed3cbe8117" providerId="ADAL" clId="{338BBBAA-0322-46EC-B7C9-86413EBEB9FF}" dt="2025-03-31T00:45:05.985" v="2002" actId="1076"/>
          <ac:spMkLst>
            <pc:docMk/>
            <pc:sldMk cId="645783760" sldId="257"/>
            <ac:spMk id="2909" creationId="{67A82B2C-CADB-7658-AE1F-57A0C8F67F52}"/>
          </ac:spMkLst>
        </pc:spChg>
        <pc:spChg chg="mod">
          <ac:chgData name="Dobra, Edgar" userId="73d6a325-d5a7-46bb-866c-7bed3cbe8117" providerId="ADAL" clId="{338BBBAA-0322-46EC-B7C9-86413EBEB9FF}" dt="2025-03-31T00:45:52.599" v="2009"/>
          <ac:spMkLst>
            <pc:docMk/>
            <pc:sldMk cId="645783760" sldId="257"/>
            <ac:spMk id="2911" creationId="{71F99A6B-3B17-0749-7B33-DA5EE12CC1A8}"/>
          </ac:spMkLst>
        </pc:spChg>
        <pc:spChg chg="del mod">
          <ac:chgData name="Dobra, Edgar" userId="73d6a325-d5a7-46bb-866c-7bed3cbe8117" providerId="ADAL" clId="{338BBBAA-0322-46EC-B7C9-86413EBEB9FF}" dt="2025-03-31T00:48:13.721" v="2040" actId="478"/>
          <ac:spMkLst>
            <pc:docMk/>
            <pc:sldMk cId="645783760" sldId="257"/>
            <ac:spMk id="2913" creationId="{0BA44663-E51B-E3E8-2404-D1878F7139EF}"/>
          </ac:spMkLst>
        </pc:spChg>
        <pc:spChg chg="add del mod">
          <ac:chgData name="Dobra, Edgar" userId="73d6a325-d5a7-46bb-866c-7bed3cbe8117" providerId="ADAL" clId="{338BBBAA-0322-46EC-B7C9-86413EBEB9FF}" dt="2025-03-31T00:48:10.029" v="2039" actId="478"/>
          <ac:spMkLst>
            <pc:docMk/>
            <pc:sldMk cId="645783760" sldId="257"/>
            <ac:spMk id="2914" creationId="{D418ADEF-89D6-6A1B-CC51-17F209C8A734}"/>
          </ac:spMkLst>
        </pc:spChg>
        <pc:spChg chg="add del">
          <ac:chgData name="Dobra, Edgar" userId="73d6a325-d5a7-46bb-866c-7bed3cbe8117" providerId="ADAL" clId="{338BBBAA-0322-46EC-B7C9-86413EBEB9FF}" dt="2025-03-31T00:49:02.788" v="2058" actId="478"/>
          <ac:spMkLst>
            <pc:docMk/>
            <pc:sldMk cId="645783760" sldId="257"/>
            <ac:spMk id="2915" creationId="{0506E3F0-444E-A8F8-C0AF-1DC7F9422D03}"/>
          </ac:spMkLst>
        </pc:spChg>
        <pc:spChg chg="del mod">
          <ac:chgData name="Dobra, Edgar" userId="73d6a325-d5a7-46bb-866c-7bed3cbe8117" providerId="ADAL" clId="{338BBBAA-0322-46EC-B7C9-86413EBEB9FF}" dt="2025-03-31T00:49:08.060" v="2059" actId="478"/>
          <ac:spMkLst>
            <pc:docMk/>
            <pc:sldMk cId="645783760" sldId="257"/>
            <ac:spMk id="2916" creationId="{AA59D63B-FA86-A304-E53A-098033C47731}"/>
          </ac:spMkLst>
        </pc:spChg>
        <pc:spChg chg="add del mod">
          <ac:chgData name="Dobra, Edgar" userId="73d6a325-d5a7-46bb-866c-7bed3cbe8117" providerId="ADAL" clId="{338BBBAA-0322-46EC-B7C9-86413EBEB9FF}" dt="2025-03-31T00:48:45.117" v="2049" actId="478"/>
          <ac:spMkLst>
            <pc:docMk/>
            <pc:sldMk cId="645783760" sldId="257"/>
            <ac:spMk id="2917" creationId="{9C7E9E46-CA00-A6CF-0DBF-01A420167577}"/>
          </ac:spMkLst>
        </pc:spChg>
        <pc:spChg chg="del">
          <ac:chgData name="Dobra, Edgar" userId="73d6a325-d5a7-46bb-866c-7bed3cbe8117" providerId="ADAL" clId="{338BBBAA-0322-46EC-B7C9-86413EBEB9FF}" dt="2025-03-31T00:46:50.655" v="2022" actId="478"/>
          <ac:spMkLst>
            <pc:docMk/>
            <pc:sldMk cId="645783760" sldId="257"/>
            <ac:spMk id="2918" creationId="{48DEA27F-48E2-E933-DBAC-DA8B89E1FB6D}"/>
          </ac:spMkLst>
        </pc:spChg>
        <pc:spChg chg="mod">
          <ac:chgData name="Dobra, Edgar" userId="73d6a325-d5a7-46bb-866c-7bed3cbe8117" providerId="ADAL" clId="{338BBBAA-0322-46EC-B7C9-86413EBEB9FF}" dt="2025-03-31T00:45:52.599" v="2009"/>
          <ac:spMkLst>
            <pc:docMk/>
            <pc:sldMk cId="645783760" sldId="257"/>
            <ac:spMk id="2919" creationId="{E8B0B9B7-FCFD-1F9E-3C7A-44285F34FD24}"/>
          </ac:spMkLst>
        </pc:spChg>
        <pc:spChg chg="mod">
          <ac:chgData name="Dobra, Edgar" userId="73d6a325-d5a7-46bb-866c-7bed3cbe8117" providerId="ADAL" clId="{338BBBAA-0322-46EC-B7C9-86413EBEB9FF}" dt="2025-03-31T20:39:05.817" v="5090"/>
          <ac:spMkLst>
            <pc:docMk/>
            <pc:sldMk cId="645783760" sldId="257"/>
            <ac:spMk id="2920" creationId="{9736A4A9-DE6F-9A88-7E3E-A75DF3C1A524}"/>
          </ac:spMkLst>
        </pc:spChg>
        <pc:spChg chg="del mod">
          <ac:chgData name="Dobra, Edgar" userId="73d6a325-d5a7-46bb-866c-7bed3cbe8117" providerId="ADAL" clId="{338BBBAA-0322-46EC-B7C9-86413EBEB9FF}" dt="2025-03-31T00:47:15.653" v="2025" actId="478"/>
          <ac:spMkLst>
            <pc:docMk/>
            <pc:sldMk cId="645783760" sldId="257"/>
            <ac:spMk id="2920" creationId="{BEEAEDE4-B54E-686F-7EFF-3F3360FB4A96}"/>
          </ac:spMkLst>
        </pc:spChg>
        <pc:spChg chg="del">
          <ac:chgData name="Dobra, Edgar" userId="73d6a325-d5a7-46bb-866c-7bed3cbe8117" providerId="ADAL" clId="{338BBBAA-0322-46EC-B7C9-86413EBEB9FF}" dt="2025-03-31T00:47:20.998" v="2026" actId="478"/>
          <ac:spMkLst>
            <pc:docMk/>
            <pc:sldMk cId="645783760" sldId="257"/>
            <ac:spMk id="2921" creationId="{2D041011-D7E5-6F04-D879-0E5A62461FDE}"/>
          </ac:spMkLst>
        </pc:spChg>
        <pc:spChg chg="mod">
          <ac:chgData name="Dobra, Edgar" userId="73d6a325-d5a7-46bb-866c-7bed3cbe8117" providerId="ADAL" clId="{338BBBAA-0322-46EC-B7C9-86413EBEB9FF}" dt="2025-03-31T00:45:52.599" v="2009"/>
          <ac:spMkLst>
            <pc:docMk/>
            <pc:sldMk cId="645783760" sldId="257"/>
            <ac:spMk id="2922" creationId="{700E1EB9-BB23-F796-DA10-06A254319C02}"/>
          </ac:spMkLst>
        </pc:spChg>
        <pc:spChg chg="add del">
          <ac:chgData name="Dobra, Edgar" userId="73d6a325-d5a7-46bb-866c-7bed3cbe8117" providerId="ADAL" clId="{338BBBAA-0322-46EC-B7C9-86413EBEB9FF}" dt="2025-03-31T00:48:16.232" v="2041" actId="478"/>
          <ac:spMkLst>
            <pc:docMk/>
            <pc:sldMk cId="645783760" sldId="257"/>
            <ac:spMk id="2923" creationId="{2EF7D8E6-B9DF-DAE3-45E1-1BE0973D812C}"/>
          </ac:spMkLst>
        </pc:spChg>
        <pc:spChg chg="add del mod">
          <ac:chgData name="Dobra, Edgar" userId="73d6a325-d5a7-46bb-866c-7bed3cbe8117" providerId="ADAL" clId="{338BBBAA-0322-46EC-B7C9-86413EBEB9FF}" dt="2025-03-31T00:48:56.368" v="2056" actId="478"/>
          <ac:spMkLst>
            <pc:docMk/>
            <pc:sldMk cId="645783760" sldId="257"/>
            <ac:spMk id="2924" creationId="{5B9B9499-C3DB-FFC9-D247-C80D8FC6E68E}"/>
          </ac:spMkLst>
        </pc:spChg>
        <pc:spChg chg="add del">
          <ac:chgData name="Dobra, Edgar" userId="73d6a325-d5a7-46bb-866c-7bed3cbe8117" providerId="ADAL" clId="{338BBBAA-0322-46EC-B7C9-86413EBEB9FF}" dt="2025-03-31T00:48:53.385" v="2055" actId="478"/>
          <ac:spMkLst>
            <pc:docMk/>
            <pc:sldMk cId="645783760" sldId="257"/>
            <ac:spMk id="2925" creationId="{EBB48614-9EC3-AD62-2C51-91FB1476B752}"/>
          </ac:spMkLst>
        </pc:spChg>
        <pc:spChg chg="add del">
          <ac:chgData name="Dobra, Edgar" userId="73d6a325-d5a7-46bb-866c-7bed3cbe8117" providerId="ADAL" clId="{338BBBAA-0322-46EC-B7C9-86413EBEB9FF}" dt="2025-03-31T00:48:58.416" v="2057" actId="478"/>
          <ac:spMkLst>
            <pc:docMk/>
            <pc:sldMk cId="645783760" sldId="257"/>
            <ac:spMk id="2926" creationId="{8C04DA73-3BE7-C31D-726F-D0BE98A2E43E}"/>
          </ac:spMkLst>
        </pc:spChg>
        <pc:spChg chg="del">
          <ac:chgData name="Dobra, Edgar" userId="73d6a325-d5a7-46bb-866c-7bed3cbe8117" providerId="ADAL" clId="{338BBBAA-0322-46EC-B7C9-86413EBEB9FF}" dt="2025-03-31T00:46:57.377" v="2023" actId="478"/>
          <ac:spMkLst>
            <pc:docMk/>
            <pc:sldMk cId="645783760" sldId="257"/>
            <ac:spMk id="2927" creationId="{CC372687-847B-CC27-56BB-BF4D60051977}"/>
          </ac:spMkLst>
        </pc:spChg>
        <pc:spChg chg="del">
          <ac:chgData name="Dobra, Edgar" userId="73d6a325-d5a7-46bb-866c-7bed3cbe8117" providerId="ADAL" clId="{338BBBAA-0322-46EC-B7C9-86413EBEB9FF}" dt="2025-03-31T00:47:07.069" v="2024" actId="478"/>
          <ac:spMkLst>
            <pc:docMk/>
            <pc:sldMk cId="645783760" sldId="257"/>
            <ac:spMk id="2928" creationId="{FBF4A8C3-F13D-97F2-54FD-CC4BEFED0D8C}"/>
          </ac:spMkLst>
        </pc:spChg>
        <pc:spChg chg="del">
          <ac:chgData name="Dobra, Edgar" userId="73d6a325-d5a7-46bb-866c-7bed3cbe8117" providerId="ADAL" clId="{338BBBAA-0322-46EC-B7C9-86413EBEB9FF}" dt="2025-03-31T00:47:23.509" v="2027" actId="478"/>
          <ac:spMkLst>
            <pc:docMk/>
            <pc:sldMk cId="645783760" sldId="257"/>
            <ac:spMk id="2930" creationId="{62409B59-4B55-2640-11B8-465A82B8D1B4}"/>
          </ac:spMkLst>
        </pc:spChg>
        <pc:spChg chg="add del">
          <ac:chgData name="Dobra, Edgar" userId="73d6a325-d5a7-46bb-866c-7bed3cbe8117" providerId="ADAL" clId="{338BBBAA-0322-46EC-B7C9-86413EBEB9FF}" dt="2025-03-31T00:48:01.233" v="2036" actId="478"/>
          <ac:spMkLst>
            <pc:docMk/>
            <pc:sldMk cId="645783760" sldId="257"/>
            <ac:spMk id="2931" creationId="{AC29FCE5-2EAF-3D2D-762A-0E6A7530C7B4}"/>
          </ac:spMkLst>
        </pc:spChg>
        <pc:spChg chg="mod">
          <ac:chgData name="Dobra, Edgar" userId="73d6a325-d5a7-46bb-866c-7bed3cbe8117" providerId="ADAL" clId="{338BBBAA-0322-46EC-B7C9-86413EBEB9FF}" dt="2025-03-31T00:45:52.599" v="2009"/>
          <ac:spMkLst>
            <pc:docMk/>
            <pc:sldMk cId="645783760" sldId="257"/>
            <ac:spMk id="2933" creationId="{95E22CFA-AC4C-50E5-C014-CC420AE67DF8}"/>
          </ac:spMkLst>
        </pc:spChg>
        <pc:spChg chg="add mod">
          <ac:chgData name="Dobra, Edgar" userId="73d6a325-d5a7-46bb-866c-7bed3cbe8117" providerId="ADAL" clId="{338BBBAA-0322-46EC-B7C9-86413EBEB9FF}" dt="2025-04-01T14:32:16.161" v="6934" actId="14100"/>
          <ac:spMkLst>
            <pc:docMk/>
            <pc:sldMk cId="645783760" sldId="257"/>
            <ac:spMk id="2936" creationId="{8A7209F3-377D-92F9-2155-6777918A449C}"/>
          </ac:spMkLst>
        </pc:spChg>
        <pc:spChg chg="add mod">
          <ac:chgData name="Dobra, Edgar" userId="73d6a325-d5a7-46bb-866c-7bed3cbe8117" providerId="ADAL" clId="{338BBBAA-0322-46EC-B7C9-86413EBEB9FF}" dt="2025-03-31T14:56:57.981" v="3382" actId="14100"/>
          <ac:spMkLst>
            <pc:docMk/>
            <pc:sldMk cId="645783760" sldId="257"/>
            <ac:spMk id="2938" creationId="{F541D4EC-F60C-457C-7322-7474254F13E1}"/>
          </ac:spMkLst>
        </pc:spChg>
        <pc:spChg chg="mod">
          <ac:chgData name="Dobra, Edgar" userId="73d6a325-d5a7-46bb-866c-7bed3cbe8117" providerId="ADAL" clId="{338BBBAA-0322-46EC-B7C9-86413EBEB9FF}" dt="2025-03-31T01:06:19.022" v="2223" actId="14100"/>
          <ac:spMkLst>
            <pc:docMk/>
            <pc:sldMk cId="645783760" sldId="257"/>
            <ac:spMk id="2941" creationId="{137C94C6-AD9D-068A-4768-A542E3BF8B5B}"/>
          </ac:spMkLst>
        </pc:spChg>
        <pc:spChg chg="mod">
          <ac:chgData name="Dobra, Edgar" userId="73d6a325-d5a7-46bb-866c-7bed3cbe8117" providerId="ADAL" clId="{338BBBAA-0322-46EC-B7C9-86413EBEB9FF}" dt="2025-03-31T01:06:24.440" v="2224" actId="1076"/>
          <ac:spMkLst>
            <pc:docMk/>
            <pc:sldMk cId="645783760" sldId="257"/>
            <ac:spMk id="2942" creationId="{7BD0FA57-4F95-34A1-228F-9B66C3154172}"/>
          </ac:spMkLst>
        </pc:spChg>
        <pc:spChg chg="add mod">
          <ac:chgData name="Dobra, Edgar" userId="73d6a325-d5a7-46bb-866c-7bed3cbe8117" providerId="ADAL" clId="{338BBBAA-0322-46EC-B7C9-86413EBEB9FF}" dt="2025-03-31T01:27:11.218" v="2271" actId="208"/>
          <ac:spMkLst>
            <pc:docMk/>
            <pc:sldMk cId="645783760" sldId="257"/>
            <ac:spMk id="2945" creationId="{8F67CFBF-84D5-C5BC-BBF9-BE351DEC3442}"/>
          </ac:spMkLst>
        </pc:spChg>
        <pc:spChg chg="add mod">
          <ac:chgData name="Dobra, Edgar" userId="73d6a325-d5a7-46bb-866c-7bed3cbe8117" providerId="ADAL" clId="{338BBBAA-0322-46EC-B7C9-86413EBEB9FF}" dt="2025-03-31T01:37:14.803" v="2419" actId="1076"/>
          <ac:spMkLst>
            <pc:docMk/>
            <pc:sldMk cId="645783760" sldId="257"/>
            <ac:spMk id="2949" creationId="{6F4EECCF-6E8C-3698-DFBF-CBB3DBAF7229}"/>
          </ac:spMkLst>
        </pc:spChg>
        <pc:spChg chg="add mod">
          <ac:chgData name="Dobra, Edgar" userId="73d6a325-d5a7-46bb-866c-7bed3cbe8117" providerId="ADAL" clId="{338BBBAA-0322-46EC-B7C9-86413EBEB9FF}" dt="2025-03-31T01:48:24.715" v="2623" actId="1076"/>
          <ac:spMkLst>
            <pc:docMk/>
            <pc:sldMk cId="645783760" sldId="257"/>
            <ac:spMk id="2950" creationId="{49ACD19F-AA85-217C-7E39-90B813E6B71A}"/>
          </ac:spMkLst>
        </pc:spChg>
        <pc:spChg chg="add mod">
          <ac:chgData name="Dobra, Edgar" userId="73d6a325-d5a7-46bb-866c-7bed3cbe8117" providerId="ADAL" clId="{338BBBAA-0322-46EC-B7C9-86413EBEB9FF}" dt="2025-03-31T01:33:44.575" v="2344" actId="1076"/>
          <ac:spMkLst>
            <pc:docMk/>
            <pc:sldMk cId="645783760" sldId="257"/>
            <ac:spMk id="2951" creationId="{F7FCB58C-484E-EC12-8816-388FB38F9989}"/>
          </ac:spMkLst>
        </pc:spChg>
        <pc:spChg chg="add del">
          <ac:chgData name="Dobra, Edgar" userId="73d6a325-d5a7-46bb-866c-7bed3cbe8117" providerId="ADAL" clId="{338BBBAA-0322-46EC-B7C9-86413EBEB9FF}" dt="2025-03-31T01:33:51.605" v="2346" actId="22"/>
          <ac:spMkLst>
            <pc:docMk/>
            <pc:sldMk cId="645783760" sldId="257"/>
            <ac:spMk id="2953" creationId="{925713E0-06DD-58D7-8982-932F2C72C375}"/>
          </ac:spMkLst>
        </pc:spChg>
        <pc:spChg chg="add mod">
          <ac:chgData name="Dobra, Edgar" userId="73d6a325-d5a7-46bb-866c-7bed3cbe8117" providerId="ADAL" clId="{338BBBAA-0322-46EC-B7C9-86413EBEB9FF}" dt="2025-03-31T01:39:13.258" v="2445" actId="2711"/>
          <ac:spMkLst>
            <pc:docMk/>
            <pc:sldMk cId="645783760" sldId="257"/>
            <ac:spMk id="2954" creationId="{ABF6FE68-8E6B-3046-77DC-39970B80D801}"/>
          </ac:spMkLst>
        </pc:spChg>
        <pc:spChg chg="add mod">
          <ac:chgData name="Dobra, Edgar" userId="73d6a325-d5a7-46bb-866c-7bed3cbe8117" providerId="ADAL" clId="{338BBBAA-0322-46EC-B7C9-86413EBEB9FF}" dt="2025-03-31T01:38:46.369" v="2441" actId="2711"/>
          <ac:spMkLst>
            <pc:docMk/>
            <pc:sldMk cId="645783760" sldId="257"/>
            <ac:spMk id="2955" creationId="{9DFE3ED6-FE10-7BFF-76AE-1A439E4EA2A6}"/>
          </ac:spMkLst>
        </pc:spChg>
        <pc:spChg chg="add mod">
          <ac:chgData name="Dobra, Edgar" userId="73d6a325-d5a7-46bb-866c-7bed3cbe8117" providerId="ADAL" clId="{338BBBAA-0322-46EC-B7C9-86413EBEB9FF}" dt="2025-03-31T01:39:03.588" v="2444" actId="1076"/>
          <ac:spMkLst>
            <pc:docMk/>
            <pc:sldMk cId="645783760" sldId="257"/>
            <ac:spMk id="2956" creationId="{10967B94-CE78-82D2-C61E-B5D752E67605}"/>
          </ac:spMkLst>
        </pc:spChg>
        <pc:spChg chg="add mod">
          <ac:chgData name="Dobra, Edgar" userId="73d6a325-d5a7-46bb-866c-7bed3cbe8117" providerId="ADAL" clId="{338BBBAA-0322-46EC-B7C9-86413EBEB9FF}" dt="2025-03-31T01:38:39.070" v="2440" actId="2711"/>
          <ac:spMkLst>
            <pc:docMk/>
            <pc:sldMk cId="645783760" sldId="257"/>
            <ac:spMk id="2957" creationId="{AC52E06B-6AB4-7B04-291C-DED005FAB697}"/>
          </ac:spMkLst>
        </pc:spChg>
        <pc:spChg chg="add mod">
          <ac:chgData name="Dobra, Edgar" userId="73d6a325-d5a7-46bb-866c-7bed3cbe8117" providerId="ADAL" clId="{338BBBAA-0322-46EC-B7C9-86413EBEB9FF}" dt="2025-03-31T01:39:43.415" v="2453" actId="1076"/>
          <ac:spMkLst>
            <pc:docMk/>
            <pc:sldMk cId="645783760" sldId="257"/>
            <ac:spMk id="2958" creationId="{41F739E5-9607-9332-5D7F-4EB4D31DBBEB}"/>
          </ac:spMkLst>
        </pc:spChg>
        <pc:spChg chg="add mod">
          <ac:chgData name="Dobra, Edgar" userId="73d6a325-d5a7-46bb-866c-7bed3cbe8117" providerId="ADAL" clId="{338BBBAA-0322-46EC-B7C9-86413EBEB9FF}" dt="2025-03-31T01:48:59.396" v="2625" actId="20577"/>
          <ac:spMkLst>
            <pc:docMk/>
            <pc:sldMk cId="645783760" sldId="257"/>
            <ac:spMk id="2959" creationId="{E0404880-2EBE-1FC7-0BEE-1B00932010A6}"/>
          </ac:spMkLst>
        </pc:spChg>
        <pc:spChg chg="add mod">
          <ac:chgData name="Dobra, Edgar" userId="73d6a325-d5a7-46bb-866c-7bed3cbe8117" providerId="ADAL" clId="{338BBBAA-0322-46EC-B7C9-86413EBEB9FF}" dt="2025-03-31T01:49:34.127" v="2626"/>
          <ac:spMkLst>
            <pc:docMk/>
            <pc:sldMk cId="645783760" sldId="257"/>
            <ac:spMk id="2960" creationId="{4FCD5F2A-4FA4-1761-00C8-4C58282542B8}"/>
          </ac:spMkLst>
        </pc:spChg>
        <pc:spChg chg="add mod">
          <ac:chgData name="Dobra, Edgar" userId="73d6a325-d5a7-46bb-866c-7bed3cbe8117" providerId="ADAL" clId="{338BBBAA-0322-46EC-B7C9-86413EBEB9FF}" dt="2025-03-31T01:55:51.005" v="2684" actId="1076"/>
          <ac:spMkLst>
            <pc:docMk/>
            <pc:sldMk cId="645783760" sldId="257"/>
            <ac:spMk id="2961" creationId="{453CD972-4D8D-1B70-E97C-6CA3D72C518C}"/>
          </ac:spMkLst>
        </pc:spChg>
        <pc:spChg chg="add mod">
          <ac:chgData name="Dobra, Edgar" userId="73d6a325-d5a7-46bb-866c-7bed3cbe8117" providerId="ADAL" clId="{338BBBAA-0322-46EC-B7C9-86413EBEB9FF}" dt="2025-03-31T01:49:49.829" v="2644" actId="20577"/>
          <ac:spMkLst>
            <pc:docMk/>
            <pc:sldMk cId="645783760" sldId="257"/>
            <ac:spMk id="2962" creationId="{360C100D-9828-8440-6E90-02C404AC6F54}"/>
          </ac:spMkLst>
        </pc:spChg>
        <pc:spChg chg="mod">
          <ac:chgData name="Dobra, Edgar" userId="73d6a325-d5a7-46bb-866c-7bed3cbe8117" providerId="ADAL" clId="{338BBBAA-0322-46EC-B7C9-86413EBEB9FF}" dt="2025-03-31T01:49:34.127" v="2626"/>
          <ac:spMkLst>
            <pc:docMk/>
            <pc:sldMk cId="645783760" sldId="257"/>
            <ac:spMk id="2965" creationId="{EF50B781-4C36-9D45-5485-298FFFD83DC0}"/>
          </ac:spMkLst>
        </pc:spChg>
        <pc:spChg chg="add del mod">
          <ac:chgData name="Dobra, Edgar" userId="73d6a325-d5a7-46bb-866c-7bed3cbe8117" providerId="ADAL" clId="{338BBBAA-0322-46EC-B7C9-86413EBEB9FF}" dt="2025-03-31T01:50:29.563" v="2650" actId="478"/>
          <ac:spMkLst>
            <pc:docMk/>
            <pc:sldMk cId="645783760" sldId="257"/>
            <ac:spMk id="2968" creationId="{3A1AF0C7-E78D-121E-3719-F0DDE3D2BA52}"/>
          </ac:spMkLst>
        </pc:spChg>
        <pc:spChg chg="add mod">
          <ac:chgData name="Dobra, Edgar" userId="73d6a325-d5a7-46bb-866c-7bed3cbe8117" providerId="ADAL" clId="{338BBBAA-0322-46EC-B7C9-86413EBEB9FF}" dt="2025-03-31T01:49:34.127" v="2626"/>
          <ac:spMkLst>
            <pc:docMk/>
            <pc:sldMk cId="645783760" sldId="257"/>
            <ac:spMk id="2972" creationId="{DE441B8F-274B-9F5D-27A1-558150F4097F}"/>
          </ac:spMkLst>
        </pc:spChg>
        <pc:spChg chg="add mod">
          <ac:chgData name="Dobra, Edgar" userId="73d6a325-d5a7-46bb-866c-7bed3cbe8117" providerId="ADAL" clId="{338BBBAA-0322-46EC-B7C9-86413EBEB9FF}" dt="2025-03-31T22:48:03.043" v="6565" actId="20577"/>
          <ac:spMkLst>
            <pc:docMk/>
            <pc:sldMk cId="645783760" sldId="257"/>
            <ac:spMk id="2973" creationId="{B5009D55-2176-C61E-6D6A-B834AA17B87B}"/>
          </ac:spMkLst>
        </pc:spChg>
        <pc:spChg chg="add del mod">
          <ac:chgData name="Dobra, Edgar" userId="73d6a325-d5a7-46bb-866c-7bed3cbe8117" providerId="ADAL" clId="{338BBBAA-0322-46EC-B7C9-86413EBEB9FF}" dt="2025-03-31T01:50:13.229" v="2646" actId="478"/>
          <ac:spMkLst>
            <pc:docMk/>
            <pc:sldMk cId="645783760" sldId="257"/>
            <ac:spMk id="2974" creationId="{9895F268-660F-B55B-6F3D-8B5AF52B97BF}"/>
          </ac:spMkLst>
        </pc:spChg>
        <pc:spChg chg="mod">
          <ac:chgData name="Dobra, Edgar" userId="73d6a325-d5a7-46bb-866c-7bed3cbe8117" providerId="ADAL" clId="{338BBBAA-0322-46EC-B7C9-86413EBEB9FF}" dt="2025-03-31T20:39:05.817" v="5090"/>
          <ac:spMkLst>
            <pc:docMk/>
            <pc:sldMk cId="645783760" sldId="257"/>
            <ac:spMk id="2977" creationId="{29F88489-967C-B21D-AF6C-24491516D769}"/>
          </ac:spMkLst>
        </pc:spChg>
        <pc:spChg chg="add mod">
          <ac:chgData name="Dobra, Edgar" userId="73d6a325-d5a7-46bb-866c-7bed3cbe8117" providerId="ADAL" clId="{338BBBAA-0322-46EC-B7C9-86413EBEB9FF}" dt="2025-03-31T02:04:12.015" v="2796" actId="1076"/>
          <ac:spMkLst>
            <pc:docMk/>
            <pc:sldMk cId="645783760" sldId="257"/>
            <ac:spMk id="2981" creationId="{3F58BF46-1FC4-40A4-E278-CD1C266AB326}"/>
          </ac:spMkLst>
        </pc:spChg>
        <pc:spChg chg="add mod">
          <ac:chgData name="Dobra, Edgar" userId="73d6a325-d5a7-46bb-866c-7bed3cbe8117" providerId="ADAL" clId="{338BBBAA-0322-46EC-B7C9-86413EBEB9FF}" dt="2025-03-31T02:04:01.435" v="2795" actId="1076"/>
          <ac:spMkLst>
            <pc:docMk/>
            <pc:sldMk cId="645783760" sldId="257"/>
            <ac:spMk id="2983" creationId="{8B681356-8E1F-624B-9DE0-12C61982AD5D}"/>
          </ac:spMkLst>
        </pc:spChg>
        <pc:spChg chg="mod">
          <ac:chgData name="Dobra, Edgar" userId="73d6a325-d5a7-46bb-866c-7bed3cbe8117" providerId="ADAL" clId="{338BBBAA-0322-46EC-B7C9-86413EBEB9FF}" dt="2025-03-31T20:46:49.465" v="5138" actId="207"/>
          <ac:spMkLst>
            <pc:docMk/>
            <pc:sldMk cId="645783760" sldId="257"/>
            <ac:spMk id="3008" creationId="{08658246-8576-2A9A-0F17-51E460220DD8}"/>
          </ac:spMkLst>
        </pc:spChg>
        <pc:spChg chg="mod">
          <ac:chgData name="Dobra, Edgar" userId="73d6a325-d5a7-46bb-866c-7bed3cbe8117" providerId="ADAL" clId="{338BBBAA-0322-46EC-B7C9-86413EBEB9FF}" dt="2025-03-31T20:47:16.838" v="5140" actId="207"/>
          <ac:spMkLst>
            <pc:docMk/>
            <pc:sldMk cId="645783760" sldId="257"/>
            <ac:spMk id="3009" creationId="{DC60EE5C-11BA-8B6C-74DB-ED31855494FB}"/>
          </ac:spMkLst>
        </pc:spChg>
        <pc:spChg chg="mod">
          <ac:chgData name="Dobra, Edgar" userId="73d6a325-d5a7-46bb-866c-7bed3cbe8117" providerId="ADAL" clId="{338BBBAA-0322-46EC-B7C9-86413EBEB9FF}" dt="2025-03-31T20:47:16.838" v="5140" actId="207"/>
          <ac:spMkLst>
            <pc:docMk/>
            <pc:sldMk cId="645783760" sldId="257"/>
            <ac:spMk id="3012" creationId="{6D9784C9-D02F-AC90-4905-412F1F48E063}"/>
          </ac:spMkLst>
        </pc:spChg>
        <pc:spChg chg="mod">
          <ac:chgData name="Dobra, Edgar" userId="73d6a325-d5a7-46bb-866c-7bed3cbe8117" providerId="ADAL" clId="{338BBBAA-0322-46EC-B7C9-86413EBEB9FF}" dt="2025-03-31T20:46:49.465" v="5138" actId="207"/>
          <ac:spMkLst>
            <pc:docMk/>
            <pc:sldMk cId="645783760" sldId="257"/>
            <ac:spMk id="3014" creationId="{D9C92E0B-B2AB-9712-A0AD-4EAF6AF90E95}"/>
          </ac:spMkLst>
        </pc:spChg>
        <pc:spChg chg="mod">
          <ac:chgData name="Dobra, Edgar" userId="73d6a325-d5a7-46bb-866c-7bed3cbe8117" providerId="ADAL" clId="{338BBBAA-0322-46EC-B7C9-86413EBEB9FF}" dt="2025-03-31T20:47:16.838" v="5140" actId="207"/>
          <ac:spMkLst>
            <pc:docMk/>
            <pc:sldMk cId="645783760" sldId="257"/>
            <ac:spMk id="3015" creationId="{DB8C331E-EC53-E868-CF71-1F800A282FB1}"/>
          </ac:spMkLst>
        </pc:spChg>
        <pc:spChg chg="mod">
          <ac:chgData name="Dobra, Edgar" userId="73d6a325-d5a7-46bb-866c-7bed3cbe8117" providerId="ADAL" clId="{338BBBAA-0322-46EC-B7C9-86413EBEB9FF}" dt="2025-03-31T20:46:49.465" v="5138" actId="207"/>
          <ac:spMkLst>
            <pc:docMk/>
            <pc:sldMk cId="645783760" sldId="257"/>
            <ac:spMk id="3017" creationId="{42BF8089-5DD5-368B-C25A-ABB92293FB6D}"/>
          </ac:spMkLst>
        </pc:spChg>
        <pc:spChg chg="mod">
          <ac:chgData name="Dobra, Edgar" userId="73d6a325-d5a7-46bb-866c-7bed3cbe8117" providerId="ADAL" clId="{338BBBAA-0322-46EC-B7C9-86413EBEB9FF}" dt="2025-03-31T20:47:16.838" v="5140" actId="207"/>
          <ac:spMkLst>
            <pc:docMk/>
            <pc:sldMk cId="645783760" sldId="257"/>
            <ac:spMk id="3018" creationId="{A44735EC-CB73-DFAF-E294-ECC7AB0145C8}"/>
          </ac:spMkLst>
        </pc:spChg>
        <pc:spChg chg="mod">
          <ac:chgData name="Dobra, Edgar" userId="73d6a325-d5a7-46bb-866c-7bed3cbe8117" providerId="ADAL" clId="{338BBBAA-0322-46EC-B7C9-86413EBEB9FF}" dt="2025-03-31T20:46:49.465" v="5138" actId="207"/>
          <ac:spMkLst>
            <pc:docMk/>
            <pc:sldMk cId="645783760" sldId="257"/>
            <ac:spMk id="3019" creationId="{D3EB11AE-1E2E-0A0E-1ECC-013E4BFA255B}"/>
          </ac:spMkLst>
        </pc:spChg>
        <pc:spChg chg="mod">
          <ac:chgData name="Dobra, Edgar" userId="73d6a325-d5a7-46bb-866c-7bed3cbe8117" providerId="ADAL" clId="{338BBBAA-0322-46EC-B7C9-86413EBEB9FF}" dt="2025-03-31T20:47:16.838" v="5140" actId="207"/>
          <ac:spMkLst>
            <pc:docMk/>
            <pc:sldMk cId="645783760" sldId="257"/>
            <ac:spMk id="3021" creationId="{01FA55C0-9694-47A4-6321-CF367D4018DE}"/>
          </ac:spMkLst>
        </pc:spChg>
        <pc:spChg chg="mod">
          <ac:chgData name="Dobra, Edgar" userId="73d6a325-d5a7-46bb-866c-7bed3cbe8117" providerId="ADAL" clId="{338BBBAA-0322-46EC-B7C9-86413EBEB9FF}" dt="2025-03-31T20:46:49.465" v="5138" actId="207"/>
          <ac:spMkLst>
            <pc:docMk/>
            <pc:sldMk cId="645783760" sldId="257"/>
            <ac:spMk id="3023" creationId="{E8EDCF31-7418-53C5-EF65-92F42AE2A1C2}"/>
          </ac:spMkLst>
        </pc:spChg>
        <pc:spChg chg="mod">
          <ac:chgData name="Dobra, Edgar" userId="73d6a325-d5a7-46bb-866c-7bed3cbe8117" providerId="ADAL" clId="{338BBBAA-0322-46EC-B7C9-86413EBEB9FF}" dt="2025-03-31T20:47:16.838" v="5140" actId="207"/>
          <ac:spMkLst>
            <pc:docMk/>
            <pc:sldMk cId="645783760" sldId="257"/>
            <ac:spMk id="3025" creationId="{36A10AC3-B3C5-2B0E-B6E3-BFAE4E24FDED}"/>
          </ac:spMkLst>
        </pc:spChg>
        <pc:spChg chg="mod">
          <ac:chgData name="Dobra, Edgar" userId="73d6a325-d5a7-46bb-866c-7bed3cbe8117" providerId="ADAL" clId="{338BBBAA-0322-46EC-B7C9-86413EBEB9FF}" dt="2025-03-31T20:46:49.465" v="5138" actId="207"/>
          <ac:spMkLst>
            <pc:docMk/>
            <pc:sldMk cId="645783760" sldId="257"/>
            <ac:spMk id="3027" creationId="{C5B56E25-A1C9-ABD2-E551-6D705BAE2D73}"/>
          </ac:spMkLst>
        </pc:spChg>
        <pc:spChg chg="mod">
          <ac:chgData name="Dobra, Edgar" userId="73d6a325-d5a7-46bb-866c-7bed3cbe8117" providerId="ADAL" clId="{338BBBAA-0322-46EC-B7C9-86413EBEB9FF}" dt="2025-03-31T20:47:16.838" v="5140" actId="207"/>
          <ac:spMkLst>
            <pc:docMk/>
            <pc:sldMk cId="645783760" sldId="257"/>
            <ac:spMk id="3028" creationId="{93DD9E86-3117-203C-1D41-B586C9243761}"/>
          </ac:spMkLst>
        </pc:spChg>
        <pc:spChg chg="mod">
          <ac:chgData name="Dobra, Edgar" userId="73d6a325-d5a7-46bb-866c-7bed3cbe8117" providerId="ADAL" clId="{338BBBAA-0322-46EC-B7C9-86413EBEB9FF}" dt="2025-03-31T20:46:49.465" v="5138" actId="207"/>
          <ac:spMkLst>
            <pc:docMk/>
            <pc:sldMk cId="645783760" sldId="257"/>
            <ac:spMk id="3032" creationId="{573EB7F5-24E4-A9D7-01DD-4DB8BC8F298F}"/>
          </ac:spMkLst>
        </pc:spChg>
        <pc:spChg chg="mod">
          <ac:chgData name="Dobra, Edgar" userId="73d6a325-d5a7-46bb-866c-7bed3cbe8117" providerId="ADAL" clId="{338BBBAA-0322-46EC-B7C9-86413EBEB9FF}" dt="2025-03-31T20:47:16.838" v="5140" actId="207"/>
          <ac:spMkLst>
            <pc:docMk/>
            <pc:sldMk cId="645783760" sldId="257"/>
            <ac:spMk id="3034" creationId="{490F8789-C34A-632E-B401-EFC31FFC06D8}"/>
          </ac:spMkLst>
        </pc:spChg>
        <pc:spChg chg="mod">
          <ac:chgData name="Dobra, Edgar" userId="73d6a325-d5a7-46bb-866c-7bed3cbe8117" providerId="ADAL" clId="{338BBBAA-0322-46EC-B7C9-86413EBEB9FF}" dt="2025-03-31T20:46:49.465" v="5138" actId="207"/>
          <ac:spMkLst>
            <pc:docMk/>
            <pc:sldMk cId="645783760" sldId="257"/>
            <ac:spMk id="3036" creationId="{7CFACAB7-2F6B-9200-96F2-E82048C4D4D8}"/>
          </ac:spMkLst>
        </pc:spChg>
        <pc:spChg chg="mod">
          <ac:chgData name="Dobra, Edgar" userId="73d6a325-d5a7-46bb-866c-7bed3cbe8117" providerId="ADAL" clId="{338BBBAA-0322-46EC-B7C9-86413EBEB9FF}" dt="2025-03-31T20:58:00.080" v="5328" actId="255"/>
          <ac:spMkLst>
            <pc:docMk/>
            <pc:sldMk cId="645783760" sldId="257"/>
            <ac:spMk id="3052" creationId="{EE014071-D9C7-369A-698F-B05A89114816}"/>
          </ac:spMkLst>
        </pc:spChg>
        <pc:spChg chg="mod">
          <ac:chgData name="Dobra, Edgar" userId="73d6a325-d5a7-46bb-866c-7bed3cbe8117" providerId="ADAL" clId="{338BBBAA-0322-46EC-B7C9-86413EBEB9FF}" dt="2025-03-31T20:58:00.080" v="5328" actId="255"/>
          <ac:spMkLst>
            <pc:docMk/>
            <pc:sldMk cId="645783760" sldId="257"/>
            <ac:spMk id="3073" creationId="{61181B9E-743A-1F93-C286-BD00D26B1246}"/>
          </ac:spMkLst>
        </pc:spChg>
        <pc:spChg chg="mod">
          <ac:chgData name="Dobra, Edgar" userId="73d6a325-d5a7-46bb-866c-7bed3cbe8117" providerId="ADAL" clId="{338BBBAA-0322-46EC-B7C9-86413EBEB9FF}" dt="2025-03-31T20:58:00.080" v="5328" actId="255"/>
          <ac:spMkLst>
            <pc:docMk/>
            <pc:sldMk cId="645783760" sldId="257"/>
            <ac:spMk id="3081" creationId="{67B1D090-DDEB-10B7-72DE-5CA8CFA6CD17}"/>
          </ac:spMkLst>
        </pc:spChg>
        <pc:spChg chg="mod">
          <ac:chgData name="Dobra, Edgar" userId="73d6a325-d5a7-46bb-866c-7bed3cbe8117" providerId="ADAL" clId="{338BBBAA-0322-46EC-B7C9-86413EBEB9FF}" dt="2025-03-31T20:58:00.080" v="5328" actId="255"/>
          <ac:spMkLst>
            <pc:docMk/>
            <pc:sldMk cId="645783760" sldId="257"/>
            <ac:spMk id="3090" creationId="{C6F3E238-4E9A-E4BB-52D4-EBCD8DA68369}"/>
          </ac:spMkLst>
        </pc:spChg>
        <pc:spChg chg="mod">
          <ac:chgData name="Dobra, Edgar" userId="73d6a325-d5a7-46bb-866c-7bed3cbe8117" providerId="ADAL" clId="{338BBBAA-0322-46EC-B7C9-86413EBEB9FF}" dt="2025-03-31T20:58:00.080" v="5328" actId="255"/>
          <ac:spMkLst>
            <pc:docMk/>
            <pc:sldMk cId="645783760" sldId="257"/>
            <ac:spMk id="3097" creationId="{C5C8E543-E6E2-5F75-D330-13A1E393BED2}"/>
          </ac:spMkLst>
        </pc:spChg>
        <pc:spChg chg="mod">
          <ac:chgData name="Dobra, Edgar" userId="73d6a325-d5a7-46bb-866c-7bed3cbe8117" providerId="ADAL" clId="{338BBBAA-0322-46EC-B7C9-86413EBEB9FF}" dt="2025-03-31T20:58:00.080" v="5328" actId="255"/>
          <ac:spMkLst>
            <pc:docMk/>
            <pc:sldMk cId="645783760" sldId="257"/>
            <ac:spMk id="3103" creationId="{915883B6-50A3-D2DE-A92D-4D95F6343E87}"/>
          </ac:spMkLst>
        </pc:spChg>
        <pc:spChg chg="mod">
          <ac:chgData name="Dobra, Edgar" userId="73d6a325-d5a7-46bb-866c-7bed3cbe8117" providerId="ADAL" clId="{338BBBAA-0322-46EC-B7C9-86413EBEB9FF}" dt="2025-03-31T20:58:00.080" v="5328" actId="255"/>
          <ac:spMkLst>
            <pc:docMk/>
            <pc:sldMk cId="645783760" sldId="257"/>
            <ac:spMk id="3115" creationId="{E14CF2F8-4048-2BDC-3B01-48442E12E09A}"/>
          </ac:spMkLst>
        </pc:spChg>
        <pc:spChg chg="mod">
          <ac:chgData name="Dobra, Edgar" userId="73d6a325-d5a7-46bb-866c-7bed3cbe8117" providerId="ADAL" clId="{338BBBAA-0322-46EC-B7C9-86413EBEB9FF}" dt="2025-03-31T20:46:49.465" v="5138" actId="207"/>
          <ac:spMkLst>
            <pc:docMk/>
            <pc:sldMk cId="645783760" sldId="257"/>
            <ac:spMk id="3153" creationId="{F027BC03-888E-698D-A355-1DA58BEF6CCD}"/>
          </ac:spMkLst>
        </pc:spChg>
        <pc:spChg chg="mod">
          <ac:chgData name="Dobra, Edgar" userId="73d6a325-d5a7-46bb-866c-7bed3cbe8117" providerId="ADAL" clId="{338BBBAA-0322-46EC-B7C9-86413EBEB9FF}" dt="2025-03-31T20:47:08.901" v="5139" actId="207"/>
          <ac:spMkLst>
            <pc:docMk/>
            <pc:sldMk cId="645783760" sldId="257"/>
            <ac:spMk id="3155" creationId="{296CDAE9-E3CD-BF37-85C6-2A69FF00E252}"/>
          </ac:spMkLst>
        </pc:spChg>
        <pc:spChg chg="mod">
          <ac:chgData name="Dobra, Edgar" userId="73d6a325-d5a7-46bb-866c-7bed3cbe8117" providerId="ADAL" clId="{338BBBAA-0322-46EC-B7C9-86413EBEB9FF}" dt="2025-03-31T20:47:16.838" v="5140" actId="207"/>
          <ac:spMkLst>
            <pc:docMk/>
            <pc:sldMk cId="645783760" sldId="257"/>
            <ac:spMk id="3158" creationId="{AD5D5405-4114-D558-9FA9-DC7382CB8CDA}"/>
          </ac:spMkLst>
        </pc:spChg>
        <pc:spChg chg="mod">
          <ac:chgData name="Dobra, Edgar" userId="73d6a325-d5a7-46bb-866c-7bed3cbe8117" providerId="ADAL" clId="{338BBBAA-0322-46EC-B7C9-86413EBEB9FF}" dt="2025-03-31T20:47:16.838" v="5140" actId="207"/>
          <ac:spMkLst>
            <pc:docMk/>
            <pc:sldMk cId="645783760" sldId="257"/>
            <ac:spMk id="3161" creationId="{0DDD12AB-DB96-1A31-EBAB-DD6A3D6951EA}"/>
          </ac:spMkLst>
        </pc:spChg>
        <pc:spChg chg="mod">
          <ac:chgData name="Dobra, Edgar" userId="73d6a325-d5a7-46bb-866c-7bed3cbe8117" providerId="ADAL" clId="{338BBBAA-0322-46EC-B7C9-86413EBEB9FF}" dt="2025-03-31T20:58:00.080" v="5328" actId="255"/>
          <ac:spMkLst>
            <pc:docMk/>
            <pc:sldMk cId="645783760" sldId="257"/>
            <ac:spMk id="3162" creationId="{189EE97F-B526-8D76-51D2-B4304BB92F5C}"/>
          </ac:spMkLst>
        </pc:spChg>
        <pc:spChg chg="mod">
          <ac:chgData name="Dobra, Edgar" userId="73d6a325-d5a7-46bb-866c-7bed3cbe8117" providerId="ADAL" clId="{338BBBAA-0322-46EC-B7C9-86413EBEB9FF}" dt="2025-03-31T20:46:49.465" v="5138" actId="207"/>
          <ac:spMkLst>
            <pc:docMk/>
            <pc:sldMk cId="645783760" sldId="257"/>
            <ac:spMk id="3166" creationId="{923AA072-6B51-E156-AAD2-9A66202FD101}"/>
          </ac:spMkLst>
        </pc:spChg>
        <pc:spChg chg="mod">
          <ac:chgData name="Dobra, Edgar" userId="73d6a325-d5a7-46bb-866c-7bed3cbe8117" providerId="ADAL" clId="{338BBBAA-0322-46EC-B7C9-86413EBEB9FF}" dt="2025-03-31T20:58:00.080" v="5328" actId="255"/>
          <ac:spMkLst>
            <pc:docMk/>
            <pc:sldMk cId="645783760" sldId="257"/>
            <ac:spMk id="3182" creationId="{ECF4E744-F94E-5CE9-BCEA-64F6B319F850}"/>
          </ac:spMkLst>
        </pc:spChg>
        <pc:spChg chg="mod">
          <ac:chgData name="Dobra, Edgar" userId="73d6a325-d5a7-46bb-866c-7bed3cbe8117" providerId="ADAL" clId="{338BBBAA-0322-46EC-B7C9-86413EBEB9FF}" dt="2025-03-31T20:58:00.080" v="5328" actId="255"/>
          <ac:spMkLst>
            <pc:docMk/>
            <pc:sldMk cId="645783760" sldId="257"/>
            <ac:spMk id="3196" creationId="{FD9C4BB2-1708-A08D-D5DE-53855F0A12F2}"/>
          </ac:spMkLst>
        </pc:spChg>
        <pc:spChg chg="mod">
          <ac:chgData name="Dobra, Edgar" userId="73d6a325-d5a7-46bb-866c-7bed3cbe8117" providerId="ADAL" clId="{338BBBAA-0322-46EC-B7C9-86413EBEB9FF}" dt="2025-03-31T20:44:27.404" v="5132"/>
          <ac:spMkLst>
            <pc:docMk/>
            <pc:sldMk cId="645783760" sldId="257"/>
            <ac:spMk id="3438" creationId="{103C91E7-0FC5-26D0-9E98-D986DF723C2C}"/>
          </ac:spMkLst>
        </pc:spChg>
        <pc:spChg chg="mod">
          <ac:chgData name="Dobra, Edgar" userId="73d6a325-d5a7-46bb-866c-7bed3cbe8117" providerId="ADAL" clId="{338BBBAA-0322-46EC-B7C9-86413EBEB9FF}" dt="2025-03-31T20:44:27.404" v="5132"/>
          <ac:spMkLst>
            <pc:docMk/>
            <pc:sldMk cId="645783760" sldId="257"/>
            <ac:spMk id="3440" creationId="{85A85627-1956-C6CF-7915-26D438E8894D}"/>
          </ac:spMkLst>
        </pc:spChg>
        <pc:spChg chg="mod">
          <ac:chgData name="Dobra, Edgar" userId="73d6a325-d5a7-46bb-866c-7bed3cbe8117" providerId="ADAL" clId="{338BBBAA-0322-46EC-B7C9-86413EBEB9FF}" dt="2025-03-31T20:44:27.404" v="5132"/>
          <ac:spMkLst>
            <pc:docMk/>
            <pc:sldMk cId="645783760" sldId="257"/>
            <ac:spMk id="3468" creationId="{6FFF1534-1ACD-D42D-7EB7-C9FF38244B90}"/>
          </ac:spMkLst>
        </pc:spChg>
        <pc:spChg chg="mod">
          <ac:chgData name="Dobra, Edgar" userId="73d6a325-d5a7-46bb-866c-7bed3cbe8117" providerId="ADAL" clId="{338BBBAA-0322-46EC-B7C9-86413EBEB9FF}" dt="2025-03-31T20:44:27.404" v="5132"/>
          <ac:spMkLst>
            <pc:docMk/>
            <pc:sldMk cId="645783760" sldId="257"/>
            <ac:spMk id="3473" creationId="{051FA9CD-4034-6174-8515-6F1898038A0B}"/>
          </ac:spMkLst>
        </pc:spChg>
        <pc:spChg chg="mod">
          <ac:chgData name="Dobra, Edgar" userId="73d6a325-d5a7-46bb-866c-7bed3cbe8117" providerId="ADAL" clId="{338BBBAA-0322-46EC-B7C9-86413EBEB9FF}" dt="2025-03-31T20:44:27.404" v="5132"/>
          <ac:spMkLst>
            <pc:docMk/>
            <pc:sldMk cId="645783760" sldId="257"/>
            <ac:spMk id="3498" creationId="{4E3D6BB2-36E2-A896-3658-8F7616F202FA}"/>
          </ac:spMkLst>
        </pc:spChg>
        <pc:spChg chg="mod">
          <ac:chgData name="Dobra, Edgar" userId="73d6a325-d5a7-46bb-866c-7bed3cbe8117" providerId="ADAL" clId="{338BBBAA-0322-46EC-B7C9-86413EBEB9FF}" dt="2025-03-31T20:44:27.404" v="5132"/>
          <ac:spMkLst>
            <pc:docMk/>
            <pc:sldMk cId="645783760" sldId="257"/>
            <ac:spMk id="3512" creationId="{3B414AE8-FE92-FC23-38D8-1D798E0839B8}"/>
          </ac:spMkLst>
        </pc:spChg>
        <pc:spChg chg="mod">
          <ac:chgData name="Dobra, Edgar" userId="73d6a325-d5a7-46bb-866c-7bed3cbe8117" providerId="ADAL" clId="{338BBBAA-0322-46EC-B7C9-86413EBEB9FF}" dt="2025-03-31T20:44:27.404" v="5132"/>
          <ac:spMkLst>
            <pc:docMk/>
            <pc:sldMk cId="645783760" sldId="257"/>
            <ac:spMk id="3590" creationId="{E3096F64-B77D-59C6-FBE2-652D6D661820}"/>
          </ac:spMkLst>
        </pc:spChg>
        <pc:spChg chg="mod">
          <ac:chgData name="Dobra, Edgar" userId="73d6a325-d5a7-46bb-866c-7bed3cbe8117" providerId="ADAL" clId="{338BBBAA-0322-46EC-B7C9-86413EBEB9FF}" dt="2025-03-31T20:44:27.404" v="5132"/>
          <ac:spMkLst>
            <pc:docMk/>
            <pc:sldMk cId="645783760" sldId="257"/>
            <ac:spMk id="3592" creationId="{F6B64A67-C881-3405-6790-8AF8CD2F4026}"/>
          </ac:spMkLst>
        </pc:spChg>
        <pc:spChg chg="mod">
          <ac:chgData name="Dobra, Edgar" userId="73d6a325-d5a7-46bb-866c-7bed3cbe8117" providerId="ADAL" clId="{338BBBAA-0322-46EC-B7C9-86413EBEB9FF}" dt="2025-03-31T20:44:27.404" v="5132"/>
          <ac:spMkLst>
            <pc:docMk/>
            <pc:sldMk cId="645783760" sldId="257"/>
            <ac:spMk id="3597" creationId="{712A5BD1-747E-9BFA-175E-B0DFEDD66DFC}"/>
          </ac:spMkLst>
        </pc:spChg>
        <pc:spChg chg="mod">
          <ac:chgData name="Dobra, Edgar" userId="73d6a325-d5a7-46bb-866c-7bed3cbe8117" providerId="ADAL" clId="{338BBBAA-0322-46EC-B7C9-86413EBEB9FF}" dt="2025-03-31T20:44:27.404" v="5132"/>
          <ac:spMkLst>
            <pc:docMk/>
            <pc:sldMk cId="645783760" sldId="257"/>
            <ac:spMk id="3611" creationId="{CDA11EEF-758D-9395-3A0A-762B6957A351}"/>
          </ac:spMkLst>
        </pc:spChg>
        <pc:spChg chg="mod">
          <ac:chgData name="Dobra, Edgar" userId="73d6a325-d5a7-46bb-866c-7bed3cbe8117" providerId="ADAL" clId="{338BBBAA-0322-46EC-B7C9-86413EBEB9FF}" dt="2025-04-01T00:24:33.921" v="6857" actId="1076"/>
          <ac:spMkLst>
            <pc:docMk/>
            <pc:sldMk cId="645783760" sldId="257"/>
            <ac:spMk id="3617" creationId="{0462DC47-0890-5D37-23C7-9A2109105F41}"/>
          </ac:spMkLst>
        </pc:spChg>
        <pc:spChg chg="mod">
          <ac:chgData name="Dobra, Edgar" userId="73d6a325-d5a7-46bb-866c-7bed3cbe8117" providerId="ADAL" clId="{338BBBAA-0322-46EC-B7C9-86413EBEB9FF}" dt="2025-03-31T21:02:10.520" v="5352" actId="403"/>
          <ac:spMkLst>
            <pc:docMk/>
            <pc:sldMk cId="645783760" sldId="257"/>
            <ac:spMk id="3620" creationId="{F36F9F1A-DA97-47FE-98CF-F003851FD1A8}"/>
          </ac:spMkLst>
        </pc:spChg>
        <pc:spChg chg="mod">
          <ac:chgData name="Dobra, Edgar" userId="73d6a325-d5a7-46bb-866c-7bed3cbe8117" providerId="ADAL" clId="{338BBBAA-0322-46EC-B7C9-86413EBEB9FF}" dt="2025-04-01T00:24:13.152" v="6855" actId="14100"/>
          <ac:spMkLst>
            <pc:docMk/>
            <pc:sldMk cId="645783760" sldId="257"/>
            <ac:spMk id="3628" creationId="{7E2CBBF2-22D0-D7CE-829E-EBA22B8E4F56}"/>
          </ac:spMkLst>
        </pc:spChg>
        <pc:spChg chg="mod">
          <ac:chgData name="Dobra, Edgar" userId="73d6a325-d5a7-46bb-866c-7bed3cbe8117" providerId="ADAL" clId="{338BBBAA-0322-46EC-B7C9-86413EBEB9FF}" dt="2025-04-01T00:23:46.827" v="6852" actId="403"/>
          <ac:spMkLst>
            <pc:docMk/>
            <pc:sldMk cId="645783760" sldId="257"/>
            <ac:spMk id="3630" creationId="{F7233878-2EC5-E6A5-8078-FA23E0FC6A7D}"/>
          </ac:spMkLst>
        </pc:spChg>
        <pc:spChg chg="mod">
          <ac:chgData name="Dobra, Edgar" userId="73d6a325-d5a7-46bb-866c-7bed3cbe8117" providerId="ADAL" clId="{338BBBAA-0322-46EC-B7C9-86413EBEB9FF}" dt="2025-04-01T00:24:01.997" v="6853" actId="14100"/>
          <ac:spMkLst>
            <pc:docMk/>
            <pc:sldMk cId="645783760" sldId="257"/>
            <ac:spMk id="3635" creationId="{9C1DEE1D-B190-4ED4-9100-0EA5753D06B7}"/>
          </ac:spMkLst>
        </pc:spChg>
        <pc:spChg chg="mod">
          <ac:chgData name="Dobra, Edgar" userId="73d6a325-d5a7-46bb-866c-7bed3cbe8117" providerId="ADAL" clId="{338BBBAA-0322-46EC-B7C9-86413EBEB9FF}" dt="2025-04-01T00:23:46.827" v="6852" actId="403"/>
          <ac:spMkLst>
            <pc:docMk/>
            <pc:sldMk cId="645783760" sldId="257"/>
            <ac:spMk id="3640" creationId="{BE726B88-67E0-4525-E674-C6B525FDC9B5}"/>
          </ac:spMkLst>
        </pc:spChg>
        <pc:spChg chg="mod">
          <ac:chgData name="Dobra, Edgar" userId="73d6a325-d5a7-46bb-866c-7bed3cbe8117" providerId="ADAL" clId="{338BBBAA-0322-46EC-B7C9-86413EBEB9FF}" dt="2025-04-01T00:23:46.827" v="6852" actId="403"/>
          <ac:spMkLst>
            <pc:docMk/>
            <pc:sldMk cId="645783760" sldId="257"/>
            <ac:spMk id="3647" creationId="{A293222F-73B6-80BE-616B-414A4F8AF832}"/>
          </ac:spMkLst>
        </pc:spChg>
        <pc:spChg chg="mod">
          <ac:chgData name="Dobra, Edgar" userId="73d6a325-d5a7-46bb-866c-7bed3cbe8117" providerId="ADAL" clId="{338BBBAA-0322-46EC-B7C9-86413EBEB9FF}" dt="2025-04-01T00:24:08.123" v="6854" actId="14100"/>
          <ac:spMkLst>
            <pc:docMk/>
            <pc:sldMk cId="645783760" sldId="257"/>
            <ac:spMk id="3648" creationId="{3ABD8A58-7EED-9D54-0373-46875558D323}"/>
          </ac:spMkLst>
        </pc:spChg>
        <pc:spChg chg="mod">
          <ac:chgData name="Dobra, Edgar" userId="73d6a325-d5a7-46bb-866c-7bed3cbe8117" providerId="ADAL" clId="{338BBBAA-0322-46EC-B7C9-86413EBEB9FF}" dt="2025-03-31T21:02:10.520" v="5352" actId="403"/>
          <ac:spMkLst>
            <pc:docMk/>
            <pc:sldMk cId="645783760" sldId="257"/>
            <ac:spMk id="3663" creationId="{F11AC29F-BC70-220B-B42C-063011726F8C}"/>
          </ac:spMkLst>
        </pc:spChg>
        <pc:spChg chg="mod">
          <ac:chgData name="Dobra, Edgar" userId="73d6a325-d5a7-46bb-866c-7bed3cbe8117" providerId="ADAL" clId="{338BBBAA-0322-46EC-B7C9-86413EBEB9FF}" dt="2025-03-31T21:02:10.520" v="5352" actId="403"/>
          <ac:spMkLst>
            <pc:docMk/>
            <pc:sldMk cId="645783760" sldId="257"/>
            <ac:spMk id="3672" creationId="{7AB008A4-B632-4415-1005-1A22A60A1010}"/>
          </ac:spMkLst>
        </pc:spChg>
        <pc:spChg chg="mod">
          <ac:chgData name="Dobra, Edgar" userId="73d6a325-d5a7-46bb-866c-7bed3cbe8117" providerId="ADAL" clId="{338BBBAA-0322-46EC-B7C9-86413EBEB9FF}" dt="2025-03-31T21:02:10.520" v="5352" actId="403"/>
          <ac:spMkLst>
            <pc:docMk/>
            <pc:sldMk cId="645783760" sldId="257"/>
            <ac:spMk id="3684" creationId="{A8182F5F-F102-ED4D-3324-4BD59C9FFC20}"/>
          </ac:spMkLst>
        </pc:spChg>
        <pc:spChg chg="mod">
          <ac:chgData name="Dobra, Edgar" userId="73d6a325-d5a7-46bb-866c-7bed3cbe8117" providerId="ADAL" clId="{338BBBAA-0322-46EC-B7C9-86413EBEB9FF}" dt="2025-03-31T21:02:10.520" v="5352" actId="403"/>
          <ac:spMkLst>
            <pc:docMk/>
            <pc:sldMk cId="645783760" sldId="257"/>
            <ac:spMk id="3737" creationId="{E9D67439-9DA7-E179-9CB2-881C58520CE5}"/>
          </ac:spMkLst>
        </pc:spChg>
        <pc:spChg chg="mod">
          <ac:chgData name="Dobra, Edgar" userId="73d6a325-d5a7-46bb-866c-7bed3cbe8117" providerId="ADAL" clId="{338BBBAA-0322-46EC-B7C9-86413EBEB9FF}" dt="2025-03-31T21:02:10.520" v="5352" actId="403"/>
          <ac:spMkLst>
            <pc:docMk/>
            <pc:sldMk cId="645783760" sldId="257"/>
            <ac:spMk id="3754" creationId="{0D1D1526-A1CB-6C79-B2E6-FCE19DD46EA5}"/>
          </ac:spMkLst>
        </pc:spChg>
        <pc:spChg chg="mod">
          <ac:chgData name="Dobra, Edgar" userId="73d6a325-d5a7-46bb-866c-7bed3cbe8117" providerId="ADAL" clId="{338BBBAA-0322-46EC-B7C9-86413EBEB9FF}" dt="2025-03-31T21:02:10.520" v="5352" actId="403"/>
          <ac:spMkLst>
            <pc:docMk/>
            <pc:sldMk cId="645783760" sldId="257"/>
            <ac:spMk id="3811" creationId="{4B9A73ED-DE31-9DD9-329C-F6D5EA4EFA4F}"/>
          </ac:spMkLst>
        </pc:spChg>
        <pc:spChg chg="mod">
          <ac:chgData name="Dobra, Edgar" userId="73d6a325-d5a7-46bb-866c-7bed3cbe8117" providerId="ADAL" clId="{338BBBAA-0322-46EC-B7C9-86413EBEB9FF}" dt="2025-03-31T21:02:10.520" v="5352" actId="403"/>
          <ac:spMkLst>
            <pc:docMk/>
            <pc:sldMk cId="645783760" sldId="257"/>
            <ac:spMk id="3857" creationId="{BEA551BA-F7B8-3D1D-754B-24E7100A04A1}"/>
          </ac:spMkLst>
        </pc:spChg>
        <pc:spChg chg="mod">
          <ac:chgData name="Dobra, Edgar" userId="73d6a325-d5a7-46bb-866c-7bed3cbe8117" providerId="ADAL" clId="{338BBBAA-0322-46EC-B7C9-86413EBEB9FF}" dt="2025-03-31T21:02:10.520" v="5352" actId="403"/>
          <ac:spMkLst>
            <pc:docMk/>
            <pc:sldMk cId="645783760" sldId="257"/>
            <ac:spMk id="3881" creationId="{8C8FF963-D2A2-C2D6-A666-25680F41BF1E}"/>
          </ac:spMkLst>
        </pc:spChg>
        <pc:spChg chg="mod">
          <ac:chgData name="Dobra, Edgar" userId="73d6a325-d5a7-46bb-866c-7bed3cbe8117" providerId="ADAL" clId="{338BBBAA-0322-46EC-B7C9-86413EBEB9FF}" dt="2025-03-31T21:02:10.520" v="5352" actId="403"/>
          <ac:spMkLst>
            <pc:docMk/>
            <pc:sldMk cId="645783760" sldId="257"/>
            <ac:spMk id="3913" creationId="{8A952223-AF11-6C80-DE14-431F4FFF313C}"/>
          </ac:spMkLst>
        </pc:spChg>
        <pc:spChg chg="add mod">
          <ac:chgData name="Dobra, Edgar" userId="73d6a325-d5a7-46bb-866c-7bed3cbe8117" providerId="ADAL" clId="{338BBBAA-0322-46EC-B7C9-86413EBEB9FF}" dt="2025-04-01T00:27:25.312" v="6874" actId="1076"/>
          <ac:spMkLst>
            <pc:docMk/>
            <pc:sldMk cId="645783760" sldId="257"/>
            <ac:spMk id="3948" creationId="{4AFBD72F-6FE9-1B08-4B83-BFC6634C2ECB}"/>
          </ac:spMkLst>
        </pc:spChg>
        <pc:spChg chg="add del mod ord">
          <ac:chgData name="Dobra, Edgar" userId="73d6a325-d5a7-46bb-866c-7bed3cbe8117" providerId="ADAL" clId="{338BBBAA-0322-46EC-B7C9-86413EBEB9FF}" dt="2025-03-31T21:26:12.783" v="5835" actId="478"/>
          <ac:spMkLst>
            <pc:docMk/>
            <pc:sldMk cId="645783760" sldId="257"/>
            <ac:spMk id="3951" creationId="{F27F75CC-2D38-4B16-C48E-A7C6DE62BD2F}"/>
          </ac:spMkLst>
        </pc:spChg>
        <pc:spChg chg="add del">
          <ac:chgData name="Dobra, Edgar" userId="73d6a325-d5a7-46bb-866c-7bed3cbe8117" providerId="ADAL" clId="{338BBBAA-0322-46EC-B7C9-86413EBEB9FF}" dt="2025-03-31T21:22:46.510" v="5800" actId="22"/>
          <ac:spMkLst>
            <pc:docMk/>
            <pc:sldMk cId="645783760" sldId="257"/>
            <ac:spMk id="3959" creationId="{27CEBA67-985A-0278-5730-90132CF1E842}"/>
          </ac:spMkLst>
        </pc:spChg>
        <pc:spChg chg="add del mod ord">
          <ac:chgData name="Dobra, Edgar" userId="73d6a325-d5a7-46bb-866c-7bed3cbe8117" providerId="ADAL" clId="{338BBBAA-0322-46EC-B7C9-86413EBEB9FF}" dt="2025-03-31T22:58:36.199" v="6628" actId="478"/>
          <ac:spMkLst>
            <pc:docMk/>
            <pc:sldMk cId="645783760" sldId="257"/>
            <ac:spMk id="3961" creationId="{B8EB67A9-4DD0-DF73-2979-79A834ABA88B}"/>
          </ac:spMkLst>
        </pc:spChg>
        <pc:spChg chg="add del mod">
          <ac:chgData name="Dobra, Edgar" userId="73d6a325-d5a7-46bb-866c-7bed3cbe8117" providerId="ADAL" clId="{338BBBAA-0322-46EC-B7C9-86413EBEB9FF}" dt="2025-03-31T21:26:33.781" v="5838" actId="478"/>
          <ac:spMkLst>
            <pc:docMk/>
            <pc:sldMk cId="645783760" sldId="257"/>
            <ac:spMk id="3962" creationId="{BFADD9DB-8847-718B-E3A3-A2F279320FD7}"/>
          </ac:spMkLst>
        </pc:spChg>
        <pc:spChg chg="add del mod topLvl">
          <ac:chgData name="Dobra, Edgar" userId="73d6a325-d5a7-46bb-866c-7bed3cbe8117" providerId="ADAL" clId="{338BBBAA-0322-46EC-B7C9-86413EBEB9FF}" dt="2025-03-31T21:39:32.186" v="5967"/>
          <ac:spMkLst>
            <pc:docMk/>
            <pc:sldMk cId="645783760" sldId="257"/>
            <ac:spMk id="3965" creationId="{1DD61427-EF82-3959-9A62-47A8D718979D}"/>
          </ac:spMkLst>
        </pc:spChg>
        <pc:spChg chg="mod topLvl">
          <ac:chgData name="Dobra, Edgar" userId="73d6a325-d5a7-46bb-866c-7bed3cbe8117" providerId="ADAL" clId="{338BBBAA-0322-46EC-B7C9-86413EBEB9FF}" dt="2025-03-31T21:39:32.186" v="5967"/>
          <ac:spMkLst>
            <pc:docMk/>
            <pc:sldMk cId="645783760" sldId="257"/>
            <ac:spMk id="3968" creationId="{B3332EC4-C26A-0027-E70C-E6DD9272DD4A}"/>
          </ac:spMkLst>
        </pc:spChg>
        <pc:spChg chg="mod topLvl">
          <ac:chgData name="Dobra, Edgar" userId="73d6a325-d5a7-46bb-866c-7bed3cbe8117" providerId="ADAL" clId="{338BBBAA-0322-46EC-B7C9-86413EBEB9FF}" dt="2025-03-31T21:39:32.186" v="5967"/>
          <ac:spMkLst>
            <pc:docMk/>
            <pc:sldMk cId="645783760" sldId="257"/>
            <ac:spMk id="3969" creationId="{C75E2365-A5D6-E489-341D-FB2827AEFE7B}"/>
          </ac:spMkLst>
        </pc:spChg>
        <pc:spChg chg="mod topLvl">
          <ac:chgData name="Dobra, Edgar" userId="73d6a325-d5a7-46bb-866c-7bed3cbe8117" providerId="ADAL" clId="{338BBBAA-0322-46EC-B7C9-86413EBEB9FF}" dt="2025-03-31T21:39:32.186" v="5967"/>
          <ac:spMkLst>
            <pc:docMk/>
            <pc:sldMk cId="645783760" sldId="257"/>
            <ac:spMk id="3970" creationId="{D775C7DF-D97B-132F-00D3-2DCBAF3FD39E}"/>
          </ac:spMkLst>
        </pc:spChg>
        <pc:spChg chg="mod">
          <ac:chgData name="Dobra, Edgar" userId="73d6a325-d5a7-46bb-866c-7bed3cbe8117" providerId="ADAL" clId="{338BBBAA-0322-46EC-B7C9-86413EBEB9FF}" dt="2025-03-31T21:39:28.327" v="5961" actId="164"/>
          <ac:spMkLst>
            <pc:docMk/>
            <pc:sldMk cId="645783760" sldId="257"/>
            <ac:spMk id="3971" creationId="{57533C89-1D08-A1B0-8005-315D482CD633}"/>
          </ac:spMkLst>
        </pc:spChg>
        <pc:spChg chg="mod topLvl">
          <ac:chgData name="Dobra, Edgar" userId="73d6a325-d5a7-46bb-866c-7bed3cbe8117" providerId="ADAL" clId="{338BBBAA-0322-46EC-B7C9-86413EBEB9FF}" dt="2025-03-31T21:39:32.186" v="5967"/>
          <ac:spMkLst>
            <pc:docMk/>
            <pc:sldMk cId="645783760" sldId="257"/>
            <ac:spMk id="3972" creationId="{AF59B798-BF68-0673-F189-96811B2FD57C}"/>
          </ac:spMkLst>
        </pc:spChg>
        <pc:spChg chg="mod topLvl">
          <ac:chgData name="Dobra, Edgar" userId="73d6a325-d5a7-46bb-866c-7bed3cbe8117" providerId="ADAL" clId="{338BBBAA-0322-46EC-B7C9-86413EBEB9FF}" dt="2025-03-31T21:39:32.186" v="5967"/>
          <ac:spMkLst>
            <pc:docMk/>
            <pc:sldMk cId="645783760" sldId="257"/>
            <ac:spMk id="3973" creationId="{43573610-24C8-05F3-9D25-F4FC5D53B03E}"/>
          </ac:spMkLst>
        </pc:spChg>
        <pc:spChg chg="mod topLvl">
          <ac:chgData name="Dobra, Edgar" userId="73d6a325-d5a7-46bb-866c-7bed3cbe8117" providerId="ADAL" clId="{338BBBAA-0322-46EC-B7C9-86413EBEB9FF}" dt="2025-03-31T21:39:32.186" v="5967"/>
          <ac:spMkLst>
            <pc:docMk/>
            <pc:sldMk cId="645783760" sldId="257"/>
            <ac:spMk id="3974" creationId="{53D9DF00-C75D-5110-DFAB-810913EDEA9B}"/>
          </ac:spMkLst>
        </pc:spChg>
        <pc:spChg chg="mod topLvl">
          <ac:chgData name="Dobra, Edgar" userId="73d6a325-d5a7-46bb-866c-7bed3cbe8117" providerId="ADAL" clId="{338BBBAA-0322-46EC-B7C9-86413EBEB9FF}" dt="2025-03-31T21:39:32.186" v="5967"/>
          <ac:spMkLst>
            <pc:docMk/>
            <pc:sldMk cId="645783760" sldId="257"/>
            <ac:spMk id="3975" creationId="{B03D80E0-8C1D-1A3C-5A23-C2B0598F686A}"/>
          </ac:spMkLst>
        </pc:spChg>
        <pc:spChg chg="mod topLvl">
          <ac:chgData name="Dobra, Edgar" userId="73d6a325-d5a7-46bb-866c-7bed3cbe8117" providerId="ADAL" clId="{338BBBAA-0322-46EC-B7C9-86413EBEB9FF}" dt="2025-03-31T21:39:32.186" v="5967"/>
          <ac:spMkLst>
            <pc:docMk/>
            <pc:sldMk cId="645783760" sldId="257"/>
            <ac:spMk id="3976" creationId="{9756E95F-AAF6-01D4-22FD-DA6C15B5E4AB}"/>
          </ac:spMkLst>
        </pc:spChg>
        <pc:spChg chg="mod topLvl">
          <ac:chgData name="Dobra, Edgar" userId="73d6a325-d5a7-46bb-866c-7bed3cbe8117" providerId="ADAL" clId="{338BBBAA-0322-46EC-B7C9-86413EBEB9FF}" dt="2025-03-31T21:39:32.186" v="5967"/>
          <ac:spMkLst>
            <pc:docMk/>
            <pc:sldMk cId="645783760" sldId="257"/>
            <ac:spMk id="3977" creationId="{E29BF6EF-8997-62D4-E58A-AA205197005C}"/>
          </ac:spMkLst>
        </pc:spChg>
        <pc:spChg chg="mod">
          <ac:chgData name="Dobra, Edgar" userId="73d6a325-d5a7-46bb-866c-7bed3cbe8117" providerId="ADAL" clId="{338BBBAA-0322-46EC-B7C9-86413EBEB9FF}" dt="2025-03-31T21:39:28.327" v="5961" actId="164"/>
          <ac:spMkLst>
            <pc:docMk/>
            <pc:sldMk cId="645783760" sldId="257"/>
            <ac:spMk id="3978" creationId="{A7B4E1CF-AB0C-DDED-A7EF-078E257FF0AF}"/>
          </ac:spMkLst>
        </pc:spChg>
        <pc:spChg chg="add del">
          <ac:chgData name="Dobra, Edgar" userId="73d6a325-d5a7-46bb-866c-7bed3cbe8117" providerId="ADAL" clId="{338BBBAA-0322-46EC-B7C9-86413EBEB9FF}" dt="2025-03-31T21:39:28.961" v="5962" actId="478"/>
          <ac:spMkLst>
            <pc:docMk/>
            <pc:sldMk cId="645783760" sldId="257"/>
            <ac:spMk id="3979" creationId="{CB94B830-ECF5-3C82-353F-354D69444E3B}"/>
          </ac:spMkLst>
        </pc:spChg>
        <pc:spChg chg="mod">
          <ac:chgData name="Dobra, Edgar" userId="73d6a325-d5a7-46bb-866c-7bed3cbe8117" providerId="ADAL" clId="{338BBBAA-0322-46EC-B7C9-86413EBEB9FF}" dt="2025-03-31T21:39:42.849" v="5969"/>
          <ac:spMkLst>
            <pc:docMk/>
            <pc:sldMk cId="645783760" sldId="257"/>
            <ac:spMk id="3983" creationId="{DFF43908-B76E-38E9-0527-49AA5EFBB817}"/>
          </ac:spMkLst>
        </pc:spChg>
        <pc:spChg chg="mod">
          <ac:chgData name="Dobra, Edgar" userId="73d6a325-d5a7-46bb-866c-7bed3cbe8117" providerId="ADAL" clId="{338BBBAA-0322-46EC-B7C9-86413EBEB9FF}" dt="2025-03-31T21:39:42.849" v="5969"/>
          <ac:spMkLst>
            <pc:docMk/>
            <pc:sldMk cId="645783760" sldId="257"/>
            <ac:spMk id="3984" creationId="{241BB9B2-1F74-398D-EDA2-C543BCE26266}"/>
          </ac:spMkLst>
        </pc:spChg>
        <pc:spChg chg="mod">
          <ac:chgData name="Dobra, Edgar" userId="73d6a325-d5a7-46bb-866c-7bed3cbe8117" providerId="ADAL" clId="{338BBBAA-0322-46EC-B7C9-86413EBEB9FF}" dt="2025-03-31T21:39:42.849" v="5969"/>
          <ac:spMkLst>
            <pc:docMk/>
            <pc:sldMk cId="645783760" sldId="257"/>
            <ac:spMk id="3986" creationId="{C75E2365-A5D6-E489-341D-FB2827AEFE7B}"/>
          </ac:spMkLst>
        </pc:spChg>
        <pc:spChg chg="mod">
          <ac:chgData name="Dobra, Edgar" userId="73d6a325-d5a7-46bb-866c-7bed3cbe8117" providerId="ADAL" clId="{338BBBAA-0322-46EC-B7C9-86413EBEB9FF}" dt="2025-03-31T21:39:42.849" v="5969"/>
          <ac:spMkLst>
            <pc:docMk/>
            <pc:sldMk cId="645783760" sldId="257"/>
            <ac:spMk id="3987" creationId="{D775C7DF-D97B-132F-00D3-2DCBAF3FD39E}"/>
          </ac:spMkLst>
        </pc:spChg>
        <pc:spChg chg="mod">
          <ac:chgData name="Dobra, Edgar" userId="73d6a325-d5a7-46bb-866c-7bed3cbe8117" providerId="ADAL" clId="{338BBBAA-0322-46EC-B7C9-86413EBEB9FF}" dt="2025-03-31T21:39:42.849" v="5969"/>
          <ac:spMkLst>
            <pc:docMk/>
            <pc:sldMk cId="645783760" sldId="257"/>
            <ac:spMk id="3989" creationId="{AF59B798-BF68-0673-F189-96811B2FD57C}"/>
          </ac:spMkLst>
        </pc:spChg>
        <pc:spChg chg="mod">
          <ac:chgData name="Dobra, Edgar" userId="73d6a325-d5a7-46bb-866c-7bed3cbe8117" providerId="ADAL" clId="{338BBBAA-0322-46EC-B7C9-86413EBEB9FF}" dt="2025-03-31T21:39:42.849" v="5969"/>
          <ac:spMkLst>
            <pc:docMk/>
            <pc:sldMk cId="645783760" sldId="257"/>
            <ac:spMk id="3990" creationId="{43573610-24C8-05F3-9D25-F4FC5D53B03E}"/>
          </ac:spMkLst>
        </pc:spChg>
        <pc:spChg chg="mod">
          <ac:chgData name="Dobra, Edgar" userId="73d6a325-d5a7-46bb-866c-7bed3cbe8117" providerId="ADAL" clId="{338BBBAA-0322-46EC-B7C9-86413EBEB9FF}" dt="2025-03-31T21:39:42.849" v="5969"/>
          <ac:spMkLst>
            <pc:docMk/>
            <pc:sldMk cId="645783760" sldId="257"/>
            <ac:spMk id="3991" creationId="{53D9DF00-C75D-5110-DFAB-810913EDEA9B}"/>
          </ac:spMkLst>
        </pc:spChg>
        <pc:spChg chg="mod">
          <ac:chgData name="Dobra, Edgar" userId="73d6a325-d5a7-46bb-866c-7bed3cbe8117" providerId="ADAL" clId="{338BBBAA-0322-46EC-B7C9-86413EBEB9FF}" dt="2025-03-31T21:39:42.849" v="5969"/>
          <ac:spMkLst>
            <pc:docMk/>
            <pc:sldMk cId="645783760" sldId="257"/>
            <ac:spMk id="3993" creationId="{9756E95F-AAF6-01D4-22FD-DA6C15B5E4AB}"/>
          </ac:spMkLst>
        </pc:spChg>
        <pc:spChg chg="mod">
          <ac:chgData name="Dobra, Edgar" userId="73d6a325-d5a7-46bb-866c-7bed3cbe8117" providerId="ADAL" clId="{338BBBAA-0322-46EC-B7C9-86413EBEB9FF}" dt="2025-03-31T21:39:42.849" v="5969"/>
          <ac:spMkLst>
            <pc:docMk/>
            <pc:sldMk cId="645783760" sldId="257"/>
            <ac:spMk id="3994" creationId="{E29BF6EF-8997-62D4-E58A-AA205197005C}"/>
          </ac:spMkLst>
        </pc:spChg>
        <pc:spChg chg="mod">
          <ac:chgData name="Dobra, Edgar" userId="73d6a325-d5a7-46bb-866c-7bed3cbe8117" providerId="ADAL" clId="{338BBBAA-0322-46EC-B7C9-86413EBEB9FF}" dt="2025-03-31T21:39:42.849" v="5969"/>
          <ac:spMkLst>
            <pc:docMk/>
            <pc:sldMk cId="645783760" sldId="257"/>
            <ac:spMk id="3995" creationId="{A7B4E1CF-AB0C-DDED-A7EF-078E257FF0AF}"/>
          </ac:spMkLst>
        </pc:spChg>
        <pc:spChg chg="mod">
          <ac:chgData name="Dobra, Edgar" userId="73d6a325-d5a7-46bb-866c-7bed3cbe8117" providerId="ADAL" clId="{338BBBAA-0322-46EC-B7C9-86413EBEB9FF}" dt="2025-03-31T21:40:04.063" v="5973"/>
          <ac:spMkLst>
            <pc:docMk/>
            <pc:sldMk cId="645783760" sldId="257"/>
            <ac:spMk id="3998" creationId="{460A3458-53EE-6FC3-EAA6-3D397B2DFE4E}"/>
          </ac:spMkLst>
        </pc:spChg>
        <pc:spChg chg="mod">
          <ac:chgData name="Dobra, Edgar" userId="73d6a325-d5a7-46bb-866c-7bed3cbe8117" providerId="ADAL" clId="{338BBBAA-0322-46EC-B7C9-86413EBEB9FF}" dt="2025-03-31T21:40:04.063" v="5973"/>
          <ac:spMkLst>
            <pc:docMk/>
            <pc:sldMk cId="645783760" sldId="257"/>
            <ac:spMk id="3999" creationId="{5164E3E2-B0A3-D6A6-F717-50E18E84B827}"/>
          </ac:spMkLst>
        </pc:spChg>
        <pc:spChg chg="mod">
          <ac:chgData name="Dobra, Edgar" userId="73d6a325-d5a7-46bb-866c-7bed3cbe8117" providerId="ADAL" clId="{338BBBAA-0322-46EC-B7C9-86413EBEB9FF}" dt="2025-03-31T21:40:04.063" v="5973"/>
          <ac:spMkLst>
            <pc:docMk/>
            <pc:sldMk cId="645783760" sldId="257"/>
            <ac:spMk id="4000" creationId="{9C2407F8-77BD-DAD7-E5DF-0A33A26659BB}"/>
          </ac:spMkLst>
        </pc:spChg>
        <pc:spChg chg="mod">
          <ac:chgData name="Dobra, Edgar" userId="73d6a325-d5a7-46bb-866c-7bed3cbe8117" providerId="ADAL" clId="{338BBBAA-0322-46EC-B7C9-86413EBEB9FF}" dt="2025-03-31T21:40:04.063" v="5973"/>
          <ac:spMkLst>
            <pc:docMk/>
            <pc:sldMk cId="645783760" sldId="257"/>
            <ac:spMk id="4001" creationId="{45AEBA3A-DF15-9664-91F7-2E0F9F765992}"/>
          </ac:spMkLst>
        </pc:spChg>
        <pc:spChg chg="mod">
          <ac:chgData name="Dobra, Edgar" userId="73d6a325-d5a7-46bb-866c-7bed3cbe8117" providerId="ADAL" clId="{338BBBAA-0322-46EC-B7C9-86413EBEB9FF}" dt="2025-03-31T21:40:04.063" v="5973"/>
          <ac:spMkLst>
            <pc:docMk/>
            <pc:sldMk cId="645783760" sldId="257"/>
            <ac:spMk id="4002" creationId="{62AFF1E9-283F-C635-0947-0A09F7FCFD26}"/>
          </ac:spMkLst>
        </pc:spChg>
        <pc:spChg chg="mod">
          <ac:chgData name="Dobra, Edgar" userId="73d6a325-d5a7-46bb-866c-7bed3cbe8117" providerId="ADAL" clId="{338BBBAA-0322-46EC-B7C9-86413EBEB9FF}" dt="2025-03-31T21:40:04.063" v="5973"/>
          <ac:spMkLst>
            <pc:docMk/>
            <pc:sldMk cId="645783760" sldId="257"/>
            <ac:spMk id="4003" creationId="{49199307-4839-DBEA-B43C-D2BB4BF6D37D}"/>
          </ac:spMkLst>
        </pc:spChg>
        <pc:spChg chg="mod">
          <ac:chgData name="Dobra, Edgar" userId="73d6a325-d5a7-46bb-866c-7bed3cbe8117" providerId="ADAL" clId="{338BBBAA-0322-46EC-B7C9-86413EBEB9FF}" dt="2025-03-31T21:40:04.063" v="5973"/>
          <ac:spMkLst>
            <pc:docMk/>
            <pc:sldMk cId="645783760" sldId="257"/>
            <ac:spMk id="4004" creationId="{08A921CD-6264-3604-1609-0CA7ABDFF201}"/>
          </ac:spMkLst>
        </pc:spChg>
        <pc:spChg chg="mod">
          <ac:chgData name="Dobra, Edgar" userId="73d6a325-d5a7-46bb-866c-7bed3cbe8117" providerId="ADAL" clId="{338BBBAA-0322-46EC-B7C9-86413EBEB9FF}" dt="2025-03-31T21:40:04.063" v="5973"/>
          <ac:spMkLst>
            <pc:docMk/>
            <pc:sldMk cId="645783760" sldId="257"/>
            <ac:spMk id="4005" creationId="{0256286D-ED2C-FD4A-A514-44708D9F751A}"/>
          </ac:spMkLst>
        </pc:spChg>
        <pc:spChg chg="mod">
          <ac:chgData name="Dobra, Edgar" userId="73d6a325-d5a7-46bb-866c-7bed3cbe8117" providerId="ADAL" clId="{338BBBAA-0322-46EC-B7C9-86413EBEB9FF}" dt="2025-03-31T21:40:04.063" v="5973"/>
          <ac:spMkLst>
            <pc:docMk/>
            <pc:sldMk cId="645783760" sldId="257"/>
            <ac:spMk id="4007" creationId="{63393B46-07AB-ABC2-EEA5-38B52F4709C6}"/>
          </ac:spMkLst>
        </pc:spChg>
        <pc:spChg chg="mod">
          <ac:chgData name="Dobra, Edgar" userId="73d6a325-d5a7-46bb-866c-7bed3cbe8117" providerId="ADAL" clId="{338BBBAA-0322-46EC-B7C9-86413EBEB9FF}" dt="2025-03-31T21:40:04.063" v="5973"/>
          <ac:spMkLst>
            <pc:docMk/>
            <pc:sldMk cId="645783760" sldId="257"/>
            <ac:spMk id="4008" creationId="{47CB47FE-D40A-1FA5-4D3D-01CD50946B8C}"/>
          </ac:spMkLst>
        </pc:spChg>
        <pc:spChg chg="mod">
          <ac:chgData name="Dobra, Edgar" userId="73d6a325-d5a7-46bb-866c-7bed3cbe8117" providerId="ADAL" clId="{338BBBAA-0322-46EC-B7C9-86413EBEB9FF}" dt="2025-03-31T21:40:20.238" v="5975"/>
          <ac:spMkLst>
            <pc:docMk/>
            <pc:sldMk cId="645783760" sldId="257"/>
            <ac:spMk id="4011" creationId="{BA87AA90-E614-93FA-F256-28BFE7664462}"/>
          </ac:spMkLst>
        </pc:spChg>
        <pc:spChg chg="mod">
          <ac:chgData name="Dobra, Edgar" userId="73d6a325-d5a7-46bb-866c-7bed3cbe8117" providerId="ADAL" clId="{338BBBAA-0322-46EC-B7C9-86413EBEB9FF}" dt="2025-03-31T21:40:20.238" v="5975"/>
          <ac:spMkLst>
            <pc:docMk/>
            <pc:sldMk cId="645783760" sldId="257"/>
            <ac:spMk id="4012" creationId="{37AEDC78-F01D-D20C-6D39-DD57E6CBC4BA}"/>
          </ac:spMkLst>
        </pc:spChg>
        <pc:spChg chg="mod">
          <ac:chgData name="Dobra, Edgar" userId="73d6a325-d5a7-46bb-866c-7bed3cbe8117" providerId="ADAL" clId="{338BBBAA-0322-46EC-B7C9-86413EBEB9FF}" dt="2025-03-31T21:40:20.238" v="5975"/>
          <ac:spMkLst>
            <pc:docMk/>
            <pc:sldMk cId="645783760" sldId="257"/>
            <ac:spMk id="4014" creationId="{A5E465AD-E4BC-F499-8A7B-898906FD5F0B}"/>
          </ac:spMkLst>
        </pc:spChg>
        <pc:spChg chg="mod">
          <ac:chgData name="Dobra, Edgar" userId="73d6a325-d5a7-46bb-866c-7bed3cbe8117" providerId="ADAL" clId="{338BBBAA-0322-46EC-B7C9-86413EBEB9FF}" dt="2025-03-31T21:40:20.238" v="5975"/>
          <ac:spMkLst>
            <pc:docMk/>
            <pc:sldMk cId="645783760" sldId="257"/>
            <ac:spMk id="4015" creationId="{0C2029BF-28DB-97CB-C3AF-E2DCF3C22EE7}"/>
          </ac:spMkLst>
        </pc:spChg>
        <pc:spChg chg="mod">
          <ac:chgData name="Dobra, Edgar" userId="73d6a325-d5a7-46bb-866c-7bed3cbe8117" providerId="ADAL" clId="{338BBBAA-0322-46EC-B7C9-86413EBEB9FF}" dt="2025-03-31T21:40:20.238" v="5975"/>
          <ac:spMkLst>
            <pc:docMk/>
            <pc:sldMk cId="645783760" sldId="257"/>
            <ac:spMk id="4016" creationId="{538840A5-9A92-EEA0-BD1B-190E9BC34290}"/>
          </ac:spMkLst>
        </pc:spChg>
        <pc:spChg chg="mod">
          <ac:chgData name="Dobra, Edgar" userId="73d6a325-d5a7-46bb-866c-7bed3cbe8117" providerId="ADAL" clId="{338BBBAA-0322-46EC-B7C9-86413EBEB9FF}" dt="2025-03-31T21:40:20.238" v="5975"/>
          <ac:spMkLst>
            <pc:docMk/>
            <pc:sldMk cId="645783760" sldId="257"/>
            <ac:spMk id="4017" creationId="{E1504576-E22B-A165-56B2-E10E450F5AEE}"/>
          </ac:spMkLst>
        </pc:spChg>
        <pc:spChg chg="mod">
          <ac:chgData name="Dobra, Edgar" userId="73d6a325-d5a7-46bb-866c-7bed3cbe8117" providerId="ADAL" clId="{338BBBAA-0322-46EC-B7C9-86413EBEB9FF}" dt="2025-03-31T21:40:20.238" v="5975"/>
          <ac:spMkLst>
            <pc:docMk/>
            <pc:sldMk cId="645783760" sldId="257"/>
            <ac:spMk id="4019" creationId="{A4A84047-BADC-4BAC-D004-119DE6D129C4}"/>
          </ac:spMkLst>
        </pc:spChg>
        <pc:spChg chg="mod">
          <ac:chgData name="Dobra, Edgar" userId="73d6a325-d5a7-46bb-866c-7bed3cbe8117" providerId="ADAL" clId="{338BBBAA-0322-46EC-B7C9-86413EBEB9FF}" dt="2025-03-31T21:40:20.238" v="5975"/>
          <ac:spMkLst>
            <pc:docMk/>
            <pc:sldMk cId="645783760" sldId="257"/>
            <ac:spMk id="4020" creationId="{A34D0778-E3D0-1D0A-2F14-0109C4BCFECB}"/>
          </ac:spMkLst>
        </pc:spChg>
        <pc:spChg chg="mod">
          <ac:chgData name="Dobra, Edgar" userId="73d6a325-d5a7-46bb-866c-7bed3cbe8117" providerId="ADAL" clId="{338BBBAA-0322-46EC-B7C9-86413EBEB9FF}" dt="2025-03-31T21:40:20.238" v="5975"/>
          <ac:spMkLst>
            <pc:docMk/>
            <pc:sldMk cId="645783760" sldId="257"/>
            <ac:spMk id="4022" creationId="{F751F5B1-C636-B9CB-C24D-6D561D1ED00E}"/>
          </ac:spMkLst>
        </pc:spChg>
        <pc:spChg chg="mod">
          <ac:chgData name="Dobra, Edgar" userId="73d6a325-d5a7-46bb-866c-7bed3cbe8117" providerId="ADAL" clId="{338BBBAA-0322-46EC-B7C9-86413EBEB9FF}" dt="2025-03-31T21:40:20.238" v="5975"/>
          <ac:spMkLst>
            <pc:docMk/>
            <pc:sldMk cId="645783760" sldId="257"/>
            <ac:spMk id="4023" creationId="{7A42E711-35A4-CDCC-FE62-3396B667381D}"/>
          </ac:spMkLst>
        </pc:spChg>
        <pc:spChg chg="mod">
          <ac:chgData name="Dobra, Edgar" userId="73d6a325-d5a7-46bb-866c-7bed3cbe8117" providerId="ADAL" clId="{338BBBAA-0322-46EC-B7C9-86413EBEB9FF}" dt="2025-03-31T22:00:07.848" v="6531"/>
          <ac:spMkLst>
            <pc:docMk/>
            <pc:sldMk cId="645783760" sldId="257"/>
            <ac:spMk id="4029" creationId="{2F4B88EC-D1A1-B8D8-2A0F-090D90DCEC07}"/>
          </ac:spMkLst>
        </pc:spChg>
        <pc:grpChg chg="mod">
          <ac:chgData name="Dobra, Edgar" userId="73d6a325-d5a7-46bb-866c-7bed3cbe8117" providerId="ADAL" clId="{338BBBAA-0322-46EC-B7C9-86413EBEB9FF}" dt="2025-04-01T17:45:53.900" v="7036" actId="1076"/>
          <ac:grpSpMkLst>
            <pc:docMk/>
            <pc:sldMk cId="645783760" sldId="257"/>
            <ac:grpSpMk id="37" creationId="{E508B674-CD3A-DF34-DA46-BBB8377EAB70}"/>
          </ac:grpSpMkLst>
        </pc:grpChg>
        <pc:grpChg chg="del">
          <ac:chgData name="Dobra, Edgar" userId="73d6a325-d5a7-46bb-866c-7bed3cbe8117" providerId="ADAL" clId="{338BBBAA-0322-46EC-B7C9-86413EBEB9FF}" dt="2025-03-31T21:37:42.721" v="5949" actId="478"/>
          <ac:grpSpMkLst>
            <pc:docMk/>
            <pc:sldMk cId="645783760" sldId="257"/>
            <ac:grpSpMk id="43" creationId="{A830C2F0-D004-DAE0-DA17-498E0551541F}"/>
          </ac:grpSpMkLst>
        </pc:grpChg>
        <pc:grpChg chg="mod">
          <ac:chgData name="Dobra, Edgar" userId="73d6a325-d5a7-46bb-866c-7bed3cbe8117" providerId="ADAL" clId="{338BBBAA-0322-46EC-B7C9-86413EBEB9FF}" dt="2025-03-31T20:39:11.939" v="5092" actId="1076"/>
          <ac:grpSpMkLst>
            <pc:docMk/>
            <pc:sldMk cId="645783760" sldId="257"/>
            <ac:grpSpMk id="112" creationId="{1F338B89-4154-F339-E49B-1752A1F8310F}"/>
          </ac:grpSpMkLst>
        </pc:grpChg>
        <pc:grpChg chg="mod">
          <ac:chgData name="Dobra, Edgar" userId="73d6a325-d5a7-46bb-866c-7bed3cbe8117" providerId="ADAL" clId="{338BBBAA-0322-46EC-B7C9-86413EBEB9FF}" dt="2025-03-31T21:40:32.693" v="5976" actId="1076"/>
          <ac:grpSpMkLst>
            <pc:docMk/>
            <pc:sldMk cId="645783760" sldId="257"/>
            <ac:grpSpMk id="171" creationId="{C314E858-B1F3-1526-FEB5-7506BCFAF277}"/>
          </ac:grpSpMkLst>
        </pc:grpChg>
        <pc:grpChg chg="del">
          <ac:chgData name="Dobra, Edgar" userId="73d6a325-d5a7-46bb-866c-7bed3cbe8117" providerId="ADAL" clId="{338BBBAA-0322-46EC-B7C9-86413EBEB9FF}" dt="2025-03-31T14:16:56.901" v="3072" actId="478"/>
          <ac:grpSpMkLst>
            <pc:docMk/>
            <pc:sldMk cId="645783760" sldId="257"/>
            <ac:grpSpMk id="594" creationId="{58066653-8AC9-BAA8-B64B-8E18290FEF60}"/>
          </ac:grpSpMkLst>
        </pc:grpChg>
        <pc:grpChg chg="mod">
          <ac:chgData name="Dobra, Edgar" userId="73d6a325-d5a7-46bb-866c-7bed3cbe8117" providerId="ADAL" clId="{338BBBAA-0322-46EC-B7C9-86413EBEB9FF}" dt="2025-03-31T00:51:44.859" v="2090" actId="14100"/>
          <ac:grpSpMkLst>
            <pc:docMk/>
            <pc:sldMk cId="645783760" sldId="257"/>
            <ac:grpSpMk id="685" creationId="{53B9C21C-ECD1-569B-CDCC-F8106D5E5BE0}"/>
          </ac:grpSpMkLst>
        </pc:grpChg>
        <pc:grpChg chg="mod">
          <ac:chgData name="Dobra, Edgar" userId="73d6a325-d5a7-46bb-866c-7bed3cbe8117" providerId="ADAL" clId="{338BBBAA-0322-46EC-B7C9-86413EBEB9FF}" dt="2025-04-01T17:45:53.900" v="7036" actId="1076"/>
          <ac:grpSpMkLst>
            <pc:docMk/>
            <pc:sldMk cId="645783760" sldId="257"/>
            <ac:grpSpMk id="1069" creationId="{D081F231-8A9D-4716-5505-9E6F5DFF3205}"/>
          </ac:grpSpMkLst>
        </pc:grpChg>
        <pc:grpChg chg="del">
          <ac:chgData name="Dobra, Edgar" userId="73d6a325-d5a7-46bb-866c-7bed3cbe8117" providerId="ADAL" clId="{338BBBAA-0322-46EC-B7C9-86413EBEB9FF}" dt="2025-03-31T15:34:21.774" v="3798" actId="478"/>
          <ac:grpSpMkLst>
            <pc:docMk/>
            <pc:sldMk cId="645783760" sldId="257"/>
            <ac:grpSpMk id="1496" creationId="{6FF2D569-EC63-AAD8-01F2-CB2F73A6A9A2}"/>
          </ac:grpSpMkLst>
        </pc:grpChg>
        <pc:grpChg chg="del">
          <ac:chgData name="Dobra, Edgar" userId="73d6a325-d5a7-46bb-866c-7bed3cbe8117" providerId="ADAL" clId="{338BBBAA-0322-46EC-B7C9-86413EBEB9FF}" dt="2025-03-31T20:34:11.055" v="5053" actId="478"/>
          <ac:grpSpMkLst>
            <pc:docMk/>
            <pc:sldMk cId="645783760" sldId="257"/>
            <ac:grpSpMk id="1510" creationId="{62DF5893-BC78-41B3-1C4F-451AE5985EB8}"/>
          </ac:grpSpMkLst>
        </pc:grpChg>
        <pc:grpChg chg="del">
          <ac:chgData name="Dobra, Edgar" userId="73d6a325-d5a7-46bb-866c-7bed3cbe8117" providerId="ADAL" clId="{338BBBAA-0322-46EC-B7C9-86413EBEB9FF}" dt="2025-03-31T20:34:06.215" v="5052" actId="478"/>
          <ac:grpSpMkLst>
            <pc:docMk/>
            <pc:sldMk cId="645783760" sldId="257"/>
            <ac:grpSpMk id="1511" creationId="{01A45E55-5317-105E-FDB4-C4EB6EF00137}"/>
          </ac:grpSpMkLst>
        </pc:grpChg>
        <pc:grpChg chg="mod">
          <ac:chgData name="Dobra, Edgar" userId="73d6a325-d5a7-46bb-866c-7bed3cbe8117" providerId="ADAL" clId="{338BBBAA-0322-46EC-B7C9-86413EBEB9FF}" dt="2025-03-31T01:04:41.227" v="2205" actId="1076"/>
          <ac:grpSpMkLst>
            <pc:docMk/>
            <pc:sldMk cId="645783760" sldId="257"/>
            <ac:grpSpMk id="1620" creationId="{A2E2EAE9-91BF-51F6-924B-7FE8ADFD199C}"/>
          </ac:grpSpMkLst>
        </pc:grpChg>
        <pc:grpChg chg="mod">
          <ac:chgData name="Dobra, Edgar" userId="73d6a325-d5a7-46bb-866c-7bed3cbe8117" providerId="ADAL" clId="{338BBBAA-0322-46EC-B7C9-86413EBEB9FF}" dt="2025-03-31T20:40:42.986" v="5103" actId="1076"/>
          <ac:grpSpMkLst>
            <pc:docMk/>
            <pc:sldMk cId="645783760" sldId="257"/>
            <ac:grpSpMk id="2077" creationId="{55FF7FDC-1FF2-F42F-251F-18273F972EC8}"/>
          </ac:grpSpMkLst>
        </pc:grpChg>
        <pc:grpChg chg="del mod">
          <ac:chgData name="Dobra, Edgar" userId="73d6a325-d5a7-46bb-866c-7bed3cbe8117" providerId="ADAL" clId="{338BBBAA-0322-46EC-B7C9-86413EBEB9FF}" dt="2025-03-31T00:59:49.271" v="2168" actId="478"/>
          <ac:grpSpMkLst>
            <pc:docMk/>
            <pc:sldMk cId="645783760" sldId="257"/>
            <ac:grpSpMk id="2314" creationId="{8B7BF39B-8AB6-4BC2-DC9F-9F4AEC87F465}"/>
          </ac:grpSpMkLst>
        </pc:grpChg>
        <pc:grpChg chg="del mod">
          <ac:chgData name="Dobra, Edgar" userId="73d6a325-d5a7-46bb-866c-7bed3cbe8117" providerId="ADAL" clId="{338BBBAA-0322-46EC-B7C9-86413EBEB9FF}" dt="2025-03-31T00:59:49.271" v="2168" actId="478"/>
          <ac:grpSpMkLst>
            <pc:docMk/>
            <pc:sldMk cId="645783760" sldId="257"/>
            <ac:grpSpMk id="2411" creationId="{8F29472E-D016-CABE-8C3F-C1B4CC94F070}"/>
          </ac:grpSpMkLst>
        </pc:grpChg>
        <pc:grpChg chg="add del mod">
          <ac:chgData name="Dobra, Edgar" userId="73d6a325-d5a7-46bb-866c-7bed3cbe8117" providerId="ADAL" clId="{338BBBAA-0322-46EC-B7C9-86413EBEB9FF}" dt="2025-03-31T00:26:53.363" v="1836" actId="478"/>
          <ac:grpSpMkLst>
            <pc:docMk/>
            <pc:sldMk cId="645783760" sldId="257"/>
            <ac:grpSpMk id="2628" creationId="{5F9ADDA7-5FC8-0FC4-2ACC-BE54F42331D7}"/>
          </ac:grpSpMkLst>
        </pc:grpChg>
        <pc:grpChg chg="mod">
          <ac:chgData name="Dobra, Edgar" userId="73d6a325-d5a7-46bb-866c-7bed3cbe8117" providerId="ADAL" clId="{338BBBAA-0322-46EC-B7C9-86413EBEB9FF}" dt="2025-03-31T00:35:51.814" v="1910" actId="164"/>
          <ac:grpSpMkLst>
            <pc:docMk/>
            <pc:sldMk cId="645783760" sldId="257"/>
            <ac:grpSpMk id="2629" creationId="{E7718557-86D3-A652-13B8-9B7F8588CDF8}"/>
          </ac:grpSpMkLst>
        </pc:grpChg>
        <pc:grpChg chg="del">
          <ac:chgData name="Dobra, Edgar" userId="73d6a325-d5a7-46bb-866c-7bed3cbe8117" providerId="ADAL" clId="{338BBBAA-0322-46EC-B7C9-86413EBEB9FF}" dt="2025-03-31T00:27:20.315" v="1840" actId="478"/>
          <ac:grpSpMkLst>
            <pc:docMk/>
            <pc:sldMk cId="645783760" sldId="257"/>
            <ac:grpSpMk id="2630" creationId="{39E52EE6-BCE3-1342-517E-B9D5B6A8393D}"/>
          </ac:grpSpMkLst>
        </pc:grpChg>
        <pc:grpChg chg="del">
          <ac:chgData name="Dobra, Edgar" userId="73d6a325-d5a7-46bb-866c-7bed3cbe8117" providerId="ADAL" clId="{338BBBAA-0322-46EC-B7C9-86413EBEB9FF}" dt="2025-03-31T00:27:17.408" v="1839" actId="478"/>
          <ac:grpSpMkLst>
            <pc:docMk/>
            <pc:sldMk cId="645783760" sldId="257"/>
            <ac:grpSpMk id="2631" creationId="{A6A7D978-DA62-0D2B-1005-365B040580CE}"/>
          </ac:grpSpMkLst>
        </pc:grpChg>
        <pc:grpChg chg="mod">
          <ac:chgData name="Dobra, Edgar" userId="73d6a325-d5a7-46bb-866c-7bed3cbe8117" providerId="ADAL" clId="{338BBBAA-0322-46EC-B7C9-86413EBEB9FF}" dt="2025-04-01T00:28:17.318" v="6879" actId="1076"/>
          <ac:grpSpMkLst>
            <pc:docMk/>
            <pc:sldMk cId="645783760" sldId="257"/>
            <ac:grpSpMk id="2665" creationId="{247EECB6-4B78-B0FE-7F56-4F9AD9DCACBE}"/>
          </ac:grpSpMkLst>
        </pc:grpChg>
        <pc:grpChg chg="mod">
          <ac:chgData name="Dobra, Edgar" userId="73d6a325-d5a7-46bb-866c-7bed3cbe8117" providerId="ADAL" clId="{338BBBAA-0322-46EC-B7C9-86413EBEB9FF}" dt="2025-03-31T00:35:51.814" v="1910" actId="164"/>
          <ac:grpSpMkLst>
            <pc:docMk/>
            <pc:sldMk cId="645783760" sldId="257"/>
            <ac:grpSpMk id="2714" creationId="{3B27C46A-AC88-B050-CA38-4ACA2D441430}"/>
          </ac:grpSpMkLst>
        </pc:grpChg>
        <pc:grpChg chg="del mod">
          <ac:chgData name="Dobra, Edgar" userId="73d6a325-d5a7-46bb-866c-7bed3cbe8117" providerId="ADAL" clId="{338BBBAA-0322-46EC-B7C9-86413EBEB9FF}" dt="2025-03-31T00:29:20.432" v="1851" actId="478"/>
          <ac:grpSpMkLst>
            <pc:docMk/>
            <pc:sldMk cId="645783760" sldId="257"/>
            <ac:grpSpMk id="2738" creationId="{7B79AA79-3658-264A-6F01-A6DCCCAE719B}"/>
          </ac:grpSpMkLst>
        </pc:grpChg>
        <pc:grpChg chg="mod">
          <ac:chgData name="Dobra, Edgar" userId="73d6a325-d5a7-46bb-866c-7bed3cbe8117" providerId="ADAL" clId="{338BBBAA-0322-46EC-B7C9-86413EBEB9FF}" dt="2025-03-31T00:35:51.814" v="1910" actId="164"/>
          <ac:grpSpMkLst>
            <pc:docMk/>
            <pc:sldMk cId="645783760" sldId="257"/>
            <ac:grpSpMk id="2762" creationId="{D010A147-634E-65F1-8B00-6B74A0415268}"/>
          </ac:grpSpMkLst>
        </pc:grpChg>
        <pc:grpChg chg="add mod">
          <ac:chgData name="Dobra, Edgar" userId="73d6a325-d5a7-46bb-866c-7bed3cbe8117" providerId="ADAL" clId="{338BBBAA-0322-46EC-B7C9-86413EBEB9FF}" dt="2025-03-31T00:35:38.022" v="1908" actId="14100"/>
          <ac:grpSpMkLst>
            <pc:docMk/>
            <pc:sldMk cId="645783760" sldId="257"/>
            <ac:grpSpMk id="2789" creationId="{6D9369A4-2554-7057-F181-85FEFCC6FD38}"/>
          </ac:grpSpMkLst>
        </pc:grpChg>
        <pc:grpChg chg="add mod">
          <ac:chgData name="Dobra, Edgar" userId="73d6a325-d5a7-46bb-866c-7bed3cbe8117" providerId="ADAL" clId="{338BBBAA-0322-46EC-B7C9-86413EBEB9FF}" dt="2025-03-31T00:52:04.735" v="2092" actId="1076"/>
          <ac:grpSpMkLst>
            <pc:docMk/>
            <pc:sldMk cId="645783760" sldId="257"/>
            <ac:grpSpMk id="2790" creationId="{94EA2EFF-8341-D430-E08C-F8F269828E80}"/>
          </ac:grpSpMkLst>
        </pc:grpChg>
        <pc:grpChg chg="mod">
          <ac:chgData name="Dobra, Edgar" userId="73d6a325-d5a7-46bb-866c-7bed3cbe8117" providerId="ADAL" clId="{338BBBAA-0322-46EC-B7C9-86413EBEB9FF}" dt="2025-03-31T00:37:57.447" v="1922" actId="1076"/>
          <ac:grpSpMkLst>
            <pc:docMk/>
            <pc:sldMk cId="645783760" sldId="257"/>
            <ac:grpSpMk id="2791" creationId="{0CBF3472-E348-9972-1A08-8CC18152C9D0}"/>
          </ac:grpSpMkLst>
        </pc:grpChg>
        <pc:grpChg chg="mod">
          <ac:chgData name="Dobra, Edgar" userId="73d6a325-d5a7-46bb-866c-7bed3cbe8117" providerId="ADAL" clId="{338BBBAA-0322-46EC-B7C9-86413EBEB9FF}" dt="2025-03-31T00:52:17.804" v="2094" actId="164"/>
          <ac:grpSpMkLst>
            <pc:docMk/>
            <pc:sldMk cId="645783760" sldId="257"/>
            <ac:grpSpMk id="2792" creationId="{B9776BDC-6792-F53B-FE48-359083CE788B}"/>
          </ac:grpSpMkLst>
        </pc:grpChg>
        <pc:grpChg chg="del">
          <ac:chgData name="Dobra, Edgar" userId="73d6a325-d5a7-46bb-866c-7bed3cbe8117" providerId="ADAL" clId="{338BBBAA-0322-46EC-B7C9-86413EBEB9FF}" dt="2025-03-31T00:39:02.847" v="1941" actId="478"/>
          <ac:grpSpMkLst>
            <pc:docMk/>
            <pc:sldMk cId="645783760" sldId="257"/>
            <ac:grpSpMk id="2793" creationId="{96D3FBC3-5E70-814F-70F8-AC15B9AE8F15}"/>
          </ac:grpSpMkLst>
        </pc:grpChg>
        <pc:grpChg chg="del">
          <ac:chgData name="Dobra, Edgar" userId="73d6a325-d5a7-46bb-866c-7bed3cbe8117" providerId="ADAL" clId="{338BBBAA-0322-46EC-B7C9-86413EBEB9FF}" dt="2025-03-31T00:39:06.815" v="1942" actId="478"/>
          <ac:grpSpMkLst>
            <pc:docMk/>
            <pc:sldMk cId="645783760" sldId="257"/>
            <ac:grpSpMk id="2794" creationId="{A162F375-1F04-0E35-FF22-CE6A0C00C8C6}"/>
          </ac:grpSpMkLst>
        </pc:grpChg>
        <pc:grpChg chg="mod">
          <ac:chgData name="Dobra, Edgar" userId="73d6a325-d5a7-46bb-866c-7bed3cbe8117" providerId="ADAL" clId="{338BBBAA-0322-46EC-B7C9-86413EBEB9FF}" dt="2025-03-31T00:52:17.804" v="2094" actId="164"/>
          <ac:grpSpMkLst>
            <pc:docMk/>
            <pc:sldMk cId="645783760" sldId="257"/>
            <ac:grpSpMk id="2865" creationId="{5B2F282E-D4CE-605B-EB0D-FAD6125CEF95}"/>
          </ac:grpSpMkLst>
        </pc:grpChg>
        <pc:grpChg chg="mod">
          <ac:chgData name="Dobra, Edgar" userId="73d6a325-d5a7-46bb-866c-7bed3cbe8117" providerId="ADAL" clId="{338BBBAA-0322-46EC-B7C9-86413EBEB9FF}" dt="2025-03-31T00:52:17.804" v="2094" actId="164"/>
          <ac:grpSpMkLst>
            <pc:docMk/>
            <pc:sldMk cId="645783760" sldId="257"/>
            <ac:grpSpMk id="2910" creationId="{212AA0F8-186F-23B2-55C5-739C7D8776C8}"/>
          </ac:grpSpMkLst>
        </pc:grpChg>
        <pc:grpChg chg="add mod">
          <ac:chgData name="Dobra, Edgar" userId="73d6a325-d5a7-46bb-866c-7bed3cbe8117" providerId="ADAL" clId="{338BBBAA-0322-46EC-B7C9-86413EBEB9FF}" dt="2025-03-31T00:52:42.735" v="2097" actId="1076"/>
          <ac:grpSpMkLst>
            <pc:docMk/>
            <pc:sldMk cId="645783760" sldId="257"/>
            <ac:grpSpMk id="2935" creationId="{0D172E06-E10B-7CCE-0EC9-3D6DE17A01EE}"/>
          </ac:grpSpMkLst>
        </pc:grpChg>
        <pc:grpChg chg="add mod">
          <ac:chgData name="Dobra, Edgar" userId="73d6a325-d5a7-46bb-866c-7bed3cbe8117" providerId="ADAL" clId="{338BBBAA-0322-46EC-B7C9-86413EBEB9FF}" dt="2025-03-31T01:04:50.628" v="2206" actId="1076"/>
          <ac:grpSpMkLst>
            <pc:docMk/>
            <pc:sldMk cId="645783760" sldId="257"/>
            <ac:grpSpMk id="2939" creationId="{7D6EB6A2-2A00-E1D9-872F-26AEA8219DF2}"/>
          </ac:grpSpMkLst>
        </pc:grpChg>
        <pc:grpChg chg="add mod">
          <ac:chgData name="Dobra, Edgar" userId="73d6a325-d5a7-46bb-866c-7bed3cbe8117" providerId="ADAL" clId="{338BBBAA-0322-46EC-B7C9-86413EBEB9FF}" dt="2025-03-31T01:06:39.148" v="2227" actId="1076"/>
          <ac:grpSpMkLst>
            <pc:docMk/>
            <pc:sldMk cId="645783760" sldId="257"/>
            <ac:grpSpMk id="2940" creationId="{237C935A-B3A7-B1BE-8687-2A7457414473}"/>
          </ac:grpSpMkLst>
        </pc:grpChg>
        <pc:grpChg chg="del">
          <ac:chgData name="Dobra, Edgar" userId="73d6a325-d5a7-46bb-866c-7bed3cbe8117" providerId="ADAL" clId="{338BBBAA-0322-46EC-B7C9-86413EBEB9FF}" dt="2025-03-31T01:50:08.700" v="2645" actId="478"/>
          <ac:grpSpMkLst>
            <pc:docMk/>
            <pc:sldMk cId="645783760" sldId="257"/>
            <ac:grpSpMk id="2963" creationId="{8B1CDB47-12C5-C55F-1E47-7320711B375E}"/>
          </ac:grpSpMkLst>
        </pc:grpChg>
        <pc:grpChg chg="add mod">
          <ac:chgData name="Dobra, Edgar" userId="73d6a325-d5a7-46bb-866c-7bed3cbe8117" providerId="ADAL" clId="{338BBBAA-0322-46EC-B7C9-86413EBEB9FF}" dt="2025-03-31T02:09:43.362" v="2931" actId="1076"/>
          <ac:grpSpMkLst>
            <pc:docMk/>
            <pc:sldMk cId="645783760" sldId="257"/>
            <ac:grpSpMk id="2982" creationId="{40A96D8B-1135-F8E8-EB8A-4FDF3657A186}"/>
          </ac:grpSpMkLst>
        </pc:grpChg>
        <pc:grpChg chg="mod">
          <ac:chgData name="Dobra, Edgar" userId="73d6a325-d5a7-46bb-866c-7bed3cbe8117" providerId="ADAL" clId="{338BBBAA-0322-46EC-B7C9-86413EBEB9FF}" dt="2025-04-01T00:27:13.823" v="6873" actId="1076"/>
          <ac:grpSpMkLst>
            <pc:docMk/>
            <pc:sldMk cId="645783760" sldId="257"/>
            <ac:grpSpMk id="3615" creationId="{BD7708FF-FB34-5373-D1DA-2BE17553C69A}"/>
          </ac:grpSpMkLst>
        </pc:grpChg>
        <pc:grpChg chg="mod">
          <ac:chgData name="Dobra, Edgar" userId="73d6a325-d5a7-46bb-866c-7bed3cbe8117" providerId="ADAL" clId="{338BBBAA-0322-46EC-B7C9-86413EBEB9FF}" dt="2025-03-31T21:39:31.429" v="5966" actId="1076"/>
          <ac:grpSpMkLst>
            <pc:docMk/>
            <pc:sldMk cId="645783760" sldId="257"/>
            <ac:grpSpMk id="3964" creationId="{030FD0EC-5E34-ADA4-94DB-4E5701F41EF9}"/>
          </ac:grpSpMkLst>
        </pc:grpChg>
        <pc:grpChg chg="add del">
          <ac:chgData name="Dobra, Edgar" userId="73d6a325-d5a7-46bb-866c-7bed3cbe8117" providerId="ADAL" clId="{338BBBAA-0322-46EC-B7C9-86413EBEB9FF}" dt="2025-03-31T21:39:24.172" v="5960" actId="21"/>
          <ac:grpSpMkLst>
            <pc:docMk/>
            <pc:sldMk cId="645783760" sldId="257"/>
            <ac:grpSpMk id="3981" creationId="{5CDCC467-3A0C-F2E7-130C-390B6A410FD9}"/>
          </ac:grpSpMkLst>
        </pc:grpChg>
        <pc:grpChg chg="mod">
          <ac:chgData name="Dobra, Edgar" userId="73d6a325-d5a7-46bb-866c-7bed3cbe8117" providerId="ADAL" clId="{338BBBAA-0322-46EC-B7C9-86413EBEB9FF}" dt="2025-03-31T21:40:02.633" v="5972" actId="1076"/>
          <ac:grpSpMkLst>
            <pc:docMk/>
            <pc:sldMk cId="645783760" sldId="257"/>
            <ac:grpSpMk id="3982" creationId="{5CDCC467-3A0C-F2E7-130C-390B6A410FD9}"/>
          </ac:grpSpMkLst>
        </pc:grpChg>
        <pc:grpChg chg="mod">
          <ac:chgData name="Dobra, Edgar" userId="73d6a325-d5a7-46bb-866c-7bed3cbe8117" providerId="ADAL" clId="{338BBBAA-0322-46EC-B7C9-86413EBEB9FF}" dt="2025-03-31T21:40:17.410" v="5974" actId="1076"/>
          <ac:grpSpMkLst>
            <pc:docMk/>
            <pc:sldMk cId="645783760" sldId="257"/>
            <ac:grpSpMk id="3996" creationId="{60E446F8-C539-61BC-2B26-B91F6D9CF515}"/>
          </ac:grpSpMkLst>
        </pc:grpChg>
        <pc:grpChg chg="add del mod">
          <ac:chgData name="Dobra, Edgar" userId="73d6a325-d5a7-46bb-866c-7bed3cbe8117" providerId="ADAL" clId="{338BBBAA-0322-46EC-B7C9-86413EBEB9FF}" dt="2025-03-31T22:00:28.029" v="6534" actId="478"/>
          <ac:grpSpMkLst>
            <pc:docMk/>
            <pc:sldMk cId="645783760" sldId="257"/>
            <ac:grpSpMk id="4027" creationId="{69770D92-B0FD-2C7E-7BC2-8760867E58E6}"/>
          </ac:grpSpMkLst>
        </pc:grpChg>
        <pc:graphicFrameChg chg="add mod">
          <ac:chgData name="Dobra, Edgar" userId="73d6a325-d5a7-46bb-866c-7bed3cbe8117" providerId="ADAL" clId="{338BBBAA-0322-46EC-B7C9-86413EBEB9FF}" dt="2025-04-01T14:30:18.983" v="6927" actId="1076"/>
          <ac:graphicFrameMkLst>
            <pc:docMk/>
            <pc:sldMk cId="645783760" sldId="257"/>
            <ac:graphicFrameMk id="12" creationId="{4143521A-BD79-3592-15ED-41AFEB5D3CBF}"/>
          </ac:graphicFrameMkLst>
        </pc:graphicFrameChg>
        <pc:graphicFrameChg chg="add mod">
          <ac:chgData name="Dobra, Edgar" userId="73d6a325-d5a7-46bb-866c-7bed3cbe8117" providerId="ADAL" clId="{338BBBAA-0322-46EC-B7C9-86413EBEB9FF}" dt="2025-04-01T14:30:29.125" v="6930" actId="1076"/>
          <ac:graphicFrameMkLst>
            <pc:docMk/>
            <pc:sldMk cId="645783760" sldId="257"/>
            <ac:graphicFrameMk id="13" creationId="{483A5F62-F30D-7FFF-F469-DC75A7CDF981}"/>
          </ac:graphicFrameMkLst>
        </pc:graphicFrameChg>
        <pc:graphicFrameChg chg="add del mod">
          <ac:chgData name="Dobra, Edgar" userId="73d6a325-d5a7-46bb-866c-7bed3cbe8117" providerId="ADAL" clId="{338BBBAA-0322-46EC-B7C9-86413EBEB9FF}" dt="2025-04-01T14:30:22.941" v="6928" actId="478"/>
          <ac:graphicFrameMkLst>
            <pc:docMk/>
            <pc:sldMk cId="645783760" sldId="257"/>
            <ac:graphicFrameMk id="24" creationId="{A729679B-1854-3E37-07DB-CCE78F264E3F}"/>
          </ac:graphicFrameMkLst>
        </pc:graphicFrameChg>
        <pc:graphicFrameChg chg="add del mod">
          <ac:chgData name="Dobra, Edgar" userId="73d6a325-d5a7-46bb-866c-7bed3cbe8117" providerId="ADAL" clId="{338BBBAA-0322-46EC-B7C9-86413EBEB9FF}" dt="2025-04-01T14:30:05.060" v="6925" actId="478"/>
          <ac:graphicFrameMkLst>
            <pc:docMk/>
            <pc:sldMk cId="645783760" sldId="257"/>
            <ac:graphicFrameMk id="31" creationId="{E32671D9-C4B1-91F9-D949-5F13AA28890C}"/>
          </ac:graphicFrameMkLst>
        </pc:graphicFrameChg>
        <pc:graphicFrameChg chg="del">
          <ac:chgData name="Dobra, Edgar" userId="73d6a325-d5a7-46bb-866c-7bed3cbe8117" providerId="ADAL" clId="{338BBBAA-0322-46EC-B7C9-86413EBEB9FF}" dt="2025-03-31T14:21:57.098" v="3120" actId="478"/>
          <ac:graphicFrameMkLst>
            <pc:docMk/>
            <pc:sldMk cId="645783760" sldId="257"/>
            <ac:graphicFrameMk id="34" creationId="{18D0C6C0-5A9C-45DD-9945-DA6963289300}"/>
          </ac:graphicFrameMkLst>
        </pc:graphicFrameChg>
        <pc:graphicFrameChg chg="add mod">
          <ac:chgData name="Dobra, Edgar" userId="73d6a325-d5a7-46bb-866c-7bed3cbe8117" providerId="ADAL" clId="{338BBBAA-0322-46EC-B7C9-86413EBEB9FF}" dt="2025-03-31T14:46:55.019" v="3317"/>
          <ac:graphicFrameMkLst>
            <pc:docMk/>
            <pc:sldMk cId="645783760" sldId="257"/>
            <ac:graphicFrameMk id="51" creationId="{0E482397-8053-936F-C81E-31D51FE27353}"/>
          </ac:graphicFrameMkLst>
        </pc:graphicFrameChg>
        <pc:graphicFrameChg chg="add mod">
          <ac:chgData name="Dobra, Edgar" userId="73d6a325-d5a7-46bb-866c-7bed3cbe8117" providerId="ADAL" clId="{338BBBAA-0322-46EC-B7C9-86413EBEB9FF}" dt="2025-03-31T14:46:55.019" v="3317"/>
          <ac:graphicFrameMkLst>
            <pc:docMk/>
            <pc:sldMk cId="645783760" sldId="257"/>
            <ac:graphicFrameMk id="55" creationId="{58CB4136-E24E-A787-2B72-5A02EC88B7B6}"/>
          </ac:graphicFrameMkLst>
        </pc:graphicFrameChg>
        <pc:graphicFrameChg chg="add mod">
          <ac:chgData name="Dobra, Edgar" userId="73d6a325-d5a7-46bb-866c-7bed3cbe8117" providerId="ADAL" clId="{338BBBAA-0322-46EC-B7C9-86413EBEB9FF}" dt="2025-03-31T14:47:13.273" v="3319" actId="1076"/>
          <ac:graphicFrameMkLst>
            <pc:docMk/>
            <pc:sldMk cId="645783760" sldId="257"/>
            <ac:graphicFrameMk id="58" creationId="{D2E76CA6-5297-D466-C4F7-DFE4E8DDCC71}"/>
          </ac:graphicFrameMkLst>
        </pc:graphicFrameChg>
        <pc:graphicFrameChg chg="add mod">
          <ac:chgData name="Dobra, Edgar" userId="73d6a325-d5a7-46bb-866c-7bed3cbe8117" providerId="ADAL" clId="{338BBBAA-0322-46EC-B7C9-86413EBEB9FF}" dt="2025-04-01T14:29:59.154" v="6924" actId="1076"/>
          <ac:graphicFrameMkLst>
            <pc:docMk/>
            <pc:sldMk cId="645783760" sldId="257"/>
            <ac:graphicFrameMk id="61" creationId="{C713C5A7-1AED-8E42-A2D2-304AFE9A8E08}"/>
          </ac:graphicFrameMkLst>
        </pc:graphicFrameChg>
        <pc:graphicFrameChg chg="add mod ord">
          <ac:chgData name="Dobra, Edgar" userId="73d6a325-d5a7-46bb-866c-7bed3cbe8117" providerId="ADAL" clId="{338BBBAA-0322-46EC-B7C9-86413EBEB9FF}" dt="2025-03-31T18:21:50.800" v="4537" actId="167"/>
          <ac:graphicFrameMkLst>
            <pc:docMk/>
            <pc:sldMk cId="645783760" sldId="257"/>
            <ac:graphicFrameMk id="68" creationId="{45B9C280-1867-C936-F6FA-EBF9F209D00E}"/>
          </ac:graphicFrameMkLst>
        </pc:graphicFrameChg>
        <pc:graphicFrameChg chg="add mod">
          <ac:chgData name="Dobra, Edgar" userId="73d6a325-d5a7-46bb-866c-7bed3cbe8117" providerId="ADAL" clId="{338BBBAA-0322-46EC-B7C9-86413EBEB9FF}" dt="2025-03-31T18:28:40.445" v="4633" actId="1076"/>
          <ac:graphicFrameMkLst>
            <pc:docMk/>
            <pc:sldMk cId="645783760" sldId="257"/>
            <ac:graphicFrameMk id="87" creationId="{76234EE1-5233-E0C1-939B-A35852F098D4}"/>
          </ac:graphicFrameMkLst>
        </pc:graphicFrameChg>
        <pc:graphicFrameChg chg="add mod">
          <ac:chgData name="Dobra, Edgar" userId="73d6a325-d5a7-46bb-866c-7bed3cbe8117" providerId="ADAL" clId="{338BBBAA-0322-46EC-B7C9-86413EBEB9FF}" dt="2025-03-31T18:27:57.909" v="4627" actId="1076"/>
          <ac:graphicFrameMkLst>
            <pc:docMk/>
            <pc:sldMk cId="645783760" sldId="257"/>
            <ac:graphicFrameMk id="88" creationId="{66336E29-7E59-2DA4-6C71-48F33E5C6000}"/>
          </ac:graphicFrameMkLst>
        </pc:graphicFrameChg>
        <pc:graphicFrameChg chg="add mod">
          <ac:chgData name="Dobra, Edgar" userId="73d6a325-d5a7-46bb-866c-7bed3cbe8117" providerId="ADAL" clId="{338BBBAA-0322-46EC-B7C9-86413EBEB9FF}" dt="2025-03-31T18:27:57.909" v="4627" actId="1076"/>
          <ac:graphicFrameMkLst>
            <pc:docMk/>
            <pc:sldMk cId="645783760" sldId="257"/>
            <ac:graphicFrameMk id="91" creationId="{A89B2E80-F239-24A5-0584-E869D84246DC}"/>
          </ac:graphicFrameMkLst>
        </pc:graphicFrameChg>
        <pc:graphicFrameChg chg="add mod">
          <ac:chgData name="Dobra, Edgar" userId="73d6a325-d5a7-46bb-866c-7bed3cbe8117" providerId="ADAL" clId="{338BBBAA-0322-46EC-B7C9-86413EBEB9FF}" dt="2025-03-31T18:27:57.909" v="4627" actId="1076"/>
          <ac:graphicFrameMkLst>
            <pc:docMk/>
            <pc:sldMk cId="645783760" sldId="257"/>
            <ac:graphicFrameMk id="94" creationId="{8E466FEB-84F0-2B75-3687-336AB965A2F4}"/>
          </ac:graphicFrameMkLst>
        </pc:graphicFrameChg>
        <pc:graphicFrameChg chg="del">
          <ac:chgData name="Dobra, Edgar" userId="73d6a325-d5a7-46bb-866c-7bed3cbe8117" providerId="ADAL" clId="{338BBBAA-0322-46EC-B7C9-86413EBEB9FF}" dt="2025-03-31T01:11:01.590" v="2234" actId="478"/>
          <ac:graphicFrameMkLst>
            <pc:docMk/>
            <pc:sldMk cId="645783760" sldId="257"/>
            <ac:graphicFrameMk id="717" creationId="{C1198FE5-0CE8-BCAC-B50A-03A84117D35E}"/>
          </ac:graphicFrameMkLst>
        </pc:graphicFrameChg>
        <pc:graphicFrameChg chg="del">
          <ac:chgData name="Dobra, Edgar" userId="73d6a325-d5a7-46bb-866c-7bed3cbe8117" providerId="ADAL" clId="{338BBBAA-0322-46EC-B7C9-86413EBEB9FF}" dt="2025-03-31T01:10:56.216" v="2233" actId="478"/>
          <ac:graphicFrameMkLst>
            <pc:docMk/>
            <pc:sldMk cId="645783760" sldId="257"/>
            <ac:graphicFrameMk id="1044" creationId="{DBAA5D21-CF13-421F-A45E-1EF684ADDE3B}"/>
          </ac:graphicFrameMkLst>
        </pc:graphicFrameChg>
        <pc:graphicFrameChg chg="del">
          <ac:chgData name="Dobra, Edgar" userId="73d6a325-d5a7-46bb-866c-7bed3cbe8117" providerId="ADAL" clId="{338BBBAA-0322-46EC-B7C9-86413EBEB9FF}" dt="2025-03-31T01:11:06.451" v="2236" actId="478"/>
          <ac:graphicFrameMkLst>
            <pc:docMk/>
            <pc:sldMk cId="645783760" sldId="257"/>
            <ac:graphicFrameMk id="1046" creationId="{B1BB20F9-1CB6-D88B-6E76-66B0E9B6A1BD}"/>
          </ac:graphicFrameMkLst>
        </pc:graphicFrameChg>
        <pc:graphicFrameChg chg="del">
          <ac:chgData name="Dobra, Edgar" userId="73d6a325-d5a7-46bb-866c-7bed3cbe8117" providerId="ADAL" clId="{338BBBAA-0322-46EC-B7C9-86413EBEB9FF}" dt="2025-03-31T15:34:13.203" v="3796" actId="478"/>
          <ac:graphicFrameMkLst>
            <pc:docMk/>
            <pc:sldMk cId="645783760" sldId="257"/>
            <ac:graphicFrameMk id="1492" creationId="{3C4660FC-9BC0-B801-DDD3-9F62EE9CCC8D}"/>
          </ac:graphicFrameMkLst>
        </pc:graphicFrameChg>
        <pc:graphicFrameChg chg="del">
          <ac:chgData name="Dobra, Edgar" userId="73d6a325-d5a7-46bb-866c-7bed3cbe8117" providerId="ADAL" clId="{338BBBAA-0322-46EC-B7C9-86413EBEB9FF}" dt="2025-03-31T15:34:18.112" v="3797" actId="478"/>
          <ac:graphicFrameMkLst>
            <pc:docMk/>
            <pc:sldMk cId="645783760" sldId="257"/>
            <ac:graphicFrameMk id="1499" creationId="{7F3E0176-BF6C-60DD-032D-32896255C788}"/>
          </ac:graphicFrameMkLst>
        </pc:graphicFrameChg>
        <pc:graphicFrameChg chg="add del mod">
          <ac:chgData name="Dobra, Edgar" userId="73d6a325-d5a7-46bb-866c-7bed3cbe8117" providerId="ADAL" clId="{338BBBAA-0322-46EC-B7C9-86413EBEB9FF}" dt="2025-03-31T01:12:58.068" v="2248" actId="478"/>
          <ac:graphicFrameMkLst>
            <pc:docMk/>
            <pc:sldMk cId="645783760" sldId="257"/>
            <ac:graphicFrameMk id="1574" creationId="{48AC69E8-FB8F-A156-ED27-1B8D73D9B809}"/>
          </ac:graphicFrameMkLst>
        </pc:graphicFrameChg>
        <pc:graphicFrameChg chg="add mod">
          <ac:chgData name="Dobra, Edgar" userId="73d6a325-d5a7-46bb-866c-7bed3cbe8117" providerId="ADAL" clId="{338BBBAA-0322-46EC-B7C9-86413EBEB9FF}" dt="2025-03-30T22:15:32.249" v="865" actId="1076"/>
          <ac:graphicFrameMkLst>
            <pc:docMk/>
            <pc:sldMk cId="645783760" sldId="257"/>
            <ac:graphicFrameMk id="1590" creationId="{44210E4A-C305-BAEC-7B6E-FF25C9989DE9}"/>
          </ac:graphicFrameMkLst>
        </pc:graphicFrameChg>
        <pc:graphicFrameChg chg="add mod">
          <ac:chgData name="Dobra, Edgar" userId="73d6a325-d5a7-46bb-866c-7bed3cbe8117" providerId="ADAL" clId="{338BBBAA-0322-46EC-B7C9-86413EBEB9FF}" dt="2025-03-30T22:32:46.391" v="1001" actId="1076"/>
          <ac:graphicFrameMkLst>
            <pc:docMk/>
            <pc:sldMk cId="645783760" sldId="257"/>
            <ac:graphicFrameMk id="1591" creationId="{251FD926-E7A1-AB19-B391-485D58871D38}"/>
          </ac:graphicFrameMkLst>
        </pc:graphicFrameChg>
        <pc:graphicFrameChg chg="add mod">
          <ac:chgData name="Dobra, Edgar" userId="73d6a325-d5a7-46bb-866c-7bed3cbe8117" providerId="ADAL" clId="{338BBBAA-0322-46EC-B7C9-86413EBEB9FF}" dt="2025-03-31T00:22:03.539" v="1820" actId="1076"/>
          <ac:graphicFrameMkLst>
            <pc:docMk/>
            <pc:sldMk cId="645783760" sldId="257"/>
            <ac:graphicFrameMk id="2625" creationId="{3962CD99-1BD5-3473-385A-DB3EFABD70E1}"/>
          </ac:graphicFrameMkLst>
        </pc:graphicFrameChg>
        <pc:graphicFrameChg chg="add del mod">
          <ac:chgData name="Dobra, Edgar" userId="73d6a325-d5a7-46bb-866c-7bed3cbe8117" providerId="ADAL" clId="{338BBBAA-0322-46EC-B7C9-86413EBEB9FF}" dt="2025-03-31T00:25:53.912" v="1828" actId="478"/>
          <ac:graphicFrameMkLst>
            <pc:docMk/>
            <pc:sldMk cId="645783760" sldId="257"/>
            <ac:graphicFrameMk id="2627" creationId="{3C9C0399-1B77-4C46-3CFA-A61E029C8753}"/>
          </ac:graphicFrameMkLst>
        </pc:graphicFrameChg>
        <pc:graphicFrameChg chg="add">
          <ac:chgData name="Dobra, Edgar" userId="73d6a325-d5a7-46bb-866c-7bed3cbe8117" providerId="ADAL" clId="{338BBBAA-0322-46EC-B7C9-86413EBEB9FF}" dt="2025-03-31T14:49:49.815" v="3327"/>
          <ac:graphicFrameMkLst>
            <pc:docMk/>
            <pc:sldMk cId="645783760" sldId="257"/>
            <ac:graphicFrameMk id="2754" creationId="{633F269F-0C00-01A1-4DB1-76AFC58FB4F3}"/>
          </ac:graphicFrameMkLst>
        </pc:graphicFrameChg>
        <pc:graphicFrameChg chg="add del mod modGraphic">
          <ac:chgData name="Dobra, Edgar" userId="73d6a325-d5a7-46bb-866c-7bed3cbe8117" providerId="ADAL" clId="{338BBBAA-0322-46EC-B7C9-86413EBEB9FF}" dt="2025-03-31T14:59:39.279" v="3397" actId="478"/>
          <ac:graphicFrameMkLst>
            <pc:docMk/>
            <pc:sldMk cId="645783760" sldId="257"/>
            <ac:graphicFrameMk id="2755" creationId="{3171BB82-335A-139E-314E-E998EE83137E}"/>
          </ac:graphicFrameMkLst>
        </pc:graphicFrameChg>
        <pc:graphicFrameChg chg="add mod modGraphic">
          <ac:chgData name="Dobra, Edgar" userId="73d6a325-d5a7-46bb-866c-7bed3cbe8117" providerId="ADAL" clId="{338BBBAA-0322-46EC-B7C9-86413EBEB9FF}" dt="2025-03-31T23:40:48.760" v="6668" actId="1076"/>
          <ac:graphicFrameMkLst>
            <pc:docMk/>
            <pc:sldMk cId="645783760" sldId="257"/>
            <ac:graphicFrameMk id="2756" creationId="{A1CFD113-0D64-049C-B3A4-1C13097F2F5F}"/>
          </ac:graphicFrameMkLst>
        </pc:graphicFrameChg>
        <pc:graphicFrameChg chg="add mod modGraphic">
          <ac:chgData name="Dobra, Edgar" userId="73d6a325-d5a7-46bb-866c-7bed3cbe8117" providerId="ADAL" clId="{338BBBAA-0322-46EC-B7C9-86413EBEB9FF}" dt="2025-04-01T00:16:52.220" v="6797" actId="6549"/>
          <ac:graphicFrameMkLst>
            <pc:docMk/>
            <pc:sldMk cId="645783760" sldId="257"/>
            <ac:graphicFrameMk id="2789" creationId="{02AD70BC-1EAB-737D-1D16-F99EE1294EE9}"/>
          </ac:graphicFrameMkLst>
        </pc:graphicFrameChg>
        <pc:graphicFrameChg chg="add mod">
          <ac:chgData name="Dobra, Edgar" userId="73d6a325-d5a7-46bb-866c-7bed3cbe8117" providerId="ADAL" clId="{338BBBAA-0322-46EC-B7C9-86413EBEB9FF}" dt="2025-03-31T18:27:15.029" v="4624" actId="1076"/>
          <ac:graphicFrameMkLst>
            <pc:docMk/>
            <pc:sldMk cId="645783760" sldId="257"/>
            <ac:graphicFrameMk id="2805" creationId="{8B58E0F3-1FFB-A28D-95B1-2E3D2E36285F}"/>
          </ac:graphicFrameMkLst>
        </pc:graphicFrameChg>
        <pc:graphicFrameChg chg="add mod">
          <ac:chgData name="Dobra, Edgar" userId="73d6a325-d5a7-46bb-866c-7bed3cbe8117" providerId="ADAL" clId="{338BBBAA-0322-46EC-B7C9-86413EBEB9FF}" dt="2025-03-31T18:26:22.952" v="4606" actId="1076"/>
          <ac:graphicFrameMkLst>
            <pc:docMk/>
            <pc:sldMk cId="645783760" sldId="257"/>
            <ac:graphicFrameMk id="2808" creationId="{F9977F5C-3F8B-3E40-ECD4-4D79BF1DE062}"/>
          </ac:graphicFrameMkLst>
        </pc:graphicFrameChg>
        <pc:graphicFrameChg chg="add mod">
          <ac:chgData name="Dobra, Edgar" userId="73d6a325-d5a7-46bb-866c-7bed3cbe8117" providerId="ADAL" clId="{338BBBAA-0322-46EC-B7C9-86413EBEB9FF}" dt="2025-03-31T18:26:28.829" v="4608" actId="1076"/>
          <ac:graphicFrameMkLst>
            <pc:docMk/>
            <pc:sldMk cId="645783760" sldId="257"/>
            <ac:graphicFrameMk id="2811" creationId="{4E2191F2-5E35-BED8-C933-E1FE971AAA23}"/>
          </ac:graphicFrameMkLst>
        </pc:graphicFrameChg>
        <pc:graphicFrameChg chg="add mod modGraphic">
          <ac:chgData name="Dobra, Edgar" userId="73d6a325-d5a7-46bb-866c-7bed3cbe8117" providerId="ADAL" clId="{338BBBAA-0322-46EC-B7C9-86413EBEB9FF}" dt="2025-03-31T14:58:22.791" v="3391" actId="1076"/>
          <ac:graphicFrameMkLst>
            <pc:docMk/>
            <pc:sldMk cId="645783760" sldId="257"/>
            <ac:graphicFrameMk id="2937" creationId="{67243295-32CA-4052-4C79-831D6EE4296B}"/>
          </ac:graphicFrameMkLst>
        </pc:graphicFrameChg>
        <pc:graphicFrameChg chg="add mod">
          <ac:chgData name="Dobra, Edgar" userId="73d6a325-d5a7-46bb-866c-7bed3cbe8117" providerId="ADAL" clId="{338BBBAA-0322-46EC-B7C9-86413EBEB9FF}" dt="2025-03-31T01:14:07.830" v="2263" actId="14100"/>
          <ac:graphicFrameMkLst>
            <pc:docMk/>
            <pc:sldMk cId="645783760" sldId="257"/>
            <ac:graphicFrameMk id="2943" creationId="{D33BEE6A-8A85-160F-5BE4-BB603E366464}"/>
          </ac:graphicFrameMkLst>
        </pc:graphicFrameChg>
        <pc:graphicFrameChg chg="add mod ord">
          <ac:chgData name="Dobra, Edgar" userId="73d6a325-d5a7-46bb-866c-7bed3cbe8117" providerId="ADAL" clId="{338BBBAA-0322-46EC-B7C9-86413EBEB9FF}" dt="2025-04-01T17:46:44.357" v="7038" actId="1076"/>
          <ac:graphicFrameMkLst>
            <pc:docMk/>
            <pc:sldMk cId="645783760" sldId="257"/>
            <ac:graphicFrameMk id="2944" creationId="{59135141-4011-DAA1-DBBF-2A63B270442F}"/>
          </ac:graphicFrameMkLst>
        </pc:graphicFrameChg>
        <pc:graphicFrameChg chg="add del mod">
          <ac:chgData name="Dobra, Edgar" userId="73d6a325-d5a7-46bb-866c-7bed3cbe8117" providerId="ADAL" clId="{338BBBAA-0322-46EC-B7C9-86413EBEB9FF}" dt="2025-03-31T01:28:41.956" v="2276" actId="478"/>
          <ac:graphicFrameMkLst>
            <pc:docMk/>
            <pc:sldMk cId="645783760" sldId="257"/>
            <ac:graphicFrameMk id="2946" creationId="{8EF1E7DB-A684-B84B-8759-690C1EE2DEC0}"/>
          </ac:graphicFrameMkLst>
        </pc:graphicFrameChg>
        <pc:graphicFrameChg chg="add mod ord">
          <ac:chgData name="Dobra, Edgar" userId="73d6a325-d5a7-46bb-866c-7bed3cbe8117" providerId="ADAL" clId="{338BBBAA-0322-46EC-B7C9-86413EBEB9FF}" dt="2025-03-31T21:39:32.921" v="5968" actId="167"/>
          <ac:graphicFrameMkLst>
            <pc:docMk/>
            <pc:sldMk cId="645783760" sldId="257"/>
            <ac:graphicFrameMk id="2947" creationId="{226C32D4-2CD1-1D41-B30A-1C2E81BCF5CA}"/>
          </ac:graphicFrameMkLst>
        </pc:graphicFrameChg>
        <pc:graphicFrameChg chg="add mod">
          <ac:chgData name="Dobra, Edgar" userId="73d6a325-d5a7-46bb-866c-7bed3cbe8117" providerId="ADAL" clId="{338BBBAA-0322-46EC-B7C9-86413EBEB9FF}" dt="2025-03-31T01:48:19.066" v="2622" actId="1076"/>
          <ac:graphicFrameMkLst>
            <pc:docMk/>
            <pc:sldMk cId="645783760" sldId="257"/>
            <ac:graphicFrameMk id="2948" creationId="{A147411A-42B1-250B-38EC-0F0837FAB7AC}"/>
          </ac:graphicFrameMkLst>
        </pc:graphicFrameChg>
        <pc:picChg chg="add del mod">
          <ac:chgData name="Dobra, Edgar" userId="73d6a325-d5a7-46bb-866c-7bed3cbe8117" providerId="ADAL" clId="{338BBBAA-0322-46EC-B7C9-86413EBEB9FF}" dt="2025-03-31T14:17:18.363" v="3075" actId="478"/>
          <ac:picMkLst>
            <pc:docMk/>
            <pc:sldMk cId="645783760" sldId="257"/>
            <ac:picMk id="12" creationId="{BA91891E-5461-41F2-474C-120B72B4D5E1}"/>
          </ac:picMkLst>
        </pc:picChg>
        <pc:picChg chg="add mod ord">
          <ac:chgData name="Dobra, Edgar" userId="73d6a325-d5a7-46bb-866c-7bed3cbe8117" providerId="ADAL" clId="{338BBBAA-0322-46EC-B7C9-86413EBEB9FF}" dt="2025-03-31T23:40:16.573" v="6665" actId="1076"/>
          <ac:picMkLst>
            <pc:docMk/>
            <pc:sldMk cId="645783760" sldId="257"/>
            <ac:picMk id="14" creationId="{9B08BB39-78A3-D91C-8207-E7B5BB6A5839}"/>
          </ac:picMkLst>
        </pc:picChg>
        <pc:picChg chg="add mod ord modCrop">
          <ac:chgData name="Dobra, Edgar" userId="73d6a325-d5a7-46bb-866c-7bed3cbe8117" providerId="ADAL" clId="{338BBBAA-0322-46EC-B7C9-86413EBEB9FF}" dt="2025-03-31T23:40:16.573" v="6665" actId="1076"/>
          <ac:picMkLst>
            <pc:docMk/>
            <pc:sldMk cId="645783760" sldId="257"/>
            <ac:picMk id="17" creationId="{2711C86A-A3BB-40F1-8EA8-6DD9C0457A60}"/>
          </ac:picMkLst>
        </pc:picChg>
        <pc:picChg chg="add mod">
          <ac:chgData name="Dobra, Edgar" userId="73d6a325-d5a7-46bb-866c-7bed3cbe8117" providerId="ADAL" clId="{338BBBAA-0322-46EC-B7C9-86413EBEB9FF}" dt="2025-04-01T17:39:00.441" v="6948" actId="1076"/>
          <ac:picMkLst>
            <pc:docMk/>
            <pc:sldMk cId="645783760" sldId="257"/>
            <ac:picMk id="24" creationId="{53585B5E-64EB-A5CE-7B40-6A87B4C35AA4}"/>
          </ac:picMkLst>
        </pc:picChg>
        <pc:picChg chg="add mod modCrop">
          <ac:chgData name="Dobra, Edgar" userId="73d6a325-d5a7-46bb-866c-7bed3cbe8117" providerId="ADAL" clId="{338BBBAA-0322-46EC-B7C9-86413EBEB9FF}" dt="2025-04-01T18:44:19.097" v="7111" actId="1076"/>
          <ac:picMkLst>
            <pc:docMk/>
            <pc:sldMk cId="645783760" sldId="257"/>
            <ac:picMk id="31" creationId="{F5414B68-9AAB-4EF6-3D15-4086FEED57E7}"/>
          </ac:picMkLst>
        </pc:picChg>
        <pc:picChg chg="add mod">
          <ac:chgData name="Dobra, Edgar" userId="73d6a325-d5a7-46bb-866c-7bed3cbe8117" providerId="ADAL" clId="{338BBBAA-0322-46EC-B7C9-86413EBEB9FF}" dt="2025-03-31T14:46:55.019" v="3317"/>
          <ac:picMkLst>
            <pc:docMk/>
            <pc:sldMk cId="645783760" sldId="257"/>
            <ac:picMk id="50" creationId="{5F2C4657-7947-A08B-48A4-C461CE55E01B}"/>
          </ac:picMkLst>
        </pc:picChg>
        <pc:picChg chg="add mod">
          <ac:chgData name="Dobra, Edgar" userId="73d6a325-d5a7-46bb-866c-7bed3cbe8117" providerId="ADAL" clId="{338BBBAA-0322-46EC-B7C9-86413EBEB9FF}" dt="2025-03-31T18:40:55.046" v="4953" actId="1076"/>
          <ac:picMkLst>
            <pc:docMk/>
            <pc:sldMk cId="645783760" sldId="257"/>
            <ac:picMk id="107" creationId="{78650A9D-0B91-55B4-3B0A-61FB6EEE4342}"/>
          </ac:picMkLst>
        </pc:picChg>
        <pc:picChg chg="del">
          <ac:chgData name="Dobra, Edgar" userId="73d6a325-d5a7-46bb-866c-7bed3cbe8117" providerId="ADAL" clId="{338BBBAA-0322-46EC-B7C9-86413EBEB9FF}" dt="2025-03-31T21:37:45.778" v="5950" actId="478"/>
          <ac:picMkLst>
            <pc:docMk/>
            <pc:sldMk cId="645783760" sldId="257"/>
            <ac:picMk id="173" creationId="{E7F51D33-CBB5-205A-1433-829FC785086B}"/>
          </ac:picMkLst>
        </pc:picChg>
        <pc:picChg chg="del">
          <ac:chgData name="Dobra, Edgar" userId="73d6a325-d5a7-46bb-866c-7bed3cbe8117" providerId="ADAL" clId="{338BBBAA-0322-46EC-B7C9-86413EBEB9FF}" dt="2025-03-31T21:51:26.039" v="6501" actId="478"/>
          <ac:picMkLst>
            <pc:docMk/>
            <pc:sldMk cId="645783760" sldId="257"/>
            <ac:picMk id="176" creationId="{DFDA114D-15DF-AC27-A857-FF07A13E114B}"/>
          </ac:picMkLst>
        </pc:picChg>
        <pc:picChg chg="del">
          <ac:chgData name="Dobra, Edgar" userId="73d6a325-d5a7-46bb-866c-7bed3cbe8117" providerId="ADAL" clId="{338BBBAA-0322-46EC-B7C9-86413EBEB9FF}" dt="2025-03-31T18:40:15.768" v="4945" actId="478"/>
          <ac:picMkLst>
            <pc:docMk/>
            <pc:sldMk cId="645783760" sldId="257"/>
            <ac:picMk id="1439" creationId="{6334C18F-E4AA-FD49-C75F-105D5B2CC0F7}"/>
          </ac:picMkLst>
        </pc:picChg>
        <pc:picChg chg="add mod">
          <ac:chgData name="Dobra, Edgar" userId="73d6a325-d5a7-46bb-866c-7bed3cbe8117" providerId="ADAL" clId="{338BBBAA-0322-46EC-B7C9-86413EBEB9FF}" dt="2025-03-30T22:33:42.339" v="1007" actId="1076"/>
          <ac:picMkLst>
            <pc:docMk/>
            <pc:sldMk cId="645783760" sldId="257"/>
            <ac:picMk id="1597" creationId="{359784CD-BD34-F08C-B0CC-EF89461F330F}"/>
          </ac:picMkLst>
        </pc:picChg>
        <pc:picChg chg="add mod">
          <ac:chgData name="Dobra, Edgar" userId="73d6a325-d5a7-46bb-866c-7bed3cbe8117" providerId="ADAL" clId="{338BBBAA-0322-46EC-B7C9-86413EBEB9FF}" dt="2025-03-30T22:33:42.339" v="1007" actId="1076"/>
          <ac:picMkLst>
            <pc:docMk/>
            <pc:sldMk cId="645783760" sldId="257"/>
            <ac:picMk id="1599" creationId="{86CFB34A-8EA0-52E7-D31D-941FAD79E994}"/>
          </ac:picMkLst>
        </pc:picChg>
        <pc:picChg chg="add mod">
          <ac:chgData name="Dobra, Edgar" userId="73d6a325-d5a7-46bb-866c-7bed3cbe8117" providerId="ADAL" clId="{338BBBAA-0322-46EC-B7C9-86413EBEB9FF}" dt="2025-03-30T22:33:42.339" v="1007" actId="1076"/>
          <ac:picMkLst>
            <pc:docMk/>
            <pc:sldMk cId="645783760" sldId="257"/>
            <ac:picMk id="1601" creationId="{35ACA08A-9ABF-C02A-538B-6A6ED3EFB3A1}"/>
          </ac:picMkLst>
        </pc:picChg>
        <pc:picChg chg="add mod">
          <ac:chgData name="Dobra, Edgar" userId="73d6a325-d5a7-46bb-866c-7bed3cbe8117" providerId="ADAL" clId="{338BBBAA-0322-46EC-B7C9-86413EBEB9FF}" dt="2025-03-30T22:33:42.339" v="1007" actId="1076"/>
          <ac:picMkLst>
            <pc:docMk/>
            <pc:sldMk cId="645783760" sldId="257"/>
            <ac:picMk id="1602" creationId="{AF2DC2F2-7B24-2067-0AE7-EEA9E2E141B5}"/>
          </ac:picMkLst>
        </pc:picChg>
        <pc:picChg chg="add mod">
          <ac:chgData name="Dobra, Edgar" userId="73d6a325-d5a7-46bb-866c-7bed3cbe8117" providerId="ADAL" clId="{338BBBAA-0322-46EC-B7C9-86413EBEB9FF}" dt="2025-03-31T01:00:37.599" v="2172" actId="164"/>
          <ac:picMkLst>
            <pc:docMk/>
            <pc:sldMk cId="645783760" sldId="257"/>
            <ac:picMk id="1606" creationId="{C8D68D32-36F1-5384-0FA8-F7D7C0778867}"/>
          </ac:picMkLst>
        </pc:picChg>
        <pc:picChg chg="add mod modCrop">
          <ac:chgData name="Dobra, Edgar" userId="73d6a325-d5a7-46bb-866c-7bed3cbe8117" providerId="ADAL" clId="{338BBBAA-0322-46EC-B7C9-86413EBEB9FF}" dt="2025-03-31T01:02:21.280" v="2188" actId="1076"/>
          <ac:picMkLst>
            <pc:docMk/>
            <pc:sldMk cId="645783760" sldId="257"/>
            <ac:picMk id="1607" creationId="{4E49ECEB-A462-C618-111C-CA7839FA9BB0}"/>
          </ac:picMkLst>
        </pc:picChg>
        <pc:picChg chg="add del mod">
          <ac:chgData name="Dobra, Edgar" userId="73d6a325-d5a7-46bb-866c-7bed3cbe8117" providerId="ADAL" clId="{338BBBAA-0322-46EC-B7C9-86413EBEB9FF}" dt="2025-03-31T17:24:47.565" v="4014" actId="478"/>
          <ac:picMkLst>
            <pc:docMk/>
            <pc:sldMk cId="645783760" sldId="257"/>
            <ac:picMk id="2794" creationId="{2D240EC2-AB7D-6FEB-A4B7-08668DD284F8}"/>
          </ac:picMkLst>
        </pc:picChg>
        <pc:picChg chg="add del mod">
          <ac:chgData name="Dobra, Edgar" userId="73d6a325-d5a7-46bb-866c-7bed3cbe8117" providerId="ADAL" clId="{338BBBAA-0322-46EC-B7C9-86413EBEB9FF}" dt="2025-03-31T17:25:58.867" v="4024" actId="478"/>
          <ac:picMkLst>
            <pc:docMk/>
            <pc:sldMk cId="645783760" sldId="257"/>
            <ac:picMk id="2796" creationId="{03D0F756-06C3-147C-028A-9EDE499A1A77}"/>
          </ac:picMkLst>
        </pc:picChg>
        <pc:picChg chg="add del mod ord modCrop">
          <ac:chgData name="Dobra, Edgar" userId="73d6a325-d5a7-46bb-866c-7bed3cbe8117" providerId="ADAL" clId="{338BBBAA-0322-46EC-B7C9-86413EBEB9FF}" dt="2025-04-01T00:08:35.027" v="6750" actId="478"/>
          <ac:picMkLst>
            <pc:docMk/>
            <pc:sldMk cId="645783760" sldId="257"/>
            <ac:picMk id="2798" creationId="{F3F03025-BD4F-B5C3-90F5-1B2F88B22E11}"/>
          </ac:picMkLst>
        </pc:picChg>
        <pc:picChg chg="add del mod modCrop">
          <ac:chgData name="Dobra, Edgar" userId="73d6a325-d5a7-46bb-866c-7bed3cbe8117" providerId="ADAL" clId="{338BBBAA-0322-46EC-B7C9-86413EBEB9FF}" dt="2025-04-01T00:12:37.665" v="6763" actId="478"/>
          <ac:picMkLst>
            <pc:docMk/>
            <pc:sldMk cId="645783760" sldId="257"/>
            <ac:picMk id="2800" creationId="{13789D9D-9643-4B53-2A5B-FE59A60F7AAE}"/>
          </ac:picMkLst>
        </pc:picChg>
        <pc:picChg chg="mod">
          <ac:chgData name="Dobra, Edgar" userId="73d6a325-d5a7-46bb-866c-7bed3cbe8117" providerId="ADAL" clId="{338BBBAA-0322-46EC-B7C9-86413EBEB9FF}" dt="2025-03-31T01:49:34.127" v="2626"/>
          <ac:picMkLst>
            <pc:docMk/>
            <pc:sldMk cId="645783760" sldId="257"/>
            <ac:picMk id="2964" creationId="{2C569983-A54D-81BA-D0FB-2DB97E4C7C68}"/>
          </ac:picMkLst>
        </pc:picChg>
        <pc:picChg chg="mod">
          <ac:chgData name="Dobra, Edgar" userId="73d6a325-d5a7-46bb-866c-7bed3cbe8117" providerId="ADAL" clId="{338BBBAA-0322-46EC-B7C9-86413EBEB9FF}" dt="2025-03-31T01:49:34.127" v="2626"/>
          <ac:picMkLst>
            <pc:docMk/>
            <pc:sldMk cId="645783760" sldId="257"/>
            <ac:picMk id="2967" creationId="{111C54F7-7A66-BF3E-92E8-79ED36F917B2}"/>
          </ac:picMkLst>
        </pc:picChg>
        <pc:picChg chg="del">
          <ac:chgData name="Dobra, Edgar" userId="73d6a325-d5a7-46bb-866c-7bed3cbe8117" providerId="ADAL" clId="{338BBBAA-0322-46EC-B7C9-86413EBEB9FF}" dt="2025-03-31T01:50:25.277" v="2648" actId="478"/>
          <ac:picMkLst>
            <pc:docMk/>
            <pc:sldMk cId="645783760" sldId="257"/>
            <ac:picMk id="2969" creationId="{0AB66498-C949-70B3-BAA8-2DB03C8C3260}"/>
          </ac:picMkLst>
        </pc:picChg>
        <pc:picChg chg="del">
          <ac:chgData name="Dobra, Edgar" userId="73d6a325-d5a7-46bb-866c-7bed3cbe8117" providerId="ADAL" clId="{338BBBAA-0322-46EC-B7C9-86413EBEB9FF}" dt="2025-03-31T01:50:23.638" v="2647" actId="478"/>
          <ac:picMkLst>
            <pc:docMk/>
            <pc:sldMk cId="645783760" sldId="257"/>
            <ac:picMk id="2970" creationId="{ABC033F0-3975-A356-3BFB-8FB95E0ADDC6}"/>
          </ac:picMkLst>
        </pc:picChg>
        <pc:picChg chg="del">
          <ac:chgData name="Dobra, Edgar" userId="73d6a325-d5a7-46bb-866c-7bed3cbe8117" providerId="ADAL" clId="{338BBBAA-0322-46EC-B7C9-86413EBEB9FF}" dt="2025-03-31T01:50:27.461" v="2649" actId="478"/>
          <ac:picMkLst>
            <pc:docMk/>
            <pc:sldMk cId="645783760" sldId="257"/>
            <ac:picMk id="2971" creationId="{1D3066B0-743A-267C-562B-533C9BAE28E4}"/>
          </ac:picMkLst>
        </pc:picChg>
        <pc:picChg chg="add mod ord">
          <ac:chgData name="Dobra, Edgar" userId="73d6a325-d5a7-46bb-866c-7bed3cbe8117" providerId="ADAL" clId="{338BBBAA-0322-46EC-B7C9-86413EBEB9FF}" dt="2025-03-31T02:10:23.102" v="2938" actId="1076"/>
          <ac:picMkLst>
            <pc:docMk/>
            <pc:sldMk cId="645783760" sldId="257"/>
            <ac:picMk id="2975" creationId="{9137AB81-5D33-7E30-6E4B-E8ECBA03EC54}"/>
          </ac:picMkLst>
        </pc:picChg>
        <pc:picChg chg="add mod">
          <ac:chgData name="Dobra, Edgar" userId="73d6a325-d5a7-46bb-866c-7bed3cbe8117" providerId="ADAL" clId="{338BBBAA-0322-46EC-B7C9-86413EBEB9FF}" dt="2025-03-31T02:10:17.597" v="2936" actId="1076"/>
          <ac:picMkLst>
            <pc:docMk/>
            <pc:sldMk cId="645783760" sldId="257"/>
            <ac:picMk id="2976" creationId="{7C27BA5B-6734-60DD-247D-6908F73B58A7}"/>
          </ac:picMkLst>
        </pc:picChg>
        <pc:picChg chg="add mod ord">
          <ac:chgData name="Dobra, Edgar" userId="73d6a325-d5a7-46bb-866c-7bed3cbe8117" providerId="ADAL" clId="{338BBBAA-0322-46EC-B7C9-86413EBEB9FF}" dt="2025-03-31T02:04:12.015" v="2796" actId="1076"/>
          <ac:picMkLst>
            <pc:docMk/>
            <pc:sldMk cId="645783760" sldId="257"/>
            <ac:picMk id="2978" creationId="{476F7A85-034D-8121-C77C-DD0970C85619}"/>
          </ac:picMkLst>
        </pc:picChg>
        <pc:picChg chg="add mod">
          <ac:chgData name="Dobra, Edgar" userId="73d6a325-d5a7-46bb-866c-7bed3cbe8117" providerId="ADAL" clId="{338BBBAA-0322-46EC-B7C9-86413EBEB9FF}" dt="2025-03-31T02:09:56.835" v="2933" actId="14100"/>
          <ac:picMkLst>
            <pc:docMk/>
            <pc:sldMk cId="645783760" sldId="257"/>
            <ac:picMk id="2980" creationId="{FD815AAC-F22A-E634-97FF-1EFE34961468}"/>
          </ac:picMkLst>
        </pc:picChg>
        <pc:picChg chg="add del mod ord">
          <ac:chgData name="Dobra, Edgar" userId="73d6a325-d5a7-46bb-866c-7bed3cbe8117" providerId="ADAL" clId="{338BBBAA-0322-46EC-B7C9-86413EBEB9FF}" dt="2025-03-31T21:26:33.781" v="5838" actId="478"/>
          <ac:picMkLst>
            <pc:docMk/>
            <pc:sldMk cId="645783760" sldId="257"/>
            <ac:picMk id="3953" creationId="{A6FA4D7C-73DC-8737-29CB-AC41CB64C3E5}"/>
          </ac:picMkLst>
        </pc:picChg>
        <pc:picChg chg="add del mod">
          <ac:chgData name="Dobra, Edgar" userId="73d6a325-d5a7-46bb-866c-7bed3cbe8117" providerId="ADAL" clId="{338BBBAA-0322-46EC-B7C9-86413EBEB9FF}" dt="2025-03-31T21:21:06.264" v="5788" actId="478"/>
          <ac:picMkLst>
            <pc:docMk/>
            <pc:sldMk cId="645783760" sldId="257"/>
            <ac:picMk id="3954" creationId="{18BE0150-AE39-1E13-4DFD-C3F196073C64}"/>
          </ac:picMkLst>
        </pc:picChg>
        <pc:picChg chg="add del mod">
          <ac:chgData name="Dobra, Edgar" userId="73d6a325-d5a7-46bb-866c-7bed3cbe8117" providerId="ADAL" clId="{338BBBAA-0322-46EC-B7C9-86413EBEB9FF}" dt="2025-03-31T21:21:04.652" v="5785" actId="478"/>
          <ac:picMkLst>
            <pc:docMk/>
            <pc:sldMk cId="645783760" sldId="257"/>
            <ac:picMk id="3955" creationId="{E89D9D6E-7FB7-E6C7-B4ED-188556BA7A8F}"/>
          </ac:picMkLst>
        </pc:picChg>
        <pc:picChg chg="add del mod">
          <ac:chgData name="Dobra, Edgar" userId="73d6a325-d5a7-46bb-866c-7bed3cbe8117" providerId="ADAL" clId="{338BBBAA-0322-46EC-B7C9-86413EBEB9FF}" dt="2025-03-31T21:26:24.627" v="5836" actId="478"/>
          <ac:picMkLst>
            <pc:docMk/>
            <pc:sldMk cId="645783760" sldId="257"/>
            <ac:picMk id="3956" creationId="{6DA2DDE5-A3A2-C7A4-FBBC-9825035D5CDA}"/>
          </ac:picMkLst>
        </pc:picChg>
        <pc:picChg chg="add del mod">
          <ac:chgData name="Dobra, Edgar" userId="73d6a325-d5a7-46bb-866c-7bed3cbe8117" providerId="ADAL" clId="{338BBBAA-0322-46EC-B7C9-86413EBEB9FF}" dt="2025-03-31T21:26:26.933" v="5837" actId="478"/>
          <ac:picMkLst>
            <pc:docMk/>
            <pc:sldMk cId="645783760" sldId="257"/>
            <ac:picMk id="3957" creationId="{FE326B37-C402-8591-C84C-736B11B8C3CE}"/>
          </ac:picMkLst>
        </pc:picChg>
        <pc:picChg chg="add del mod">
          <ac:chgData name="Dobra, Edgar" userId="73d6a325-d5a7-46bb-866c-7bed3cbe8117" providerId="ADAL" clId="{338BBBAA-0322-46EC-B7C9-86413EBEB9FF}" dt="2025-03-31T22:58:38.971" v="6629" actId="478"/>
          <ac:picMkLst>
            <pc:docMk/>
            <pc:sldMk cId="645783760" sldId="257"/>
            <ac:picMk id="3963" creationId="{781E752C-4562-C26B-A9C2-8B0120B20F35}"/>
          </ac:picMkLst>
        </pc:picChg>
        <pc:picChg chg="add del">
          <ac:chgData name="Dobra, Edgar" userId="73d6a325-d5a7-46bb-866c-7bed3cbe8117" providerId="ADAL" clId="{338BBBAA-0322-46EC-B7C9-86413EBEB9FF}" dt="2025-03-31T21:39:29.719" v="5963" actId="478"/>
          <ac:picMkLst>
            <pc:docMk/>
            <pc:sldMk cId="645783760" sldId="257"/>
            <ac:picMk id="3980" creationId="{4A1B1C7C-9BD1-C79C-8175-30A2F6C13807}"/>
          </ac:picMkLst>
        </pc:picChg>
        <pc:picChg chg="add del">
          <ac:chgData name="Dobra, Edgar" userId="73d6a325-d5a7-46bb-866c-7bed3cbe8117" providerId="ADAL" clId="{338BBBAA-0322-46EC-B7C9-86413EBEB9FF}" dt="2025-03-31T21:55:44.966" v="6505" actId="478"/>
          <ac:picMkLst>
            <pc:docMk/>
            <pc:sldMk cId="645783760" sldId="257"/>
            <ac:picMk id="4024" creationId="{A87D0109-4B7F-430A-73F2-1AEBD0112361}"/>
          </ac:picMkLst>
        </pc:picChg>
        <pc:picChg chg="add mod ord">
          <ac:chgData name="Dobra, Edgar" userId="73d6a325-d5a7-46bb-866c-7bed3cbe8117" providerId="ADAL" clId="{338BBBAA-0322-46EC-B7C9-86413EBEB9FF}" dt="2025-03-31T22:02:20.051" v="6549" actId="1076"/>
          <ac:picMkLst>
            <pc:docMk/>
            <pc:sldMk cId="645783760" sldId="257"/>
            <ac:picMk id="4025" creationId="{A860E09C-B76A-D46D-C3D2-C6653ED91DB6}"/>
          </ac:picMkLst>
        </pc:picChg>
        <pc:picChg chg="add mod">
          <ac:chgData name="Dobra, Edgar" userId="73d6a325-d5a7-46bb-866c-7bed3cbe8117" providerId="ADAL" clId="{338BBBAA-0322-46EC-B7C9-86413EBEB9FF}" dt="2025-03-31T22:02:14.332" v="6547" actId="1076"/>
          <ac:picMkLst>
            <pc:docMk/>
            <pc:sldMk cId="645783760" sldId="257"/>
            <ac:picMk id="4026" creationId="{7B0895FF-1644-3AC3-694A-0E34330AFEBB}"/>
          </ac:picMkLst>
        </pc:picChg>
        <pc:picChg chg="mod">
          <ac:chgData name="Dobra, Edgar" userId="73d6a325-d5a7-46bb-866c-7bed3cbe8117" providerId="ADAL" clId="{338BBBAA-0322-46EC-B7C9-86413EBEB9FF}" dt="2025-03-31T22:00:07.848" v="6531"/>
          <ac:picMkLst>
            <pc:docMk/>
            <pc:sldMk cId="645783760" sldId="257"/>
            <ac:picMk id="4028" creationId="{CD20C99F-7811-878A-3465-531DB2FCD878}"/>
          </ac:picMkLst>
        </pc:picChg>
        <pc:picChg chg="add mod">
          <ac:chgData name="Dobra, Edgar" userId="73d6a325-d5a7-46bb-866c-7bed3cbe8117" providerId="ADAL" clId="{338BBBAA-0322-46EC-B7C9-86413EBEB9FF}" dt="2025-03-31T22:02:18.374" v="6548" actId="1076"/>
          <ac:picMkLst>
            <pc:docMk/>
            <pc:sldMk cId="645783760" sldId="257"/>
            <ac:picMk id="4030" creationId="{49966307-E0D3-AF94-AD7C-A0F55CE29725}"/>
          </ac:picMkLst>
        </pc:picChg>
        <pc:picChg chg="add mod ord">
          <ac:chgData name="Dobra, Edgar" userId="73d6a325-d5a7-46bb-866c-7bed3cbe8117" providerId="ADAL" clId="{338BBBAA-0322-46EC-B7C9-86413EBEB9FF}" dt="2025-04-01T00:13:55.346" v="6773" actId="1076"/>
          <ac:picMkLst>
            <pc:docMk/>
            <pc:sldMk cId="645783760" sldId="257"/>
            <ac:picMk id="4032" creationId="{5823A2C8-DC6F-E87A-87FD-645951A2AB6E}"/>
          </ac:picMkLst>
        </pc:picChg>
        <pc:picChg chg="add mod ord">
          <ac:chgData name="Dobra, Edgar" userId="73d6a325-d5a7-46bb-866c-7bed3cbe8117" providerId="ADAL" clId="{338BBBAA-0322-46EC-B7C9-86413EBEB9FF}" dt="2025-04-01T14:31:35.915" v="6933" actId="167"/>
          <ac:picMkLst>
            <pc:docMk/>
            <pc:sldMk cId="645783760" sldId="257"/>
            <ac:picMk id="4034" creationId="{BE100BD7-05C5-2219-3F2F-4CDAD6685B84}"/>
          </ac:picMkLst>
        </pc:picChg>
        <pc:cxnChg chg="mod">
          <ac:chgData name="Dobra, Edgar" userId="73d6a325-d5a7-46bb-866c-7bed3cbe8117" providerId="ADAL" clId="{338BBBAA-0322-46EC-B7C9-86413EBEB9FF}" dt="2025-04-01T17:45:53.900" v="7036" actId="1076"/>
          <ac:cxnSpMkLst>
            <pc:docMk/>
            <pc:sldMk cId="645783760" sldId="257"/>
            <ac:cxnSpMk id="10" creationId="{A106F20C-8448-3667-365D-F4DEE614C755}"/>
          </ac:cxnSpMkLst>
        </pc:cxnChg>
        <pc:cxnChg chg="mod">
          <ac:chgData name="Dobra, Edgar" userId="73d6a325-d5a7-46bb-866c-7bed3cbe8117" providerId="ADAL" clId="{338BBBAA-0322-46EC-B7C9-86413EBEB9FF}" dt="2025-04-01T17:45:53.900" v="7036" actId="1076"/>
          <ac:cxnSpMkLst>
            <pc:docMk/>
            <pc:sldMk cId="645783760" sldId="257"/>
            <ac:cxnSpMk id="11" creationId="{7679E83A-46D8-6664-11C8-653EE8BBDE96}"/>
          </ac:cxnSpMkLst>
        </pc:cxnChg>
        <pc:cxnChg chg="add mod">
          <ac:chgData name="Dobra, Edgar" userId="73d6a325-d5a7-46bb-866c-7bed3cbe8117" providerId="ADAL" clId="{338BBBAA-0322-46EC-B7C9-86413EBEB9FF}" dt="2025-03-31T15:04:25.589" v="3438" actId="1076"/>
          <ac:cxnSpMkLst>
            <pc:docMk/>
            <pc:sldMk cId="645783760" sldId="257"/>
            <ac:cxnSpMk id="26" creationId="{0C4571C9-1C95-4422-32A1-BFF6BB3C3EFD}"/>
          </ac:cxnSpMkLst>
        </pc:cxnChg>
        <pc:cxnChg chg="add mod">
          <ac:chgData name="Dobra, Edgar" userId="73d6a325-d5a7-46bb-866c-7bed3cbe8117" providerId="ADAL" clId="{338BBBAA-0322-46EC-B7C9-86413EBEB9FF}" dt="2025-03-31T15:04:18.490" v="3436" actId="1076"/>
          <ac:cxnSpMkLst>
            <pc:docMk/>
            <pc:sldMk cId="645783760" sldId="257"/>
            <ac:cxnSpMk id="33" creationId="{9476AD4F-8CB5-AC8C-2422-4BE361C2E802}"/>
          </ac:cxnSpMkLst>
        </pc:cxnChg>
        <pc:cxnChg chg="add mod">
          <ac:chgData name="Dobra, Edgar" userId="73d6a325-d5a7-46bb-866c-7bed3cbe8117" providerId="ADAL" clId="{338BBBAA-0322-46EC-B7C9-86413EBEB9FF}" dt="2025-03-31T14:46:55.019" v="3317"/>
          <ac:cxnSpMkLst>
            <pc:docMk/>
            <pc:sldMk cId="645783760" sldId="257"/>
            <ac:cxnSpMk id="52" creationId="{AE82194D-F958-3C38-B5F6-D6D6A56A82FC}"/>
          </ac:cxnSpMkLst>
        </pc:cxnChg>
        <pc:cxnChg chg="add mod">
          <ac:chgData name="Dobra, Edgar" userId="73d6a325-d5a7-46bb-866c-7bed3cbe8117" providerId="ADAL" clId="{338BBBAA-0322-46EC-B7C9-86413EBEB9FF}" dt="2025-03-31T14:46:55.019" v="3317"/>
          <ac:cxnSpMkLst>
            <pc:docMk/>
            <pc:sldMk cId="645783760" sldId="257"/>
            <ac:cxnSpMk id="56" creationId="{CFB09AAA-A8A6-A272-EC16-105184EA16AC}"/>
          </ac:cxnSpMkLst>
        </pc:cxnChg>
        <pc:cxnChg chg="add mod">
          <ac:chgData name="Dobra, Edgar" userId="73d6a325-d5a7-46bb-866c-7bed3cbe8117" providerId="ADAL" clId="{338BBBAA-0322-46EC-B7C9-86413EBEB9FF}" dt="2025-03-31T14:47:13.273" v="3319" actId="1076"/>
          <ac:cxnSpMkLst>
            <pc:docMk/>
            <pc:sldMk cId="645783760" sldId="257"/>
            <ac:cxnSpMk id="59" creationId="{347CB4F6-BB39-C35F-6CD3-8E0E19E29ED5}"/>
          </ac:cxnSpMkLst>
        </pc:cxnChg>
        <pc:cxnChg chg="add mod">
          <ac:chgData name="Dobra, Edgar" userId="73d6a325-d5a7-46bb-866c-7bed3cbe8117" providerId="ADAL" clId="{338BBBAA-0322-46EC-B7C9-86413EBEB9FF}" dt="2025-03-31T14:47:13.273" v="3319" actId="1076"/>
          <ac:cxnSpMkLst>
            <pc:docMk/>
            <pc:sldMk cId="645783760" sldId="257"/>
            <ac:cxnSpMk id="63" creationId="{82DE39E4-950A-0BE2-1263-213E892824AE}"/>
          </ac:cxnSpMkLst>
        </pc:cxnChg>
        <pc:cxnChg chg="mod">
          <ac:chgData name="Dobra, Edgar" userId="73d6a325-d5a7-46bb-866c-7bed3cbe8117" providerId="ADAL" clId="{338BBBAA-0322-46EC-B7C9-86413EBEB9FF}" dt="2025-03-31T18:28:13.732" v="4628" actId="14100"/>
          <ac:cxnSpMkLst>
            <pc:docMk/>
            <pc:sldMk cId="645783760" sldId="257"/>
            <ac:cxnSpMk id="89" creationId="{F0C9D8AF-0501-F20E-6805-60D9EBB4E24F}"/>
          </ac:cxnSpMkLst>
        </pc:cxnChg>
        <pc:cxnChg chg="mod">
          <ac:chgData name="Dobra, Edgar" userId="73d6a325-d5a7-46bb-866c-7bed3cbe8117" providerId="ADAL" clId="{338BBBAA-0322-46EC-B7C9-86413EBEB9FF}" dt="2025-04-01T14:31:14.140" v="6931" actId="14100"/>
          <ac:cxnSpMkLst>
            <pc:docMk/>
            <pc:sldMk cId="645783760" sldId="257"/>
            <ac:cxnSpMk id="93" creationId="{502AFB50-7F84-A662-3479-18A405DE1C5F}"/>
          </ac:cxnSpMkLst>
        </pc:cxnChg>
        <pc:cxnChg chg="add mod">
          <ac:chgData name="Dobra, Edgar" userId="73d6a325-d5a7-46bb-866c-7bed3cbe8117" providerId="ADAL" clId="{338BBBAA-0322-46EC-B7C9-86413EBEB9FF}" dt="2025-04-01T14:31:19.764" v="6932" actId="14100"/>
          <ac:cxnSpMkLst>
            <pc:docMk/>
            <pc:sldMk cId="645783760" sldId="257"/>
            <ac:cxnSpMk id="96" creationId="{5EF5F3A0-1FED-F8BC-5DDC-08BCC58B2F1B}"/>
          </ac:cxnSpMkLst>
        </pc:cxnChg>
        <pc:cxnChg chg="add mod">
          <ac:chgData name="Dobra, Edgar" userId="73d6a325-d5a7-46bb-866c-7bed3cbe8117" providerId="ADAL" clId="{338BBBAA-0322-46EC-B7C9-86413EBEB9FF}" dt="2025-04-01T00:14:17.595" v="6775" actId="208"/>
          <ac:cxnSpMkLst>
            <pc:docMk/>
            <pc:sldMk cId="645783760" sldId="257"/>
            <ac:cxnSpMk id="97" creationId="{2933E45E-BBBB-6EA7-2C95-E5199828222F}"/>
          </ac:cxnSpMkLst>
        </pc:cxnChg>
        <pc:cxnChg chg="del mod">
          <ac:chgData name="Dobra, Edgar" userId="73d6a325-d5a7-46bb-866c-7bed3cbe8117" providerId="ADAL" clId="{338BBBAA-0322-46EC-B7C9-86413EBEB9FF}" dt="2025-03-31T00:34:13.744" v="1900" actId="478"/>
          <ac:cxnSpMkLst>
            <pc:docMk/>
            <pc:sldMk cId="645783760" sldId="257"/>
            <ac:cxnSpMk id="686" creationId="{3F406879-EEB9-5F54-3DF1-FC68F9CC77BC}"/>
          </ac:cxnSpMkLst>
        </pc:cxnChg>
        <pc:cxnChg chg="del">
          <ac:chgData name="Dobra, Edgar" userId="73d6a325-d5a7-46bb-866c-7bed3cbe8117" providerId="ADAL" clId="{338BBBAA-0322-46EC-B7C9-86413EBEB9FF}" dt="2025-03-31T00:34:13.744" v="1900" actId="478"/>
          <ac:cxnSpMkLst>
            <pc:docMk/>
            <pc:sldMk cId="645783760" sldId="257"/>
            <ac:cxnSpMk id="691" creationId="{5F277605-8A11-4130-1DCC-6077815D7DA6}"/>
          </ac:cxnSpMkLst>
        </pc:cxnChg>
        <pc:cxnChg chg="del mod">
          <ac:chgData name="Dobra, Edgar" userId="73d6a325-d5a7-46bb-866c-7bed3cbe8117" providerId="ADAL" clId="{338BBBAA-0322-46EC-B7C9-86413EBEB9FF}" dt="2025-03-31T00:34:13.744" v="1900" actId="478"/>
          <ac:cxnSpMkLst>
            <pc:docMk/>
            <pc:sldMk cId="645783760" sldId="257"/>
            <ac:cxnSpMk id="700" creationId="{C4C5D972-9D56-FDC0-F1C1-D316E0814953}"/>
          </ac:cxnSpMkLst>
        </pc:cxnChg>
        <pc:cxnChg chg="del mod">
          <ac:chgData name="Dobra, Edgar" userId="73d6a325-d5a7-46bb-866c-7bed3cbe8117" providerId="ADAL" clId="{338BBBAA-0322-46EC-B7C9-86413EBEB9FF}" dt="2025-03-31T00:34:13.744" v="1900" actId="478"/>
          <ac:cxnSpMkLst>
            <pc:docMk/>
            <pc:sldMk cId="645783760" sldId="257"/>
            <ac:cxnSpMk id="710" creationId="{F5498048-CFE3-CD43-3DB0-90E79AAF2A36}"/>
          </ac:cxnSpMkLst>
        </pc:cxnChg>
        <pc:cxnChg chg="del mod">
          <ac:chgData name="Dobra, Edgar" userId="73d6a325-d5a7-46bb-866c-7bed3cbe8117" providerId="ADAL" clId="{338BBBAA-0322-46EC-B7C9-86413EBEB9FF}" dt="2025-03-31T00:34:13.744" v="1900" actId="478"/>
          <ac:cxnSpMkLst>
            <pc:docMk/>
            <pc:sldMk cId="645783760" sldId="257"/>
            <ac:cxnSpMk id="712" creationId="{A1DE8B43-8AB0-9F4C-4241-E95BF0442BE0}"/>
          </ac:cxnSpMkLst>
        </pc:cxnChg>
        <pc:cxnChg chg="del">
          <ac:chgData name="Dobra, Edgar" userId="73d6a325-d5a7-46bb-866c-7bed3cbe8117" providerId="ADAL" clId="{338BBBAA-0322-46EC-B7C9-86413EBEB9FF}" dt="2025-03-31T18:01:38.797" v="4307" actId="478"/>
          <ac:cxnSpMkLst>
            <pc:docMk/>
            <pc:sldMk cId="645783760" sldId="257"/>
            <ac:cxnSpMk id="1514" creationId="{EC73672D-F9F5-B96E-FF77-93152ECCE20B}"/>
          </ac:cxnSpMkLst>
        </pc:cxnChg>
        <pc:cxnChg chg="mod">
          <ac:chgData name="Dobra, Edgar" userId="73d6a325-d5a7-46bb-866c-7bed3cbe8117" providerId="ADAL" clId="{338BBBAA-0322-46EC-B7C9-86413EBEB9FF}" dt="2025-03-30T00:34:52.117" v="89" actId="1076"/>
          <ac:cxnSpMkLst>
            <pc:docMk/>
            <pc:sldMk cId="645783760" sldId="257"/>
            <ac:cxnSpMk id="1570" creationId="{DDF6B9CF-621B-CA57-83B6-8637CA806399}"/>
          </ac:cxnSpMkLst>
        </pc:cxnChg>
        <pc:cxnChg chg="mod">
          <ac:chgData name="Dobra, Edgar" userId="73d6a325-d5a7-46bb-866c-7bed3cbe8117" providerId="ADAL" clId="{338BBBAA-0322-46EC-B7C9-86413EBEB9FF}" dt="2025-03-30T23:09:33.545" v="1167" actId="208"/>
          <ac:cxnSpMkLst>
            <pc:docMk/>
            <pc:sldMk cId="645783760" sldId="257"/>
            <ac:cxnSpMk id="1608" creationId="{0FEA21C6-234B-2E66-832A-3B7E972DCA9C}"/>
          </ac:cxnSpMkLst>
        </pc:cxnChg>
        <pc:cxnChg chg="mod">
          <ac:chgData name="Dobra, Edgar" userId="73d6a325-d5a7-46bb-866c-7bed3cbe8117" providerId="ADAL" clId="{338BBBAA-0322-46EC-B7C9-86413EBEB9FF}" dt="2025-03-30T23:14:25.636" v="1208" actId="14100"/>
          <ac:cxnSpMkLst>
            <pc:docMk/>
            <pc:sldMk cId="645783760" sldId="257"/>
            <ac:cxnSpMk id="1609" creationId="{D42692DC-E617-687A-F1F6-21D80FB60D16}"/>
          </ac:cxnSpMkLst>
        </pc:cxnChg>
        <pc:cxnChg chg="mod">
          <ac:chgData name="Dobra, Edgar" userId="73d6a325-d5a7-46bb-866c-7bed3cbe8117" providerId="ADAL" clId="{338BBBAA-0322-46EC-B7C9-86413EBEB9FF}" dt="2025-03-31T01:00:37.599" v="2172" actId="164"/>
          <ac:cxnSpMkLst>
            <pc:docMk/>
            <pc:sldMk cId="645783760" sldId="257"/>
            <ac:cxnSpMk id="1610" creationId="{7A746F78-7C9A-309E-E916-851CF7A8977C}"/>
          </ac:cxnSpMkLst>
        </pc:cxnChg>
        <pc:cxnChg chg="mod">
          <ac:chgData name="Dobra, Edgar" userId="73d6a325-d5a7-46bb-866c-7bed3cbe8117" providerId="ADAL" clId="{338BBBAA-0322-46EC-B7C9-86413EBEB9FF}" dt="2025-03-30T23:14:11.104" v="1205" actId="14100"/>
          <ac:cxnSpMkLst>
            <pc:docMk/>
            <pc:sldMk cId="645783760" sldId="257"/>
            <ac:cxnSpMk id="1611" creationId="{15C26E6C-1717-0395-B349-91AF35EDD9AE}"/>
          </ac:cxnSpMkLst>
        </pc:cxnChg>
        <pc:cxnChg chg="mod">
          <ac:chgData name="Dobra, Edgar" userId="73d6a325-d5a7-46bb-866c-7bed3cbe8117" providerId="ADAL" clId="{338BBBAA-0322-46EC-B7C9-86413EBEB9FF}" dt="2025-03-31T01:00:37.599" v="2172" actId="164"/>
          <ac:cxnSpMkLst>
            <pc:docMk/>
            <pc:sldMk cId="645783760" sldId="257"/>
            <ac:cxnSpMk id="1612" creationId="{B63AD5D1-0225-7F1F-F5EB-2AA459AC0C17}"/>
          </ac:cxnSpMkLst>
        </pc:cxnChg>
        <pc:cxnChg chg="mod">
          <ac:chgData name="Dobra, Edgar" userId="73d6a325-d5a7-46bb-866c-7bed3cbe8117" providerId="ADAL" clId="{338BBBAA-0322-46EC-B7C9-86413EBEB9FF}" dt="2025-03-31T01:00:37.599" v="2172" actId="164"/>
          <ac:cxnSpMkLst>
            <pc:docMk/>
            <pc:sldMk cId="645783760" sldId="257"/>
            <ac:cxnSpMk id="1613" creationId="{B1DF03FF-D172-C8B6-A694-1E3D78F3E4B7}"/>
          </ac:cxnSpMkLst>
        </pc:cxnChg>
        <pc:cxnChg chg="mod">
          <ac:chgData name="Dobra, Edgar" userId="73d6a325-d5a7-46bb-866c-7bed3cbe8117" providerId="ADAL" clId="{338BBBAA-0322-46EC-B7C9-86413EBEB9FF}" dt="2025-03-30T23:42:41.260" v="1621" actId="1582"/>
          <ac:cxnSpMkLst>
            <pc:docMk/>
            <pc:sldMk cId="645783760" sldId="257"/>
            <ac:cxnSpMk id="2093" creationId="{A6DCD9FE-B267-34A6-525D-3D71BD9573E2}"/>
          </ac:cxnSpMkLst>
        </pc:cxnChg>
        <pc:cxnChg chg="mod">
          <ac:chgData name="Dobra, Edgar" userId="73d6a325-d5a7-46bb-866c-7bed3cbe8117" providerId="ADAL" clId="{338BBBAA-0322-46EC-B7C9-86413EBEB9FF}" dt="2025-03-30T23:42:41.260" v="1621" actId="1582"/>
          <ac:cxnSpMkLst>
            <pc:docMk/>
            <pc:sldMk cId="645783760" sldId="257"/>
            <ac:cxnSpMk id="2095" creationId="{8B491D32-E098-0D29-9D4B-B267B4D76B16}"/>
          </ac:cxnSpMkLst>
        </pc:cxnChg>
        <pc:cxnChg chg="mod">
          <ac:chgData name="Dobra, Edgar" userId="73d6a325-d5a7-46bb-866c-7bed3cbe8117" providerId="ADAL" clId="{338BBBAA-0322-46EC-B7C9-86413EBEB9FF}" dt="2025-03-30T23:47:49.501" v="1669" actId="14100"/>
          <ac:cxnSpMkLst>
            <pc:docMk/>
            <pc:sldMk cId="645783760" sldId="257"/>
            <ac:cxnSpMk id="2098" creationId="{64B2AA31-BD63-0B76-3858-BC20E4E923F1}"/>
          </ac:cxnSpMkLst>
        </pc:cxnChg>
        <pc:cxnChg chg="mod">
          <ac:chgData name="Dobra, Edgar" userId="73d6a325-d5a7-46bb-866c-7bed3cbe8117" providerId="ADAL" clId="{338BBBAA-0322-46EC-B7C9-86413EBEB9FF}" dt="2025-03-31T20:40:58.774" v="5105" actId="208"/>
          <ac:cxnSpMkLst>
            <pc:docMk/>
            <pc:sldMk cId="645783760" sldId="257"/>
            <ac:cxnSpMk id="2100" creationId="{9F4A36EB-5404-1795-F8F2-9901227EF68E}"/>
          </ac:cxnSpMkLst>
        </pc:cxnChg>
        <pc:cxnChg chg="mod">
          <ac:chgData name="Dobra, Edgar" userId="73d6a325-d5a7-46bb-866c-7bed3cbe8117" providerId="ADAL" clId="{338BBBAA-0322-46EC-B7C9-86413EBEB9FF}" dt="2025-03-30T23:42:41.260" v="1621" actId="1582"/>
          <ac:cxnSpMkLst>
            <pc:docMk/>
            <pc:sldMk cId="645783760" sldId="257"/>
            <ac:cxnSpMk id="2101" creationId="{5E1FA88C-D8C1-3F1C-AE3E-C0A17AC56696}"/>
          </ac:cxnSpMkLst>
        </pc:cxnChg>
        <pc:cxnChg chg="mod">
          <ac:chgData name="Dobra, Edgar" userId="73d6a325-d5a7-46bb-866c-7bed3cbe8117" providerId="ADAL" clId="{338BBBAA-0322-46EC-B7C9-86413EBEB9FF}" dt="2025-03-30T23:42:41.260" v="1621" actId="1582"/>
          <ac:cxnSpMkLst>
            <pc:docMk/>
            <pc:sldMk cId="645783760" sldId="257"/>
            <ac:cxnSpMk id="2102" creationId="{FEA2AF31-99F9-8696-224F-8A0129119203}"/>
          </ac:cxnSpMkLst>
        </pc:cxnChg>
        <pc:cxnChg chg="mod">
          <ac:chgData name="Dobra, Edgar" userId="73d6a325-d5a7-46bb-866c-7bed3cbe8117" providerId="ADAL" clId="{338BBBAA-0322-46EC-B7C9-86413EBEB9FF}" dt="2025-03-30T23:46:44.815" v="1656" actId="14100"/>
          <ac:cxnSpMkLst>
            <pc:docMk/>
            <pc:sldMk cId="645783760" sldId="257"/>
            <ac:cxnSpMk id="2106" creationId="{B764BA4F-05B2-55A8-E954-7F68858B4C99}"/>
          </ac:cxnSpMkLst>
        </pc:cxnChg>
        <pc:cxnChg chg="mod">
          <ac:chgData name="Dobra, Edgar" userId="73d6a325-d5a7-46bb-866c-7bed3cbe8117" providerId="ADAL" clId="{338BBBAA-0322-46EC-B7C9-86413EBEB9FF}" dt="2025-03-31T16:00:49.287" v="3995" actId="14100"/>
          <ac:cxnSpMkLst>
            <pc:docMk/>
            <pc:sldMk cId="645783760" sldId="257"/>
            <ac:cxnSpMk id="2107" creationId="{05FC5170-AB5E-B496-BCC0-79523FA92653}"/>
          </ac:cxnSpMkLst>
        </pc:cxnChg>
        <pc:cxnChg chg="mod">
          <ac:chgData name="Dobra, Edgar" userId="73d6a325-d5a7-46bb-866c-7bed3cbe8117" providerId="ADAL" clId="{338BBBAA-0322-46EC-B7C9-86413EBEB9FF}" dt="2025-03-31T16:00:58.896" v="3997" actId="14100"/>
          <ac:cxnSpMkLst>
            <pc:docMk/>
            <pc:sldMk cId="645783760" sldId="257"/>
            <ac:cxnSpMk id="2108" creationId="{50063A44-E1DE-3CC4-2B82-94B2127373EC}"/>
          </ac:cxnSpMkLst>
        </pc:cxnChg>
        <pc:cxnChg chg="mod">
          <ac:chgData name="Dobra, Edgar" userId="73d6a325-d5a7-46bb-866c-7bed3cbe8117" providerId="ADAL" clId="{338BBBAA-0322-46EC-B7C9-86413EBEB9FF}" dt="2025-03-31T00:07:41.637" v="1736" actId="1076"/>
          <ac:cxnSpMkLst>
            <pc:docMk/>
            <pc:sldMk cId="645783760" sldId="257"/>
            <ac:cxnSpMk id="2308" creationId="{D10C37EF-A1CD-E428-8041-408A782A8760}"/>
          </ac:cxnSpMkLst>
        </pc:cxnChg>
        <pc:cxnChg chg="mod">
          <ac:chgData name="Dobra, Edgar" userId="73d6a325-d5a7-46bb-866c-7bed3cbe8117" providerId="ADAL" clId="{338BBBAA-0322-46EC-B7C9-86413EBEB9FF}" dt="2025-03-31T00:02:41.966" v="1674" actId="1076"/>
          <ac:cxnSpMkLst>
            <pc:docMk/>
            <pc:sldMk cId="645783760" sldId="257"/>
            <ac:cxnSpMk id="2309" creationId="{6DC9FE07-0303-4759-9B83-7545CB020A15}"/>
          </ac:cxnSpMkLst>
        </pc:cxnChg>
        <pc:cxnChg chg="del mod">
          <ac:chgData name="Dobra, Edgar" userId="73d6a325-d5a7-46bb-866c-7bed3cbe8117" providerId="ADAL" clId="{338BBBAA-0322-46EC-B7C9-86413EBEB9FF}" dt="2025-03-31T00:59:49.271" v="2168" actId="478"/>
          <ac:cxnSpMkLst>
            <pc:docMk/>
            <pc:sldMk cId="645783760" sldId="257"/>
            <ac:cxnSpMk id="2510" creationId="{4C9CFDB9-A5C5-22B6-00B0-9C5EB9535A62}"/>
          </ac:cxnSpMkLst>
        </pc:cxnChg>
        <pc:cxnChg chg="add mod">
          <ac:chgData name="Dobra, Edgar" userId="73d6a325-d5a7-46bb-866c-7bed3cbe8117" providerId="ADAL" clId="{338BBBAA-0322-46EC-B7C9-86413EBEB9FF}" dt="2025-03-31T00:19:30.784" v="1792" actId="14100"/>
          <ac:cxnSpMkLst>
            <pc:docMk/>
            <pc:sldMk cId="645783760" sldId="257"/>
            <ac:cxnSpMk id="2516" creationId="{D2ECFDB6-E4DC-3221-EBB0-B5939231D21F}"/>
          </ac:cxnSpMkLst>
        </pc:cxnChg>
        <pc:cxnChg chg="add del mod">
          <ac:chgData name="Dobra, Edgar" userId="73d6a325-d5a7-46bb-866c-7bed3cbe8117" providerId="ADAL" clId="{338BBBAA-0322-46EC-B7C9-86413EBEB9FF}" dt="2025-03-31T00:59:49.271" v="2168" actId="478"/>
          <ac:cxnSpMkLst>
            <pc:docMk/>
            <pc:sldMk cId="645783760" sldId="257"/>
            <ac:cxnSpMk id="2618" creationId="{32E77B5F-AF61-1EA5-048E-2A930ED6CAE3}"/>
          </ac:cxnSpMkLst>
        </pc:cxnChg>
        <pc:cxnChg chg="add del mod">
          <ac:chgData name="Dobra, Edgar" userId="73d6a325-d5a7-46bb-866c-7bed3cbe8117" providerId="ADAL" clId="{338BBBAA-0322-46EC-B7C9-86413EBEB9FF}" dt="2025-03-31T00:59:49.271" v="2168" actId="478"/>
          <ac:cxnSpMkLst>
            <pc:docMk/>
            <pc:sldMk cId="645783760" sldId="257"/>
            <ac:cxnSpMk id="2621" creationId="{374143FB-C261-6462-44EA-F92A27E0BEF1}"/>
          </ac:cxnSpMkLst>
        </pc:cxnChg>
        <pc:cxnChg chg="mod">
          <ac:chgData name="Dobra, Edgar" userId="73d6a325-d5a7-46bb-866c-7bed3cbe8117" providerId="ADAL" clId="{338BBBAA-0322-46EC-B7C9-86413EBEB9FF}" dt="2025-03-31T20:41:49.160" v="5108" actId="208"/>
          <ac:cxnSpMkLst>
            <pc:docMk/>
            <pc:sldMk cId="645783760" sldId="257"/>
            <ac:cxnSpMk id="2702" creationId="{B070D91D-B404-E685-C661-2C75B73BAB95}"/>
          </ac:cxnSpMkLst>
        </pc:cxnChg>
        <pc:cxnChg chg="del mod">
          <ac:chgData name="Dobra, Edgar" userId="73d6a325-d5a7-46bb-866c-7bed3cbe8117" providerId="ADAL" clId="{338BBBAA-0322-46EC-B7C9-86413EBEB9FF}" dt="2025-03-31T00:27:45.553" v="1843" actId="478"/>
          <ac:cxnSpMkLst>
            <pc:docMk/>
            <pc:sldMk cId="645783760" sldId="257"/>
            <ac:cxnSpMk id="2703" creationId="{A2F352E3-0E06-526F-F279-6496F071CB37}"/>
          </ac:cxnSpMkLst>
        </pc:cxnChg>
        <pc:cxnChg chg="mod">
          <ac:chgData name="Dobra, Edgar" userId="73d6a325-d5a7-46bb-866c-7bed3cbe8117" providerId="ADAL" clId="{338BBBAA-0322-46EC-B7C9-86413EBEB9FF}" dt="2025-03-31T20:41:49.160" v="5108" actId="208"/>
          <ac:cxnSpMkLst>
            <pc:docMk/>
            <pc:sldMk cId="645783760" sldId="257"/>
            <ac:cxnSpMk id="2703" creationId="{C6D70D92-B500-7558-6585-FB0A31211A91}"/>
          </ac:cxnSpMkLst>
        </pc:cxnChg>
        <pc:cxnChg chg="del">
          <ac:chgData name="Dobra, Edgar" userId="73d6a325-d5a7-46bb-866c-7bed3cbe8117" providerId="ADAL" clId="{338BBBAA-0322-46EC-B7C9-86413EBEB9FF}" dt="2025-03-31T00:27:45.553" v="1843" actId="478"/>
          <ac:cxnSpMkLst>
            <pc:docMk/>
            <pc:sldMk cId="645783760" sldId="257"/>
            <ac:cxnSpMk id="2705" creationId="{4903A818-C52C-9227-B92D-CB7CC6405FB2}"/>
          </ac:cxnSpMkLst>
        </pc:cxnChg>
        <pc:cxnChg chg="mod">
          <ac:chgData name="Dobra, Edgar" userId="73d6a325-d5a7-46bb-866c-7bed3cbe8117" providerId="ADAL" clId="{338BBBAA-0322-46EC-B7C9-86413EBEB9FF}" dt="2025-03-31T20:41:49.160" v="5108" actId="208"/>
          <ac:cxnSpMkLst>
            <pc:docMk/>
            <pc:sldMk cId="645783760" sldId="257"/>
            <ac:cxnSpMk id="2706" creationId="{8DAFBC71-BE91-6E17-08CF-BC3BEA41E176}"/>
          </ac:cxnSpMkLst>
        </pc:cxnChg>
        <pc:cxnChg chg="del mod">
          <ac:chgData name="Dobra, Edgar" userId="73d6a325-d5a7-46bb-866c-7bed3cbe8117" providerId="ADAL" clId="{338BBBAA-0322-46EC-B7C9-86413EBEB9FF}" dt="2025-03-31T00:27:45.553" v="1843" actId="478"/>
          <ac:cxnSpMkLst>
            <pc:docMk/>
            <pc:sldMk cId="645783760" sldId="257"/>
            <ac:cxnSpMk id="2707" creationId="{A8F65D9F-58B0-0BE1-7413-4371C26D6B53}"/>
          </ac:cxnSpMkLst>
        </pc:cxnChg>
        <pc:cxnChg chg="mod">
          <ac:chgData name="Dobra, Edgar" userId="73d6a325-d5a7-46bb-866c-7bed3cbe8117" providerId="ADAL" clId="{338BBBAA-0322-46EC-B7C9-86413EBEB9FF}" dt="2025-03-31T20:41:49.160" v="5108" actId="208"/>
          <ac:cxnSpMkLst>
            <pc:docMk/>
            <pc:sldMk cId="645783760" sldId="257"/>
            <ac:cxnSpMk id="2707" creationId="{E0AF688D-808B-9C76-C47D-6C1C7E00396A}"/>
          </ac:cxnSpMkLst>
        </pc:cxnChg>
        <pc:cxnChg chg="mod">
          <ac:chgData name="Dobra, Edgar" userId="73d6a325-d5a7-46bb-866c-7bed3cbe8117" providerId="ADAL" clId="{338BBBAA-0322-46EC-B7C9-86413EBEB9FF}" dt="2025-03-31T20:41:49.160" v="5108" actId="208"/>
          <ac:cxnSpMkLst>
            <pc:docMk/>
            <pc:sldMk cId="645783760" sldId="257"/>
            <ac:cxnSpMk id="2708" creationId="{7479301E-A181-A16B-5602-29CD3F8A569E}"/>
          </ac:cxnSpMkLst>
        </pc:cxnChg>
        <pc:cxnChg chg="del">
          <ac:chgData name="Dobra, Edgar" userId="73d6a325-d5a7-46bb-866c-7bed3cbe8117" providerId="ADAL" clId="{338BBBAA-0322-46EC-B7C9-86413EBEB9FF}" dt="2025-03-31T00:27:45.553" v="1843" actId="478"/>
          <ac:cxnSpMkLst>
            <pc:docMk/>
            <pc:sldMk cId="645783760" sldId="257"/>
            <ac:cxnSpMk id="2713" creationId="{77644488-88A2-3563-2CB7-CE32CFA2C70A}"/>
          </ac:cxnSpMkLst>
        </pc:cxnChg>
        <pc:cxnChg chg="mod">
          <ac:chgData name="Dobra, Edgar" userId="73d6a325-d5a7-46bb-866c-7bed3cbe8117" providerId="ADAL" clId="{338BBBAA-0322-46EC-B7C9-86413EBEB9FF}" dt="2025-03-31T20:41:49.160" v="5108" actId="208"/>
          <ac:cxnSpMkLst>
            <pc:docMk/>
            <pc:sldMk cId="645783760" sldId="257"/>
            <ac:cxnSpMk id="2713" creationId="{8C0692D3-DF7D-68F5-5DF2-D1A65EA567C3}"/>
          </ac:cxnSpMkLst>
        </pc:cxnChg>
        <pc:cxnChg chg="mod">
          <ac:chgData name="Dobra, Edgar" userId="73d6a325-d5a7-46bb-866c-7bed3cbe8117" providerId="ADAL" clId="{338BBBAA-0322-46EC-B7C9-86413EBEB9FF}" dt="2025-03-31T20:41:49.160" v="5108" actId="208"/>
          <ac:cxnSpMkLst>
            <pc:docMk/>
            <pc:sldMk cId="645783760" sldId="257"/>
            <ac:cxnSpMk id="2741" creationId="{70FCEFAB-CB8A-EBCE-1857-FFB981291F09}"/>
          </ac:cxnSpMkLst>
        </pc:cxnChg>
        <pc:cxnChg chg="mod">
          <ac:chgData name="Dobra, Edgar" userId="73d6a325-d5a7-46bb-866c-7bed3cbe8117" providerId="ADAL" clId="{338BBBAA-0322-46EC-B7C9-86413EBEB9FF}" dt="2025-03-31T20:41:49.160" v="5108" actId="208"/>
          <ac:cxnSpMkLst>
            <pc:docMk/>
            <pc:sldMk cId="645783760" sldId="257"/>
            <ac:cxnSpMk id="2742" creationId="{A7032EEA-7782-4B1F-1538-06E8310AE83B}"/>
          </ac:cxnSpMkLst>
        </pc:cxnChg>
        <pc:cxnChg chg="mod">
          <ac:chgData name="Dobra, Edgar" userId="73d6a325-d5a7-46bb-866c-7bed3cbe8117" providerId="ADAL" clId="{338BBBAA-0322-46EC-B7C9-86413EBEB9FF}" dt="2025-03-31T20:41:49.160" v="5108" actId="208"/>
          <ac:cxnSpMkLst>
            <pc:docMk/>
            <pc:sldMk cId="645783760" sldId="257"/>
            <ac:cxnSpMk id="2745" creationId="{32569B59-2D39-AEE3-E8B1-8B27A608AF16}"/>
          </ac:cxnSpMkLst>
        </pc:cxnChg>
        <pc:cxnChg chg="mod">
          <ac:chgData name="Dobra, Edgar" userId="73d6a325-d5a7-46bb-866c-7bed3cbe8117" providerId="ADAL" clId="{338BBBAA-0322-46EC-B7C9-86413EBEB9FF}" dt="2025-03-31T20:41:49.160" v="5108" actId="208"/>
          <ac:cxnSpMkLst>
            <pc:docMk/>
            <pc:sldMk cId="645783760" sldId="257"/>
            <ac:cxnSpMk id="2747" creationId="{98588B84-C0C2-EFC0-B6B4-2672405DEBC1}"/>
          </ac:cxnSpMkLst>
        </pc:cxnChg>
        <pc:cxnChg chg="add mod">
          <ac:chgData name="Dobra, Edgar" userId="73d6a325-d5a7-46bb-866c-7bed3cbe8117" providerId="ADAL" clId="{338BBBAA-0322-46EC-B7C9-86413EBEB9FF}" dt="2025-03-31T18:27:17.743" v="4625" actId="14100"/>
          <ac:cxnSpMkLst>
            <pc:docMk/>
            <pc:sldMk cId="645783760" sldId="257"/>
            <ac:cxnSpMk id="2806" creationId="{E445630C-CCC1-3D1E-43EA-05F9E42BFF62}"/>
          </ac:cxnSpMkLst>
        </pc:cxnChg>
        <pc:cxnChg chg="mod">
          <ac:chgData name="Dobra, Edgar" userId="73d6a325-d5a7-46bb-866c-7bed3cbe8117" providerId="ADAL" clId="{338BBBAA-0322-46EC-B7C9-86413EBEB9FF}" dt="2025-03-31T18:26:44.532" v="4611" actId="14100"/>
          <ac:cxnSpMkLst>
            <pc:docMk/>
            <pc:sldMk cId="645783760" sldId="257"/>
            <ac:cxnSpMk id="2810" creationId="{DA771DFE-54DE-5851-B445-6D27EB862F3A}"/>
          </ac:cxnSpMkLst>
        </pc:cxnChg>
        <pc:cxnChg chg="mod">
          <ac:chgData name="Dobra, Edgar" userId="73d6a325-d5a7-46bb-866c-7bed3cbe8117" providerId="ADAL" clId="{338BBBAA-0322-46EC-B7C9-86413EBEB9FF}" dt="2025-03-31T18:26:38.445" v="4610" actId="14100"/>
          <ac:cxnSpMkLst>
            <pc:docMk/>
            <pc:sldMk cId="645783760" sldId="257"/>
            <ac:cxnSpMk id="2813" creationId="{FF261F45-6595-8530-34B9-F716DD629AEF}"/>
          </ac:cxnSpMkLst>
        </pc:cxnChg>
        <pc:cxnChg chg="mod">
          <ac:chgData name="Dobra, Edgar" userId="73d6a325-d5a7-46bb-866c-7bed3cbe8117" providerId="ADAL" clId="{338BBBAA-0322-46EC-B7C9-86413EBEB9FF}" dt="2025-04-01T00:10:23.892" v="6757" actId="208"/>
          <ac:cxnSpMkLst>
            <pc:docMk/>
            <pc:sldMk cId="645783760" sldId="257"/>
            <ac:cxnSpMk id="2814" creationId="{9DC31B14-F6BB-B2A0-E4B8-2FD7C27EEA61}"/>
          </ac:cxnSpMkLst>
        </pc:cxnChg>
        <pc:cxnChg chg="mod">
          <ac:chgData name="Dobra, Edgar" userId="73d6a325-d5a7-46bb-866c-7bed3cbe8117" providerId="ADAL" clId="{338BBBAA-0322-46EC-B7C9-86413EBEB9FF}" dt="2025-03-31T20:45:39.139" v="5137" actId="208"/>
          <ac:cxnSpMkLst>
            <pc:docMk/>
            <pc:sldMk cId="645783760" sldId="257"/>
            <ac:cxnSpMk id="3626" creationId="{9A6CA9F7-2581-7C3D-C4F4-B68C1C413ED5}"/>
          </ac:cxnSpMkLst>
        </pc:cxnChg>
        <pc:cxnChg chg="mod">
          <ac:chgData name="Dobra, Edgar" userId="73d6a325-d5a7-46bb-866c-7bed3cbe8117" providerId="ADAL" clId="{338BBBAA-0322-46EC-B7C9-86413EBEB9FF}" dt="2025-03-31T20:45:39.139" v="5137" actId="208"/>
          <ac:cxnSpMkLst>
            <pc:docMk/>
            <pc:sldMk cId="645783760" sldId="257"/>
            <ac:cxnSpMk id="3627" creationId="{4E029B15-768A-3E4F-FFD7-6D58A2A8186F}"/>
          </ac:cxnSpMkLst>
        </pc:cxnChg>
        <pc:cxnChg chg="mod">
          <ac:chgData name="Dobra, Edgar" userId="73d6a325-d5a7-46bb-866c-7bed3cbe8117" providerId="ADAL" clId="{338BBBAA-0322-46EC-B7C9-86413EBEB9FF}" dt="2025-03-31T20:45:39.139" v="5137" actId="208"/>
          <ac:cxnSpMkLst>
            <pc:docMk/>
            <pc:sldMk cId="645783760" sldId="257"/>
            <ac:cxnSpMk id="3629" creationId="{5B1A0954-790C-5A5E-DD13-81BADB52E264}"/>
          </ac:cxnSpMkLst>
        </pc:cxnChg>
        <pc:cxnChg chg="mod">
          <ac:chgData name="Dobra, Edgar" userId="73d6a325-d5a7-46bb-866c-7bed3cbe8117" providerId="ADAL" clId="{338BBBAA-0322-46EC-B7C9-86413EBEB9FF}" dt="2025-03-31T20:45:39.139" v="5137" actId="208"/>
          <ac:cxnSpMkLst>
            <pc:docMk/>
            <pc:sldMk cId="645783760" sldId="257"/>
            <ac:cxnSpMk id="3633" creationId="{39061418-436C-AF15-DAD9-95353A23DB5C}"/>
          </ac:cxnSpMkLst>
        </pc:cxnChg>
        <pc:cxnChg chg="mod">
          <ac:chgData name="Dobra, Edgar" userId="73d6a325-d5a7-46bb-866c-7bed3cbe8117" providerId="ADAL" clId="{338BBBAA-0322-46EC-B7C9-86413EBEB9FF}" dt="2025-03-31T20:45:39.139" v="5137" actId="208"/>
          <ac:cxnSpMkLst>
            <pc:docMk/>
            <pc:sldMk cId="645783760" sldId="257"/>
            <ac:cxnSpMk id="3634" creationId="{75AEEC88-E87A-5C6E-18A7-B5404D364648}"/>
          </ac:cxnSpMkLst>
        </pc:cxnChg>
        <pc:cxnChg chg="mod">
          <ac:chgData name="Dobra, Edgar" userId="73d6a325-d5a7-46bb-866c-7bed3cbe8117" providerId="ADAL" clId="{338BBBAA-0322-46EC-B7C9-86413EBEB9FF}" dt="2025-03-31T20:45:39.139" v="5137" actId="208"/>
          <ac:cxnSpMkLst>
            <pc:docMk/>
            <pc:sldMk cId="645783760" sldId="257"/>
            <ac:cxnSpMk id="3639" creationId="{DBBDE927-3D58-3D85-B85F-41AF0771A81C}"/>
          </ac:cxnSpMkLst>
        </pc:cxnChg>
        <pc:cxnChg chg="mod">
          <ac:chgData name="Dobra, Edgar" userId="73d6a325-d5a7-46bb-866c-7bed3cbe8117" providerId="ADAL" clId="{338BBBAA-0322-46EC-B7C9-86413EBEB9FF}" dt="2025-03-31T20:45:39.139" v="5137" actId="208"/>
          <ac:cxnSpMkLst>
            <pc:docMk/>
            <pc:sldMk cId="645783760" sldId="257"/>
            <ac:cxnSpMk id="3644" creationId="{E4140C75-A9C4-C69E-F05A-A742BA93AEE6}"/>
          </ac:cxnSpMkLst>
        </pc:cxnChg>
        <pc:cxnChg chg="mod">
          <ac:chgData name="Dobra, Edgar" userId="73d6a325-d5a7-46bb-866c-7bed3cbe8117" providerId="ADAL" clId="{338BBBAA-0322-46EC-B7C9-86413EBEB9FF}" dt="2025-03-31T20:45:39.139" v="5137" actId="208"/>
          <ac:cxnSpMkLst>
            <pc:docMk/>
            <pc:sldMk cId="645783760" sldId="257"/>
            <ac:cxnSpMk id="3645" creationId="{FEC814F4-C7B1-1634-9910-0D2DFD69CC0F}"/>
          </ac:cxnSpMkLst>
        </pc:cxnChg>
        <pc:cxnChg chg="mod">
          <ac:chgData name="Dobra, Edgar" userId="73d6a325-d5a7-46bb-866c-7bed3cbe8117" providerId="ADAL" clId="{338BBBAA-0322-46EC-B7C9-86413EBEB9FF}" dt="2025-03-31T20:45:39.139" v="5137" actId="208"/>
          <ac:cxnSpMkLst>
            <pc:docMk/>
            <pc:sldMk cId="645783760" sldId="257"/>
            <ac:cxnSpMk id="3646" creationId="{83CBD733-D370-3683-F91D-EB95609AA963}"/>
          </ac:cxnSpMkLst>
        </pc:cxnChg>
        <pc:cxnChg chg="mod">
          <ac:chgData name="Dobra, Edgar" userId="73d6a325-d5a7-46bb-866c-7bed3cbe8117" providerId="ADAL" clId="{338BBBAA-0322-46EC-B7C9-86413EBEB9FF}" dt="2025-04-01T00:24:13.152" v="6855" actId="14100"/>
          <ac:cxnSpMkLst>
            <pc:docMk/>
            <pc:sldMk cId="645783760" sldId="257"/>
            <ac:cxnSpMk id="3649" creationId="{A1A2C1A5-66CA-301F-A9C2-727D3BC5EE82}"/>
          </ac:cxnSpMkLst>
        </pc:cxnChg>
      </pc:sldChg>
    </pc:docChg>
  </pc:docChgLst>
  <pc:docChgLst>
    <pc:chgData name="Dobra László Edgár" userId="2b44b1dd9dcf1c99" providerId="LiveId" clId="{EDE32697-D877-4828-AFF6-91650730084D}"/>
    <pc:docChg chg="undo redo custSel addSld delSld modSld modMainMaster">
      <pc:chgData name="Dobra László Edgár" userId="2b44b1dd9dcf1c99" providerId="LiveId" clId="{EDE32697-D877-4828-AFF6-91650730084D}" dt="2024-04-11T05:07:31.941" v="12252" actId="948"/>
      <pc:docMkLst>
        <pc:docMk/>
      </pc:docMkLst>
      <pc:sldChg chg="addSp delSp modSp del mod">
        <pc:chgData name="Dobra László Edgár" userId="2b44b1dd9dcf1c99" providerId="LiveId" clId="{EDE32697-D877-4828-AFF6-91650730084D}" dt="2024-04-09T21:49:01.423" v="9848" actId="47"/>
        <pc:sldMkLst>
          <pc:docMk/>
          <pc:sldMk cId="3669484535" sldId="256"/>
        </pc:sldMkLst>
      </pc:sldChg>
      <pc:sldChg chg="addSp delSp modSp add mod">
        <pc:chgData name="Dobra László Edgár" userId="2b44b1dd9dcf1c99" providerId="LiveId" clId="{EDE32697-D877-4828-AFF6-91650730084D}" dt="2024-04-11T05:07:31.941" v="12252" actId="948"/>
        <pc:sldMkLst>
          <pc:docMk/>
          <pc:sldMk cId="645783760" sldId="257"/>
        </pc:sldMkLst>
      </pc:sldChg>
      <pc:sldChg chg="new del">
        <pc:chgData name="Dobra László Edgár" userId="2b44b1dd9dcf1c99" providerId="LiveId" clId="{EDE32697-D877-4828-AFF6-91650730084D}" dt="2024-03-29T18:19:12.365" v="254" actId="47"/>
        <pc:sldMkLst>
          <pc:docMk/>
          <pc:sldMk cId="4272755385" sldId="257"/>
        </pc:sldMkLst>
      </pc:sldChg>
      <pc:sldChg chg="addSp delSp modSp new del mod">
        <pc:chgData name="Dobra László Edgár" userId="2b44b1dd9dcf1c99" providerId="LiveId" clId="{EDE32697-D877-4828-AFF6-91650730084D}" dt="2024-04-08T02:08:39.497" v="3598" actId="47"/>
        <pc:sldMkLst>
          <pc:docMk/>
          <pc:sldMk cId="2892329694" sldId="258"/>
        </pc:sldMkLst>
      </pc:sldChg>
      <pc:sldChg chg="addSp delSp modSp new del mod">
        <pc:chgData name="Dobra László Edgár" userId="2b44b1dd9dcf1c99" providerId="LiveId" clId="{EDE32697-D877-4828-AFF6-91650730084D}" dt="2024-04-10T18:31:06.150" v="10540" actId="47"/>
        <pc:sldMkLst>
          <pc:docMk/>
          <pc:sldMk cId="3267645158" sldId="258"/>
        </pc:sldMkLst>
      </pc:sldChg>
      <pc:sldChg chg="addSp delSp modSp new del mod">
        <pc:chgData name="Dobra László Edgár" userId="2b44b1dd9dcf1c99" providerId="LiveId" clId="{EDE32697-D877-4828-AFF6-91650730084D}" dt="2024-04-05T19:56:41.153" v="3144" actId="47"/>
        <pc:sldMkLst>
          <pc:docMk/>
          <pc:sldMk cId="1553754500" sldId="259"/>
        </pc:sldMkLst>
      </pc:sldChg>
      <pc:sldMasterChg chg="addSp delSp modSp mod">
        <pc:chgData name="Dobra László Edgár" userId="2b44b1dd9dcf1c99" providerId="LiveId" clId="{EDE32697-D877-4828-AFF6-91650730084D}" dt="2024-04-09T20:32:50.595" v="8690" actId="1076"/>
        <pc:sldMasterMkLst>
          <pc:docMk/>
          <pc:sldMasterMk cId="3302813538" sldId="2147483672"/>
        </pc:sldMasterMkLst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\\files.scs.illinois.edu\guironnet\Edgar%20Dobra\Excel\11.01.2023_PMMA_Exp1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651872860301241"/>
          <c:y val="2.8287792430812819E-2"/>
          <c:w val="0.57128784078615769"/>
          <c:h val="0.81939435419352535"/>
        </c:manualLayout>
      </c:layout>
      <c:scatterChart>
        <c:scatterStyle val="smoothMarker"/>
        <c:varyColors val="0"/>
        <c:ser>
          <c:idx val="0"/>
          <c:order val="0"/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'Plotting Data'!$E$5:$E$18005</c:f>
              <c:numCache>
                <c:formatCode>General</c:formatCode>
                <c:ptCount val="18001"/>
                <c:pt idx="0">
                  <c:v>1000000000</c:v>
                </c:pt>
                <c:pt idx="1">
                  <c:v>1000000000</c:v>
                </c:pt>
                <c:pt idx="2">
                  <c:v>1000000000</c:v>
                </c:pt>
                <c:pt idx="3">
                  <c:v>1000000000</c:v>
                </c:pt>
                <c:pt idx="4">
                  <c:v>1000000000</c:v>
                </c:pt>
                <c:pt idx="5">
                  <c:v>1000000000</c:v>
                </c:pt>
                <c:pt idx="6">
                  <c:v>1000000000</c:v>
                </c:pt>
                <c:pt idx="7">
                  <c:v>1000000000</c:v>
                </c:pt>
                <c:pt idx="8">
                  <c:v>1000000000</c:v>
                </c:pt>
                <c:pt idx="9">
                  <c:v>1000000000</c:v>
                </c:pt>
                <c:pt idx="10">
                  <c:v>1000000000</c:v>
                </c:pt>
                <c:pt idx="11">
                  <c:v>1000000000</c:v>
                </c:pt>
                <c:pt idx="12">
                  <c:v>1000000000</c:v>
                </c:pt>
                <c:pt idx="13">
                  <c:v>1000000000</c:v>
                </c:pt>
                <c:pt idx="14">
                  <c:v>1000000000</c:v>
                </c:pt>
                <c:pt idx="15">
                  <c:v>1000000000</c:v>
                </c:pt>
                <c:pt idx="16">
                  <c:v>1000000000</c:v>
                </c:pt>
                <c:pt idx="17">
                  <c:v>1000000000</c:v>
                </c:pt>
                <c:pt idx="18">
                  <c:v>1000000000</c:v>
                </c:pt>
                <c:pt idx="19">
                  <c:v>1000000000</c:v>
                </c:pt>
                <c:pt idx="20">
                  <c:v>1000000000</c:v>
                </c:pt>
                <c:pt idx="21">
                  <c:v>1000000000</c:v>
                </c:pt>
                <c:pt idx="22">
                  <c:v>1000000000</c:v>
                </c:pt>
                <c:pt idx="23">
                  <c:v>1000000000</c:v>
                </c:pt>
                <c:pt idx="24">
                  <c:v>1000000000</c:v>
                </c:pt>
                <c:pt idx="25">
                  <c:v>1000000000</c:v>
                </c:pt>
                <c:pt idx="26">
                  <c:v>1000000000</c:v>
                </c:pt>
                <c:pt idx="27">
                  <c:v>1000000000</c:v>
                </c:pt>
                <c:pt idx="28">
                  <c:v>1000000000</c:v>
                </c:pt>
                <c:pt idx="29">
                  <c:v>1000000000</c:v>
                </c:pt>
                <c:pt idx="30">
                  <c:v>1000000000</c:v>
                </c:pt>
                <c:pt idx="31">
                  <c:v>1000000000</c:v>
                </c:pt>
                <c:pt idx="32">
                  <c:v>1000000000</c:v>
                </c:pt>
                <c:pt idx="33">
                  <c:v>1000000000</c:v>
                </c:pt>
                <c:pt idx="34">
                  <c:v>1000000000</c:v>
                </c:pt>
                <c:pt idx="35">
                  <c:v>1000000000</c:v>
                </c:pt>
                <c:pt idx="36">
                  <c:v>1000000000</c:v>
                </c:pt>
                <c:pt idx="37">
                  <c:v>1000000000</c:v>
                </c:pt>
                <c:pt idx="38">
                  <c:v>1000000000</c:v>
                </c:pt>
                <c:pt idx="39">
                  <c:v>1000000000</c:v>
                </c:pt>
                <c:pt idx="40">
                  <c:v>1000000000</c:v>
                </c:pt>
                <c:pt idx="41">
                  <c:v>1000000000</c:v>
                </c:pt>
                <c:pt idx="42">
                  <c:v>1000000000</c:v>
                </c:pt>
                <c:pt idx="43">
                  <c:v>1000000000</c:v>
                </c:pt>
                <c:pt idx="44">
                  <c:v>1000000000</c:v>
                </c:pt>
                <c:pt idx="45">
                  <c:v>1000000000</c:v>
                </c:pt>
                <c:pt idx="46">
                  <c:v>1000000000</c:v>
                </c:pt>
                <c:pt idx="47">
                  <c:v>1000000000</c:v>
                </c:pt>
                <c:pt idx="48">
                  <c:v>1000000000</c:v>
                </c:pt>
                <c:pt idx="49">
                  <c:v>1000000000</c:v>
                </c:pt>
                <c:pt idx="50">
                  <c:v>1000000000</c:v>
                </c:pt>
                <c:pt idx="51">
                  <c:v>1000000000</c:v>
                </c:pt>
                <c:pt idx="52">
                  <c:v>1000000000</c:v>
                </c:pt>
                <c:pt idx="53">
                  <c:v>1000000000</c:v>
                </c:pt>
                <c:pt idx="54">
                  <c:v>1000000000</c:v>
                </c:pt>
                <c:pt idx="55">
                  <c:v>1000000000</c:v>
                </c:pt>
                <c:pt idx="56">
                  <c:v>1000000000</c:v>
                </c:pt>
                <c:pt idx="57">
                  <c:v>1000000000</c:v>
                </c:pt>
                <c:pt idx="58">
                  <c:v>1000000000</c:v>
                </c:pt>
                <c:pt idx="59">
                  <c:v>1000000000</c:v>
                </c:pt>
                <c:pt idx="60">
                  <c:v>1000000000</c:v>
                </c:pt>
                <c:pt idx="61">
                  <c:v>1000000000</c:v>
                </c:pt>
                <c:pt idx="62">
                  <c:v>1000000000</c:v>
                </c:pt>
                <c:pt idx="63">
                  <c:v>1000000000</c:v>
                </c:pt>
                <c:pt idx="64">
                  <c:v>1000000000</c:v>
                </c:pt>
                <c:pt idx="65">
                  <c:v>1000000000</c:v>
                </c:pt>
                <c:pt idx="66">
                  <c:v>1000000000</c:v>
                </c:pt>
                <c:pt idx="67">
                  <c:v>1000000000</c:v>
                </c:pt>
                <c:pt idx="68">
                  <c:v>1000000000</c:v>
                </c:pt>
                <c:pt idx="69">
                  <c:v>1000000000</c:v>
                </c:pt>
                <c:pt idx="70">
                  <c:v>1000000000</c:v>
                </c:pt>
                <c:pt idx="71">
                  <c:v>1000000000</c:v>
                </c:pt>
                <c:pt idx="72">
                  <c:v>1000000000</c:v>
                </c:pt>
                <c:pt idx="73">
                  <c:v>1000000000</c:v>
                </c:pt>
                <c:pt idx="74">
                  <c:v>1000000000</c:v>
                </c:pt>
                <c:pt idx="75">
                  <c:v>1000000000</c:v>
                </c:pt>
                <c:pt idx="76">
                  <c:v>1000000000</c:v>
                </c:pt>
                <c:pt idx="77">
                  <c:v>1000000000</c:v>
                </c:pt>
                <c:pt idx="78">
                  <c:v>1000000000</c:v>
                </c:pt>
                <c:pt idx="79">
                  <c:v>1000000000</c:v>
                </c:pt>
                <c:pt idx="80">
                  <c:v>1000000000</c:v>
                </c:pt>
                <c:pt idx="81">
                  <c:v>1000000000</c:v>
                </c:pt>
                <c:pt idx="82">
                  <c:v>1000000000</c:v>
                </c:pt>
                <c:pt idx="83">
                  <c:v>1000000000</c:v>
                </c:pt>
                <c:pt idx="84">
                  <c:v>1000000000</c:v>
                </c:pt>
                <c:pt idx="85">
                  <c:v>1000000000</c:v>
                </c:pt>
                <c:pt idx="86">
                  <c:v>1000000000</c:v>
                </c:pt>
                <c:pt idx="87">
                  <c:v>1000000000</c:v>
                </c:pt>
                <c:pt idx="88">
                  <c:v>1000000000</c:v>
                </c:pt>
                <c:pt idx="89">
                  <c:v>1000000000</c:v>
                </c:pt>
                <c:pt idx="90">
                  <c:v>1000000000</c:v>
                </c:pt>
                <c:pt idx="91">
                  <c:v>1000000000</c:v>
                </c:pt>
                <c:pt idx="92">
                  <c:v>1000000000</c:v>
                </c:pt>
                <c:pt idx="93">
                  <c:v>1000000000</c:v>
                </c:pt>
                <c:pt idx="94">
                  <c:v>1000000000</c:v>
                </c:pt>
                <c:pt idx="95">
                  <c:v>1000000000</c:v>
                </c:pt>
                <c:pt idx="96">
                  <c:v>1000000000</c:v>
                </c:pt>
                <c:pt idx="97">
                  <c:v>1000000000</c:v>
                </c:pt>
                <c:pt idx="98">
                  <c:v>1000000000</c:v>
                </c:pt>
                <c:pt idx="99">
                  <c:v>1000000000</c:v>
                </c:pt>
                <c:pt idx="100">
                  <c:v>1000000000</c:v>
                </c:pt>
                <c:pt idx="101">
                  <c:v>1000000000</c:v>
                </c:pt>
                <c:pt idx="102">
                  <c:v>1000000000</c:v>
                </c:pt>
                <c:pt idx="103">
                  <c:v>1000000000</c:v>
                </c:pt>
                <c:pt idx="104">
                  <c:v>1000000000</c:v>
                </c:pt>
                <c:pt idx="105">
                  <c:v>1000000000</c:v>
                </c:pt>
                <c:pt idx="106">
                  <c:v>1000000000</c:v>
                </c:pt>
                <c:pt idx="107">
                  <c:v>1000000000</c:v>
                </c:pt>
                <c:pt idx="108">
                  <c:v>1000000000</c:v>
                </c:pt>
                <c:pt idx="109">
                  <c:v>1000000000</c:v>
                </c:pt>
                <c:pt idx="110">
                  <c:v>1000000000</c:v>
                </c:pt>
                <c:pt idx="111">
                  <c:v>1000000000</c:v>
                </c:pt>
                <c:pt idx="112">
                  <c:v>1000000000</c:v>
                </c:pt>
                <c:pt idx="113">
                  <c:v>1000000000</c:v>
                </c:pt>
                <c:pt idx="114">
                  <c:v>1000000000</c:v>
                </c:pt>
                <c:pt idx="115">
                  <c:v>1000000000</c:v>
                </c:pt>
                <c:pt idx="116">
                  <c:v>1000000000</c:v>
                </c:pt>
                <c:pt idx="117">
                  <c:v>1000000000</c:v>
                </c:pt>
                <c:pt idx="118">
                  <c:v>1000000000</c:v>
                </c:pt>
                <c:pt idx="119">
                  <c:v>1000000000</c:v>
                </c:pt>
                <c:pt idx="120">
                  <c:v>1000000000</c:v>
                </c:pt>
                <c:pt idx="121">
                  <c:v>1000000000</c:v>
                </c:pt>
                <c:pt idx="122">
                  <c:v>1000000000</c:v>
                </c:pt>
                <c:pt idx="123">
                  <c:v>1000000000</c:v>
                </c:pt>
                <c:pt idx="124">
                  <c:v>1000000000</c:v>
                </c:pt>
                <c:pt idx="125">
                  <c:v>1000000000</c:v>
                </c:pt>
                <c:pt idx="126">
                  <c:v>1000000000</c:v>
                </c:pt>
                <c:pt idx="127">
                  <c:v>1000000000</c:v>
                </c:pt>
                <c:pt idx="128">
                  <c:v>1000000000</c:v>
                </c:pt>
                <c:pt idx="129">
                  <c:v>1000000000</c:v>
                </c:pt>
                <c:pt idx="130">
                  <c:v>1000000000</c:v>
                </c:pt>
                <c:pt idx="131">
                  <c:v>1000000000</c:v>
                </c:pt>
                <c:pt idx="132">
                  <c:v>1000000000</c:v>
                </c:pt>
                <c:pt idx="133">
                  <c:v>1000000000</c:v>
                </c:pt>
                <c:pt idx="134">
                  <c:v>1000000000</c:v>
                </c:pt>
                <c:pt idx="135">
                  <c:v>1000000000</c:v>
                </c:pt>
                <c:pt idx="136">
                  <c:v>1000000000</c:v>
                </c:pt>
                <c:pt idx="137">
                  <c:v>1000000000</c:v>
                </c:pt>
                <c:pt idx="138">
                  <c:v>1000000000</c:v>
                </c:pt>
                <c:pt idx="139">
                  <c:v>1000000000</c:v>
                </c:pt>
                <c:pt idx="140">
                  <c:v>1000000000</c:v>
                </c:pt>
                <c:pt idx="141">
                  <c:v>1000000000</c:v>
                </c:pt>
                <c:pt idx="142">
                  <c:v>1000000000</c:v>
                </c:pt>
                <c:pt idx="143">
                  <c:v>1000000000</c:v>
                </c:pt>
                <c:pt idx="144">
                  <c:v>1000000000</c:v>
                </c:pt>
                <c:pt idx="145">
                  <c:v>1000000000</c:v>
                </c:pt>
                <c:pt idx="146">
                  <c:v>1000000000</c:v>
                </c:pt>
                <c:pt idx="147">
                  <c:v>1000000000</c:v>
                </c:pt>
                <c:pt idx="148">
                  <c:v>1000000000</c:v>
                </c:pt>
                <c:pt idx="149">
                  <c:v>1000000000</c:v>
                </c:pt>
                <c:pt idx="150">
                  <c:v>1000000000</c:v>
                </c:pt>
                <c:pt idx="151">
                  <c:v>1000000000</c:v>
                </c:pt>
                <c:pt idx="152">
                  <c:v>1000000000</c:v>
                </c:pt>
                <c:pt idx="153">
                  <c:v>1000000000</c:v>
                </c:pt>
                <c:pt idx="154">
                  <c:v>1000000000</c:v>
                </c:pt>
                <c:pt idx="155">
                  <c:v>1000000000</c:v>
                </c:pt>
                <c:pt idx="156">
                  <c:v>1000000000</c:v>
                </c:pt>
                <c:pt idx="157">
                  <c:v>1000000000</c:v>
                </c:pt>
                <c:pt idx="158">
                  <c:v>1000000000</c:v>
                </c:pt>
                <c:pt idx="159">
                  <c:v>1000000000</c:v>
                </c:pt>
                <c:pt idx="160">
                  <c:v>1000000000</c:v>
                </c:pt>
                <c:pt idx="161">
                  <c:v>1000000000</c:v>
                </c:pt>
                <c:pt idx="162">
                  <c:v>1000000000</c:v>
                </c:pt>
                <c:pt idx="163">
                  <c:v>1000000000</c:v>
                </c:pt>
                <c:pt idx="164">
                  <c:v>1000000000</c:v>
                </c:pt>
                <c:pt idx="165">
                  <c:v>1000000000</c:v>
                </c:pt>
                <c:pt idx="166">
                  <c:v>1000000000</c:v>
                </c:pt>
                <c:pt idx="167">
                  <c:v>1000000000</c:v>
                </c:pt>
                <c:pt idx="168">
                  <c:v>1000000000</c:v>
                </c:pt>
                <c:pt idx="169">
                  <c:v>1000000000</c:v>
                </c:pt>
                <c:pt idx="170">
                  <c:v>1000000000</c:v>
                </c:pt>
                <c:pt idx="171">
                  <c:v>1000000000</c:v>
                </c:pt>
                <c:pt idx="172">
                  <c:v>1000000000</c:v>
                </c:pt>
                <c:pt idx="173">
                  <c:v>1000000000</c:v>
                </c:pt>
                <c:pt idx="174">
                  <c:v>1000000000</c:v>
                </c:pt>
                <c:pt idx="175">
                  <c:v>1000000000</c:v>
                </c:pt>
                <c:pt idx="176">
                  <c:v>1000000000</c:v>
                </c:pt>
                <c:pt idx="177">
                  <c:v>1000000000</c:v>
                </c:pt>
                <c:pt idx="178">
                  <c:v>1000000000</c:v>
                </c:pt>
                <c:pt idx="179">
                  <c:v>1000000000</c:v>
                </c:pt>
                <c:pt idx="180">
                  <c:v>1000000000</c:v>
                </c:pt>
                <c:pt idx="181">
                  <c:v>1000000000</c:v>
                </c:pt>
                <c:pt idx="182">
                  <c:v>1000000000</c:v>
                </c:pt>
                <c:pt idx="183">
                  <c:v>1000000000</c:v>
                </c:pt>
                <c:pt idx="184">
                  <c:v>1000000000</c:v>
                </c:pt>
                <c:pt idx="185">
                  <c:v>1000000000</c:v>
                </c:pt>
                <c:pt idx="186">
                  <c:v>1000000000</c:v>
                </c:pt>
                <c:pt idx="187">
                  <c:v>1000000000</c:v>
                </c:pt>
                <c:pt idx="188">
                  <c:v>1000000000</c:v>
                </c:pt>
                <c:pt idx="189">
                  <c:v>1000000000</c:v>
                </c:pt>
                <c:pt idx="190">
                  <c:v>1000000000</c:v>
                </c:pt>
                <c:pt idx="191">
                  <c:v>1000000000</c:v>
                </c:pt>
                <c:pt idx="192">
                  <c:v>1000000000</c:v>
                </c:pt>
                <c:pt idx="193">
                  <c:v>1000000000</c:v>
                </c:pt>
                <c:pt idx="194">
                  <c:v>1000000000</c:v>
                </c:pt>
                <c:pt idx="195">
                  <c:v>1000000000</c:v>
                </c:pt>
                <c:pt idx="196">
                  <c:v>1000000000</c:v>
                </c:pt>
                <c:pt idx="197">
                  <c:v>1000000000</c:v>
                </c:pt>
                <c:pt idx="198">
                  <c:v>1000000000</c:v>
                </c:pt>
                <c:pt idx="199">
                  <c:v>1000000000</c:v>
                </c:pt>
                <c:pt idx="200">
                  <c:v>1000000000</c:v>
                </c:pt>
                <c:pt idx="201">
                  <c:v>1000000000</c:v>
                </c:pt>
                <c:pt idx="202">
                  <c:v>1000000000</c:v>
                </c:pt>
                <c:pt idx="203">
                  <c:v>1000000000</c:v>
                </c:pt>
                <c:pt idx="204">
                  <c:v>1000000000</c:v>
                </c:pt>
                <c:pt idx="205">
                  <c:v>1000000000</c:v>
                </c:pt>
                <c:pt idx="206">
                  <c:v>1000000000</c:v>
                </c:pt>
                <c:pt idx="207">
                  <c:v>1000000000</c:v>
                </c:pt>
                <c:pt idx="208">
                  <c:v>1000000000</c:v>
                </c:pt>
                <c:pt idx="209">
                  <c:v>1000000000</c:v>
                </c:pt>
                <c:pt idx="210">
                  <c:v>1000000000</c:v>
                </c:pt>
                <c:pt idx="211">
                  <c:v>1000000000</c:v>
                </c:pt>
                <c:pt idx="212">
                  <c:v>1000000000</c:v>
                </c:pt>
                <c:pt idx="213">
                  <c:v>1000000000</c:v>
                </c:pt>
                <c:pt idx="214">
                  <c:v>1000000000</c:v>
                </c:pt>
                <c:pt idx="215">
                  <c:v>1000000000</c:v>
                </c:pt>
                <c:pt idx="216">
                  <c:v>1000000000</c:v>
                </c:pt>
                <c:pt idx="217">
                  <c:v>1000000000</c:v>
                </c:pt>
                <c:pt idx="218">
                  <c:v>1000000000</c:v>
                </c:pt>
                <c:pt idx="219">
                  <c:v>1000000000</c:v>
                </c:pt>
                <c:pt idx="220">
                  <c:v>1000000000</c:v>
                </c:pt>
                <c:pt idx="221">
                  <c:v>1000000000</c:v>
                </c:pt>
                <c:pt idx="222">
                  <c:v>1000000000</c:v>
                </c:pt>
                <c:pt idx="223">
                  <c:v>1000000000</c:v>
                </c:pt>
                <c:pt idx="224">
                  <c:v>1000000000</c:v>
                </c:pt>
                <c:pt idx="225">
                  <c:v>1000000000</c:v>
                </c:pt>
                <c:pt idx="226">
                  <c:v>1000000000</c:v>
                </c:pt>
                <c:pt idx="227">
                  <c:v>1000000000</c:v>
                </c:pt>
                <c:pt idx="228">
                  <c:v>1000000000</c:v>
                </c:pt>
                <c:pt idx="229">
                  <c:v>1000000000</c:v>
                </c:pt>
                <c:pt idx="230">
                  <c:v>1000000000</c:v>
                </c:pt>
                <c:pt idx="231">
                  <c:v>1000000000</c:v>
                </c:pt>
                <c:pt idx="232">
                  <c:v>1000000000</c:v>
                </c:pt>
                <c:pt idx="233">
                  <c:v>1000000000</c:v>
                </c:pt>
                <c:pt idx="234">
                  <c:v>1000000000</c:v>
                </c:pt>
                <c:pt idx="235">
                  <c:v>1000000000</c:v>
                </c:pt>
                <c:pt idx="236">
                  <c:v>1000000000</c:v>
                </c:pt>
                <c:pt idx="237">
                  <c:v>1000000000</c:v>
                </c:pt>
                <c:pt idx="238">
                  <c:v>1000000000</c:v>
                </c:pt>
                <c:pt idx="239">
                  <c:v>1000000000</c:v>
                </c:pt>
                <c:pt idx="240">
                  <c:v>1000000000</c:v>
                </c:pt>
                <c:pt idx="241">
                  <c:v>1000000000</c:v>
                </c:pt>
                <c:pt idx="242">
                  <c:v>1000000000</c:v>
                </c:pt>
                <c:pt idx="243">
                  <c:v>1000000000</c:v>
                </c:pt>
                <c:pt idx="244">
                  <c:v>1000000000</c:v>
                </c:pt>
                <c:pt idx="245">
                  <c:v>1000000000</c:v>
                </c:pt>
                <c:pt idx="246">
                  <c:v>1000000000</c:v>
                </c:pt>
                <c:pt idx="247">
                  <c:v>1000000000</c:v>
                </c:pt>
                <c:pt idx="248">
                  <c:v>1000000000</c:v>
                </c:pt>
                <c:pt idx="249">
                  <c:v>1000000000</c:v>
                </c:pt>
                <c:pt idx="250">
                  <c:v>1000000000</c:v>
                </c:pt>
                <c:pt idx="251">
                  <c:v>1000000000</c:v>
                </c:pt>
                <c:pt idx="252">
                  <c:v>1000000000</c:v>
                </c:pt>
                <c:pt idx="253">
                  <c:v>1000000000</c:v>
                </c:pt>
                <c:pt idx="254">
                  <c:v>1000000000</c:v>
                </c:pt>
                <c:pt idx="255">
                  <c:v>1000000000</c:v>
                </c:pt>
                <c:pt idx="256">
                  <c:v>1000000000</c:v>
                </c:pt>
                <c:pt idx="257">
                  <c:v>1000000000</c:v>
                </c:pt>
                <c:pt idx="258">
                  <c:v>1000000000</c:v>
                </c:pt>
                <c:pt idx="259">
                  <c:v>1000000000</c:v>
                </c:pt>
                <c:pt idx="260">
                  <c:v>1000000000</c:v>
                </c:pt>
                <c:pt idx="261">
                  <c:v>1000000000</c:v>
                </c:pt>
                <c:pt idx="262">
                  <c:v>1000000000</c:v>
                </c:pt>
                <c:pt idx="263">
                  <c:v>1000000000</c:v>
                </c:pt>
                <c:pt idx="264">
                  <c:v>1000000000</c:v>
                </c:pt>
                <c:pt idx="265">
                  <c:v>1000000000</c:v>
                </c:pt>
                <c:pt idx="266">
                  <c:v>1000000000</c:v>
                </c:pt>
                <c:pt idx="267">
                  <c:v>1000000000</c:v>
                </c:pt>
                <c:pt idx="268">
                  <c:v>1000000000</c:v>
                </c:pt>
                <c:pt idx="269">
                  <c:v>1000000000</c:v>
                </c:pt>
                <c:pt idx="270">
                  <c:v>1000000000</c:v>
                </c:pt>
                <c:pt idx="271">
                  <c:v>1000000000</c:v>
                </c:pt>
                <c:pt idx="272">
                  <c:v>1000000000</c:v>
                </c:pt>
                <c:pt idx="273">
                  <c:v>1000000000</c:v>
                </c:pt>
                <c:pt idx="274">
                  <c:v>1000000000</c:v>
                </c:pt>
                <c:pt idx="275">
                  <c:v>1000000000</c:v>
                </c:pt>
                <c:pt idx="276">
                  <c:v>1000000000</c:v>
                </c:pt>
                <c:pt idx="277">
                  <c:v>1000000000</c:v>
                </c:pt>
                <c:pt idx="278">
                  <c:v>1000000000</c:v>
                </c:pt>
                <c:pt idx="279">
                  <c:v>1000000000</c:v>
                </c:pt>
                <c:pt idx="280">
                  <c:v>1000000000</c:v>
                </c:pt>
                <c:pt idx="281">
                  <c:v>1000000000</c:v>
                </c:pt>
                <c:pt idx="282">
                  <c:v>1000000000</c:v>
                </c:pt>
                <c:pt idx="283">
                  <c:v>1000000000</c:v>
                </c:pt>
                <c:pt idx="284">
                  <c:v>1000000000</c:v>
                </c:pt>
                <c:pt idx="285">
                  <c:v>1000000000</c:v>
                </c:pt>
                <c:pt idx="286">
                  <c:v>1000000000</c:v>
                </c:pt>
                <c:pt idx="287">
                  <c:v>1000000000</c:v>
                </c:pt>
                <c:pt idx="288">
                  <c:v>1000000000</c:v>
                </c:pt>
                <c:pt idx="289">
                  <c:v>1000000000</c:v>
                </c:pt>
                <c:pt idx="290">
                  <c:v>1000000000</c:v>
                </c:pt>
                <c:pt idx="291">
                  <c:v>1000000000</c:v>
                </c:pt>
                <c:pt idx="292">
                  <c:v>1000000000</c:v>
                </c:pt>
                <c:pt idx="293">
                  <c:v>1000000000</c:v>
                </c:pt>
                <c:pt idx="294">
                  <c:v>1000000000</c:v>
                </c:pt>
                <c:pt idx="295">
                  <c:v>1000000000</c:v>
                </c:pt>
                <c:pt idx="296">
                  <c:v>1000000000</c:v>
                </c:pt>
                <c:pt idx="297">
                  <c:v>1000000000</c:v>
                </c:pt>
                <c:pt idx="298">
                  <c:v>1000000000</c:v>
                </c:pt>
                <c:pt idx="299">
                  <c:v>1000000000</c:v>
                </c:pt>
                <c:pt idx="300">
                  <c:v>1000000000</c:v>
                </c:pt>
                <c:pt idx="301">
                  <c:v>1000000000</c:v>
                </c:pt>
                <c:pt idx="302">
                  <c:v>1000000000</c:v>
                </c:pt>
                <c:pt idx="303">
                  <c:v>1000000000</c:v>
                </c:pt>
                <c:pt idx="304">
                  <c:v>1000000000</c:v>
                </c:pt>
                <c:pt idx="305">
                  <c:v>1000000000</c:v>
                </c:pt>
                <c:pt idx="306">
                  <c:v>1000000000</c:v>
                </c:pt>
                <c:pt idx="307">
                  <c:v>1000000000</c:v>
                </c:pt>
                <c:pt idx="308">
                  <c:v>1000000000</c:v>
                </c:pt>
                <c:pt idx="309">
                  <c:v>1000000000</c:v>
                </c:pt>
                <c:pt idx="310">
                  <c:v>1000000000</c:v>
                </c:pt>
                <c:pt idx="311">
                  <c:v>1000000000</c:v>
                </c:pt>
                <c:pt idx="312">
                  <c:v>1000000000</c:v>
                </c:pt>
                <c:pt idx="313">
                  <c:v>1000000000</c:v>
                </c:pt>
                <c:pt idx="314">
                  <c:v>1000000000</c:v>
                </c:pt>
                <c:pt idx="315">
                  <c:v>1000000000</c:v>
                </c:pt>
                <c:pt idx="316">
                  <c:v>1000000000</c:v>
                </c:pt>
                <c:pt idx="317">
                  <c:v>1000000000</c:v>
                </c:pt>
                <c:pt idx="318">
                  <c:v>1000000000</c:v>
                </c:pt>
                <c:pt idx="319">
                  <c:v>1000000000</c:v>
                </c:pt>
                <c:pt idx="320">
                  <c:v>1000000000</c:v>
                </c:pt>
                <c:pt idx="321">
                  <c:v>1000000000</c:v>
                </c:pt>
                <c:pt idx="322">
                  <c:v>1000000000</c:v>
                </c:pt>
                <c:pt idx="323">
                  <c:v>1000000000</c:v>
                </c:pt>
                <c:pt idx="324">
                  <c:v>1000000000</c:v>
                </c:pt>
                <c:pt idx="325">
                  <c:v>1000000000</c:v>
                </c:pt>
                <c:pt idx="326">
                  <c:v>1000000000</c:v>
                </c:pt>
                <c:pt idx="327">
                  <c:v>1000000000</c:v>
                </c:pt>
                <c:pt idx="328">
                  <c:v>1000000000</c:v>
                </c:pt>
                <c:pt idx="329">
                  <c:v>1000000000</c:v>
                </c:pt>
                <c:pt idx="330">
                  <c:v>1000000000</c:v>
                </c:pt>
                <c:pt idx="331">
                  <c:v>1000000000</c:v>
                </c:pt>
                <c:pt idx="332">
                  <c:v>1000000000</c:v>
                </c:pt>
                <c:pt idx="333">
                  <c:v>1000000000</c:v>
                </c:pt>
                <c:pt idx="334">
                  <c:v>1000000000</c:v>
                </c:pt>
                <c:pt idx="335">
                  <c:v>1000000000</c:v>
                </c:pt>
                <c:pt idx="336">
                  <c:v>1000000000</c:v>
                </c:pt>
                <c:pt idx="337">
                  <c:v>1000000000</c:v>
                </c:pt>
                <c:pt idx="338">
                  <c:v>1000000000</c:v>
                </c:pt>
                <c:pt idx="339">
                  <c:v>1000000000</c:v>
                </c:pt>
                <c:pt idx="340">
                  <c:v>1000000000</c:v>
                </c:pt>
                <c:pt idx="341">
                  <c:v>1000000000</c:v>
                </c:pt>
                <c:pt idx="342">
                  <c:v>1000000000</c:v>
                </c:pt>
                <c:pt idx="343">
                  <c:v>1000000000</c:v>
                </c:pt>
                <c:pt idx="344">
                  <c:v>1000000000</c:v>
                </c:pt>
                <c:pt idx="345">
                  <c:v>1000000000</c:v>
                </c:pt>
                <c:pt idx="346">
                  <c:v>1000000000</c:v>
                </c:pt>
                <c:pt idx="347">
                  <c:v>1000000000</c:v>
                </c:pt>
                <c:pt idx="348">
                  <c:v>1000000000</c:v>
                </c:pt>
                <c:pt idx="349">
                  <c:v>1000000000</c:v>
                </c:pt>
                <c:pt idx="350">
                  <c:v>1000000000</c:v>
                </c:pt>
                <c:pt idx="351">
                  <c:v>1000000000</c:v>
                </c:pt>
                <c:pt idx="352">
                  <c:v>1000000000</c:v>
                </c:pt>
                <c:pt idx="353">
                  <c:v>1000000000</c:v>
                </c:pt>
                <c:pt idx="354">
                  <c:v>1000000000</c:v>
                </c:pt>
                <c:pt idx="355">
                  <c:v>1000000000</c:v>
                </c:pt>
                <c:pt idx="356">
                  <c:v>1000000000</c:v>
                </c:pt>
                <c:pt idx="357">
                  <c:v>1000000000</c:v>
                </c:pt>
                <c:pt idx="358">
                  <c:v>1000000000</c:v>
                </c:pt>
                <c:pt idx="359">
                  <c:v>1000000000</c:v>
                </c:pt>
                <c:pt idx="360">
                  <c:v>1000000000</c:v>
                </c:pt>
                <c:pt idx="361">
                  <c:v>1000000000</c:v>
                </c:pt>
                <c:pt idx="362">
                  <c:v>1000000000</c:v>
                </c:pt>
                <c:pt idx="363">
                  <c:v>1000000000</c:v>
                </c:pt>
                <c:pt idx="364">
                  <c:v>1000000000</c:v>
                </c:pt>
                <c:pt idx="365">
                  <c:v>1000000000</c:v>
                </c:pt>
                <c:pt idx="366">
                  <c:v>1000000000</c:v>
                </c:pt>
                <c:pt idx="367">
                  <c:v>1000000000</c:v>
                </c:pt>
                <c:pt idx="368">
                  <c:v>1000000000</c:v>
                </c:pt>
                <c:pt idx="369">
                  <c:v>1000000000</c:v>
                </c:pt>
                <c:pt idx="370">
                  <c:v>1000000000</c:v>
                </c:pt>
                <c:pt idx="371">
                  <c:v>1000000000</c:v>
                </c:pt>
                <c:pt idx="372">
                  <c:v>1000000000</c:v>
                </c:pt>
                <c:pt idx="373">
                  <c:v>1000000000</c:v>
                </c:pt>
                <c:pt idx="374">
                  <c:v>1000000000</c:v>
                </c:pt>
                <c:pt idx="375">
                  <c:v>1000000000</c:v>
                </c:pt>
                <c:pt idx="376">
                  <c:v>1000000000</c:v>
                </c:pt>
                <c:pt idx="377">
                  <c:v>1000000000</c:v>
                </c:pt>
                <c:pt idx="378">
                  <c:v>1000000000</c:v>
                </c:pt>
                <c:pt idx="379">
                  <c:v>1000000000</c:v>
                </c:pt>
                <c:pt idx="380">
                  <c:v>1000000000</c:v>
                </c:pt>
                <c:pt idx="381">
                  <c:v>1000000000</c:v>
                </c:pt>
                <c:pt idx="382">
                  <c:v>1000000000</c:v>
                </c:pt>
                <c:pt idx="383">
                  <c:v>1000000000</c:v>
                </c:pt>
                <c:pt idx="384">
                  <c:v>1000000000</c:v>
                </c:pt>
                <c:pt idx="385">
                  <c:v>1000000000</c:v>
                </c:pt>
                <c:pt idx="386">
                  <c:v>1000000000</c:v>
                </c:pt>
                <c:pt idx="387">
                  <c:v>1000000000</c:v>
                </c:pt>
                <c:pt idx="388">
                  <c:v>1000000000</c:v>
                </c:pt>
                <c:pt idx="389">
                  <c:v>1000000000</c:v>
                </c:pt>
                <c:pt idx="390">
                  <c:v>1000000000</c:v>
                </c:pt>
                <c:pt idx="391">
                  <c:v>1000000000</c:v>
                </c:pt>
                <c:pt idx="392">
                  <c:v>1000000000</c:v>
                </c:pt>
                <c:pt idx="393">
                  <c:v>1000000000</c:v>
                </c:pt>
                <c:pt idx="394">
                  <c:v>1000000000</c:v>
                </c:pt>
                <c:pt idx="395">
                  <c:v>1000000000</c:v>
                </c:pt>
                <c:pt idx="396">
                  <c:v>1000000000</c:v>
                </c:pt>
                <c:pt idx="397">
                  <c:v>1000000000</c:v>
                </c:pt>
                <c:pt idx="398">
                  <c:v>1000000000</c:v>
                </c:pt>
                <c:pt idx="399">
                  <c:v>1000000000</c:v>
                </c:pt>
                <c:pt idx="400">
                  <c:v>1000000000</c:v>
                </c:pt>
                <c:pt idx="401">
                  <c:v>1000000000</c:v>
                </c:pt>
                <c:pt idx="402">
                  <c:v>1000000000</c:v>
                </c:pt>
                <c:pt idx="403">
                  <c:v>1000000000</c:v>
                </c:pt>
                <c:pt idx="404">
                  <c:v>1000000000</c:v>
                </c:pt>
                <c:pt idx="405">
                  <c:v>1000000000</c:v>
                </c:pt>
                <c:pt idx="406">
                  <c:v>1000000000</c:v>
                </c:pt>
                <c:pt idx="407">
                  <c:v>1000000000</c:v>
                </c:pt>
                <c:pt idx="408">
                  <c:v>1000000000</c:v>
                </c:pt>
                <c:pt idx="409">
                  <c:v>1000000000</c:v>
                </c:pt>
                <c:pt idx="410">
                  <c:v>1000000000</c:v>
                </c:pt>
                <c:pt idx="411">
                  <c:v>1000000000</c:v>
                </c:pt>
                <c:pt idx="412">
                  <c:v>1000000000</c:v>
                </c:pt>
                <c:pt idx="413">
                  <c:v>1000000000</c:v>
                </c:pt>
                <c:pt idx="414">
                  <c:v>1000000000</c:v>
                </c:pt>
                <c:pt idx="415">
                  <c:v>1000000000</c:v>
                </c:pt>
                <c:pt idx="416">
                  <c:v>1000000000</c:v>
                </c:pt>
                <c:pt idx="417">
                  <c:v>1000000000</c:v>
                </c:pt>
                <c:pt idx="418">
                  <c:v>1000000000</c:v>
                </c:pt>
                <c:pt idx="419">
                  <c:v>1000000000</c:v>
                </c:pt>
                <c:pt idx="420">
                  <c:v>1000000000</c:v>
                </c:pt>
                <c:pt idx="421">
                  <c:v>1000000000</c:v>
                </c:pt>
                <c:pt idx="422">
                  <c:v>1000000000</c:v>
                </c:pt>
                <c:pt idx="423">
                  <c:v>1000000000</c:v>
                </c:pt>
                <c:pt idx="424">
                  <c:v>1000000000</c:v>
                </c:pt>
                <c:pt idx="425">
                  <c:v>1000000000</c:v>
                </c:pt>
                <c:pt idx="426">
                  <c:v>1000000000</c:v>
                </c:pt>
                <c:pt idx="427">
                  <c:v>1000000000</c:v>
                </c:pt>
                <c:pt idx="428">
                  <c:v>1000000000</c:v>
                </c:pt>
                <c:pt idx="429">
                  <c:v>1000000000</c:v>
                </c:pt>
                <c:pt idx="430">
                  <c:v>1000000000</c:v>
                </c:pt>
                <c:pt idx="431">
                  <c:v>1000000000</c:v>
                </c:pt>
                <c:pt idx="432">
                  <c:v>1000000000</c:v>
                </c:pt>
                <c:pt idx="433">
                  <c:v>1000000000</c:v>
                </c:pt>
                <c:pt idx="434">
                  <c:v>1000000000</c:v>
                </c:pt>
                <c:pt idx="435">
                  <c:v>1000000000</c:v>
                </c:pt>
                <c:pt idx="436">
                  <c:v>1000000000</c:v>
                </c:pt>
                <c:pt idx="437">
                  <c:v>1000000000</c:v>
                </c:pt>
                <c:pt idx="438">
                  <c:v>1000000000</c:v>
                </c:pt>
                <c:pt idx="439">
                  <c:v>1000000000</c:v>
                </c:pt>
                <c:pt idx="440">
                  <c:v>1000000000</c:v>
                </c:pt>
                <c:pt idx="441">
                  <c:v>1000000000</c:v>
                </c:pt>
                <c:pt idx="442">
                  <c:v>1000000000</c:v>
                </c:pt>
                <c:pt idx="443">
                  <c:v>1000000000</c:v>
                </c:pt>
                <c:pt idx="444">
                  <c:v>1000000000</c:v>
                </c:pt>
                <c:pt idx="445">
                  <c:v>1000000000</c:v>
                </c:pt>
                <c:pt idx="446">
                  <c:v>1000000000</c:v>
                </c:pt>
                <c:pt idx="447">
                  <c:v>1000000000</c:v>
                </c:pt>
                <c:pt idx="448">
                  <c:v>1000000000</c:v>
                </c:pt>
                <c:pt idx="449">
                  <c:v>1000000000</c:v>
                </c:pt>
                <c:pt idx="450">
                  <c:v>1000000000</c:v>
                </c:pt>
                <c:pt idx="451">
                  <c:v>1000000000</c:v>
                </c:pt>
                <c:pt idx="452">
                  <c:v>1000000000</c:v>
                </c:pt>
                <c:pt idx="453">
                  <c:v>1000000000</c:v>
                </c:pt>
                <c:pt idx="454">
                  <c:v>1000000000</c:v>
                </c:pt>
                <c:pt idx="455">
                  <c:v>1000000000</c:v>
                </c:pt>
                <c:pt idx="456">
                  <c:v>1000000000</c:v>
                </c:pt>
                <c:pt idx="457">
                  <c:v>1000000000</c:v>
                </c:pt>
                <c:pt idx="458">
                  <c:v>1000000000</c:v>
                </c:pt>
                <c:pt idx="459">
                  <c:v>1000000000</c:v>
                </c:pt>
                <c:pt idx="460">
                  <c:v>1000000000</c:v>
                </c:pt>
                <c:pt idx="461">
                  <c:v>1000000000</c:v>
                </c:pt>
                <c:pt idx="462">
                  <c:v>1000000000</c:v>
                </c:pt>
                <c:pt idx="463">
                  <c:v>1000000000</c:v>
                </c:pt>
                <c:pt idx="464">
                  <c:v>1000000000</c:v>
                </c:pt>
                <c:pt idx="465">
                  <c:v>1000000000</c:v>
                </c:pt>
                <c:pt idx="466">
                  <c:v>1000000000</c:v>
                </c:pt>
                <c:pt idx="467">
                  <c:v>1000000000</c:v>
                </c:pt>
                <c:pt idx="468">
                  <c:v>1000000000</c:v>
                </c:pt>
                <c:pt idx="469">
                  <c:v>1000000000</c:v>
                </c:pt>
                <c:pt idx="470">
                  <c:v>1000000000</c:v>
                </c:pt>
                <c:pt idx="471">
                  <c:v>1000000000</c:v>
                </c:pt>
                <c:pt idx="472">
                  <c:v>1000000000</c:v>
                </c:pt>
                <c:pt idx="473">
                  <c:v>1000000000</c:v>
                </c:pt>
                <c:pt idx="474">
                  <c:v>1000000000</c:v>
                </c:pt>
                <c:pt idx="475">
                  <c:v>1000000000</c:v>
                </c:pt>
                <c:pt idx="476">
                  <c:v>1000000000</c:v>
                </c:pt>
                <c:pt idx="477">
                  <c:v>1000000000</c:v>
                </c:pt>
                <c:pt idx="478">
                  <c:v>1000000000</c:v>
                </c:pt>
                <c:pt idx="479">
                  <c:v>1000000000</c:v>
                </c:pt>
                <c:pt idx="480">
                  <c:v>1000000000</c:v>
                </c:pt>
                <c:pt idx="481">
                  <c:v>1000000000</c:v>
                </c:pt>
                <c:pt idx="482">
                  <c:v>1000000000</c:v>
                </c:pt>
                <c:pt idx="483">
                  <c:v>1000000000</c:v>
                </c:pt>
                <c:pt idx="484">
                  <c:v>1000000000</c:v>
                </c:pt>
                <c:pt idx="485">
                  <c:v>1000000000</c:v>
                </c:pt>
                <c:pt idx="486">
                  <c:v>1000000000</c:v>
                </c:pt>
                <c:pt idx="487">
                  <c:v>1000000000</c:v>
                </c:pt>
                <c:pt idx="488">
                  <c:v>1000000000</c:v>
                </c:pt>
                <c:pt idx="489">
                  <c:v>1000000000</c:v>
                </c:pt>
                <c:pt idx="490">
                  <c:v>1000000000</c:v>
                </c:pt>
                <c:pt idx="491">
                  <c:v>1000000000</c:v>
                </c:pt>
                <c:pt idx="492">
                  <c:v>1000000000</c:v>
                </c:pt>
                <c:pt idx="493">
                  <c:v>1000000000</c:v>
                </c:pt>
                <c:pt idx="494">
                  <c:v>1000000000</c:v>
                </c:pt>
                <c:pt idx="495">
                  <c:v>1000000000</c:v>
                </c:pt>
                <c:pt idx="496">
                  <c:v>1000000000</c:v>
                </c:pt>
                <c:pt idx="497">
                  <c:v>1000000000</c:v>
                </c:pt>
                <c:pt idx="498">
                  <c:v>1000000000</c:v>
                </c:pt>
                <c:pt idx="499">
                  <c:v>1000000000</c:v>
                </c:pt>
                <c:pt idx="500">
                  <c:v>1000000000</c:v>
                </c:pt>
                <c:pt idx="501">
                  <c:v>1000000000</c:v>
                </c:pt>
                <c:pt idx="502">
                  <c:v>1000000000</c:v>
                </c:pt>
                <c:pt idx="503">
                  <c:v>1000000000</c:v>
                </c:pt>
                <c:pt idx="504">
                  <c:v>1000000000</c:v>
                </c:pt>
                <c:pt idx="505">
                  <c:v>1000000000</c:v>
                </c:pt>
                <c:pt idx="506">
                  <c:v>1000000000</c:v>
                </c:pt>
                <c:pt idx="507">
                  <c:v>1000000000</c:v>
                </c:pt>
                <c:pt idx="508">
                  <c:v>1000000000</c:v>
                </c:pt>
                <c:pt idx="509">
                  <c:v>1000000000</c:v>
                </c:pt>
                <c:pt idx="510">
                  <c:v>1000000000</c:v>
                </c:pt>
                <c:pt idx="511">
                  <c:v>1000000000</c:v>
                </c:pt>
                <c:pt idx="512">
                  <c:v>1000000000</c:v>
                </c:pt>
                <c:pt idx="513">
                  <c:v>1000000000</c:v>
                </c:pt>
                <c:pt idx="514">
                  <c:v>1000000000</c:v>
                </c:pt>
                <c:pt idx="515">
                  <c:v>1000000000</c:v>
                </c:pt>
                <c:pt idx="516">
                  <c:v>1000000000</c:v>
                </c:pt>
                <c:pt idx="517">
                  <c:v>1000000000</c:v>
                </c:pt>
                <c:pt idx="518">
                  <c:v>1000000000</c:v>
                </c:pt>
                <c:pt idx="519">
                  <c:v>1000000000</c:v>
                </c:pt>
                <c:pt idx="520">
                  <c:v>1000000000</c:v>
                </c:pt>
                <c:pt idx="521">
                  <c:v>1000000000</c:v>
                </c:pt>
                <c:pt idx="522">
                  <c:v>1000000000</c:v>
                </c:pt>
                <c:pt idx="523">
                  <c:v>1000000000</c:v>
                </c:pt>
                <c:pt idx="524">
                  <c:v>1000000000</c:v>
                </c:pt>
                <c:pt idx="525">
                  <c:v>1000000000</c:v>
                </c:pt>
                <c:pt idx="526">
                  <c:v>1000000000</c:v>
                </c:pt>
                <c:pt idx="527">
                  <c:v>1000000000</c:v>
                </c:pt>
                <c:pt idx="528">
                  <c:v>1000000000</c:v>
                </c:pt>
                <c:pt idx="529">
                  <c:v>1000000000</c:v>
                </c:pt>
                <c:pt idx="530">
                  <c:v>1000000000</c:v>
                </c:pt>
                <c:pt idx="531">
                  <c:v>1000000000</c:v>
                </c:pt>
                <c:pt idx="532">
                  <c:v>1000000000</c:v>
                </c:pt>
                <c:pt idx="533">
                  <c:v>1000000000</c:v>
                </c:pt>
                <c:pt idx="534">
                  <c:v>1000000000</c:v>
                </c:pt>
                <c:pt idx="535">
                  <c:v>1000000000</c:v>
                </c:pt>
                <c:pt idx="536">
                  <c:v>1000000000</c:v>
                </c:pt>
                <c:pt idx="537">
                  <c:v>1000000000</c:v>
                </c:pt>
                <c:pt idx="538">
                  <c:v>1000000000</c:v>
                </c:pt>
                <c:pt idx="539">
                  <c:v>1000000000</c:v>
                </c:pt>
                <c:pt idx="540">
                  <c:v>1000000000</c:v>
                </c:pt>
                <c:pt idx="541">
                  <c:v>1000000000</c:v>
                </c:pt>
                <c:pt idx="542">
                  <c:v>1000000000</c:v>
                </c:pt>
                <c:pt idx="543">
                  <c:v>1000000000</c:v>
                </c:pt>
                <c:pt idx="544">
                  <c:v>1000000000</c:v>
                </c:pt>
                <c:pt idx="545">
                  <c:v>1000000000</c:v>
                </c:pt>
                <c:pt idx="546">
                  <c:v>1000000000</c:v>
                </c:pt>
                <c:pt idx="547">
                  <c:v>1000000000</c:v>
                </c:pt>
                <c:pt idx="548">
                  <c:v>1000000000</c:v>
                </c:pt>
                <c:pt idx="549">
                  <c:v>1000000000</c:v>
                </c:pt>
                <c:pt idx="550">
                  <c:v>1000000000</c:v>
                </c:pt>
                <c:pt idx="551">
                  <c:v>1000000000</c:v>
                </c:pt>
                <c:pt idx="552">
                  <c:v>1000000000</c:v>
                </c:pt>
                <c:pt idx="553">
                  <c:v>1000000000</c:v>
                </c:pt>
                <c:pt idx="554">
                  <c:v>1000000000</c:v>
                </c:pt>
                <c:pt idx="555">
                  <c:v>1000000000</c:v>
                </c:pt>
                <c:pt idx="556">
                  <c:v>1000000000</c:v>
                </c:pt>
                <c:pt idx="557">
                  <c:v>1000000000</c:v>
                </c:pt>
                <c:pt idx="558">
                  <c:v>1000000000</c:v>
                </c:pt>
                <c:pt idx="559">
                  <c:v>1000000000</c:v>
                </c:pt>
                <c:pt idx="560">
                  <c:v>1000000000</c:v>
                </c:pt>
                <c:pt idx="561">
                  <c:v>1000000000</c:v>
                </c:pt>
                <c:pt idx="562">
                  <c:v>1000000000</c:v>
                </c:pt>
                <c:pt idx="563">
                  <c:v>1000000000</c:v>
                </c:pt>
                <c:pt idx="564">
                  <c:v>1000000000</c:v>
                </c:pt>
                <c:pt idx="565">
                  <c:v>1000000000</c:v>
                </c:pt>
                <c:pt idx="566">
                  <c:v>1000000000</c:v>
                </c:pt>
                <c:pt idx="567">
                  <c:v>1000000000</c:v>
                </c:pt>
                <c:pt idx="568">
                  <c:v>1000000000</c:v>
                </c:pt>
                <c:pt idx="569">
                  <c:v>1000000000</c:v>
                </c:pt>
                <c:pt idx="570">
                  <c:v>1000000000</c:v>
                </c:pt>
                <c:pt idx="571">
                  <c:v>1000000000</c:v>
                </c:pt>
                <c:pt idx="572">
                  <c:v>1000000000</c:v>
                </c:pt>
                <c:pt idx="573">
                  <c:v>1000000000</c:v>
                </c:pt>
                <c:pt idx="574">
                  <c:v>1000000000</c:v>
                </c:pt>
                <c:pt idx="575">
                  <c:v>1000000000</c:v>
                </c:pt>
                <c:pt idx="576">
                  <c:v>1000000000</c:v>
                </c:pt>
                <c:pt idx="577">
                  <c:v>1000000000</c:v>
                </c:pt>
                <c:pt idx="578">
                  <c:v>1000000000</c:v>
                </c:pt>
                <c:pt idx="579">
                  <c:v>1000000000</c:v>
                </c:pt>
                <c:pt idx="580">
                  <c:v>1000000000</c:v>
                </c:pt>
                <c:pt idx="581">
                  <c:v>1000000000</c:v>
                </c:pt>
                <c:pt idx="582">
                  <c:v>1000000000</c:v>
                </c:pt>
                <c:pt idx="583">
                  <c:v>1000000000</c:v>
                </c:pt>
                <c:pt idx="584">
                  <c:v>1000000000</c:v>
                </c:pt>
                <c:pt idx="585">
                  <c:v>1000000000</c:v>
                </c:pt>
                <c:pt idx="586">
                  <c:v>1000000000</c:v>
                </c:pt>
                <c:pt idx="587">
                  <c:v>1000000000</c:v>
                </c:pt>
                <c:pt idx="588">
                  <c:v>1000000000</c:v>
                </c:pt>
                <c:pt idx="589">
                  <c:v>1000000000</c:v>
                </c:pt>
                <c:pt idx="590">
                  <c:v>1000000000</c:v>
                </c:pt>
                <c:pt idx="591">
                  <c:v>1000000000</c:v>
                </c:pt>
                <c:pt idx="592">
                  <c:v>1000000000</c:v>
                </c:pt>
                <c:pt idx="593">
                  <c:v>1000000000</c:v>
                </c:pt>
                <c:pt idx="594">
                  <c:v>1000000000</c:v>
                </c:pt>
                <c:pt idx="595">
                  <c:v>1000000000</c:v>
                </c:pt>
                <c:pt idx="596">
                  <c:v>1000000000</c:v>
                </c:pt>
                <c:pt idx="597">
                  <c:v>1000000000</c:v>
                </c:pt>
                <c:pt idx="598">
                  <c:v>1000000000</c:v>
                </c:pt>
                <c:pt idx="599">
                  <c:v>1000000000</c:v>
                </c:pt>
                <c:pt idx="600">
                  <c:v>1000000000</c:v>
                </c:pt>
                <c:pt idx="601">
                  <c:v>1000000000</c:v>
                </c:pt>
                <c:pt idx="602">
                  <c:v>1000000000</c:v>
                </c:pt>
                <c:pt idx="603">
                  <c:v>1000000000</c:v>
                </c:pt>
                <c:pt idx="604">
                  <c:v>1000000000</c:v>
                </c:pt>
                <c:pt idx="605">
                  <c:v>1000000000</c:v>
                </c:pt>
                <c:pt idx="606">
                  <c:v>1000000000</c:v>
                </c:pt>
                <c:pt idx="607">
                  <c:v>1000000000</c:v>
                </c:pt>
                <c:pt idx="608">
                  <c:v>1000000000</c:v>
                </c:pt>
                <c:pt idx="609">
                  <c:v>1000000000</c:v>
                </c:pt>
                <c:pt idx="610">
                  <c:v>1000000000</c:v>
                </c:pt>
                <c:pt idx="611">
                  <c:v>1000000000</c:v>
                </c:pt>
                <c:pt idx="612">
                  <c:v>1000000000</c:v>
                </c:pt>
                <c:pt idx="613">
                  <c:v>1000000000</c:v>
                </c:pt>
                <c:pt idx="614">
                  <c:v>1000000000</c:v>
                </c:pt>
                <c:pt idx="615">
                  <c:v>1000000000</c:v>
                </c:pt>
                <c:pt idx="616">
                  <c:v>1000000000</c:v>
                </c:pt>
                <c:pt idx="617">
                  <c:v>1000000000</c:v>
                </c:pt>
                <c:pt idx="618">
                  <c:v>1000000000</c:v>
                </c:pt>
                <c:pt idx="619">
                  <c:v>1000000000</c:v>
                </c:pt>
                <c:pt idx="620">
                  <c:v>1000000000</c:v>
                </c:pt>
                <c:pt idx="621">
                  <c:v>1000000000</c:v>
                </c:pt>
                <c:pt idx="622">
                  <c:v>1000000000</c:v>
                </c:pt>
                <c:pt idx="623">
                  <c:v>1000000000</c:v>
                </c:pt>
                <c:pt idx="624">
                  <c:v>1000000000</c:v>
                </c:pt>
                <c:pt idx="625">
                  <c:v>1000000000</c:v>
                </c:pt>
                <c:pt idx="626">
                  <c:v>1000000000</c:v>
                </c:pt>
                <c:pt idx="627">
                  <c:v>1000000000</c:v>
                </c:pt>
                <c:pt idx="628">
                  <c:v>1000000000</c:v>
                </c:pt>
                <c:pt idx="629">
                  <c:v>1000000000</c:v>
                </c:pt>
                <c:pt idx="630">
                  <c:v>1000000000</c:v>
                </c:pt>
                <c:pt idx="631">
                  <c:v>1000000000</c:v>
                </c:pt>
                <c:pt idx="632">
                  <c:v>1000000000</c:v>
                </c:pt>
                <c:pt idx="633">
                  <c:v>1000000000</c:v>
                </c:pt>
                <c:pt idx="634">
                  <c:v>1000000000</c:v>
                </c:pt>
                <c:pt idx="635">
                  <c:v>1000000000</c:v>
                </c:pt>
                <c:pt idx="636">
                  <c:v>1000000000</c:v>
                </c:pt>
                <c:pt idx="637">
                  <c:v>1000000000</c:v>
                </c:pt>
                <c:pt idx="638">
                  <c:v>1000000000</c:v>
                </c:pt>
                <c:pt idx="639">
                  <c:v>1000000000</c:v>
                </c:pt>
                <c:pt idx="640">
                  <c:v>1000000000</c:v>
                </c:pt>
                <c:pt idx="641">
                  <c:v>1000000000</c:v>
                </c:pt>
                <c:pt idx="642">
                  <c:v>1000000000</c:v>
                </c:pt>
                <c:pt idx="643">
                  <c:v>1000000000</c:v>
                </c:pt>
                <c:pt idx="644">
                  <c:v>1000000000</c:v>
                </c:pt>
                <c:pt idx="645">
                  <c:v>1000000000</c:v>
                </c:pt>
                <c:pt idx="646">
                  <c:v>1000000000</c:v>
                </c:pt>
                <c:pt idx="647">
                  <c:v>1000000000</c:v>
                </c:pt>
                <c:pt idx="648">
                  <c:v>1000000000</c:v>
                </c:pt>
                <c:pt idx="649">
                  <c:v>1000000000</c:v>
                </c:pt>
                <c:pt idx="650">
                  <c:v>1000000000</c:v>
                </c:pt>
                <c:pt idx="651">
                  <c:v>1000000000</c:v>
                </c:pt>
                <c:pt idx="652">
                  <c:v>1000000000</c:v>
                </c:pt>
                <c:pt idx="653">
                  <c:v>1000000000</c:v>
                </c:pt>
                <c:pt idx="654">
                  <c:v>1000000000</c:v>
                </c:pt>
                <c:pt idx="655">
                  <c:v>1000000000</c:v>
                </c:pt>
                <c:pt idx="656">
                  <c:v>1000000000</c:v>
                </c:pt>
                <c:pt idx="657">
                  <c:v>1000000000</c:v>
                </c:pt>
                <c:pt idx="658">
                  <c:v>1000000000</c:v>
                </c:pt>
                <c:pt idx="659">
                  <c:v>1000000000</c:v>
                </c:pt>
                <c:pt idx="660">
                  <c:v>1000000000</c:v>
                </c:pt>
                <c:pt idx="661">
                  <c:v>1000000000</c:v>
                </c:pt>
                <c:pt idx="662">
                  <c:v>1000000000</c:v>
                </c:pt>
                <c:pt idx="663">
                  <c:v>1000000000</c:v>
                </c:pt>
                <c:pt idx="664">
                  <c:v>1000000000</c:v>
                </c:pt>
                <c:pt idx="665">
                  <c:v>1000000000</c:v>
                </c:pt>
                <c:pt idx="666">
                  <c:v>1000000000</c:v>
                </c:pt>
                <c:pt idx="667">
                  <c:v>1000000000</c:v>
                </c:pt>
                <c:pt idx="668">
                  <c:v>1000000000</c:v>
                </c:pt>
                <c:pt idx="669">
                  <c:v>1000000000</c:v>
                </c:pt>
                <c:pt idx="670">
                  <c:v>1000000000</c:v>
                </c:pt>
                <c:pt idx="671">
                  <c:v>1000000000</c:v>
                </c:pt>
                <c:pt idx="672">
                  <c:v>1000000000</c:v>
                </c:pt>
                <c:pt idx="673">
                  <c:v>1000000000</c:v>
                </c:pt>
                <c:pt idx="674">
                  <c:v>1000000000</c:v>
                </c:pt>
                <c:pt idx="675">
                  <c:v>1000000000</c:v>
                </c:pt>
                <c:pt idx="676">
                  <c:v>1000000000</c:v>
                </c:pt>
                <c:pt idx="677">
                  <c:v>1000000000</c:v>
                </c:pt>
                <c:pt idx="678">
                  <c:v>1000000000</c:v>
                </c:pt>
                <c:pt idx="679">
                  <c:v>1000000000</c:v>
                </c:pt>
                <c:pt idx="680">
                  <c:v>1000000000</c:v>
                </c:pt>
                <c:pt idx="681">
                  <c:v>1000000000</c:v>
                </c:pt>
                <c:pt idx="682">
                  <c:v>1000000000</c:v>
                </c:pt>
                <c:pt idx="683">
                  <c:v>1000000000</c:v>
                </c:pt>
                <c:pt idx="684">
                  <c:v>1000000000</c:v>
                </c:pt>
                <c:pt idx="685">
                  <c:v>1000000000</c:v>
                </c:pt>
                <c:pt idx="686">
                  <c:v>1000000000</c:v>
                </c:pt>
                <c:pt idx="687">
                  <c:v>1000000000</c:v>
                </c:pt>
                <c:pt idx="688">
                  <c:v>1000000000</c:v>
                </c:pt>
                <c:pt idx="689">
                  <c:v>1000000000</c:v>
                </c:pt>
                <c:pt idx="690">
                  <c:v>1000000000</c:v>
                </c:pt>
                <c:pt idx="691">
                  <c:v>1000000000</c:v>
                </c:pt>
                <c:pt idx="692">
                  <c:v>1000000000</c:v>
                </c:pt>
                <c:pt idx="693">
                  <c:v>1000000000</c:v>
                </c:pt>
                <c:pt idx="694">
                  <c:v>1000000000</c:v>
                </c:pt>
                <c:pt idx="695">
                  <c:v>1000000000</c:v>
                </c:pt>
                <c:pt idx="696">
                  <c:v>1000000000</c:v>
                </c:pt>
                <c:pt idx="697">
                  <c:v>1000000000</c:v>
                </c:pt>
                <c:pt idx="698">
                  <c:v>1000000000</c:v>
                </c:pt>
                <c:pt idx="699">
                  <c:v>1000000000</c:v>
                </c:pt>
                <c:pt idx="700">
                  <c:v>1000000000</c:v>
                </c:pt>
                <c:pt idx="701">
                  <c:v>1000000000</c:v>
                </c:pt>
                <c:pt idx="702">
                  <c:v>1000000000</c:v>
                </c:pt>
                <c:pt idx="703">
                  <c:v>1000000000</c:v>
                </c:pt>
                <c:pt idx="704">
                  <c:v>1000000000</c:v>
                </c:pt>
                <c:pt idx="705">
                  <c:v>1000000000</c:v>
                </c:pt>
                <c:pt idx="706">
                  <c:v>1000000000</c:v>
                </c:pt>
                <c:pt idx="707">
                  <c:v>1000000000</c:v>
                </c:pt>
                <c:pt idx="708">
                  <c:v>1000000000</c:v>
                </c:pt>
                <c:pt idx="709">
                  <c:v>1000000000</c:v>
                </c:pt>
                <c:pt idx="710">
                  <c:v>1000000000</c:v>
                </c:pt>
                <c:pt idx="711">
                  <c:v>1000000000</c:v>
                </c:pt>
                <c:pt idx="712">
                  <c:v>1000000000</c:v>
                </c:pt>
                <c:pt idx="713">
                  <c:v>1000000000</c:v>
                </c:pt>
                <c:pt idx="714">
                  <c:v>1000000000</c:v>
                </c:pt>
                <c:pt idx="715">
                  <c:v>1000000000</c:v>
                </c:pt>
                <c:pt idx="716">
                  <c:v>1000000000</c:v>
                </c:pt>
                <c:pt idx="717">
                  <c:v>1000000000</c:v>
                </c:pt>
                <c:pt idx="718">
                  <c:v>1000000000</c:v>
                </c:pt>
                <c:pt idx="719">
                  <c:v>1000000000</c:v>
                </c:pt>
                <c:pt idx="720">
                  <c:v>1000000000</c:v>
                </c:pt>
                <c:pt idx="721">
                  <c:v>1000000000</c:v>
                </c:pt>
                <c:pt idx="722">
                  <c:v>1000000000</c:v>
                </c:pt>
                <c:pt idx="723">
                  <c:v>1000000000</c:v>
                </c:pt>
                <c:pt idx="724">
                  <c:v>1000000000</c:v>
                </c:pt>
                <c:pt idx="725">
                  <c:v>1000000000</c:v>
                </c:pt>
                <c:pt idx="726">
                  <c:v>1000000000</c:v>
                </c:pt>
                <c:pt idx="727">
                  <c:v>1000000000</c:v>
                </c:pt>
                <c:pt idx="728">
                  <c:v>1000000000</c:v>
                </c:pt>
                <c:pt idx="729">
                  <c:v>1000000000</c:v>
                </c:pt>
                <c:pt idx="730">
                  <c:v>1000000000</c:v>
                </c:pt>
                <c:pt idx="731">
                  <c:v>1000000000</c:v>
                </c:pt>
                <c:pt idx="732">
                  <c:v>1000000000</c:v>
                </c:pt>
                <c:pt idx="733">
                  <c:v>1000000000</c:v>
                </c:pt>
                <c:pt idx="734">
                  <c:v>1000000000</c:v>
                </c:pt>
                <c:pt idx="735">
                  <c:v>1000000000</c:v>
                </c:pt>
                <c:pt idx="736">
                  <c:v>1000000000</c:v>
                </c:pt>
                <c:pt idx="737">
                  <c:v>1000000000</c:v>
                </c:pt>
                <c:pt idx="738">
                  <c:v>1000000000</c:v>
                </c:pt>
                <c:pt idx="739">
                  <c:v>1000000000</c:v>
                </c:pt>
                <c:pt idx="740">
                  <c:v>1000000000</c:v>
                </c:pt>
                <c:pt idx="741">
                  <c:v>1000000000</c:v>
                </c:pt>
                <c:pt idx="742">
                  <c:v>1000000000</c:v>
                </c:pt>
                <c:pt idx="743">
                  <c:v>1000000000</c:v>
                </c:pt>
                <c:pt idx="744">
                  <c:v>1000000000</c:v>
                </c:pt>
                <c:pt idx="745">
                  <c:v>1000000000</c:v>
                </c:pt>
                <c:pt idx="746">
                  <c:v>1000000000</c:v>
                </c:pt>
                <c:pt idx="747">
                  <c:v>1000000000</c:v>
                </c:pt>
                <c:pt idx="748">
                  <c:v>1000000000</c:v>
                </c:pt>
                <c:pt idx="749">
                  <c:v>1000000000</c:v>
                </c:pt>
                <c:pt idx="750">
                  <c:v>1000000000</c:v>
                </c:pt>
                <c:pt idx="751">
                  <c:v>1000000000</c:v>
                </c:pt>
                <c:pt idx="752">
                  <c:v>1000000000</c:v>
                </c:pt>
                <c:pt idx="753">
                  <c:v>1000000000</c:v>
                </c:pt>
                <c:pt idx="754">
                  <c:v>1000000000</c:v>
                </c:pt>
                <c:pt idx="755">
                  <c:v>1000000000</c:v>
                </c:pt>
                <c:pt idx="756">
                  <c:v>1000000000</c:v>
                </c:pt>
                <c:pt idx="757">
                  <c:v>1000000000</c:v>
                </c:pt>
                <c:pt idx="758">
                  <c:v>1000000000</c:v>
                </c:pt>
                <c:pt idx="759">
                  <c:v>1000000000</c:v>
                </c:pt>
                <c:pt idx="760">
                  <c:v>1000000000</c:v>
                </c:pt>
                <c:pt idx="761">
                  <c:v>1000000000</c:v>
                </c:pt>
                <c:pt idx="762">
                  <c:v>1000000000</c:v>
                </c:pt>
                <c:pt idx="763">
                  <c:v>1000000000</c:v>
                </c:pt>
                <c:pt idx="764">
                  <c:v>1000000000</c:v>
                </c:pt>
                <c:pt idx="765">
                  <c:v>1000000000</c:v>
                </c:pt>
                <c:pt idx="766">
                  <c:v>1000000000</c:v>
                </c:pt>
                <c:pt idx="767">
                  <c:v>1000000000</c:v>
                </c:pt>
                <c:pt idx="768">
                  <c:v>1000000000</c:v>
                </c:pt>
                <c:pt idx="769">
                  <c:v>1000000000</c:v>
                </c:pt>
                <c:pt idx="770">
                  <c:v>1000000000</c:v>
                </c:pt>
                <c:pt idx="771">
                  <c:v>1000000000</c:v>
                </c:pt>
                <c:pt idx="772">
                  <c:v>1000000000</c:v>
                </c:pt>
                <c:pt idx="773">
                  <c:v>1000000000</c:v>
                </c:pt>
                <c:pt idx="774">
                  <c:v>1000000000</c:v>
                </c:pt>
                <c:pt idx="775">
                  <c:v>1000000000</c:v>
                </c:pt>
                <c:pt idx="776">
                  <c:v>1000000000</c:v>
                </c:pt>
                <c:pt idx="777">
                  <c:v>1000000000</c:v>
                </c:pt>
                <c:pt idx="778">
                  <c:v>1000000000</c:v>
                </c:pt>
                <c:pt idx="779">
                  <c:v>1000000000</c:v>
                </c:pt>
                <c:pt idx="780">
                  <c:v>1000000000</c:v>
                </c:pt>
                <c:pt idx="781">
                  <c:v>1000000000</c:v>
                </c:pt>
                <c:pt idx="782">
                  <c:v>1000000000</c:v>
                </c:pt>
                <c:pt idx="783">
                  <c:v>1000000000</c:v>
                </c:pt>
                <c:pt idx="784">
                  <c:v>1000000000</c:v>
                </c:pt>
                <c:pt idx="785">
                  <c:v>1000000000</c:v>
                </c:pt>
                <c:pt idx="786">
                  <c:v>1000000000</c:v>
                </c:pt>
                <c:pt idx="787">
                  <c:v>1000000000</c:v>
                </c:pt>
                <c:pt idx="788">
                  <c:v>1000000000</c:v>
                </c:pt>
                <c:pt idx="789">
                  <c:v>1000000000</c:v>
                </c:pt>
                <c:pt idx="790">
                  <c:v>1000000000</c:v>
                </c:pt>
                <c:pt idx="791">
                  <c:v>1000000000</c:v>
                </c:pt>
                <c:pt idx="792">
                  <c:v>1000000000</c:v>
                </c:pt>
                <c:pt idx="793">
                  <c:v>1000000000</c:v>
                </c:pt>
                <c:pt idx="794">
                  <c:v>1000000000</c:v>
                </c:pt>
                <c:pt idx="795">
                  <c:v>1000000000</c:v>
                </c:pt>
                <c:pt idx="796">
                  <c:v>1000000000</c:v>
                </c:pt>
                <c:pt idx="797">
                  <c:v>1000000000</c:v>
                </c:pt>
                <c:pt idx="798">
                  <c:v>1000000000</c:v>
                </c:pt>
                <c:pt idx="799">
                  <c:v>1000000000</c:v>
                </c:pt>
                <c:pt idx="800">
                  <c:v>1000000000</c:v>
                </c:pt>
                <c:pt idx="801">
                  <c:v>1000000000</c:v>
                </c:pt>
                <c:pt idx="802">
                  <c:v>1000000000</c:v>
                </c:pt>
                <c:pt idx="803">
                  <c:v>1000000000</c:v>
                </c:pt>
                <c:pt idx="804">
                  <c:v>1000000000</c:v>
                </c:pt>
                <c:pt idx="805">
                  <c:v>1000000000</c:v>
                </c:pt>
                <c:pt idx="806">
                  <c:v>1000000000</c:v>
                </c:pt>
                <c:pt idx="807">
                  <c:v>1000000000</c:v>
                </c:pt>
                <c:pt idx="808">
                  <c:v>1000000000</c:v>
                </c:pt>
                <c:pt idx="809">
                  <c:v>1000000000</c:v>
                </c:pt>
                <c:pt idx="810">
                  <c:v>1000000000</c:v>
                </c:pt>
                <c:pt idx="811">
                  <c:v>1000000000</c:v>
                </c:pt>
                <c:pt idx="812">
                  <c:v>1000000000</c:v>
                </c:pt>
                <c:pt idx="813">
                  <c:v>1000000000</c:v>
                </c:pt>
                <c:pt idx="814">
                  <c:v>1000000000</c:v>
                </c:pt>
                <c:pt idx="815">
                  <c:v>1000000000</c:v>
                </c:pt>
                <c:pt idx="816">
                  <c:v>1000000000</c:v>
                </c:pt>
                <c:pt idx="817">
                  <c:v>1000000000</c:v>
                </c:pt>
                <c:pt idx="818">
                  <c:v>1000000000</c:v>
                </c:pt>
                <c:pt idx="819">
                  <c:v>1000000000</c:v>
                </c:pt>
                <c:pt idx="820">
                  <c:v>1000000000</c:v>
                </c:pt>
                <c:pt idx="821">
                  <c:v>1000000000</c:v>
                </c:pt>
                <c:pt idx="822">
                  <c:v>1000000000</c:v>
                </c:pt>
                <c:pt idx="823">
                  <c:v>1000000000</c:v>
                </c:pt>
                <c:pt idx="824">
                  <c:v>1000000000</c:v>
                </c:pt>
                <c:pt idx="825">
                  <c:v>1000000000</c:v>
                </c:pt>
                <c:pt idx="826">
                  <c:v>1000000000</c:v>
                </c:pt>
                <c:pt idx="827">
                  <c:v>1000000000</c:v>
                </c:pt>
                <c:pt idx="828">
                  <c:v>1000000000</c:v>
                </c:pt>
                <c:pt idx="829">
                  <c:v>1000000000</c:v>
                </c:pt>
                <c:pt idx="830">
                  <c:v>1000000000</c:v>
                </c:pt>
                <c:pt idx="831">
                  <c:v>1000000000</c:v>
                </c:pt>
                <c:pt idx="832">
                  <c:v>1000000000</c:v>
                </c:pt>
                <c:pt idx="833">
                  <c:v>1000000000</c:v>
                </c:pt>
                <c:pt idx="834">
                  <c:v>1000000000</c:v>
                </c:pt>
                <c:pt idx="835">
                  <c:v>1000000000</c:v>
                </c:pt>
                <c:pt idx="836">
                  <c:v>1000000000</c:v>
                </c:pt>
                <c:pt idx="837">
                  <c:v>1000000000</c:v>
                </c:pt>
                <c:pt idx="838">
                  <c:v>1000000000</c:v>
                </c:pt>
                <c:pt idx="839">
                  <c:v>1000000000</c:v>
                </c:pt>
                <c:pt idx="840">
                  <c:v>1000000000</c:v>
                </c:pt>
                <c:pt idx="841">
                  <c:v>1000000000</c:v>
                </c:pt>
                <c:pt idx="842">
                  <c:v>1000000000</c:v>
                </c:pt>
                <c:pt idx="843">
                  <c:v>1000000000</c:v>
                </c:pt>
                <c:pt idx="844">
                  <c:v>1000000000</c:v>
                </c:pt>
                <c:pt idx="845">
                  <c:v>1000000000</c:v>
                </c:pt>
                <c:pt idx="846">
                  <c:v>1000000000</c:v>
                </c:pt>
                <c:pt idx="847">
                  <c:v>1000000000</c:v>
                </c:pt>
                <c:pt idx="848">
                  <c:v>1000000000</c:v>
                </c:pt>
                <c:pt idx="849">
                  <c:v>1000000000</c:v>
                </c:pt>
                <c:pt idx="850">
                  <c:v>1000000000</c:v>
                </c:pt>
                <c:pt idx="851">
                  <c:v>1000000000</c:v>
                </c:pt>
                <c:pt idx="852">
                  <c:v>1000000000</c:v>
                </c:pt>
                <c:pt idx="853">
                  <c:v>1000000000</c:v>
                </c:pt>
                <c:pt idx="854">
                  <c:v>1000000000</c:v>
                </c:pt>
                <c:pt idx="855">
                  <c:v>1000000000</c:v>
                </c:pt>
                <c:pt idx="856">
                  <c:v>1000000000</c:v>
                </c:pt>
                <c:pt idx="857">
                  <c:v>1000000000</c:v>
                </c:pt>
                <c:pt idx="858">
                  <c:v>1000000000</c:v>
                </c:pt>
                <c:pt idx="859">
                  <c:v>1000000000</c:v>
                </c:pt>
                <c:pt idx="860">
                  <c:v>1000000000</c:v>
                </c:pt>
                <c:pt idx="861">
                  <c:v>1000000000</c:v>
                </c:pt>
                <c:pt idx="862">
                  <c:v>1000000000</c:v>
                </c:pt>
                <c:pt idx="863">
                  <c:v>1000000000</c:v>
                </c:pt>
                <c:pt idx="864">
                  <c:v>1000000000</c:v>
                </c:pt>
                <c:pt idx="865">
                  <c:v>1000000000</c:v>
                </c:pt>
                <c:pt idx="866">
                  <c:v>1000000000</c:v>
                </c:pt>
                <c:pt idx="867">
                  <c:v>1000000000</c:v>
                </c:pt>
                <c:pt idx="868">
                  <c:v>1000000000</c:v>
                </c:pt>
                <c:pt idx="869">
                  <c:v>1000000000</c:v>
                </c:pt>
                <c:pt idx="870">
                  <c:v>1000000000</c:v>
                </c:pt>
                <c:pt idx="871">
                  <c:v>1000000000</c:v>
                </c:pt>
                <c:pt idx="872">
                  <c:v>1000000000</c:v>
                </c:pt>
                <c:pt idx="873">
                  <c:v>1000000000</c:v>
                </c:pt>
                <c:pt idx="874">
                  <c:v>1000000000</c:v>
                </c:pt>
                <c:pt idx="875">
                  <c:v>1000000000</c:v>
                </c:pt>
                <c:pt idx="876">
                  <c:v>1000000000</c:v>
                </c:pt>
                <c:pt idx="877">
                  <c:v>1000000000</c:v>
                </c:pt>
                <c:pt idx="878">
                  <c:v>1000000000</c:v>
                </c:pt>
                <c:pt idx="879">
                  <c:v>1000000000</c:v>
                </c:pt>
                <c:pt idx="880">
                  <c:v>1000000000</c:v>
                </c:pt>
                <c:pt idx="881">
                  <c:v>1000000000</c:v>
                </c:pt>
                <c:pt idx="882">
                  <c:v>1000000000</c:v>
                </c:pt>
                <c:pt idx="883">
                  <c:v>1000000000</c:v>
                </c:pt>
                <c:pt idx="884">
                  <c:v>1000000000</c:v>
                </c:pt>
                <c:pt idx="885">
                  <c:v>1000000000</c:v>
                </c:pt>
                <c:pt idx="886">
                  <c:v>1000000000</c:v>
                </c:pt>
                <c:pt idx="887">
                  <c:v>1000000000</c:v>
                </c:pt>
                <c:pt idx="888">
                  <c:v>1000000000</c:v>
                </c:pt>
                <c:pt idx="889">
                  <c:v>1000000000</c:v>
                </c:pt>
                <c:pt idx="890">
                  <c:v>1000000000</c:v>
                </c:pt>
                <c:pt idx="891">
                  <c:v>1000000000</c:v>
                </c:pt>
                <c:pt idx="892">
                  <c:v>1000000000</c:v>
                </c:pt>
                <c:pt idx="893">
                  <c:v>1000000000</c:v>
                </c:pt>
                <c:pt idx="894">
                  <c:v>1000000000</c:v>
                </c:pt>
                <c:pt idx="895">
                  <c:v>1000000000</c:v>
                </c:pt>
                <c:pt idx="896">
                  <c:v>1000000000</c:v>
                </c:pt>
                <c:pt idx="897">
                  <c:v>1000000000</c:v>
                </c:pt>
                <c:pt idx="898">
                  <c:v>1000000000</c:v>
                </c:pt>
                <c:pt idx="899">
                  <c:v>1000000000</c:v>
                </c:pt>
                <c:pt idx="900">
                  <c:v>1000000000</c:v>
                </c:pt>
                <c:pt idx="901">
                  <c:v>1000000000</c:v>
                </c:pt>
                <c:pt idx="902">
                  <c:v>1000000000</c:v>
                </c:pt>
                <c:pt idx="903">
                  <c:v>1000000000</c:v>
                </c:pt>
                <c:pt idx="904">
                  <c:v>1000000000</c:v>
                </c:pt>
                <c:pt idx="905">
                  <c:v>1000000000</c:v>
                </c:pt>
                <c:pt idx="906">
                  <c:v>1000000000</c:v>
                </c:pt>
                <c:pt idx="907">
                  <c:v>1000000000</c:v>
                </c:pt>
                <c:pt idx="908">
                  <c:v>1000000000</c:v>
                </c:pt>
                <c:pt idx="909">
                  <c:v>1000000000</c:v>
                </c:pt>
                <c:pt idx="910">
                  <c:v>1000000000</c:v>
                </c:pt>
                <c:pt idx="911">
                  <c:v>1000000000</c:v>
                </c:pt>
                <c:pt idx="912">
                  <c:v>1000000000</c:v>
                </c:pt>
                <c:pt idx="913">
                  <c:v>1000000000</c:v>
                </c:pt>
                <c:pt idx="914">
                  <c:v>1000000000</c:v>
                </c:pt>
                <c:pt idx="915">
                  <c:v>1000000000</c:v>
                </c:pt>
                <c:pt idx="916">
                  <c:v>1000000000</c:v>
                </c:pt>
                <c:pt idx="917">
                  <c:v>1000000000</c:v>
                </c:pt>
                <c:pt idx="918">
                  <c:v>1000000000</c:v>
                </c:pt>
                <c:pt idx="919">
                  <c:v>1000000000</c:v>
                </c:pt>
                <c:pt idx="920">
                  <c:v>1000000000</c:v>
                </c:pt>
                <c:pt idx="921">
                  <c:v>1000000000</c:v>
                </c:pt>
                <c:pt idx="922">
                  <c:v>1000000000</c:v>
                </c:pt>
                <c:pt idx="923">
                  <c:v>1000000000</c:v>
                </c:pt>
                <c:pt idx="924">
                  <c:v>1000000000</c:v>
                </c:pt>
                <c:pt idx="925">
                  <c:v>1000000000</c:v>
                </c:pt>
                <c:pt idx="926">
                  <c:v>1000000000</c:v>
                </c:pt>
                <c:pt idx="927">
                  <c:v>1000000000</c:v>
                </c:pt>
                <c:pt idx="928">
                  <c:v>1000000000</c:v>
                </c:pt>
                <c:pt idx="929">
                  <c:v>1000000000</c:v>
                </c:pt>
                <c:pt idx="930">
                  <c:v>1000000000</c:v>
                </c:pt>
                <c:pt idx="931">
                  <c:v>1000000000</c:v>
                </c:pt>
                <c:pt idx="932">
                  <c:v>1000000000</c:v>
                </c:pt>
                <c:pt idx="933">
                  <c:v>1000000000</c:v>
                </c:pt>
                <c:pt idx="934">
                  <c:v>1000000000</c:v>
                </c:pt>
                <c:pt idx="935">
                  <c:v>1000000000</c:v>
                </c:pt>
                <c:pt idx="936">
                  <c:v>1000000000</c:v>
                </c:pt>
                <c:pt idx="937">
                  <c:v>1000000000</c:v>
                </c:pt>
                <c:pt idx="938">
                  <c:v>1000000000</c:v>
                </c:pt>
                <c:pt idx="939">
                  <c:v>1000000000</c:v>
                </c:pt>
                <c:pt idx="940">
                  <c:v>1000000000</c:v>
                </c:pt>
                <c:pt idx="941">
                  <c:v>1000000000</c:v>
                </c:pt>
                <c:pt idx="942">
                  <c:v>1000000000</c:v>
                </c:pt>
                <c:pt idx="943">
                  <c:v>1000000000</c:v>
                </c:pt>
                <c:pt idx="944">
                  <c:v>1000000000</c:v>
                </c:pt>
                <c:pt idx="945">
                  <c:v>1000000000</c:v>
                </c:pt>
                <c:pt idx="946">
                  <c:v>1000000000</c:v>
                </c:pt>
                <c:pt idx="947">
                  <c:v>1000000000</c:v>
                </c:pt>
                <c:pt idx="948">
                  <c:v>1000000000</c:v>
                </c:pt>
                <c:pt idx="949">
                  <c:v>1000000000</c:v>
                </c:pt>
                <c:pt idx="950">
                  <c:v>1000000000</c:v>
                </c:pt>
                <c:pt idx="951">
                  <c:v>1000000000</c:v>
                </c:pt>
                <c:pt idx="952">
                  <c:v>1000000000</c:v>
                </c:pt>
                <c:pt idx="953">
                  <c:v>1000000000</c:v>
                </c:pt>
                <c:pt idx="954">
                  <c:v>1000000000</c:v>
                </c:pt>
                <c:pt idx="955">
                  <c:v>1000000000</c:v>
                </c:pt>
                <c:pt idx="956">
                  <c:v>1000000000</c:v>
                </c:pt>
                <c:pt idx="957">
                  <c:v>1000000000</c:v>
                </c:pt>
                <c:pt idx="958">
                  <c:v>1000000000</c:v>
                </c:pt>
                <c:pt idx="959">
                  <c:v>1000000000</c:v>
                </c:pt>
                <c:pt idx="960">
                  <c:v>1000000000</c:v>
                </c:pt>
                <c:pt idx="961">
                  <c:v>1000000000</c:v>
                </c:pt>
                <c:pt idx="962">
                  <c:v>1000000000</c:v>
                </c:pt>
                <c:pt idx="963">
                  <c:v>1000000000</c:v>
                </c:pt>
                <c:pt idx="964">
                  <c:v>1000000000</c:v>
                </c:pt>
                <c:pt idx="965">
                  <c:v>1000000000</c:v>
                </c:pt>
                <c:pt idx="966">
                  <c:v>1000000000</c:v>
                </c:pt>
                <c:pt idx="967">
                  <c:v>1000000000</c:v>
                </c:pt>
                <c:pt idx="968">
                  <c:v>1000000000</c:v>
                </c:pt>
                <c:pt idx="969">
                  <c:v>1000000000</c:v>
                </c:pt>
                <c:pt idx="970">
                  <c:v>1000000000</c:v>
                </c:pt>
                <c:pt idx="971">
                  <c:v>1000000000</c:v>
                </c:pt>
                <c:pt idx="972">
                  <c:v>1000000000</c:v>
                </c:pt>
                <c:pt idx="973">
                  <c:v>1000000000</c:v>
                </c:pt>
                <c:pt idx="974">
                  <c:v>1000000000</c:v>
                </c:pt>
                <c:pt idx="975">
                  <c:v>1000000000</c:v>
                </c:pt>
                <c:pt idx="976">
                  <c:v>1000000000</c:v>
                </c:pt>
                <c:pt idx="977">
                  <c:v>1000000000</c:v>
                </c:pt>
                <c:pt idx="978">
                  <c:v>1000000000</c:v>
                </c:pt>
                <c:pt idx="979">
                  <c:v>1000000000</c:v>
                </c:pt>
                <c:pt idx="980">
                  <c:v>1000000000</c:v>
                </c:pt>
                <c:pt idx="981">
                  <c:v>1000000000</c:v>
                </c:pt>
                <c:pt idx="982">
                  <c:v>1000000000</c:v>
                </c:pt>
                <c:pt idx="983">
                  <c:v>1000000000</c:v>
                </c:pt>
                <c:pt idx="984">
                  <c:v>1000000000</c:v>
                </c:pt>
                <c:pt idx="985">
                  <c:v>1000000000</c:v>
                </c:pt>
                <c:pt idx="986">
                  <c:v>1000000000</c:v>
                </c:pt>
                <c:pt idx="987">
                  <c:v>1000000000</c:v>
                </c:pt>
                <c:pt idx="988">
                  <c:v>1000000000</c:v>
                </c:pt>
                <c:pt idx="989">
                  <c:v>1000000000</c:v>
                </c:pt>
                <c:pt idx="990">
                  <c:v>1000000000</c:v>
                </c:pt>
                <c:pt idx="991">
                  <c:v>1000000000</c:v>
                </c:pt>
                <c:pt idx="992">
                  <c:v>1000000000</c:v>
                </c:pt>
                <c:pt idx="993">
                  <c:v>1000000000</c:v>
                </c:pt>
                <c:pt idx="994">
                  <c:v>1000000000</c:v>
                </c:pt>
                <c:pt idx="995">
                  <c:v>1000000000</c:v>
                </c:pt>
                <c:pt idx="996">
                  <c:v>1000000000</c:v>
                </c:pt>
                <c:pt idx="997">
                  <c:v>1000000000</c:v>
                </c:pt>
                <c:pt idx="998">
                  <c:v>1000000000</c:v>
                </c:pt>
                <c:pt idx="999">
                  <c:v>1000000000</c:v>
                </c:pt>
                <c:pt idx="1000">
                  <c:v>1000000000</c:v>
                </c:pt>
                <c:pt idx="1001">
                  <c:v>1000000000</c:v>
                </c:pt>
                <c:pt idx="1002">
                  <c:v>1000000000</c:v>
                </c:pt>
                <c:pt idx="1003">
                  <c:v>1000000000</c:v>
                </c:pt>
                <c:pt idx="1004">
                  <c:v>1000000000</c:v>
                </c:pt>
                <c:pt idx="1005">
                  <c:v>1000000000</c:v>
                </c:pt>
                <c:pt idx="1006">
                  <c:v>1000000000</c:v>
                </c:pt>
                <c:pt idx="1007">
                  <c:v>1000000000</c:v>
                </c:pt>
                <c:pt idx="1008">
                  <c:v>1000000000</c:v>
                </c:pt>
                <c:pt idx="1009">
                  <c:v>1000000000</c:v>
                </c:pt>
                <c:pt idx="1010">
                  <c:v>1000000000</c:v>
                </c:pt>
                <c:pt idx="1011">
                  <c:v>1000000000</c:v>
                </c:pt>
                <c:pt idx="1012">
                  <c:v>1000000000</c:v>
                </c:pt>
                <c:pt idx="1013">
                  <c:v>1000000000</c:v>
                </c:pt>
                <c:pt idx="1014">
                  <c:v>1000000000</c:v>
                </c:pt>
                <c:pt idx="1015">
                  <c:v>1000000000</c:v>
                </c:pt>
                <c:pt idx="1016">
                  <c:v>1000000000</c:v>
                </c:pt>
                <c:pt idx="1017">
                  <c:v>1000000000</c:v>
                </c:pt>
                <c:pt idx="1018">
                  <c:v>1000000000</c:v>
                </c:pt>
                <c:pt idx="1019">
                  <c:v>1000000000</c:v>
                </c:pt>
                <c:pt idx="1020">
                  <c:v>1000000000</c:v>
                </c:pt>
                <c:pt idx="1021">
                  <c:v>1000000000</c:v>
                </c:pt>
                <c:pt idx="1022">
                  <c:v>1000000000</c:v>
                </c:pt>
                <c:pt idx="1023">
                  <c:v>1000000000</c:v>
                </c:pt>
                <c:pt idx="1024">
                  <c:v>1000000000</c:v>
                </c:pt>
                <c:pt idx="1025">
                  <c:v>1000000000</c:v>
                </c:pt>
                <c:pt idx="1026">
                  <c:v>1000000000</c:v>
                </c:pt>
                <c:pt idx="1027">
                  <c:v>1000000000</c:v>
                </c:pt>
                <c:pt idx="1028">
                  <c:v>1000000000</c:v>
                </c:pt>
                <c:pt idx="1029">
                  <c:v>1000000000</c:v>
                </c:pt>
                <c:pt idx="1030">
                  <c:v>1000000000</c:v>
                </c:pt>
                <c:pt idx="1031">
                  <c:v>1000000000</c:v>
                </c:pt>
                <c:pt idx="1032">
                  <c:v>1000000000</c:v>
                </c:pt>
                <c:pt idx="1033">
                  <c:v>1000000000</c:v>
                </c:pt>
                <c:pt idx="1034">
                  <c:v>1000000000</c:v>
                </c:pt>
                <c:pt idx="1035">
                  <c:v>1000000000</c:v>
                </c:pt>
                <c:pt idx="1036">
                  <c:v>1000000000</c:v>
                </c:pt>
                <c:pt idx="1037">
                  <c:v>1000000000</c:v>
                </c:pt>
                <c:pt idx="1038">
                  <c:v>1000000000</c:v>
                </c:pt>
                <c:pt idx="1039">
                  <c:v>1000000000</c:v>
                </c:pt>
                <c:pt idx="1040">
                  <c:v>1000000000</c:v>
                </c:pt>
                <c:pt idx="1041">
                  <c:v>1000000000</c:v>
                </c:pt>
                <c:pt idx="1042">
                  <c:v>1000000000</c:v>
                </c:pt>
                <c:pt idx="1043">
                  <c:v>1000000000</c:v>
                </c:pt>
                <c:pt idx="1044">
                  <c:v>1000000000</c:v>
                </c:pt>
                <c:pt idx="1045">
                  <c:v>1000000000</c:v>
                </c:pt>
                <c:pt idx="1046">
                  <c:v>1000000000</c:v>
                </c:pt>
                <c:pt idx="1047">
                  <c:v>1000000000</c:v>
                </c:pt>
                <c:pt idx="1048">
                  <c:v>1000000000</c:v>
                </c:pt>
                <c:pt idx="1049">
                  <c:v>1000000000</c:v>
                </c:pt>
                <c:pt idx="1050">
                  <c:v>1000000000</c:v>
                </c:pt>
                <c:pt idx="1051">
                  <c:v>1000000000</c:v>
                </c:pt>
                <c:pt idx="1052">
                  <c:v>1000000000</c:v>
                </c:pt>
                <c:pt idx="1053">
                  <c:v>1000000000</c:v>
                </c:pt>
                <c:pt idx="1054">
                  <c:v>1000000000</c:v>
                </c:pt>
                <c:pt idx="1055">
                  <c:v>1000000000</c:v>
                </c:pt>
                <c:pt idx="1056">
                  <c:v>1000000000</c:v>
                </c:pt>
                <c:pt idx="1057">
                  <c:v>1000000000</c:v>
                </c:pt>
                <c:pt idx="1058">
                  <c:v>1000000000</c:v>
                </c:pt>
                <c:pt idx="1059">
                  <c:v>1000000000</c:v>
                </c:pt>
                <c:pt idx="1060">
                  <c:v>1000000000</c:v>
                </c:pt>
                <c:pt idx="1061">
                  <c:v>1000000000</c:v>
                </c:pt>
                <c:pt idx="1062">
                  <c:v>1000000000</c:v>
                </c:pt>
                <c:pt idx="1063">
                  <c:v>1000000000</c:v>
                </c:pt>
                <c:pt idx="1064">
                  <c:v>1000000000</c:v>
                </c:pt>
                <c:pt idx="1065">
                  <c:v>1000000000</c:v>
                </c:pt>
                <c:pt idx="1066">
                  <c:v>1000000000</c:v>
                </c:pt>
                <c:pt idx="1067">
                  <c:v>1000000000</c:v>
                </c:pt>
                <c:pt idx="1068">
                  <c:v>1000000000</c:v>
                </c:pt>
                <c:pt idx="1069">
                  <c:v>1000000000</c:v>
                </c:pt>
                <c:pt idx="1070">
                  <c:v>1000000000</c:v>
                </c:pt>
                <c:pt idx="1071">
                  <c:v>1000000000</c:v>
                </c:pt>
                <c:pt idx="1072">
                  <c:v>1000000000</c:v>
                </c:pt>
                <c:pt idx="1073">
                  <c:v>1000000000</c:v>
                </c:pt>
                <c:pt idx="1074">
                  <c:v>1000000000</c:v>
                </c:pt>
                <c:pt idx="1075">
                  <c:v>1000000000</c:v>
                </c:pt>
                <c:pt idx="1076">
                  <c:v>1000000000</c:v>
                </c:pt>
                <c:pt idx="1077">
                  <c:v>1000000000</c:v>
                </c:pt>
                <c:pt idx="1078">
                  <c:v>1000000000</c:v>
                </c:pt>
                <c:pt idx="1079">
                  <c:v>1000000000</c:v>
                </c:pt>
                <c:pt idx="1080">
                  <c:v>1000000000</c:v>
                </c:pt>
                <c:pt idx="1081">
                  <c:v>1000000000</c:v>
                </c:pt>
                <c:pt idx="1082">
                  <c:v>1000000000</c:v>
                </c:pt>
                <c:pt idx="1083">
                  <c:v>1000000000</c:v>
                </c:pt>
                <c:pt idx="1084">
                  <c:v>1000000000</c:v>
                </c:pt>
                <c:pt idx="1085">
                  <c:v>1000000000</c:v>
                </c:pt>
                <c:pt idx="1086">
                  <c:v>1000000000</c:v>
                </c:pt>
                <c:pt idx="1087">
                  <c:v>1000000000</c:v>
                </c:pt>
                <c:pt idx="1088">
                  <c:v>1000000000</c:v>
                </c:pt>
                <c:pt idx="1089">
                  <c:v>1000000000</c:v>
                </c:pt>
                <c:pt idx="1090">
                  <c:v>1000000000</c:v>
                </c:pt>
                <c:pt idx="1091">
                  <c:v>1000000000</c:v>
                </c:pt>
                <c:pt idx="1092">
                  <c:v>1000000000</c:v>
                </c:pt>
                <c:pt idx="1093">
                  <c:v>1000000000</c:v>
                </c:pt>
                <c:pt idx="1094">
                  <c:v>1000000000</c:v>
                </c:pt>
                <c:pt idx="1095">
                  <c:v>1000000000</c:v>
                </c:pt>
                <c:pt idx="1096">
                  <c:v>1000000000</c:v>
                </c:pt>
                <c:pt idx="1097">
                  <c:v>1000000000</c:v>
                </c:pt>
                <c:pt idx="1098">
                  <c:v>1000000000</c:v>
                </c:pt>
                <c:pt idx="1099">
                  <c:v>1000000000</c:v>
                </c:pt>
                <c:pt idx="1100">
                  <c:v>1000000000</c:v>
                </c:pt>
                <c:pt idx="1101">
                  <c:v>1000000000</c:v>
                </c:pt>
                <c:pt idx="1102">
                  <c:v>1000000000</c:v>
                </c:pt>
                <c:pt idx="1103">
                  <c:v>1000000000</c:v>
                </c:pt>
                <c:pt idx="1104">
                  <c:v>1000000000</c:v>
                </c:pt>
                <c:pt idx="1105">
                  <c:v>1000000000</c:v>
                </c:pt>
                <c:pt idx="1106">
                  <c:v>1000000000</c:v>
                </c:pt>
                <c:pt idx="1107">
                  <c:v>1000000000</c:v>
                </c:pt>
                <c:pt idx="1108">
                  <c:v>1000000000</c:v>
                </c:pt>
                <c:pt idx="1109">
                  <c:v>1000000000</c:v>
                </c:pt>
                <c:pt idx="1110">
                  <c:v>1000000000</c:v>
                </c:pt>
                <c:pt idx="1111">
                  <c:v>1000000000</c:v>
                </c:pt>
                <c:pt idx="1112">
                  <c:v>1000000000</c:v>
                </c:pt>
                <c:pt idx="1113">
                  <c:v>1000000000</c:v>
                </c:pt>
                <c:pt idx="1114">
                  <c:v>1000000000</c:v>
                </c:pt>
                <c:pt idx="1115">
                  <c:v>1000000000</c:v>
                </c:pt>
                <c:pt idx="1116">
                  <c:v>1000000000</c:v>
                </c:pt>
                <c:pt idx="1117">
                  <c:v>1000000000</c:v>
                </c:pt>
                <c:pt idx="1118">
                  <c:v>1000000000</c:v>
                </c:pt>
                <c:pt idx="1119">
                  <c:v>1000000000</c:v>
                </c:pt>
                <c:pt idx="1120">
                  <c:v>1000000000</c:v>
                </c:pt>
                <c:pt idx="1121">
                  <c:v>1000000000</c:v>
                </c:pt>
                <c:pt idx="1122">
                  <c:v>1000000000</c:v>
                </c:pt>
                <c:pt idx="1123">
                  <c:v>1000000000</c:v>
                </c:pt>
                <c:pt idx="1124">
                  <c:v>1000000000</c:v>
                </c:pt>
                <c:pt idx="1125">
                  <c:v>1000000000</c:v>
                </c:pt>
                <c:pt idx="1126">
                  <c:v>1000000000</c:v>
                </c:pt>
                <c:pt idx="1127">
                  <c:v>1000000000</c:v>
                </c:pt>
                <c:pt idx="1128">
                  <c:v>1000000000</c:v>
                </c:pt>
                <c:pt idx="1129">
                  <c:v>1000000000</c:v>
                </c:pt>
                <c:pt idx="1130">
                  <c:v>1000000000</c:v>
                </c:pt>
                <c:pt idx="1131">
                  <c:v>1000000000</c:v>
                </c:pt>
                <c:pt idx="1132">
                  <c:v>1000000000</c:v>
                </c:pt>
                <c:pt idx="1133">
                  <c:v>1000000000</c:v>
                </c:pt>
                <c:pt idx="1134">
                  <c:v>1000000000</c:v>
                </c:pt>
                <c:pt idx="1135">
                  <c:v>1000000000</c:v>
                </c:pt>
                <c:pt idx="1136">
                  <c:v>1000000000</c:v>
                </c:pt>
                <c:pt idx="1137">
                  <c:v>1000000000</c:v>
                </c:pt>
                <c:pt idx="1138">
                  <c:v>1000000000</c:v>
                </c:pt>
                <c:pt idx="1139">
                  <c:v>1000000000</c:v>
                </c:pt>
                <c:pt idx="1140">
                  <c:v>1000000000</c:v>
                </c:pt>
                <c:pt idx="1141">
                  <c:v>1000000000</c:v>
                </c:pt>
                <c:pt idx="1142">
                  <c:v>1000000000</c:v>
                </c:pt>
                <c:pt idx="1143">
                  <c:v>1000000000</c:v>
                </c:pt>
                <c:pt idx="1144">
                  <c:v>1000000000</c:v>
                </c:pt>
                <c:pt idx="1145">
                  <c:v>1000000000</c:v>
                </c:pt>
                <c:pt idx="1146">
                  <c:v>1000000000</c:v>
                </c:pt>
                <c:pt idx="1147">
                  <c:v>1000000000</c:v>
                </c:pt>
                <c:pt idx="1148">
                  <c:v>1000000000</c:v>
                </c:pt>
                <c:pt idx="1149">
                  <c:v>1000000000</c:v>
                </c:pt>
                <c:pt idx="1150">
                  <c:v>1000000000</c:v>
                </c:pt>
                <c:pt idx="1151">
                  <c:v>1000000000</c:v>
                </c:pt>
                <c:pt idx="1152">
                  <c:v>1000000000</c:v>
                </c:pt>
                <c:pt idx="1153">
                  <c:v>1000000000</c:v>
                </c:pt>
                <c:pt idx="1154">
                  <c:v>1000000000</c:v>
                </c:pt>
                <c:pt idx="1155">
                  <c:v>1000000000</c:v>
                </c:pt>
                <c:pt idx="1156">
                  <c:v>1000000000</c:v>
                </c:pt>
                <c:pt idx="1157">
                  <c:v>1000000000</c:v>
                </c:pt>
                <c:pt idx="1158">
                  <c:v>1000000000</c:v>
                </c:pt>
                <c:pt idx="1159">
                  <c:v>1000000000</c:v>
                </c:pt>
                <c:pt idx="1160">
                  <c:v>1000000000</c:v>
                </c:pt>
                <c:pt idx="1161">
                  <c:v>1000000000</c:v>
                </c:pt>
                <c:pt idx="1162">
                  <c:v>1000000000</c:v>
                </c:pt>
                <c:pt idx="1163">
                  <c:v>1000000000</c:v>
                </c:pt>
                <c:pt idx="1164">
                  <c:v>1000000000</c:v>
                </c:pt>
                <c:pt idx="1165">
                  <c:v>1000000000</c:v>
                </c:pt>
                <c:pt idx="1166">
                  <c:v>1000000000</c:v>
                </c:pt>
                <c:pt idx="1167">
                  <c:v>1000000000</c:v>
                </c:pt>
                <c:pt idx="1168">
                  <c:v>1000000000</c:v>
                </c:pt>
                <c:pt idx="1169">
                  <c:v>1000000000</c:v>
                </c:pt>
                <c:pt idx="1170">
                  <c:v>1000000000</c:v>
                </c:pt>
                <c:pt idx="1171">
                  <c:v>1000000000</c:v>
                </c:pt>
                <c:pt idx="1172">
                  <c:v>1000000000</c:v>
                </c:pt>
                <c:pt idx="1173">
                  <c:v>1000000000</c:v>
                </c:pt>
                <c:pt idx="1174">
                  <c:v>1000000000</c:v>
                </c:pt>
                <c:pt idx="1175">
                  <c:v>1000000000</c:v>
                </c:pt>
                <c:pt idx="1176">
                  <c:v>1000000000</c:v>
                </c:pt>
                <c:pt idx="1177">
                  <c:v>1000000000</c:v>
                </c:pt>
                <c:pt idx="1178">
                  <c:v>1000000000</c:v>
                </c:pt>
                <c:pt idx="1179">
                  <c:v>1000000000</c:v>
                </c:pt>
                <c:pt idx="1180">
                  <c:v>1000000000</c:v>
                </c:pt>
                <c:pt idx="1181">
                  <c:v>1000000000</c:v>
                </c:pt>
                <c:pt idx="1182">
                  <c:v>1000000000</c:v>
                </c:pt>
                <c:pt idx="1183">
                  <c:v>1000000000</c:v>
                </c:pt>
                <c:pt idx="1184">
                  <c:v>1000000000</c:v>
                </c:pt>
                <c:pt idx="1185">
                  <c:v>1000000000</c:v>
                </c:pt>
                <c:pt idx="1186">
                  <c:v>1000000000</c:v>
                </c:pt>
                <c:pt idx="1187">
                  <c:v>1000000000</c:v>
                </c:pt>
                <c:pt idx="1188">
                  <c:v>1000000000</c:v>
                </c:pt>
                <c:pt idx="1189">
                  <c:v>1000000000</c:v>
                </c:pt>
                <c:pt idx="1190">
                  <c:v>1000000000</c:v>
                </c:pt>
                <c:pt idx="1191">
                  <c:v>1000000000</c:v>
                </c:pt>
                <c:pt idx="1192">
                  <c:v>1000000000</c:v>
                </c:pt>
                <c:pt idx="1193">
                  <c:v>1000000000</c:v>
                </c:pt>
                <c:pt idx="1194">
                  <c:v>1000000000</c:v>
                </c:pt>
                <c:pt idx="1195">
                  <c:v>1000000000</c:v>
                </c:pt>
                <c:pt idx="1196">
                  <c:v>1000000000</c:v>
                </c:pt>
                <c:pt idx="1197">
                  <c:v>1000000000</c:v>
                </c:pt>
                <c:pt idx="1198">
                  <c:v>1000000000</c:v>
                </c:pt>
                <c:pt idx="1199">
                  <c:v>1000000000</c:v>
                </c:pt>
                <c:pt idx="1200">
                  <c:v>1000000000</c:v>
                </c:pt>
                <c:pt idx="1201">
                  <c:v>1000000000</c:v>
                </c:pt>
                <c:pt idx="1202">
                  <c:v>1000000000</c:v>
                </c:pt>
                <c:pt idx="1203">
                  <c:v>1000000000</c:v>
                </c:pt>
                <c:pt idx="1204">
                  <c:v>1000000000</c:v>
                </c:pt>
                <c:pt idx="1205">
                  <c:v>1000000000</c:v>
                </c:pt>
                <c:pt idx="1206">
                  <c:v>1000000000</c:v>
                </c:pt>
                <c:pt idx="1207">
                  <c:v>1000000000</c:v>
                </c:pt>
                <c:pt idx="1208">
                  <c:v>1000000000</c:v>
                </c:pt>
                <c:pt idx="1209">
                  <c:v>1000000000</c:v>
                </c:pt>
                <c:pt idx="1210">
                  <c:v>1000000000</c:v>
                </c:pt>
                <c:pt idx="1211">
                  <c:v>1000000000</c:v>
                </c:pt>
                <c:pt idx="1212">
                  <c:v>1000000000</c:v>
                </c:pt>
                <c:pt idx="1213">
                  <c:v>1000000000</c:v>
                </c:pt>
                <c:pt idx="1214">
                  <c:v>1000000000</c:v>
                </c:pt>
                <c:pt idx="1215">
                  <c:v>1000000000</c:v>
                </c:pt>
                <c:pt idx="1216">
                  <c:v>1000000000</c:v>
                </c:pt>
                <c:pt idx="1217">
                  <c:v>1000000000</c:v>
                </c:pt>
                <c:pt idx="1218">
                  <c:v>1000000000</c:v>
                </c:pt>
                <c:pt idx="1219">
                  <c:v>1000000000</c:v>
                </c:pt>
                <c:pt idx="1220">
                  <c:v>1000000000</c:v>
                </c:pt>
                <c:pt idx="1221">
                  <c:v>1000000000</c:v>
                </c:pt>
                <c:pt idx="1222">
                  <c:v>1000000000</c:v>
                </c:pt>
                <c:pt idx="1223">
                  <c:v>1000000000</c:v>
                </c:pt>
                <c:pt idx="1224">
                  <c:v>1000000000</c:v>
                </c:pt>
                <c:pt idx="1225">
                  <c:v>1000000000</c:v>
                </c:pt>
                <c:pt idx="1226">
                  <c:v>1000000000</c:v>
                </c:pt>
                <c:pt idx="1227">
                  <c:v>1000000000</c:v>
                </c:pt>
                <c:pt idx="1228">
                  <c:v>1000000000</c:v>
                </c:pt>
                <c:pt idx="1229">
                  <c:v>1000000000</c:v>
                </c:pt>
                <c:pt idx="1230">
                  <c:v>1000000000</c:v>
                </c:pt>
                <c:pt idx="1231">
                  <c:v>1000000000</c:v>
                </c:pt>
                <c:pt idx="1232">
                  <c:v>1000000000</c:v>
                </c:pt>
                <c:pt idx="1233">
                  <c:v>1000000000</c:v>
                </c:pt>
                <c:pt idx="1234">
                  <c:v>1000000000</c:v>
                </c:pt>
                <c:pt idx="1235">
                  <c:v>1000000000</c:v>
                </c:pt>
                <c:pt idx="1236">
                  <c:v>1000000000</c:v>
                </c:pt>
                <c:pt idx="1237">
                  <c:v>1000000000</c:v>
                </c:pt>
                <c:pt idx="1238">
                  <c:v>1000000000</c:v>
                </c:pt>
                <c:pt idx="1239">
                  <c:v>1000000000</c:v>
                </c:pt>
                <c:pt idx="1240">
                  <c:v>1000000000</c:v>
                </c:pt>
                <c:pt idx="1241">
                  <c:v>1000000000</c:v>
                </c:pt>
                <c:pt idx="1242">
                  <c:v>1000000000</c:v>
                </c:pt>
                <c:pt idx="1243">
                  <c:v>1000000000</c:v>
                </c:pt>
                <c:pt idx="1244">
                  <c:v>1000000000</c:v>
                </c:pt>
                <c:pt idx="1245">
                  <c:v>1000000000</c:v>
                </c:pt>
                <c:pt idx="1246">
                  <c:v>1000000000</c:v>
                </c:pt>
                <c:pt idx="1247">
                  <c:v>1000000000</c:v>
                </c:pt>
                <c:pt idx="1248">
                  <c:v>1000000000</c:v>
                </c:pt>
                <c:pt idx="1249">
                  <c:v>1000000000</c:v>
                </c:pt>
                <c:pt idx="1250">
                  <c:v>1000000000</c:v>
                </c:pt>
                <c:pt idx="1251">
                  <c:v>1000000000</c:v>
                </c:pt>
                <c:pt idx="1252">
                  <c:v>1000000000</c:v>
                </c:pt>
                <c:pt idx="1253">
                  <c:v>1000000000</c:v>
                </c:pt>
                <c:pt idx="1254">
                  <c:v>1000000000</c:v>
                </c:pt>
                <c:pt idx="1255">
                  <c:v>1000000000</c:v>
                </c:pt>
                <c:pt idx="1256">
                  <c:v>1000000000</c:v>
                </c:pt>
                <c:pt idx="1257">
                  <c:v>1000000000</c:v>
                </c:pt>
                <c:pt idx="1258">
                  <c:v>1000000000</c:v>
                </c:pt>
                <c:pt idx="1259">
                  <c:v>1000000000</c:v>
                </c:pt>
                <c:pt idx="1260">
                  <c:v>1000000000</c:v>
                </c:pt>
                <c:pt idx="1261">
                  <c:v>1000000000</c:v>
                </c:pt>
                <c:pt idx="1262">
                  <c:v>1000000000</c:v>
                </c:pt>
                <c:pt idx="1263">
                  <c:v>1000000000</c:v>
                </c:pt>
                <c:pt idx="1264">
                  <c:v>1000000000</c:v>
                </c:pt>
                <c:pt idx="1265">
                  <c:v>1000000000</c:v>
                </c:pt>
                <c:pt idx="1266">
                  <c:v>1000000000</c:v>
                </c:pt>
                <c:pt idx="1267">
                  <c:v>1000000000</c:v>
                </c:pt>
                <c:pt idx="1268">
                  <c:v>1000000000</c:v>
                </c:pt>
                <c:pt idx="1269">
                  <c:v>1000000000</c:v>
                </c:pt>
                <c:pt idx="1270">
                  <c:v>1000000000</c:v>
                </c:pt>
                <c:pt idx="1271">
                  <c:v>1000000000</c:v>
                </c:pt>
                <c:pt idx="1272">
                  <c:v>1000000000</c:v>
                </c:pt>
                <c:pt idx="1273">
                  <c:v>1000000000</c:v>
                </c:pt>
                <c:pt idx="1274">
                  <c:v>1000000000</c:v>
                </c:pt>
                <c:pt idx="1275">
                  <c:v>1000000000</c:v>
                </c:pt>
                <c:pt idx="1276">
                  <c:v>1000000000</c:v>
                </c:pt>
                <c:pt idx="1277">
                  <c:v>1000000000</c:v>
                </c:pt>
                <c:pt idx="1278">
                  <c:v>1000000000</c:v>
                </c:pt>
                <c:pt idx="1279">
                  <c:v>1000000000</c:v>
                </c:pt>
                <c:pt idx="1280">
                  <c:v>1000000000</c:v>
                </c:pt>
                <c:pt idx="1281">
                  <c:v>1000000000</c:v>
                </c:pt>
                <c:pt idx="1282">
                  <c:v>1000000000</c:v>
                </c:pt>
                <c:pt idx="1283">
                  <c:v>1000000000</c:v>
                </c:pt>
                <c:pt idx="1284">
                  <c:v>1000000000</c:v>
                </c:pt>
                <c:pt idx="1285">
                  <c:v>1000000000</c:v>
                </c:pt>
                <c:pt idx="1286">
                  <c:v>1000000000</c:v>
                </c:pt>
                <c:pt idx="1287">
                  <c:v>1000000000</c:v>
                </c:pt>
                <c:pt idx="1288">
                  <c:v>1000000000</c:v>
                </c:pt>
                <c:pt idx="1289">
                  <c:v>1000000000</c:v>
                </c:pt>
                <c:pt idx="1290">
                  <c:v>1000000000</c:v>
                </c:pt>
                <c:pt idx="1291">
                  <c:v>1000000000</c:v>
                </c:pt>
                <c:pt idx="1292">
                  <c:v>1000000000</c:v>
                </c:pt>
                <c:pt idx="1293">
                  <c:v>1000000000</c:v>
                </c:pt>
                <c:pt idx="1294">
                  <c:v>1000000000</c:v>
                </c:pt>
                <c:pt idx="1295">
                  <c:v>1000000000</c:v>
                </c:pt>
                <c:pt idx="1296">
                  <c:v>1000000000</c:v>
                </c:pt>
                <c:pt idx="1297">
                  <c:v>1000000000</c:v>
                </c:pt>
                <c:pt idx="1298">
                  <c:v>1000000000</c:v>
                </c:pt>
                <c:pt idx="1299">
                  <c:v>1000000000</c:v>
                </c:pt>
                <c:pt idx="1300">
                  <c:v>1000000000</c:v>
                </c:pt>
                <c:pt idx="1301">
                  <c:v>1000000000</c:v>
                </c:pt>
                <c:pt idx="1302">
                  <c:v>1000000000</c:v>
                </c:pt>
                <c:pt idx="1303">
                  <c:v>1000000000</c:v>
                </c:pt>
                <c:pt idx="1304">
                  <c:v>1000000000</c:v>
                </c:pt>
                <c:pt idx="1305">
                  <c:v>1000000000</c:v>
                </c:pt>
                <c:pt idx="1306">
                  <c:v>1000000000</c:v>
                </c:pt>
                <c:pt idx="1307">
                  <c:v>1000000000</c:v>
                </c:pt>
                <c:pt idx="1308">
                  <c:v>1000000000</c:v>
                </c:pt>
                <c:pt idx="1309">
                  <c:v>1000000000</c:v>
                </c:pt>
                <c:pt idx="1310">
                  <c:v>1000000000</c:v>
                </c:pt>
                <c:pt idx="1311">
                  <c:v>1000000000</c:v>
                </c:pt>
                <c:pt idx="1312">
                  <c:v>1000000000</c:v>
                </c:pt>
                <c:pt idx="1313">
                  <c:v>1000000000</c:v>
                </c:pt>
                <c:pt idx="1314">
                  <c:v>1000000000</c:v>
                </c:pt>
                <c:pt idx="1315">
                  <c:v>1000000000</c:v>
                </c:pt>
                <c:pt idx="1316">
                  <c:v>1000000000</c:v>
                </c:pt>
                <c:pt idx="1317">
                  <c:v>1000000000</c:v>
                </c:pt>
                <c:pt idx="1318">
                  <c:v>1000000000</c:v>
                </c:pt>
                <c:pt idx="1319">
                  <c:v>1000000000</c:v>
                </c:pt>
                <c:pt idx="1320">
                  <c:v>1000000000</c:v>
                </c:pt>
                <c:pt idx="1321">
                  <c:v>1000000000</c:v>
                </c:pt>
                <c:pt idx="1322">
                  <c:v>1000000000</c:v>
                </c:pt>
                <c:pt idx="1323">
                  <c:v>1000000000</c:v>
                </c:pt>
                <c:pt idx="1324">
                  <c:v>1000000000</c:v>
                </c:pt>
                <c:pt idx="1325">
                  <c:v>1000000000</c:v>
                </c:pt>
                <c:pt idx="1326">
                  <c:v>1000000000</c:v>
                </c:pt>
                <c:pt idx="1327">
                  <c:v>1000000000</c:v>
                </c:pt>
                <c:pt idx="1328">
                  <c:v>1000000000</c:v>
                </c:pt>
                <c:pt idx="1329">
                  <c:v>1000000000</c:v>
                </c:pt>
                <c:pt idx="1330">
                  <c:v>1000000000</c:v>
                </c:pt>
                <c:pt idx="1331">
                  <c:v>1000000000</c:v>
                </c:pt>
                <c:pt idx="1332">
                  <c:v>1000000000</c:v>
                </c:pt>
                <c:pt idx="1333">
                  <c:v>1000000000</c:v>
                </c:pt>
                <c:pt idx="1334">
                  <c:v>1000000000</c:v>
                </c:pt>
                <c:pt idx="1335">
                  <c:v>1000000000</c:v>
                </c:pt>
                <c:pt idx="1336">
                  <c:v>1000000000</c:v>
                </c:pt>
                <c:pt idx="1337">
                  <c:v>1000000000</c:v>
                </c:pt>
                <c:pt idx="1338">
                  <c:v>1000000000</c:v>
                </c:pt>
                <c:pt idx="1339">
                  <c:v>1000000000</c:v>
                </c:pt>
                <c:pt idx="1340">
                  <c:v>1000000000</c:v>
                </c:pt>
                <c:pt idx="1341">
                  <c:v>1000000000</c:v>
                </c:pt>
                <c:pt idx="1342">
                  <c:v>1000000000</c:v>
                </c:pt>
                <c:pt idx="1343">
                  <c:v>1000000000</c:v>
                </c:pt>
                <c:pt idx="1344">
                  <c:v>1000000000</c:v>
                </c:pt>
                <c:pt idx="1345">
                  <c:v>1000000000</c:v>
                </c:pt>
                <c:pt idx="1346">
                  <c:v>1000000000</c:v>
                </c:pt>
                <c:pt idx="1347">
                  <c:v>1000000000</c:v>
                </c:pt>
                <c:pt idx="1348">
                  <c:v>1000000000</c:v>
                </c:pt>
                <c:pt idx="1349">
                  <c:v>1000000000</c:v>
                </c:pt>
                <c:pt idx="1350">
                  <c:v>1000000000</c:v>
                </c:pt>
                <c:pt idx="1351">
                  <c:v>1000000000</c:v>
                </c:pt>
                <c:pt idx="1352">
                  <c:v>1000000000</c:v>
                </c:pt>
                <c:pt idx="1353">
                  <c:v>1000000000</c:v>
                </c:pt>
                <c:pt idx="1354">
                  <c:v>1000000000</c:v>
                </c:pt>
                <c:pt idx="1355">
                  <c:v>1000000000</c:v>
                </c:pt>
                <c:pt idx="1356">
                  <c:v>1000000000</c:v>
                </c:pt>
                <c:pt idx="1357">
                  <c:v>1000000000</c:v>
                </c:pt>
                <c:pt idx="1358">
                  <c:v>1000000000</c:v>
                </c:pt>
                <c:pt idx="1359">
                  <c:v>1000000000</c:v>
                </c:pt>
                <c:pt idx="1360">
                  <c:v>1000000000</c:v>
                </c:pt>
                <c:pt idx="1361">
                  <c:v>1000000000</c:v>
                </c:pt>
                <c:pt idx="1362">
                  <c:v>1000000000</c:v>
                </c:pt>
                <c:pt idx="1363">
                  <c:v>1000000000</c:v>
                </c:pt>
                <c:pt idx="1364">
                  <c:v>1000000000</c:v>
                </c:pt>
                <c:pt idx="1365">
                  <c:v>1000000000</c:v>
                </c:pt>
                <c:pt idx="1366">
                  <c:v>1000000000</c:v>
                </c:pt>
                <c:pt idx="1367">
                  <c:v>1000000000</c:v>
                </c:pt>
                <c:pt idx="1368">
                  <c:v>1000000000</c:v>
                </c:pt>
                <c:pt idx="1369">
                  <c:v>1000000000</c:v>
                </c:pt>
                <c:pt idx="1370">
                  <c:v>1000000000</c:v>
                </c:pt>
                <c:pt idx="1371">
                  <c:v>1000000000</c:v>
                </c:pt>
                <c:pt idx="1372">
                  <c:v>1000000000</c:v>
                </c:pt>
                <c:pt idx="1373">
                  <c:v>1000000000</c:v>
                </c:pt>
                <c:pt idx="1374">
                  <c:v>1000000000</c:v>
                </c:pt>
                <c:pt idx="1375">
                  <c:v>1000000000</c:v>
                </c:pt>
                <c:pt idx="1376">
                  <c:v>1000000000</c:v>
                </c:pt>
                <c:pt idx="1377">
                  <c:v>1000000000</c:v>
                </c:pt>
                <c:pt idx="1378">
                  <c:v>1000000000</c:v>
                </c:pt>
                <c:pt idx="1379">
                  <c:v>1000000000</c:v>
                </c:pt>
                <c:pt idx="1380">
                  <c:v>1000000000</c:v>
                </c:pt>
                <c:pt idx="1381">
                  <c:v>1000000000</c:v>
                </c:pt>
                <c:pt idx="1382">
                  <c:v>1000000000</c:v>
                </c:pt>
                <c:pt idx="1383">
                  <c:v>1000000000</c:v>
                </c:pt>
                <c:pt idx="1384">
                  <c:v>1000000000</c:v>
                </c:pt>
                <c:pt idx="1385">
                  <c:v>1000000000</c:v>
                </c:pt>
                <c:pt idx="1386">
                  <c:v>1000000000</c:v>
                </c:pt>
                <c:pt idx="1387">
                  <c:v>1000000000</c:v>
                </c:pt>
                <c:pt idx="1388">
                  <c:v>1000000000</c:v>
                </c:pt>
                <c:pt idx="1389">
                  <c:v>1000000000</c:v>
                </c:pt>
                <c:pt idx="1390">
                  <c:v>1000000000</c:v>
                </c:pt>
                <c:pt idx="1391">
                  <c:v>1000000000</c:v>
                </c:pt>
                <c:pt idx="1392">
                  <c:v>1000000000</c:v>
                </c:pt>
                <c:pt idx="1393">
                  <c:v>1000000000</c:v>
                </c:pt>
                <c:pt idx="1394">
                  <c:v>1000000000</c:v>
                </c:pt>
                <c:pt idx="1395">
                  <c:v>1000000000</c:v>
                </c:pt>
                <c:pt idx="1396">
                  <c:v>1000000000</c:v>
                </c:pt>
                <c:pt idx="1397">
                  <c:v>1000000000</c:v>
                </c:pt>
                <c:pt idx="1398">
                  <c:v>1000000000</c:v>
                </c:pt>
                <c:pt idx="1399">
                  <c:v>1000000000</c:v>
                </c:pt>
                <c:pt idx="1400">
                  <c:v>1000000000</c:v>
                </c:pt>
                <c:pt idx="1401">
                  <c:v>1000000000</c:v>
                </c:pt>
                <c:pt idx="1402">
                  <c:v>1000000000</c:v>
                </c:pt>
                <c:pt idx="1403">
                  <c:v>1000000000</c:v>
                </c:pt>
                <c:pt idx="1404">
                  <c:v>1000000000</c:v>
                </c:pt>
                <c:pt idx="1405">
                  <c:v>1000000000</c:v>
                </c:pt>
                <c:pt idx="1406">
                  <c:v>1000000000</c:v>
                </c:pt>
                <c:pt idx="1407">
                  <c:v>1000000000</c:v>
                </c:pt>
                <c:pt idx="1408">
                  <c:v>1000000000</c:v>
                </c:pt>
                <c:pt idx="1409">
                  <c:v>1000000000</c:v>
                </c:pt>
                <c:pt idx="1410">
                  <c:v>1000000000</c:v>
                </c:pt>
                <c:pt idx="1411">
                  <c:v>1000000000</c:v>
                </c:pt>
                <c:pt idx="1412">
                  <c:v>1000000000</c:v>
                </c:pt>
                <c:pt idx="1413">
                  <c:v>1000000000</c:v>
                </c:pt>
                <c:pt idx="1414">
                  <c:v>1000000000</c:v>
                </c:pt>
                <c:pt idx="1415">
                  <c:v>1000000000</c:v>
                </c:pt>
                <c:pt idx="1416">
                  <c:v>1000000000</c:v>
                </c:pt>
                <c:pt idx="1417">
                  <c:v>1000000000</c:v>
                </c:pt>
                <c:pt idx="1418">
                  <c:v>1000000000</c:v>
                </c:pt>
                <c:pt idx="1419">
                  <c:v>1000000000</c:v>
                </c:pt>
                <c:pt idx="1420">
                  <c:v>1000000000</c:v>
                </c:pt>
                <c:pt idx="1421">
                  <c:v>1000000000</c:v>
                </c:pt>
                <c:pt idx="1422">
                  <c:v>1000000000</c:v>
                </c:pt>
                <c:pt idx="1423">
                  <c:v>1000000000</c:v>
                </c:pt>
                <c:pt idx="1424">
                  <c:v>1000000000</c:v>
                </c:pt>
                <c:pt idx="1425">
                  <c:v>1000000000</c:v>
                </c:pt>
                <c:pt idx="1426">
                  <c:v>1000000000</c:v>
                </c:pt>
                <c:pt idx="1427">
                  <c:v>1000000000</c:v>
                </c:pt>
                <c:pt idx="1428">
                  <c:v>1000000000</c:v>
                </c:pt>
                <c:pt idx="1429">
                  <c:v>1000000000</c:v>
                </c:pt>
                <c:pt idx="1430">
                  <c:v>1000000000</c:v>
                </c:pt>
                <c:pt idx="1431">
                  <c:v>1000000000</c:v>
                </c:pt>
                <c:pt idx="1432">
                  <c:v>1000000000</c:v>
                </c:pt>
                <c:pt idx="1433">
                  <c:v>1000000000</c:v>
                </c:pt>
                <c:pt idx="1434">
                  <c:v>1000000000</c:v>
                </c:pt>
                <c:pt idx="1435">
                  <c:v>1000000000</c:v>
                </c:pt>
                <c:pt idx="1436">
                  <c:v>1000000000</c:v>
                </c:pt>
                <c:pt idx="1437">
                  <c:v>1000000000</c:v>
                </c:pt>
                <c:pt idx="1438">
                  <c:v>1000000000</c:v>
                </c:pt>
                <c:pt idx="1439">
                  <c:v>1000000000</c:v>
                </c:pt>
                <c:pt idx="1440">
                  <c:v>1000000000</c:v>
                </c:pt>
                <c:pt idx="1441">
                  <c:v>1000000000</c:v>
                </c:pt>
                <c:pt idx="1442">
                  <c:v>1000000000</c:v>
                </c:pt>
                <c:pt idx="1443">
                  <c:v>1000000000</c:v>
                </c:pt>
                <c:pt idx="1444">
                  <c:v>1000000000</c:v>
                </c:pt>
                <c:pt idx="1445">
                  <c:v>1000000000</c:v>
                </c:pt>
                <c:pt idx="1446">
                  <c:v>1000000000</c:v>
                </c:pt>
                <c:pt idx="1447">
                  <c:v>1000000000</c:v>
                </c:pt>
                <c:pt idx="1448">
                  <c:v>1000000000</c:v>
                </c:pt>
                <c:pt idx="1449">
                  <c:v>1000000000</c:v>
                </c:pt>
                <c:pt idx="1450">
                  <c:v>1000000000</c:v>
                </c:pt>
                <c:pt idx="1451">
                  <c:v>1000000000</c:v>
                </c:pt>
                <c:pt idx="1452">
                  <c:v>1000000000</c:v>
                </c:pt>
                <c:pt idx="1453">
                  <c:v>1000000000</c:v>
                </c:pt>
                <c:pt idx="1454">
                  <c:v>1000000000</c:v>
                </c:pt>
                <c:pt idx="1455">
                  <c:v>1000000000</c:v>
                </c:pt>
                <c:pt idx="1456">
                  <c:v>1000000000</c:v>
                </c:pt>
                <c:pt idx="1457">
                  <c:v>1000000000</c:v>
                </c:pt>
                <c:pt idx="1458">
                  <c:v>1000000000</c:v>
                </c:pt>
                <c:pt idx="1459">
                  <c:v>1000000000</c:v>
                </c:pt>
                <c:pt idx="1460">
                  <c:v>1000000000</c:v>
                </c:pt>
                <c:pt idx="1461">
                  <c:v>1000000000</c:v>
                </c:pt>
                <c:pt idx="1462">
                  <c:v>1000000000</c:v>
                </c:pt>
                <c:pt idx="1463">
                  <c:v>1000000000</c:v>
                </c:pt>
                <c:pt idx="1464">
                  <c:v>1000000000</c:v>
                </c:pt>
                <c:pt idx="1465">
                  <c:v>1000000000</c:v>
                </c:pt>
                <c:pt idx="1466">
                  <c:v>1000000000</c:v>
                </c:pt>
                <c:pt idx="1467">
                  <c:v>1000000000</c:v>
                </c:pt>
                <c:pt idx="1468">
                  <c:v>1000000000</c:v>
                </c:pt>
                <c:pt idx="1469">
                  <c:v>1000000000</c:v>
                </c:pt>
                <c:pt idx="1470">
                  <c:v>1000000000</c:v>
                </c:pt>
                <c:pt idx="1471">
                  <c:v>1000000000</c:v>
                </c:pt>
                <c:pt idx="1472">
                  <c:v>1000000000</c:v>
                </c:pt>
                <c:pt idx="1473">
                  <c:v>1000000000</c:v>
                </c:pt>
                <c:pt idx="1474">
                  <c:v>1000000000</c:v>
                </c:pt>
                <c:pt idx="1475">
                  <c:v>1000000000</c:v>
                </c:pt>
                <c:pt idx="1476">
                  <c:v>1000000000</c:v>
                </c:pt>
                <c:pt idx="1477">
                  <c:v>1000000000</c:v>
                </c:pt>
                <c:pt idx="1478">
                  <c:v>1000000000</c:v>
                </c:pt>
                <c:pt idx="1479">
                  <c:v>1000000000</c:v>
                </c:pt>
                <c:pt idx="1480">
                  <c:v>1000000000</c:v>
                </c:pt>
                <c:pt idx="1481">
                  <c:v>1000000000</c:v>
                </c:pt>
                <c:pt idx="1482">
                  <c:v>1000000000</c:v>
                </c:pt>
                <c:pt idx="1483">
                  <c:v>1000000000</c:v>
                </c:pt>
                <c:pt idx="1484">
                  <c:v>1000000000</c:v>
                </c:pt>
                <c:pt idx="1485">
                  <c:v>1000000000</c:v>
                </c:pt>
                <c:pt idx="1486">
                  <c:v>1000000000</c:v>
                </c:pt>
                <c:pt idx="1487">
                  <c:v>1000000000</c:v>
                </c:pt>
                <c:pt idx="1488">
                  <c:v>1000000000</c:v>
                </c:pt>
                <c:pt idx="1489">
                  <c:v>1000000000</c:v>
                </c:pt>
                <c:pt idx="1490">
                  <c:v>1000000000</c:v>
                </c:pt>
                <c:pt idx="1491">
                  <c:v>1000000000</c:v>
                </c:pt>
                <c:pt idx="1492">
                  <c:v>1000000000</c:v>
                </c:pt>
                <c:pt idx="1493">
                  <c:v>1000000000</c:v>
                </c:pt>
                <c:pt idx="1494">
                  <c:v>1000000000</c:v>
                </c:pt>
                <c:pt idx="1495">
                  <c:v>1000000000</c:v>
                </c:pt>
                <c:pt idx="1496">
                  <c:v>1000000000</c:v>
                </c:pt>
                <c:pt idx="1497">
                  <c:v>1000000000</c:v>
                </c:pt>
                <c:pt idx="1498">
                  <c:v>1000000000</c:v>
                </c:pt>
                <c:pt idx="1499">
                  <c:v>1000000000</c:v>
                </c:pt>
                <c:pt idx="1500">
                  <c:v>1000000000</c:v>
                </c:pt>
                <c:pt idx="1501">
                  <c:v>1000000000</c:v>
                </c:pt>
                <c:pt idx="1502">
                  <c:v>1000000000</c:v>
                </c:pt>
                <c:pt idx="1503">
                  <c:v>1000000000</c:v>
                </c:pt>
                <c:pt idx="1504">
                  <c:v>1000000000</c:v>
                </c:pt>
                <c:pt idx="1505">
                  <c:v>1000000000</c:v>
                </c:pt>
                <c:pt idx="1506">
                  <c:v>1000000000</c:v>
                </c:pt>
                <c:pt idx="1507">
                  <c:v>1000000000</c:v>
                </c:pt>
                <c:pt idx="1508">
                  <c:v>1000000000</c:v>
                </c:pt>
                <c:pt idx="1509">
                  <c:v>1000000000</c:v>
                </c:pt>
                <c:pt idx="1510">
                  <c:v>1000000000</c:v>
                </c:pt>
                <c:pt idx="1511">
                  <c:v>1000000000</c:v>
                </c:pt>
                <c:pt idx="1512">
                  <c:v>1000000000</c:v>
                </c:pt>
                <c:pt idx="1513">
                  <c:v>1000000000</c:v>
                </c:pt>
                <c:pt idx="1514">
                  <c:v>1000000000</c:v>
                </c:pt>
                <c:pt idx="1515">
                  <c:v>1000000000</c:v>
                </c:pt>
                <c:pt idx="1516">
                  <c:v>1000000000</c:v>
                </c:pt>
                <c:pt idx="1517">
                  <c:v>1000000000</c:v>
                </c:pt>
                <c:pt idx="1518">
                  <c:v>1000000000</c:v>
                </c:pt>
                <c:pt idx="1519">
                  <c:v>1000000000</c:v>
                </c:pt>
                <c:pt idx="1520">
                  <c:v>1000000000</c:v>
                </c:pt>
                <c:pt idx="1521">
                  <c:v>1000000000</c:v>
                </c:pt>
                <c:pt idx="1522">
                  <c:v>1000000000</c:v>
                </c:pt>
                <c:pt idx="1523">
                  <c:v>1000000000</c:v>
                </c:pt>
                <c:pt idx="1524">
                  <c:v>1000000000</c:v>
                </c:pt>
                <c:pt idx="1525">
                  <c:v>1000000000</c:v>
                </c:pt>
                <c:pt idx="1526">
                  <c:v>1000000000</c:v>
                </c:pt>
                <c:pt idx="1527">
                  <c:v>1000000000</c:v>
                </c:pt>
                <c:pt idx="1528">
                  <c:v>1000000000</c:v>
                </c:pt>
                <c:pt idx="1529">
                  <c:v>1000000000</c:v>
                </c:pt>
                <c:pt idx="1530">
                  <c:v>1000000000</c:v>
                </c:pt>
                <c:pt idx="1531">
                  <c:v>1000000000</c:v>
                </c:pt>
                <c:pt idx="1532">
                  <c:v>1000000000</c:v>
                </c:pt>
                <c:pt idx="1533">
                  <c:v>1000000000</c:v>
                </c:pt>
                <c:pt idx="1534">
                  <c:v>1000000000</c:v>
                </c:pt>
                <c:pt idx="1535">
                  <c:v>1000000000</c:v>
                </c:pt>
                <c:pt idx="1536">
                  <c:v>1000000000</c:v>
                </c:pt>
                <c:pt idx="1537">
                  <c:v>1000000000</c:v>
                </c:pt>
                <c:pt idx="1538">
                  <c:v>1000000000</c:v>
                </c:pt>
                <c:pt idx="1539">
                  <c:v>1000000000</c:v>
                </c:pt>
                <c:pt idx="1540">
                  <c:v>1000000000</c:v>
                </c:pt>
                <c:pt idx="1541">
                  <c:v>1000000000</c:v>
                </c:pt>
                <c:pt idx="1542">
                  <c:v>1000000000</c:v>
                </c:pt>
                <c:pt idx="1543">
                  <c:v>1000000000</c:v>
                </c:pt>
                <c:pt idx="1544">
                  <c:v>1000000000</c:v>
                </c:pt>
                <c:pt idx="1545">
                  <c:v>1000000000</c:v>
                </c:pt>
                <c:pt idx="1546">
                  <c:v>1000000000</c:v>
                </c:pt>
                <c:pt idx="1547">
                  <c:v>1000000000</c:v>
                </c:pt>
                <c:pt idx="1548">
                  <c:v>1000000000</c:v>
                </c:pt>
                <c:pt idx="1549">
                  <c:v>1000000000</c:v>
                </c:pt>
                <c:pt idx="1550">
                  <c:v>1000000000</c:v>
                </c:pt>
                <c:pt idx="1551">
                  <c:v>1000000000</c:v>
                </c:pt>
                <c:pt idx="1552">
                  <c:v>1000000000</c:v>
                </c:pt>
                <c:pt idx="1553">
                  <c:v>1000000000</c:v>
                </c:pt>
                <c:pt idx="1554">
                  <c:v>1000000000</c:v>
                </c:pt>
                <c:pt idx="1555">
                  <c:v>1000000000</c:v>
                </c:pt>
                <c:pt idx="1556">
                  <c:v>1000000000</c:v>
                </c:pt>
                <c:pt idx="1557">
                  <c:v>1000000000</c:v>
                </c:pt>
                <c:pt idx="1558">
                  <c:v>1000000000</c:v>
                </c:pt>
                <c:pt idx="1559">
                  <c:v>1000000000</c:v>
                </c:pt>
                <c:pt idx="1560">
                  <c:v>1000000000</c:v>
                </c:pt>
                <c:pt idx="1561">
                  <c:v>1000000000</c:v>
                </c:pt>
                <c:pt idx="1562">
                  <c:v>1000000000</c:v>
                </c:pt>
                <c:pt idx="1563">
                  <c:v>1000000000</c:v>
                </c:pt>
                <c:pt idx="1564">
                  <c:v>1000000000</c:v>
                </c:pt>
                <c:pt idx="1565">
                  <c:v>1000000000</c:v>
                </c:pt>
                <c:pt idx="1566">
                  <c:v>1000000000</c:v>
                </c:pt>
                <c:pt idx="1567">
                  <c:v>1000000000</c:v>
                </c:pt>
                <c:pt idx="1568">
                  <c:v>1000000000</c:v>
                </c:pt>
                <c:pt idx="1569">
                  <c:v>1000000000</c:v>
                </c:pt>
                <c:pt idx="1570">
                  <c:v>1000000000</c:v>
                </c:pt>
                <c:pt idx="1571">
                  <c:v>1000000000</c:v>
                </c:pt>
                <c:pt idx="1572">
                  <c:v>1000000000</c:v>
                </c:pt>
                <c:pt idx="1573">
                  <c:v>1000000000</c:v>
                </c:pt>
                <c:pt idx="1574">
                  <c:v>1000000000</c:v>
                </c:pt>
                <c:pt idx="1575">
                  <c:v>1000000000</c:v>
                </c:pt>
                <c:pt idx="1576">
                  <c:v>1000000000</c:v>
                </c:pt>
                <c:pt idx="1577">
                  <c:v>1000000000</c:v>
                </c:pt>
                <c:pt idx="1578">
                  <c:v>1000000000</c:v>
                </c:pt>
                <c:pt idx="1579">
                  <c:v>1000000000</c:v>
                </c:pt>
                <c:pt idx="1580">
                  <c:v>1000000000</c:v>
                </c:pt>
                <c:pt idx="1581">
                  <c:v>1000000000</c:v>
                </c:pt>
                <c:pt idx="1582">
                  <c:v>1000000000</c:v>
                </c:pt>
                <c:pt idx="1583">
                  <c:v>1000000000</c:v>
                </c:pt>
                <c:pt idx="1584">
                  <c:v>1000000000</c:v>
                </c:pt>
                <c:pt idx="1585">
                  <c:v>1000000000</c:v>
                </c:pt>
                <c:pt idx="1586">
                  <c:v>1000000000</c:v>
                </c:pt>
                <c:pt idx="1587">
                  <c:v>1000000000</c:v>
                </c:pt>
                <c:pt idx="1588">
                  <c:v>1000000000</c:v>
                </c:pt>
                <c:pt idx="1589">
                  <c:v>1000000000</c:v>
                </c:pt>
                <c:pt idx="1590">
                  <c:v>1000000000</c:v>
                </c:pt>
                <c:pt idx="1591">
                  <c:v>1000000000</c:v>
                </c:pt>
                <c:pt idx="1592">
                  <c:v>1000000000</c:v>
                </c:pt>
                <c:pt idx="1593">
                  <c:v>1000000000</c:v>
                </c:pt>
                <c:pt idx="1594">
                  <c:v>1000000000</c:v>
                </c:pt>
                <c:pt idx="1595">
                  <c:v>1000000000</c:v>
                </c:pt>
                <c:pt idx="1596">
                  <c:v>1000000000</c:v>
                </c:pt>
                <c:pt idx="1597">
                  <c:v>1000000000</c:v>
                </c:pt>
                <c:pt idx="1598">
                  <c:v>1000000000</c:v>
                </c:pt>
                <c:pt idx="1599">
                  <c:v>1000000000</c:v>
                </c:pt>
                <c:pt idx="1600">
                  <c:v>1000000000</c:v>
                </c:pt>
                <c:pt idx="1601">
                  <c:v>1000000000</c:v>
                </c:pt>
                <c:pt idx="1602">
                  <c:v>1000000000</c:v>
                </c:pt>
                <c:pt idx="1603">
                  <c:v>1000000000</c:v>
                </c:pt>
                <c:pt idx="1604">
                  <c:v>1000000000</c:v>
                </c:pt>
                <c:pt idx="1605">
                  <c:v>1000000000</c:v>
                </c:pt>
                <c:pt idx="1606">
                  <c:v>1000000000</c:v>
                </c:pt>
                <c:pt idx="1607">
                  <c:v>1000000000</c:v>
                </c:pt>
                <c:pt idx="1608">
                  <c:v>1000000000</c:v>
                </c:pt>
                <c:pt idx="1609">
                  <c:v>1000000000</c:v>
                </c:pt>
                <c:pt idx="1610">
                  <c:v>1000000000</c:v>
                </c:pt>
                <c:pt idx="1611">
                  <c:v>1000000000</c:v>
                </c:pt>
                <c:pt idx="1612">
                  <c:v>1000000000</c:v>
                </c:pt>
                <c:pt idx="1613">
                  <c:v>1000000000</c:v>
                </c:pt>
                <c:pt idx="1614">
                  <c:v>1000000000</c:v>
                </c:pt>
                <c:pt idx="1615">
                  <c:v>1000000000</c:v>
                </c:pt>
                <c:pt idx="1616">
                  <c:v>1000000000</c:v>
                </c:pt>
                <c:pt idx="1617">
                  <c:v>1000000000</c:v>
                </c:pt>
                <c:pt idx="1618">
                  <c:v>1000000000</c:v>
                </c:pt>
                <c:pt idx="1619">
                  <c:v>1000000000</c:v>
                </c:pt>
                <c:pt idx="1620">
                  <c:v>1000000000</c:v>
                </c:pt>
                <c:pt idx="1621">
                  <c:v>1000000000</c:v>
                </c:pt>
                <c:pt idx="1622">
                  <c:v>1000000000</c:v>
                </c:pt>
                <c:pt idx="1623">
                  <c:v>1000000000</c:v>
                </c:pt>
                <c:pt idx="1624">
                  <c:v>1000000000</c:v>
                </c:pt>
                <c:pt idx="1625">
                  <c:v>1000000000</c:v>
                </c:pt>
                <c:pt idx="1626">
                  <c:v>1000000000</c:v>
                </c:pt>
                <c:pt idx="1627">
                  <c:v>1000000000</c:v>
                </c:pt>
                <c:pt idx="1628">
                  <c:v>1000000000</c:v>
                </c:pt>
                <c:pt idx="1629">
                  <c:v>1000000000</c:v>
                </c:pt>
                <c:pt idx="1630">
                  <c:v>1000000000</c:v>
                </c:pt>
                <c:pt idx="1631">
                  <c:v>1000000000</c:v>
                </c:pt>
                <c:pt idx="1632">
                  <c:v>1000000000</c:v>
                </c:pt>
                <c:pt idx="1633">
                  <c:v>1000000000</c:v>
                </c:pt>
                <c:pt idx="1634">
                  <c:v>1000000000</c:v>
                </c:pt>
                <c:pt idx="1635">
                  <c:v>1000000000</c:v>
                </c:pt>
                <c:pt idx="1636">
                  <c:v>1000000000</c:v>
                </c:pt>
                <c:pt idx="1637">
                  <c:v>1000000000</c:v>
                </c:pt>
                <c:pt idx="1638">
                  <c:v>1000000000</c:v>
                </c:pt>
                <c:pt idx="1639">
                  <c:v>1000000000</c:v>
                </c:pt>
                <c:pt idx="1640">
                  <c:v>1000000000</c:v>
                </c:pt>
                <c:pt idx="1641">
                  <c:v>1000000000</c:v>
                </c:pt>
                <c:pt idx="1642">
                  <c:v>1000000000</c:v>
                </c:pt>
                <c:pt idx="1643">
                  <c:v>1000000000</c:v>
                </c:pt>
                <c:pt idx="1644">
                  <c:v>1000000000</c:v>
                </c:pt>
                <c:pt idx="1645">
                  <c:v>1000000000</c:v>
                </c:pt>
                <c:pt idx="1646">
                  <c:v>1000000000</c:v>
                </c:pt>
                <c:pt idx="1647">
                  <c:v>1000000000</c:v>
                </c:pt>
                <c:pt idx="1648">
                  <c:v>1000000000</c:v>
                </c:pt>
                <c:pt idx="1649">
                  <c:v>1000000000</c:v>
                </c:pt>
                <c:pt idx="1650">
                  <c:v>1000000000</c:v>
                </c:pt>
                <c:pt idx="1651">
                  <c:v>1000000000</c:v>
                </c:pt>
                <c:pt idx="1652">
                  <c:v>1000000000</c:v>
                </c:pt>
                <c:pt idx="1653">
                  <c:v>1000000000</c:v>
                </c:pt>
                <c:pt idx="1654">
                  <c:v>1000000000</c:v>
                </c:pt>
                <c:pt idx="1655">
                  <c:v>1000000000</c:v>
                </c:pt>
                <c:pt idx="1656">
                  <c:v>1000000000</c:v>
                </c:pt>
                <c:pt idx="1657">
                  <c:v>1000000000</c:v>
                </c:pt>
                <c:pt idx="1658">
                  <c:v>1000000000</c:v>
                </c:pt>
                <c:pt idx="1659">
                  <c:v>1000000000</c:v>
                </c:pt>
                <c:pt idx="1660">
                  <c:v>1000000000</c:v>
                </c:pt>
                <c:pt idx="1661">
                  <c:v>1000000000</c:v>
                </c:pt>
                <c:pt idx="1662">
                  <c:v>1000000000</c:v>
                </c:pt>
                <c:pt idx="1663">
                  <c:v>1000000000</c:v>
                </c:pt>
                <c:pt idx="1664">
                  <c:v>1000000000</c:v>
                </c:pt>
                <c:pt idx="1665">
                  <c:v>1000000000</c:v>
                </c:pt>
                <c:pt idx="1666">
                  <c:v>1000000000</c:v>
                </c:pt>
                <c:pt idx="1667">
                  <c:v>1000000000</c:v>
                </c:pt>
                <c:pt idx="1668">
                  <c:v>1000000000</c:v>
                </c:pt>
                <c:pt idx="1669">
                  <c:v>1000000000</c:v>
                </c:pt>
                <c:pt idx="1670">
                  <c:v>1000000000</c:v>
                </c:pt>
                <c:pt idx="1671">
                  <c:v>1000000000</c:v>
                </c:pt>
                <c:pt idx="1672">
                  <c:v>1000000000</c:v>
                </c:pt>
                <c:pt idx="1673">
                  <c:v>1000000000</c:v>
                </c:pt>
                <c:pt idx="1674">
                  <c:v>1000000000</c:v>
                </c:pt>
                <c:pt idx="1675">
                  <c:v>1000000000</c:v>
                </c:pt>
                <c:pt idx="1676">
                  <c:v>1000000000</c:v>
                </c:pt>
                <c:pt idx="1677">
                  <c:v>1000000000</c:v>
                </c:pt>
                <c:pt idx="1678">
                  <c:v>1000000000</c:v>
                </c:pt>
                <c:pt idx="1679">
                  <c:v>1000000000</c:v>
                </c:pt>
                <c:pt idx="1680">
                  <c:v>1000000000</c:v>
                </c:pt>
                <c:pt idx="1681">
                  <c:v>1000000000</c:v>
                </c:pt>
                <c:pt idx="1682">
                  <c:v>1000000000</c:v>
                </c:pt>
                <c:pt idx="1683">
                  <c:v>1000000000</c:v>
                </c:pt>
                <c:pt idx="1684">
                  <c:v>1000000000</c:v>
                </c:pt>
                <c:pt idx="1685">
                  <c:v>1000000000</c:v>
                </c:pt>
                <c:pt idx="1686">
                  <c:v>1000000000</c:v>
                </c:pt>
                <c:pt idx="1687">
                  <c:v>1000000000</c:v>
                </c:pt>
                <c:pt idx="1688">
                  <c:v>1000000000</c:v>
                </c:pt>
                <c:pt idx="1689">
                  <c:v>1000000000</c:v>
                </c:pt>
                <c:pt idx="1690">
                  <c:v>1000000000</c:v>
                </c:pt>
                <c:pt idx="1691">
                  <c:v>1000000000</c:v>
                </c:pt>
                <c:pt idx="1692">
                  <c:v>1000000000</c:v>
                </c:pt>
                <c:pt idx="1693">
                  <c:v>1000000000</c:v>
                </c:pt>
                <c:pt idx="1694">
                  <c:v>1000000000</c:v>
                </c:pt>
                <c:pt idx="1695">
                  <c:v>1000000000</c:v>
                </c:pt>
                <c:pt idx="1696">
                  <c:v>1000000000</c:v>
                </c:pt>
                <c:pt idx="1697">
                  <c:v>1000000000</c:v>
                </c:pt>
                <c:pt idx="1698">
                  <c:v>1000000000</c:v>
                </c:pt>
                <c:pt idx="1699">
                  <c:v>1000000000</c:v>
                </c:pt>
                <c:pt idx="1700">
                  <c:v>1000000000</c:v>
                </c:pt>
                <c:pt idx="1701">
                  <c:v>1000000000</c:v>
                </c:pt>
                <c:pt idx="1702">
                  <c:v>1000000000</c:v>
                </c:pt>
                <c:pt idx="1703">
                  <c:v>1000000000</c:v>
                </c:pt>
                <c:pt idx="1704">
                  <c:v>1000000000</c:v>
                </c:pt>
                <c:pt idx="1705">
                  <c:v>1000000000</c:v>
                </c:pt>
                <c:pt idx="1706">
                  <c:v>1000000000</c:v>
                </c:pt>
                <c:pt idx="1707">
                  <c:v>1000000000</c:v>
                </c:pt>
                <c:pt idx="1708">
                  <c:v>1000000000</c:v>
                </c:pt>
                <c:pt idx="1709">
                  <c:v>1000000000</c:v>
                </c:pt>
                <c:pt idx="1710">
                  <c:v>1000000000</c:v>
                </c:pt>
                <c:pt idx="1711">
                  <c:v>1000000000</c:v>
                </c:pt>
                <c:pt idx="1712">
                  <c:v>1000000000</c:v>
                </c:pt>
                <c:pt idx="1713">
                  <c:v>1000000000</c:v>
                </c:pt>
                <c:pt idx="1714">
                  <c:v>1000000000</c:v>
                </c:pt>
                <c:pt idx="1715">
                  <c:v>1000000000</c:v>
                </c:pt>
                <c:pt idx="1716">
                  <c:v>1000000000</c:v>
                </c:pt>
                <c:pt idx="1717">
                  <c:v>1000000000</c:v>
                </c:pt>
                <c:pt idx="1718">
                  <c:v>1000000000</c:v>
                </c:pt>
                <c:pt idx="1719">
                  <c:v>1000000000</c:v>
                </c:pt>
                <c:pt idx="1720">
                  <c:v>1000000000</c:v>
                </c:pt>
                <c:pt idx="1721">
                  <c:v>1000000000</c:v>
                </c:pt>
                <c:pt idx="1722">
                  <c:v>1000000000</c:v>
                </c:pt>
                <c:pt idx="1723">
                  <c:v>1000000000</c:v>
                </c:pt>
                <c:pt idx="1724">
                  <c:v>1000000000</c:v>
                </c:pt>
                <c:pt idx="1725">
                  <c:v>1000000000</c:v>
                </c:pt>
                <c:pt idx="1726">
                  <c:v>1000000000</c:v>
                </c:pt>
                <c:pt idx="1727">
                  <c:v>1000000000</c:v>
                </c:pt>
                <c:pt idx="1728">
                  <c:v>1000000000</c:v>
                </c:pt>
                <c:pt idx="1729">
                  <c:v>1000000000</c:v>
                </c:pt>
                <c:pt idx="1730">
                  <c:v>1000000000</c:v>
                </c:pt>
                <c:pt idx="1731">
                  <c:v>1000000000</c:v>
                </c:pt>
                <c:pt idx="1732">
                  <c:v>1000000000</c:v>
                </c:pt>
                <c:pt idx="1733">
                  <c:v>1000000000</c:v>
                </c:pt>
                <c:pt idx="1734">
                  <c:v>1000000000</c:v>
                </c:pt>
                <c:pt idx="1735">
                  <c:v>1000000000</c:v>
                </c:pt>
                <c:pt idx="1736">
                  <c:v>1000000000</c:v>
                </c:pt>
                <c:pt idx="1737">
                  <c:v>1000000000</c:v>
                </c:pt>
                <c:pt idx="1738">
                  <c:v>1000000000</c:v>
                </c:pt>
                <c:pt idx="1739">
                  <c:v>1000000000</c:v>
                </c:pt>
                <c:pt idx="1740">
                  <c:v>1000000000</c:v>
                </c:pt>
                <c:pt idx="1741">
                  <c:v>1000000000</c:v>
                </c:pt>
                <c:pt idx="1742">
                  <c:v>1000000000</c:v>
                </c:pt>
                <c:pt idx="1743">
                  <c:v>1000000000</c:v>
                </c:pt>
                <c:pt idx="1744">
                  <c:v>1000000000</c:v>
                </c:pt>
                <c:pt idx="1745">
                  <c:v>1000000000</c:v>
                </c:pt>
                <c:pt idx="1746">
                  <c:v>1000000000</c:v>
                </c:pt>
                <c:pt idx="1747">
                  <c:v>1000000000</c:v>
                </c:pt>
                <c:pt idx="1748">
                  <c:v>1000000000</c:v>
                </c:pt>
                <c:pt idx="1749">
                  <c:v>1000000000</c:v>
                </c:pt>
                <c:pt idx="1750">
                  <c:v>1000000000</c:v>
                </c:pt>
                <c:pt idx="1751">
                  <c:v>1000000000</c:v>
                </c:pt>
                <c:pt idx="1752">
                  <c:v>1000000000</c:v>
                </c:pt>
                <c:pt idx="1753">
                  <c:v>1000000000</c:v>
                </c:pt>
                <c:pt idx="1754">
                  <c:v>1000000000</c:v>
                </c:pt>
                <c:pt idx="1755">
                  <c:v>1000000000</c:v>
                </c:pt>
                <c:pt idx="1756">
                  <c:v>1000000000</c:v>
                </c:pt>
                <c:pt idx="1757">
                  <c:v>1000000000</c:v>
                </c:pt>
                <c:pt idx="1758">
                  <c:v>1000000000</c:v>
                </c:pt>
                <c:pt idx="1759">
                  <c:v>1000000000</c:v>
                </c:pt>
                <c:pt idx="1760">
                  <c:v>1000000000</c:v>
                </c:pt>
                <c:pt idx="1761">
                  <c:v>1000000000</c:v>
                </c:pt>
                <c:pt idx="1762">
                  <c:v>1000000000</c:v>
                </c:pt>
                <c:pt idx="1763">
                  <c:v>1000000000</c:v>
                </c:pt>
                <c:pt idx="1764">
                  <c:v>1000000000</c:v>
                </c:pt>
                <c:pt idx="1765">
                  <c:v>1000000000</c:v>
                </c:pt>
                <c:pt idx="1766">
                  <c:v>1000000000</c:v>
                </c:pt>
                <c:pt idx="1767">
                  <c:v>1000000000</c:v>
                </c:pt>
                <c:pt idx="1768">
                  <c:v>1000000000</c:v>
                </c:pt>
                <c:pt idx="1769">
                  <c:v>1000000000</c:v>
                </c:pt>
                <c:pt idx="1770">
                  <c:v>1000000000</c:v>
                </c:pt>
                <c:pt idx="1771">
                  <c:v>1000000000</c:v>
                </c:pt>
                <c:pt idx="1772">
                  <c:v>1000000000</c:v>
                </c:pt>
                <c:pt idx="1773">
                  <c:v>1000000000</c:v>
                </c:pt>
                <c:pt idx="1774">
                  <c:v>1000000000</c:v>
                </c:pt>
                <c:pt idx="1775">
                  <c:v>1000000000</c:v>
                </c:pt>
                <c:pt idx="1776">
                  <c:v>1000000000</c:v>
                </c:pt>
                <c:pt idx="1777">
                  <c:v>1000000000</c:v>
                </c:pt>
                <c:pt idx="1778">
                  <c:v>1000000000</c:v>
                </c:pt>
                <c:pt idx="1779">
                  <c:v>1000000000</c:v>
                </c:pt>
                <c:pt idx="1780">
                  <c:v>1000000000</c:v>
                </c:pt>
                <c:pt idx="1781">
                  <c:v>1000000000</c:v>
                </c:pt>
                <c:pt idx="1782">
                  <c:v>1000000000</c:v>
                </c:pt>
                <c:pt idx="1783">
                  <c:v>1000000000</c:v>
                </c:pt>
                <c:pt idx="1784">
                  <c:v>1000000000</c:v>
                </c:pt>
                <c:pt idx="1785">
                  <c:v>1000000000</c:v>
                </c:pt>
                <c:pt idx="1786">
                  <c:v>1000000000</c:v>
                </c:pt>
                <c:pt idx="1787">
                  <c:v>1000000000</c:v>
                </c:pt>
                <c:pt idx="1788">
                  <c:v>1000000000</c:v>
                </c:pt>
                <c:pt idx="1789">
                  <c:v>1000000000</c:v>
                </c:pt>
                <c:pt idx="1790">
                  <c:v>1000000000</c:v>
                </c:pt>
                <c:pt idx="1791">
                  <c:v>1000000000</c:v>
                </c:pt>
                <c:pt idx="1792">
                  <c:v>1000000000</c:v>
                </c:pt>
                <c:pt idx="1793">
                  <c:v>1000000000</c:v>
                </c:pt>
                <c:pt idx="1794">
                  <c:v>1000000000</c:v>
                </c:pt>
                <c:pt idx="1795">
                  <c:v>1000000000</c:v>
                </c:pt>
                <c:pt idx="1796">
                  <c:v>1000000000</c:v>
                </c:pt>
                <c:pt idx="1797">
                  <c:v>1000000000</c:v>
                </c:pt>
                <c:pt idx="1798">
                  <c:v>1000000000</c:v>
                </c:pt>
                <c:pt idx="1799">
                  <c:v>1000000000</c:v>
                </c:pt>
                <c:pt idx="1800">
                  <c:v>1000000000</c:v>
                </c:pt>
                <c:pt idx="1801">
                  <c:v>1000000000</c:v>
                </c:pt>
                <c:pt idx="1802">
                  <c:v>1000000000</c:v>
                </c:pt>
                <c:pt idx="1803">
                  <c:v>1000000000</c:v>
                </c:pt>
                <c:pt idx="1804">
                  <c:v>1000000000</c:v>
                </c:pt>
                <c:pt idx="1805">
                  <c:v>1000000000</c:v>
                </c:pt>
                <c:pt idx="1806">
                  <c:v>1000000000</c:v>
                </c:pt>
                <c:pt idx="1807">
                  <c:v>1000000000</c:v>
                </c:pt>
                <c:pt idx="1808">
                  <c:v>1000000000</c:v>
                </c:pt>
                <c:pt idx="1809">
                  <c:v>1000000000</c:v>
                </c:pt>
                <c:pt idx="1810">
                  <c:v>1000000000</c:v>
                </c:pt>
                <c:pt idx="1811">
                  <c:v>1000000000</c:v>
                </c:pt>
                <c:pt idx="1812">
                  <c:v>1000000000</c:v>
                </c:pt>
                <c:pt idx="1813">
                  <c:v>1000000000</c:v>
                </c:pt>
                <c:pt idx="1814">
                  <c:v>1000000000</c:v>
                </c:pt>
                <c:pt idx="1815">
                  <c:v>1000000000</c:v>
                </c:pt>
                <c:pt idx="1816">
                  <c:v>1000000000</c:v>
                </c:pt>
                <c:pt idx="1817">
                  <c:v>1000000000</c:v>
                </c:pt>
                <c:pt idx="1818">
                  <c:v>1000000000</c:v>
                </c:pt>
                <c:pt idx="1819">
                  <c:v>1000000000</c:v>
                </c:pt>
                <c:pt idx="1820">
                  <c:v>1000000000</c:v>
                </c:pt>
                <c:pt idx="1821">
                  <c:v>1000000000</c:v>
                </c:pt>
                <c:pt idx="1822">
                  <c:v>1000000000</c:v>
                </c:pt>
                <c:pt idx="1823">
                  <c:v>1000000000</c:v>
                </c:pt>
                <c:pt idx="1824">
                  <c:v>1000000000</c:v>
                </c:pt>
                <c:pt idx="1825">
                  <c:v>1000000000</c:v>
                </c:pt>
                <c:pt idx="1826">
                  <c:v>1000000000</c:v>
                </c:pt>
                <c:pt idx="1827">
                  <c:v>1000000000</c:v>
                </c:pt>
                <c:pt idx="1828">
                  <c:v>1000000000</c:v>
                </c:pt>
                <c:pt idx="1829">
                  <c:v>1000000000</c:v>
                </c:pt>
                <c:pt idx="1830">
                  <c:v>1000000000</c:v>
                </c:pt>
                <c:pt idx="1831">
                  <c:v>1000000000</c:v>
                </c:pt>
                <c:pt idx="1832">
                  <c:v>1000000000</c:v>
                </c:pt>
                <c:pt idx="1833">
                  <c:v>1000000000</c:v>
                </c:pt>
                <c:pt idx="1834">
                  <c:v>1000000000</c:v>
                </c:pt>
                <c:pt idx="1835">
                  <c:v>1000000000</c:v>
                </c:pt>
                <c:pt idx="1836">
                  <c:v>1000000000</c:v>
                </c:pt>
                <c:pt idx="1837">
                  <c:v>1000000000</c:v>
                </c:pt>
                <c:pt idx="1838">
                  <c:v>1000000000</c:v>
                </c:pt>
                <c:pt idx="1839">
                  <c:v>1000000000</c:v>
                </c:pt>
                <c:pt idx="1840">
                  <c:v>1000000000</c:v>
                </c:pt>
                <c:pt idx="1841">
                  <c:v>1000000000</c:v>
                </c:pt>
                <c:pt idx="1842">
                  <c:v>1000000000</c:v>
                </c:pt>
                <c:pt idx="1843">
                  <c:v>1000000000</c:v>
                </c:pt>
                <c:pt idx="1844">
                  <c:v>1000000000</c:v>
                </c:pt>
                <c:pt idx="1845">
                  <c:v>1000000000</c:v>
                </c:pt>
                <c:pt idx="1846">
                  <c:v>1000000000</c:v>
                </c:pt>
                <c:pt idx="1847">
                  <c:v>1000000000</c:v>
                </c:pt>
                <c:pt idx="1848">
                  <c:v>1000000000</c:v>
                </c:pt>
                <c:pt idx="1849">
                  <c:v>1000000000</c:v>
                </c:pt>
                <c:pt idx="1850">
                  <c:v>1000000000</c:v>
                </c:pt>
                <c:pt idx="1851">
                  <c:v>1000000000</c:v>
                </c:pt>
                <c:pt idx="1852">
                  <c:v>1000000000</c:v>
                </c:pt>
                <c:pt idx="1853">
                  <c:v>1000000000</c:v>
                </c:pt>
                <c:pt idx="1854">
                  <c:v>1000000000</c:v>
                </c:pt>
                <c:pt idx="1855">
                  <c:v>1000000000</c:v>
                </c:pt>
                <c:pt idx="1856">
                  <c:v>1000000000</c:v>
                </c:pt>
                <c:pt idx="1857">
                  <c:v>1000000000</c:v>
                </c:pt>
                <c:pt idx="1858">
                  <c:v>1000000000</c:v>
                </c:pt>
                <c:pt idx="1859">
                  <c:v>1000000000</c:v>
                </c:pt>
                <c:pt idx="1860">
                  <c:v>1000000000</c:v>
                </c:pt>
                <c:pt idx="1861">
                  <c:v>1000000000</c:v>
                </c:pt>
                <c:pt idx="1862">
                  <c:v>1000000000</c:v>
                </c:pt>
                <c:pt idx="1863">
                  <c:v>1000000000</c:v>
                </c:pt>
                <c:pt idx="1864">
                  <c:v>1000000000</c:v>
                </c:pt>
                <c:pt idx="1865">
                  <c:v>1000000000</c:v>
                </c:pt>
                <c:pt idx="1866">
                  <c:v>1000000000</c:v>
                </c:pt>
                <c:pt idx="1867">
                  <c:v>1000000000</c:v>
                </c:pt>
                <c:pt idx="1868">
                  <c:v>1000000000</c:v>
                </c:pt>
                <c:pt idx="1869">
                  <c:v>1000000000</c:v>
                </c:pt>
                <c:pt idx="1870">
                  <c:v>1000000000</c:v>
                </c:pt>
                <c:pt idx="1871">
                  <c:v>1000000000</c:v>
                </c:pt>
                <c:pt idx="1872">
                  <c:v>1000000000</c:v>
                </c:pt>
                <c:pt idx="1873">
                  <c:v>1000000000</c:v>
                </c:pt>
                <c:pt idx="1874">
                  <c:v>1000000000</c:v>
                </c:pt>
                <c:pt idx="1875">
                  <c:v>1000000000</c:v>
                </c:pt>
                <c:pt idx="1876">
                  <c:v>1000000000</c:v>
                </c:pt>
                <c:pt idx="1877">
                  <c:v>1000000000</c:v>
                </c:pt>
                <c:pt idx="1878">
                  <c:v>1000000000</c:v>
                </c:pt>
                <c:pt idx="1879">
                  <c:v>1000000000</c:v>
                </c:pt>
                <c:pt idx="1880">
                  <c:v>1000000000</c:v>
                </c:pt>
                <c:pt idx="1881">
                  <c:v>1000000000</c:v>
                </c:pt>
                <c:pt idx="1882">
                  <c:v>1000000000</c:v>
                </c:pt>
                <c:pt idx="1883">
                  <c:v>1000000000</c:v>
                </c:pt>
                <c:pt idx="1884">
                  <c:v>1000000000</c:v>
                </c:pt>
                <c:pt idx="1885">
                  <c:v>1000000000</c:v>
                </c:pt>
                <c:pt idx="1886">
                  <c:v>1000000000</c:v>
                </c:pt>
                <c:pt idx="1887">
                  <c:v>1000000000</c:v>
                </c:pt>
                <c:pt idx="1888">
                  <c:v>1000000000</c:v>
                </c:pt>
                <c:pt idx="1889">
                  <c:v>1000000000</c:v>
                </c:pt>
                <c:pt idx="1890">
                  <c:v>1000000000</c:v>
                </c:pt>
                <c:pt idx="1891">
                  <c:v>1000000000</c:v>
                </c:pt>
                <c:pt idx="1892">
                  <c:v>1000000000</c:v>
                </c:pt>
                <c:pt idx="1893">
                  <c:v>1000000000</c:v>
                </c:pt>
                <c:pt idx="1894">
                  <c:v>1000000000</c:v>
                </c:pt>
                <c:pt idx="1895">
                  <c:v>1000000000</c:v>
                </c:pt>
                <c:pt idx="1896">
                  <c:v>1000000000</c:v>
                </c:pt>
                <c:pt idx="1897">
                  <c:v>1000000000</c:v>
                </c:pt>
                <c:pt idx="1898">
                  <c:v>1000000000</c:v>
                </c:pt>
                <c:pt idx="1899">
                  <c:v>1000000000</c:v>
                </c:pt>
                <c:pt idx="1900">
                  <c:v>1000000000</c:v>
                </c:pt>
                <c:pt idx="1901">
                  <c:v>1000000000</c:v>
                </c:pt>
                <c:pt idx="1902">
                  <c:v>1000000000</c:v>
                </c:pt>
                <c:pt idx="1903">
                  <c:v>1000000000</c:v>
                </c:pt>
                <c:pt idx="1904">
                  <c:v>1000000000</c:v>
                </c:pt>
                <c:pt idx="1905">
                  <c:v>1000000000</c:v>
                </c:pt>
                <c:pt idx="1906">
                  <c:v>1000000000</c:v>
                </c:pt>
                <c:pt idx="1907">
                  <c:v>1000000000</c:v>
                </c:pt>
                <c:pt idx="1908">
                  <c:v>1000000000</c:v>
                </c:pt>
                <c:pt idx="1909">
                  <c:v>1000000000</c:v>
                </c:pt>
                <c:pt idx="1910">
                  <c:v>1000000000</c:v>
                </c:pt>
                <c:pt idx="1911">
                  <c:v>1000000000</c:v>
                </c:pt>
                <c:pt idx="1912">
                  <c:v>1000000000</c:v>
                </c:pt>
                <c:pt idx="1913">
                  <c:v>1000000000</c:v>
                </c:pt>
                <c:pt idx="1914">
                  <c:v>1000000000</c:v>
                </c:pt>
                <c:pt idx="1915">
                  <c:v>1000000000</c:v>
                </c:pt>
                <c:pt idx="1916">
                  <c:v>1000000000</c:v>
                </c:pt>
                <c:pt idx="1917">
                  <c:v>1000000000</c:v>
                </c:pt>
                <c:pt idx="1918">
                  <c:v>1000000000</c:v>
                </c:pt>
                <c:pt idx="1919">
                  <c:v>1000000000</c:v>
                </c:pt>
                <c:pt idx="1920">
                  <c:v>1000000000</c:v>
                </c:pt>
                <c:pt idx="1921">
                  <c:v>1000000000</c:v>
                </c:pt>
                <c:pt idx="1922">
                  <c:v>1000000000</c:v>
                </c:pt>
                <c:pt idx="1923">
                  <c:v>1000000000</c:v>
                </c:pt>
                <c:pt idx="1924">
                  <c:v>1000000000</c:v>
                </c:pt>
                <c:pt idx="1925">
                  <c:v>1000000000</c:v>
                </c:pt>
                <c:pt idx="1926">
                  <c:v>1000000000</c:v>
                </c:pt>
                <c:pt idx="1927">
                  <c:v>1000000000</c:v>
                </c:pt>
                <c:pt idx="1928">
                  <c:v>1000000000</c:v>
                </c:pt>
                <c:pt idx="1929">
                  <c:v>1000000000</c:v>
                </c:pt>
                <c:pt idx="1930">
                  <c:v>1000000000</c:v>
                </c:pt>
                <c:pt idx="1931">
                  <c:v>1000000000</c:v>
                </c:pt>
                <c:pt idx="1932">
                  <c:v>1000000000</c:v>
                </c:pt>
                <c:pt idx="1933">
                  <c:v>1000000000</c:v>
                </c:pt>
                <c:pt idx="1934">
                  <c:v>1000000000</c:v>
                </c:pt>
                <c:pt idx="1935">
                  <c:v>1000000000</c:v>
                </c:pt>
                <c:pt idx="1936">
                  <c:v>1000000000</c:v>
                </c:pt>
                <c:pt idx="1937">
                  <c:v>1000000000</c:v>
                </c:pt>
                <c:pt idx="1938">
                  <c:v>1000000000</c:v>
                </c:pt>
                <c:pt idx="1939">
                  <c:v>1000000000</c:v>
                </c:pt>
                <c:pt idx="1940">
                  <c:v>1000000000</c:v>
                </c:pt>
                <c:pt idx="1941">
                  <c:v>1000000000</c:v>
                </c:pt>
                <c:pt idx="1942">
                  <c:v>1000000000</c:v>
                </c:pt>
                <c:pt idx="1943">
                  <c:v>1000000000</c:v>
                </c:pt>
                <c:pt idx="1944">
                  <c:v>1000000000</c:v>
                </c:pt>
                <c:pt idx="1945">
                  <c:v>1000000000</c:v>
                </c:pt>
                <c:pt idx="1946">
                  <c:v>1000000000</c:v>
                </c:pt>
                <c:pt idx="1947">
                  <c:v>1000000000</c:v>
                </c:pt>
                <c:pt idx="1948">
                  <c:v>1000000000</c:v>
                </c:pt>
                <c:pt idx="1949">
                  <c:v>1000000000</c:v>
                </c:pt>
                <c:pt idx="1950">
                  <c:v>1000000000</c:v>
                </c:pt>
                <c:pt idx="1951">
                  <c:v>1000000000</c:v>
                </c:pt>
                <c:pt idx="1952">
                  <c:v>1000000000</c:v>
                </c:pt>
                <c:pt idx="1953">
                  <c:v>1000000000</c:v>
                </c:pt>
                <c:pt idx="1954">
                  <c:v>1000000000</c:v>
                </c:pt>
                <c:pt idx="1955">
                  <c:v>1000000000</c:v>
                </c:pt>
                <c:pt idx="1956">
                  <c:v>1000000000</c:v>
                </c:pt>
                <c:pt idx="1957">
                  <c:v>1000000000</c:v>
                </c:pt>
                <c:pt idx="1958">
                  <c:v>1000000000</c:v>
                </c:pt>
                <c:pt idx="1959">
                  <c:v>1000000000</c:v>
                </c:pt>
                <c:pt idx="1960">
                  <c:v>1000000000</c:v>
                </c:pt>
                <c:pt idx="1961">
                  <c:v>1000000000</c:v>
                </c:pt>
                <c:pt idx="1962">
                  <c:v>1000000000</c:v>
                </c:pt>
                <c:pt idx="1963">
                  <c:v>1000000000</c:v>
                </c:pt>
                <c:pt idx="1964">
                  <c:v>1000000000</c:v>
                </c:pt>
                <c:pt idx="1965">
                  <c:v>1000000000</c:v>
                </c:pt>
                <c:pt idx="1966">
                  <c:v>1000000000</c:v>
                </c:pt>
                <c:pt idx="1967">
                  <c:v>1000000000</c:v>
                </c:pt>
                <c:pt idx="1968">
                  <c:v>1000000000</c:v>
                </c:pt>
                <c:pt idx="1969">
                  <c:v>1000000000</c:v>
                </c:pt>
                <c:pt idx="1970">
                  <c:v>1000000000</c:v>
                </c:pt>
                <c:pt idx="1971">
                  <c:v>1000000000</c:v>
                </c:pt>
                <c:pt idx="1972">
                  <c:v>1000000000</c:v>
                </c:pt>
                <c:pt idx="1973">
                  <c:v>1000000000</c:v>
                </c:pt>
                <c:pt idx="1974">
                  <c:v>1000000000</c:v>
                </c:pt>
                <c:pt idx="1975">
                  <c:v>1000000000</c:v>
                </c:pt>
                <c:pt idx="1976">
                  <c:v>1000000000</c:v>
                </c:pt>
                <c:pt idx="1977">
                  <c:v>1000000000</c:v>
                </c:pt>
                <c:pt idx="1978">
                  <c:v>1000000000</c:v>
                </c:pt>
                <c:pt idx="1979">
                  <c:v>1000000000</c:v>
                </c:pt>
                <c:pt idx="1980">
                  <c:v>1000000000</c:v>
                </c:pt>
                <c:pt idx="1981">
                  <c:v>1000000000</c:v>
                </c:pt>
                <c:pt idx="1982">
                  <c:v>1000000000</c:v>
                </c:pt>
                <c:pt idx="1983">
                  <c:v>1000000000</c:v>
                </c:pt>
                <c:pt idx="1984">
                  <c:v>1000000000</c:v>
                </c:pt>
                <c:pt idx="1985">
                  <c:v>1000000000</c:v>
                </c:pt>
                <c:pt idx="1986">
                  <c:v>1000000000</c:v>
                </c:pt>
                <c:pt idx="1987">
                  <c:v>1000000000</c:v>
                </c:pt>
                <c:pt idx="1988">
                  <c:v>1000000000</c:v>
                </c:pt>
                <c:pt idx="1989">
                  <c:v>1000000000</c:v>
                </c:pt>
                <c:pt idx="1990">
                  <c:v>1000000000</c:v>
                </c:pt>
                <c:pt idx="1991">
                  <c:v>1000000000</c:v>
                </c:pt>
                <c:pt idx="1992">
                  <c:v>1000000000</c:v>
                </c:pt>
                <c:pt idx="1993">
                  <c:v>1000000000</c:v>
                </c:pt>
                <c:pt idx="1994">
                  <c:v>1000000000</c:v>
                </c:pt>
                <c:pt idx="1995">
                  <c:v>1000000000</c:v>
                </c:pt>
                <c:pt idx="1996">
                  <c:v>1000000000</c:v>
                </c:pt>
                <c:pt idx="1997">
                  <c:v>1000000000</c:v>
                </c:pt>
                <c:pt idx="1998">
                  <c:v>1000000000</c:v>
                </c:pt>
                <c:pt idx="1999">
                  <c:v>1000000000</c:v>
                </c:pt>
                <c:pt idx="2000">
                  <c:v>1000000000</c:v>
                </c:pt>
                <c:pt idx="2001">
                  <c:v>1000000000</c:v>
                </c:pt>
                <c:pt idx="2002">
                  <c:v>1000000000</c:v>
                </c:pt>
                <c:pt idx="2003">
                  <c:v>1000000000</c:v>
                </c:pt>
                <c:pt idx="2004">
                  <c:v>1000000000</c:v>
                </c:pt>
                <c:pt idx="2005">
                  <c:v>1000000000</c:v>
                </c:pt>
                <c:pt idx="2006">
                  <c:v>1000000000</c:v>
                </c:pt>
                <c:pt idx="2007">
                  <c:v>1000000000</c:v>
                </c:pt>
                <c:pt idx="2008">
                  <c:v>1000000000</c:v>
                </c:pt>
                <c:pt idx="2009">
                  <c:v>1000000000</c:v>
                </c:pt>
                <c:pt idx="2010">
                  <c:v>1000000000</c:v>
                </c:pt>
                <c:pt idx="2011">
                  <c:v>1000000000</c:v>
                </c:pt>
                <c:pt idx="2012">
                  <c:v>1000000000</c:v>
                </c:pt>
                <c:pt idx="2013">
                  <c:v>1000000000</c:v>
                </c:pt>
                <c:pt idx="2014">
                  <c:v>1000000000</c:v>
                </c:pt>
                <c:pt idx="2015">
                  <c:v>1000000000</c:v>
                </c:pt>
                <c:pt idx="2016">
                  <c:v>1000000000</c:v>
                </c:pt>
                <c:pt idx="2017">
                  <c:v>1000000000</c:v>
                </c:pt>
                <c:pt idx="2018">
                  <c:v>1000000000</c:v>
                </c:pt>
                <c:pt idx="2019">
                  <c:v>1000000000</c:v>
                </c:pt>
                <c:pt idx="2020">
                  <c:v>1000000000</c:v>
                </c:pt>
                <c:pt idx="2021">
                  <c:v>1000000000</c:v>
                </c:pt>
                <c:pt idx="2022">
                  <c:v>1000000000</c:v>
                </c:pt>
                <c:pt idx="2023">
                  <c:v>1000000000</c:v>
                </c:pt>
                <c:pt idx="2024">
                  <c:v>1000000000</c:v>
                </c:pt>
                <c:pt idx="2025">
                  <c:v>1000000000</c:v>
                </c:pt>
                <c:pt idx="2026">
                  <c:v>1000000000</c:v>
                </c:pt>
                <c:pt idx="2027">
                  <c:v>1000000000</c:v>
                </c:pt>
                <c:pt idx="2028">
                  <c:v>1000000000</c:v>
                </c:pt>
                <c:pt idx="2029">
                  <c:v>1000000000</c:v>
                </c:pt>
                <c:pt idx="2030">
                  <c:v>1000000000</c:v>
                </c:pt>
                <c:pt idx="2031">
                  <c:v>1000000000</c:v>
                </c:pt>
                <c:pt idx="2032">
                  <c:v>1000000000</c:v>
                </c:pt>
                <c:pt idx="2033">
                  <c:v>1000000000</c:v>
                </c:pt>
                <c:pt idx="2034">
                  <c:v>1000000000</c:v>
                </c:pt>
                <c:pt idx="2035">
                  <c:v>1000000000</c:v>
                </c:pt>
                <c:pt idx="2036">
                  <c:v>1000000000</c:v>
                </c:pt>
                <c:pt idx="2037">
                  <c:v>1000000000</c:v>
                </c:pt>
                <c:pt idx="2038">
                  <c:v>1000000000</c:v>
                </c:pt>
                <c:pt idx="2039">
                  <c:v>1000000000</c:v>
                </c:pt>
                <c:pt idx="2040">
                  <c:v>1000000000</c:v>
                </c:pt>
                <c:pt idx="2041">
                  <c:v>1000000000</c:v>
                </c:pt>
                <c:pt idx="2042">
                  <c:v>1000000000</c:v>
                </c:pt>
                <c:pt idx="2043">
                  <c:v>1000000000</c:v>
                </c:pt>
                <c:pt idx="2044">
                  <c:v>1000000000</c:v>
                </c:pt>
                <c:pt idx="2045">
                  <c:v>1000000000</c:v>
                </c:pt>
                <c:pt idx="2046">
                  <c:v>1000000000</c:v>
                </c:pt>
                <c:pt idx="2047">
                  <c:v>1000000000</c:v>
                </c:pt>
                <c:pt idx="2048">
                  <c:v>1000000000</c:v>
                </c:pt>
                <c:pt idx="2049">
                  <c:v>1000000000</c:v>
                </c:pt>
                <c:pt idx="2050">
                  <c:v>1000000000</c:v>
                </c:pt>
                <c:pt idx="2051">
                  <c:v>1000000000</c:v>
                </c:pt>
                <c:pt idx="2052">
                  <c:v>1000000000</c:v>
                </c:pt>
                <c:pt idx="2053">
                  <c:v>1000000000</c:v>
                </c:pt>
                <c:pt idx="2054">
                  <c:v>1000000000</c:v>
                </c:pt>
                <c:pt idx="2055">
                  <c:v>1000000000</c:v>
                </c:pt>
                <c:pt idx="2056">
                  <c:v>1000000000</c:v>
                </c:pt>
                <c:pt idx="2057">
                  <c:v>1000000000</c:v>
                </c:pt>
                <c:pt idx="2058">
                  <c:v>1000000000</c:v>
                </c:pt>
                <c:pt idx="2059">
                  <c:v>1000000000</c:v>
                </c:pt>
                <c:pt idx="2060">
                  <c:v>1000000000</c:v>
                </c:pt>
                <c:pt idx="2061">
                  <c:v>1000000000</c:v>
                </c:pt>
                <c:pt idx="2062">
                  <c:v>1000000000</c:v>
                </c:pt>
                <c:pt idx="2063">
                  <c:v>1000000000</c:v>
                </c:pt>
                <c:pt idx="2064">
                  <c:v>1000000000</c:v>
                </c:pt>
                <c:pt idx="2065">
                  <c:v>1000000000</c:v>
                </c:pt>
                <c:pt idx="2066">
                  <c:v>1000000000</c:v>
                </c:pt>
                <c:pt idx="2067">
                  <c:v>1000000000</c:v>
                </c:pt>
                <c:pt idx="2068">
                  <c:v>1000000000</c:v>
                </c:pt>
                <c:pt idx="2069">
                  <c:v>1000000000</c:v>
                </c:pt>
                <c:pt idx="2070">
                  <c:v>1000000000</c:v>
                </c:pt>
                <c:pt idx="2071">
                  <c:v>1000000000</c:v>
                </c:pt>
                <c:pt idx="2072">
                  <c:v>1000000000</c:v>
                </c:pt>
                <c:pt idx="2073">
                  <c:v>1000000000</c:v>
                </c:pt>
                <c:pt idx="2074">
                  <c:v>1000000000</c:v>
                </c:pt>
                <c:pt idx="2075">
                  <c:v>1000000000</c:v>
                </c:pt>
                <c:pt idx="2076">
                  <c:v>1000000000</c:v>
                </c:pt>
                <c:pt idx="2077">
                  <c:v>1000000000</c:v>
                </c:pt>
                <c:pt idx="2078">
                  <c:v>1000000000</c:v>
                </c:pt>
                <c:pt idx="2079">
                  <c:v>1000000000</c:v>
                </c:pt>
                <c:pt idx="2080">
                  <c:v>1000000000</c:v>
                </c:pt>
                <c:pt idx="2081">
                  <c:v>1000000000</c:v>
                </c:pt>
                <c:pt idx="2082">
                  <c:v>1000000000</c:v>
                </c:pt>
                <c:pt idx="2083">
                  <c:v>1000000000</c:v>
                </c:pt>
                <c:pt idx="2084">
                  <c:v>1000000000</c:v>
                </c:pt>
                <c:pt idx="2085">
                  <c:v>1000000000</c:v>
                </c:pt>
                <c:pt idx="2086">
                  <c:v>1000000000</c:v>
                </c:pt>
                <c:pt idx="2087">
                  <c:v>1000000000</c:v>
                </c:pt>
                <c:pt idx="2088">
                  <c:v>1000000000</c:v>
                </c:pt>
                <c:pt idx="2089">
                  <c:v>1000000000</c:v>
                </c:pt>
                <c:pt idx="2090">
                  <c:v>1000000000</c:v>
                </c:pt>
                <c:pt idx="2091">
                  <c:v>1000000000</c:v>
                </c:pt>
                <c:pt idx="2092">
                  <c:v>1000000000</c:v>
                </c:pt>
                <c:pt idx="2093">
                  <c:v>1000000000</c:v>
                </c:pt>
                <c:pt idx="2094">
                  <c:v>1000000000</c:v>
                </c:pt>
                <c:pt idx="2095">
                  <c:v>1000000000</c:v>
                </c:pt>
                <c:pt idx="2096">
                  <c:v>1000000000</c:v>
                </c:pt>
                <c:pt idx="2097">
                  <c:v>1000000000</c:v>
                </c:pt>
                <c:pt idx="2098">
                  <c:v>1000000000</c:v>
                </c:pt>
                <c:pt idx="2099">
                  <c:v>1000000000</c:v>
                </c:pt>
                <c:pt idx="2100">
                  <c:v>1000000000</c:v>
                </c:pt>
                <c:pt idx="2101">
                  <c:v>1000000000</c:v>
                </c:pt>
                <c:pt idx="2102">
                  <c:v>1000000000</c:v>
                </c:pt>
                <c:pt idx="2103">
                  <c:v>1000000000</c:v>
                </c:pt>
                <c:pt idx="2104">
                  <c:v>1000000000</c:v>
                </c:pt>
                <c:pt idx="2105">
                  <c:v>1000000000</c:v>
                </c:pt>
                <c:pt idx="2106">
                  <c:v>1000000000</c:v>
                </c:pt>
                <c:pt idx="2107">
                  <c:v>1000000000</c:v>
                </c:pt>
                <c:pt idx="2108">
                  <c:v>1000000000</c:v>
                </c:pt>
                <c:pt idx="2109">
                  <c:v>1000000000</c:v>
                </c:pt>
                <c:pt idx="2110">
                  <c:v>1000000000</c:v>
                </c:pt>
                <c:pt idx="2111">
                  <c:v>1000000000</c:v>
                </c:pt>
                <c:pt idx="2112">
                  <c:v>1000000000</c:v>
                </c:pt>
                <c:pt idx="2113">
                  <c:v>1000000000</c:v>
                </c:pt>
                <c:pt idx="2114">
                  <c:v>1000000000</c:v>
                </c:pt>
                <c:pt idx="2115">
                  <c:v>1000000000</c:v>
                </c:pt>
                <c:pt idx="2116">
                  <c:v>1000000000</c:v>
                </c:pt>
                <c:pt idx="2117">
                  <c:v>1000000000</c:v>
                </c:pt>
                <c:pt idx="2118">
                  <c:v>1000000000</c:v>
                </c:pt>
                <c:pt idx="2119">
                  <c:v>1000000000</c:v>
                </c:pt>
                <c:pt idx="2120">
                  <c:v>1000000000</c:v>
                </c:pt>
                <c:pt idx="2121">
                  <c:v>1000000000</c:v>
                </c:pt>
                <c:pt idx="2122">
                  <c:v>1000000000</c:v>
                </c:pt>
                <c:pt idx="2123">
                  <c:v>1000000000</c:v>
                </c:pt>
                <c:pt idx="2124">
                  <c:v>1000000000</c:v>
                </c:pt>
                <c:pt idx="2125">
                  <c:v>1000000000</c:v>
                </c:pt>
                <c:pt idx="2126">
                  <c:v>1000000000</c:v>
                </c:pt>
                <c:pt idx="2127">
                  <c:v>1000000000</c:v>
                </c:pt>
                <c:pt idx="2128">
                  <c:v>1000000000</c:v>
                </c:pt>
                <c:pt idx="2129">
                  <c:v>1000000000</c:v>
                </c:pt>
                <c:pt idx="2130">
                  <c:v>1000000000</c:v>
                </c:pt>
                <c:pt idx="2131">
                  <c:v>1000000000</c:v>
                </c:pt>
                <c:pt idx="2132">
                  <c:v>1000000000</c:v>
                </c:pt>
                <c:pt idx="2133">
                  <c:v>1000000000</c:v>
                </c:pt>
                <c:pt idx="2134">
                  <c:v>1000000000</c:v>
                </c:pt>
                <c:pt idx="2135">
                  <c:v>1000000000</c:v>
                </c:pt>
                <c:pt idx="2136">
                  <c:v>1000000000</c:v>
                </c:pt>
                <c:pt idx="2137">
                  <c:v>1000000000</c:v>
                </c:pt>
                <c:pt idx="2138">
                  <c:v>1000000000</c:v>
                </c:pt>
                <c:pt idx="2139">
                  <c:v>1000000000</c:v>
                </c:pt>
                <c:pt idx="2140">
                  <c:v>1000000000</c:v>
                </c:pt>
                <c:pt idx="2141">
                  <c:v>1000000000</c:v>
                </c:pt>
                <c:pt idx="2142">
                  <c:v>1000000000</c:v>
                </c:pt>
                <c:pt idx="2143">
                  <c:v>1000000000</c:v>
                </c:pt>
                <c:pt idx="2144">
                  <c:v>1000000000</c:v>
                </c:pt>
                <c:pt idx="2145">
                  <c:v>1000000000</c:v>
                </c:pt>
                <c:pt idx="2146">
                  <c:v>1000000000</c:v>
                </c:pt>
                <c:pt idx="2147">
                  <c:v>1000000000</c:v>
                </c:pt>
                <c:pt idx="2148">
                  <c:v>1000000000</c:v>
                </c:pt>
                <c:pt idx="2149">
                  <c:v>1000000000</c:v>
                </c:pt>
                <c:pt idx="2150">
                  <c:v>1000000000</c:v>
                </c:pt>
                <c:pt idx="2151">
                  <c:v>1000000000</c:v>
                </c:pt>
                <c:pt idx="2152">
                  <c:v>1000000000</c:v>
                </c:pt>
                <c:pt idx="2153">
                  <c:v>1000000000</c:v>
                </c:pt>
                <c:pt idx="2154">
                  <c:v>1000000000</c:v>
                </c:pt>
                <c:pt idx="2155">
                  <c:v>1000000000</c:v>
                </c:pt>
                <c:pt idx="2156">
                  <c:v>1000000000</c:v>
                </c:pt>
                <c:pt idx="2157">
                  <c:v>1000000000</c:v>
                </c:pt>
                <c:pt idx="2158">
                  <c:v>1000000000</c:v>
                </c:pt>
                <c:pt idx="2159">
                  <c:v>1000000000</c:v>
                </c:pt>
                <c:pt idx="2160">
                  <c:v>1000000000</c:v>
                </c:pt>
                <c:pt idx="2161">
                  <c:v>1000000000</c:v>
                </c:pt>
                <c:pt idx="2162">
                  <c:v>1000000000</c:v>
                </c:pt>
                <c:pt idx="2163">
                  <c:v>1000000000</c:v>
                </c:pt>
                <c:pt idx="2164">
                  <c:v>1000000000</c:v>
                </c:pt>
                <c:pt idx="2165">
                  <c:v>1000000000</c:v>
                </c:pt>
                <c:pt idx="2166">
                  <c:v>1000000000</c:v>
                </c:pt>
                <c:pt idx="2167">
                  <c:v>1000000000</c:v>
                </c:pt>
                <c:pt idx="2168">
                  <c:v>1000000000</c:v>
                </c:pt>
                <c:pt idx="2169">
                  <c:v>1000000000</c:v>
                </c:pt>
                <c:pt idx="2170">
                  <c:v>1000000000</c:v>
                </c:pt>
                <c:pt idx="2171">
                  <c:v>1000000000</c:v>
                </c:pt>
                <c:pt idx="2172">
                  <c:v>1000000000</c:v>
                </c:pt>
                <c:pt idx="2173">
                  <c:v>1000000000</c:v>
                </c:pt>
                <c:pt idx="2174">
                  <c:v>1000000000</c:v>
                </c:pt>
                <c:pt idx="2175">
                  <c:v>1000000000</c:v>
                </c:pt>
                <c:pt idx="2176">
                  <c:v>1000000000</c:v>
                </c:pt>
                <c:pt idx="2177">
                  <c:v>1000000000</c:v>
                </c:pt>
                <c:pt idx="2178">
                  <c:v>1000000000</c:v>
                </c:pt>
                <c:pt idx="2179">
                  <c:v>1000000000</c:v>
                </c:pt>
                <c:pt idx="2180">
                  <c:v>1000000000</c:v>
                </c:pt>
                <c:pt idx="2181">
                  <c:v>1000000000</c:v>
                </c:pt>
                <c:pt idx="2182">
                  <c:v>1000000000</c:v>
                </c:pt>
                <c:pt idx="2183">
                  <c:v>1000000000</c:v>
                </c:pt>
                <c:pt idx="2184">
                  <c:v>1000000000</c:v>
                </c:pt>
                <c:pt idx="2185">
                  <c:v>1000000000</c:v>
                </c:pt>
                <c:pt idx="2186">
                  <c:v>1000000000</c:v>
                </c:pt>
                <c:pt idx="2187">
                  <c:v>1000000000</c:v>
                </c:pt>
                <c:pt idx="2188">
                  <c:v>1000000000</c:v>
                </c:pt>
                <c:pt idx="2189">
                  <c:v>1000000000</c:v>
                </c:pt>
                <c:pt idx="2190">
                  <c:v>1000000000</c:v>
                </c:pt>
                <c:pt idx="2191">
                  <c:v>1000000000</c:v>
                </c:pt>
                <c:pt idx="2192">
                  <c:v>1000000000</c:v>
                </c:pt>
                <c:pt idx="2193">
                  <c:v>1000000000</c:v>
                </c:pt>
                <c:pt idx="2194">
                  <c:v>1000000000</c:v>
                </c:pt>
                <c:pt idx="2195">
                  <c:v>1000000000</c:v>
                </c:pt>
                <c:pt idx="2196">
                  <c:v>1000000000</c:v>
                </c:pt>
                <c:pt idx="2197">
                  <c:v>1000000000</c:v>
                </c:pt>
                <c:pt idx="2198">
                  <c:v>1000000000</c:v>
                </c:pt>
                <c:pt idx="2199">
                  <c:v>1000000000</c:v>
                </c:pt>
                <c:pt idx="2200">
                  <c:v>1000000000</c:v>
                </c:pt>
                <c:pt idx="2201">
                  <c:v>1000000000</c:v>
                </c:pt>
                <c:pt idx="2202">
                  <c:v>1000000000</c:v>
                </c:pt>
                <c:pt idx="2203">
                  <c:v>1000000000</c:v>
                </c:pt>
                <c:pt idx="2204">
                  <c:v>1000000000</c:v>
                </c:pt>
                <c:pt idx="2205">
                  <c:v>1000000000</c:v>
                </c:pt>
                <c:pt idx="2206">
                  <c:v>1000000000</c:v>
                </c:pt>
                <c:pt idx="2207">
                  <c:v>1000000000</c:v>
                </c:pt>
                <c:pt idx="2208">
                  <c:v>1000000000</c:v>
                </c:pt>
                <c:pt idx="2209">
                  <c:v>1000000000</c:v>
                </c:pt>
                <c:pt idx="2210">
                  <c:v>1000000000</c:v>
                </c:pt>
                <c:pt idx="2211">
                  <c:v>1000000000</c:v>
                </c:pt>
                <c:pt idx="2212">
                  <c:v>1000000000</c:v>
                </c:pt>
                <c:pt idx="2213">
                  <c:v>1000000000</c:v>
                </c:pt>
                <c:pt idx="2214">
                  <c:v>1000000000</c:v>
                </c:pt>
                <c:pt idx="2215">
                  <c:v>1000000000</c:v>
                </c:pt>
                <c:pt idx="2216">
                  <c:v>1000000000</c:v>
                </c:pt>
                <c:pt idx="2217">
                  <c:v>1000000000</c:v>
                </c:pt>
                <c:pt idx="2218">
                  <c:v>1000000000</c:v>
                </c:pt>
                <c:pt idx="2219">
                  <c:v>1000000000</c:v>
                </c:pt>
                <c:pt idx="2220">
                  <c:v>1000000000</c:v>
                </c:pt>
                <c:pt idx="2221">
                  <c:v>1000000000</c:v>
                </c:pt>
                <c:pt idx="2222">
                  <c:v>1000000000</c:v>
                </c:pt>
                <c:pt idx="2223">
                  <c:v>1000000000</c:v>
                </c:pt>
                <c:pt idx="2224">
                  <c:v>1000000000</c:v>
                </c:pt>
                <c:pt idx="2225">
                  <c:v>1000000000</c:v>
                </c:pt>
                <c:pt idx="2226">
                  <c:v>1000000000</c:v>
                </c:pt>
                <c:pt idx="2227">
                  <c:v>1000000000</c:v>
                </c:pt>
                <c:pt idx="2228">
                  <c:v>1000000000</c:v>
                </c:pt>
                <c:pt idx="2229">
                  <c:v>1000000000</c:v>
                </c:pt>
                <c:pt idx="2230">
                  <c:v>1000000000</c:v>
                </c:pt>
                <c:pt idx="2231">
                  <c:v>1000000000</c:v>
                </c:pt>
                <c:pt idx="2232">
                  <c:v>1000000000</c:v>
                </c:pt>
                <c:pt idx="2233">
                  <c:v>1000000000</c:v>
                </c:pt>
                <c:pt idx="2234">
                  <c:v>1000000000</c:v>
                </c:pt>
                <c:pt idx="2235">
                  <c:v>1000000000</c:v>
                </c:pt>
                <c:pt idx="2236">
                  <c:v>1000000000</c:v>
                </c:pt>
                <c:pt idx="2237">
                  <c:v>1000000000</c:v>
                </c:pt>
                <c:pt idx="2238">
                  <c:v>1000000000</c:v>
                </c:pt>
                <c:pt idx="2239">
                  <c:v>1000000000</c:v>
                </c:pt>
                <c:pt idx="2240">
                  <c:v>1000000000</c:v>
                </c:pt>
                <c:pt idx="2241">
                  <c:v>1000000000</c:v>
                </c:pt>
                <c:pt idx="2242">
                  <c:v>1000000000</c:v>
                </c:pt>
                <c:pt idx="2243">
                  <c:v>1000000000</c:v>
                </c:pt>
                <c:pt idx="2244">
                  <c:v>1000000000</c:v>
                </c:pt>
                <c:pt idx="2245">
                  <c:v>1000000000</c:v>
                </c:pt>
                <c:pt idx="2246">
                  <c:v>1000000000</c:v>
                </c:pt>
                <c:pt idx="2247">
                  <c:v>1000000000</c:v>
                </c:pt>
                <c:pt idx="2248">
                  <c:v>1000000000</c:v>
                </c:pt>
                <c:pt idx="2249">
                  <c:v>1000000000</c:v>
                </c:pt>
                <c:pt idx="2250">
                  <c:v>1000000000</c:v>
                </c:pt>
                <c:pt idx="2251">
                  <c:v>1000000000</c:v>
                </c:pt>
                <c:pt idx="2252">
                  <c:v>1000000000</c:v>
                </c:pt>
                <c:pt idx="2253">
                  <c:v>1000000000</c:v>
                </c:pt>
                <c:pt idx="2254">
                  <c:v>1000000000</c:v>
                </c:pt>
                <c:pt idx="2255">
                  <c:v>1000000000</c:v>
                </c:pt>
                <c:pt idx="2256">
                  <c:v>1000000000</c:v>
                </c:pt>
                <c:pt idx="2257">
                  <c:v>1000000000</c:v>
                </c:pt>
                <c:pt idx="2258">
                  <c:v>1000000000</c:v>
                </c:pt>
                <c:pt idx="2259">
                  <c:v>1000000000</c:v>
                </c:pt>
                <c:pt idx="2260">
                  <c:v>1000000000</c:v>
                </c:pt>
                <c:pt idx="2261">
                  <c:v>1000000000</c:v>
                </c:pt>
                <c:pt idx="2262">
                  <c:v>1000000000</c:v>
                </c:pt>
                <c:pt idx="2263">
                  <c:v>1000000000</c:v>
                </c:pt>
                <c:pt idx="2264">
                  <c:v>1000000000</c:v>
                </c:pt>
                <c:pt idx="2265">
                  <c:v>1000000000</c:v>
                </c:pt>
                <c:pt idx="2266">
                  <c:v>1000000000</c:v>
                </c:pt>
                <c:pt idx="2267">
                  <c:v>1000000000</c:v>
                </c:pt>
                <c:pt idx="2268">
                  <c:v>1000000000</c:v>
                </c:pt>
                <c:pt idx="2269">
                  <c:v>1000000000</c:v>
                </c:pt>
                <c:pt idx="2270">
                  <c:v>1000000000</c:v>
                </c:pt>
                <c:pt idx="2271">
                  <c:v>1000000000</c:v>
                </c:pt>
                <c:pt idx="2272">
                  <c:v>1000000000</c:v>
                </c:pt>
                <c:pt idx="2273">
                  <c:v>1000000000</c:v>
                </c:pt>
                <c:pt idx="2274">
                  <c:v>1000000000</c:v>
                </c:pt>
                <c:pt idx="2275">
                  <c:v>1000000000</c:v>
                </c:pt>
                <c:pt idx="2276">
                  <c:v>1000000000</c:v>
                </c:pt>
                <c:pt idx="2277">
                  <c:v>1000000000</c:v>
                </c:pt>
                <c:pt idx="2278">
                  <c:v>1000000000</c:v>
                </c:pt>
                <c:pt idx="2279">
                  <c:v>1000000000</c:v>
                </c:pt>
                <c:pt idx="2280">
                  <c:v>1000000000</c:v>
                </c:pt>
                <c:pt idx="2281">
                  <c:v>1000000000</c:v>
                </c:pt>
                <c:pt idx="2282">
                  <c:v>1000000000</c:v>
                </c:pt>
                <c:pt idx="2283">
                  <c:v>1000000000</c:v>
                </c:pt>
                <c:pt idx="2284">
                  <c:v>1000000000</c:v>
                </c:pt>
                <c:pt idx="2285">
                  <c:v>1000000000</c:v>
                </c:pt>
                <c:pt idx="2286">
                  <c:v>1000000000</c:v>
                </c:pt>
                <c:pt idx="2287">
                  <c:v>1000000000</c:v>
                </c:pt>
                <c:pt idx="2288">
                  <c:v>1000000000</c:v>
                </c:pt>
                <c:pt idx="2289">
                  <c:v>1000000000</c:v>
                </c:pt>
                <c:pt idx="2290">
                  <c:v>1000000000</c:v>
                </c:pt>
                <c:pt idx="2291">
                  <c:v>1000000000</c:v>
                </c:pt>
                <c:pt idx="2292">
                  <c:v>1000000000</c:v>
                </c:pt>
                <c:pt idx="2293">
                  <c:v>1000000000</c:v>
                </c:pt>
                <c:pt idx="2294">
                  <c:v>1000000000</c:v>
                </c:pt>
                <c:pt idx="2295">
                  <c:v>1000000000</c:v>
                </c:pt>
                <c:pt idx="2296">
                  <c:v>1000000000</c:v>
                </c:pt>
                <c:pt idx="2297">
                  <c:v>1000000000</c:v>
                </c:pt>
                <c:pt idx="2298">
                  <c:v>1000000000</c:v>
                </c:pt>
                <c:pt idx="2299">
                  <c:v>1000000000</c:v>
                </c:pt>
                <c:pt idx="2300">
                  <c:v>1000000000</c:v>
                </c:pt>
                <c:pt idx="2301">
                  <c:v>1000000000</c:v>
                </c:pt>
                <c:pt idx="2302">
                  <c:v>1000000000</c:v>
                </c:pt>
                <c:pt idx="2303">
                  <c:v>1000000000</c:v>
                </c:pt>
                <c:pt idx="2304">
                  <c:v>1000000000</c:v>
                </c:pt>
                <c:pt idx="2305">
                  <c:v>1000000000</c:v>
                </c:pt>
                <c:pt idx="2306">
                  <c:v>1000000000</c:v>
                </c:pt>
                <c:pt idx="2307">
                  <c:v>1000000000</c:v>
                </c:pt>
                <c:pt idx="2308">
                  <c:v>1000000000</c:v>
                </c:pt>
                <c:pt idx="2309">
                  <c:v>1000000000</c:v>
                </c:pt>
                <c:pt idx="2310">
                  <c:v>1000000000</c:v>
                </c:pt>
                <c:pt idx="2311">
                  <c:v>1000000000</c:v>
                </c:pt>
                <c:pt idx="2312">
                  <c:v>1000000000</c:v>
                </c:pt>
                <c:pt idx="2313">
                  <c:v>1000000000</c:v>
                </c:pt>
                <c:pt idx="2314">
                  <c:v>1000000000</c:v>
                </c:pt>
                <c:pt idx="2315">
                  <c:v>1000000000</c:v>
                </c:pt>
                <c:pt idx="2316">
                  <c:v>1000000000</c:v>
                </c:pt>
                <c:pt idx="2317">
                  <c:v>1000000000</c:v>
                </c:pt>
                <c:pt idx="2318">
                  <c:v>1000000000</c:v>
                </c:pt>
                <c:pt idx="2319">
                  <c:v>1000000000</c:v>
                </c:pt>
                <c:pt idx="2320">
                  <c:v>1000000000</c:v>
                </c:pt>
                <c:pt idx="2321">
                  <c:v>1000000000</c:v>
                </c:pt>
                <c:pt idx="2322">
                  <c:v>1000000000</c:v>
                </c:pt>
                <c:pt idx="2323">
                  <c:v>1000000000</c:v>
                </c:pt>
                <c:pt idx="2324">
                  <c:v>1000000000</c:v>
                </c:pt>
                <c:pt idx="2325">
                  <c:v>1000000000</c:v>
                </c:pt>
                <c:pt idx="2326">
                  <c:v>1000000000</c:v>
                </c:pt>
                <c:pt idx="2327">
                  <c:v>1000000000</c:v>
                </c:pt>
                <c:pt idx="2328">
                  <c:v>1000000000</c:v>
                </c:pt>
                <c:pt idx="2329">
                  <c:v>1000000000</c:v>
                </c:pt>
                <c:pt idx="2330">
                  <c:v>1000000000</c:v>
                </c:pt>
                <c:pt idx="2331">
                  <c:v>1000000000</c:v>
                </c:pt>
                <c:pt idx="2332">
                  <c:v>1000000000</c:v>
                </c:pt>
                <c:pt idx="2333">
                  <c:v>1000000000</c:v>
                </c:pt>
                <c:pt idx="2334">
                  <c:v>1000000000</c:v>
                </c:pt>
                <c:pt idx="2335">
                  <c:v>1000000000</c:v>
                </c:pt>
                <c:pt idx="2336">
                  <c:v>1000000000</c:v>
                </c:pt>
                <c:pt idx="2337">
                  <c:v>1000000000</c:v>
                </c:pt>
                <c:pt idx="2338">
                  <c:v>1000000000</c:v>
                </c:pt>
                <c:pt idx="2339">
                  <c:v>1000000000</c:v>
                </c:pt>
                <c:pt idx="2340">
                  <c:v>1000000000</c:v>
                </c:pt>
                <c:pt idx="2341">
                  <c:v>1000000000</c:v>
                </c:pt>
                <c:pt idx="2342">
                  <c:v>1000000000</c:v>
                </c:pt>
                <c:pt idx="2343">
                  <c:v>1000000000</c:v>
                </c:pt>
                <c:pt idx="2344">
                  <c:v>1000000000</c:v>
                </c:pt>
                <c:pt idx="2345">
                  <c:v>1000000000</c:v>
                </c:pt>
                <c:pt idx="2346">
                  <c:v>1000000000</c:v>
                </c:pt>
                <c:pt idx="2347">
                  <c:v>1000000000</c:v>
                </c:pt>
                <c:pt idx="2348">
                  <c:v>1000000000</c:v>
                </c:pt>
                <c:pt idx="2349">
                  <c:v>1000000000</c:v>
                </c:pt>
                <c:pt idx="2350">
                  <c:v>1000000000</c:v>
                </c:pt>
                <c:pt idx="2351">
                  <c:v>1000000000</c:v>
                </c:pt>
                <c:pt idx="2352">
                  <c:v>1000000000</c:v>
                </c:pt>
                <c:pt idx="2353">
                  <c:v>1000000000</c:v>
                </c:pt>
                <c:pt idx="2354">
                  <c:v>1000000000</c:v>
                </c:pt>
                <c:pt idx="2355">
                  <c:v>1000000000</c:v>
                </c:pt>
                <c:pt idx="2356">
                  <c:v>1000000000</c:v>
                </c:pt>
                <c:pt idx="2357">
                  <c:v>1000000000</c:v>
                </c:pt>
                <c:pt idx="2358">
                  <c:v>1000000000</c:v>
                </c:pt>
                <c:pt idx="2359">
                  <c:v>1000000000</c:v>
                </c:pt>
                <c:pt idx="2360">
                  <c:v>1000000000</c:v>
                </c:pt>
                <c:pt idx="2361">
                  <c:v>1000000000</c:v>
                </c:pt>
                <c:pt idx="2362">
                  <c:v>1000000000</c:v>
                </c:pt>
                <c:pt idx="2363">
                  <c:v>1000000000</c:v>
                </c:pt>
                <c:pt idx="2364">
                  <c:v>1000000000</c:v>
                </c:pt>
                <c:pt idx="2365">
                  <c:v>1000000000</c:v>
                </c:pt>
                <c:pt idx="2366">
                  <c:v>1000000000</c:v>
                </c:pt>
                <c:pt idx="2367">
                  <c:v>1000000000</c:v>
                </c:pt>
                <c:pt idx="2368">
                  <c:v>1000000000</c:v>
                </c:pt>
                <c:pt idx="2369">
                  <c:v>1000000000</c:v>
                </c:pt>
                <c:pt idx="2370">
                  <c:v>1000000000</c:v>
                </c:pt>
                <c:pt idx="2371">
                  <c:v>1000000000</c:v>
                </c:pt>
                <c:pt idx="2372">
                  <c:v>1000000000</c:v>
                </c:pt>
                <c:pt idx="2373">
                  <c:v>1000000000</c:v>
                </c:pt>
                <c:pt idx="2374">
                  <c:v>1000000000</c:v>
                </c:pt>
                <c:pt idx="2375">
                  <c:v>1000000000</c:v>
                </c:pt>
                <c:pt idx="2376">
                  <c:v>1000000000</c:v>
                </c:pt>
                <c:pt idx="2377">
                  <c:v>1000000000</c:v>
                </c:pt>
                <c:pt idx="2378">
                  <c:v>1000000000</c:v>
                </c:pt>
                <c:pt idx="2379">
                  <c:v>1000000000</c:v>
                </c:pt>
                <c:pt idx="2380">
                  <c:v>1000000000</c:v>
                </c:pt>
                <c:pt idx="2381">
                  <c:v>1000000000</c:v>
                </c:pt>
                <c:pt idx="2382">
                  <c:v>1000000000</c:v>
                </c:pt>
                <c:pt idx="2383">
                  <c:v>1000000000</c:v>
                </c:pt>
                <c:pt idx="2384">
                  <c:v>1000000000</c:v>
                </c:pt>
                <c:pt idx="2385">
                  <c:v>1000000000</c:v>
                </c:pt>
                <c:pt idx="2386">
                  <c:v>1000000000</c:v>
                </c:pt>
                <c:pt idx="2387">
                  <c:v>1000000000</c:v>
                </c:pt>
                <c:pt idx="2388">
                  <c:v>1000000000</c:v>
                </c:pt>
                <c:pt idx="2389">
                  <c:v>1000000000</c:v>
                </c:pt>
                <c:pt idx="2390">
                  <c:v>1000000000</c:v>
                </c:pt>
                <c:pt idx="2391">
                  <c:v>1000000000</c:v>
                </c:pt>
                <c:pt idx="2392">
                  <c:v>1000000000</c:v>
                </c:pt>
                <c:pt idx="2393">
                  <c:v>1000000000</c:v>
                </c:pt>
                <c:pt idx="2394">
                  <c:v>1000000000</c:v>
                </c:pt>
                <c:pt idx="2395">
                  <c:v>1000000000</c:v>
                </c:pt>
                <c:pt idx="2396">
                  <c:v>1000000000</c:v>
                </c:pt>
                <c:pt idx="2397">
                  <c:v>1000000000</c:v>
                </c:pt>
                <c:pt idx="2398">
                  <c:v>1000000000</c:v>
                </c:pt>
                <c:pt idx="2399">
                  <c:v>1000000000</c:v>
                </c:pt>
                <c:pt idx="2400">
                  <c:v>1000000000</c:v>
                </c:pt>
                <c:pt idx="2401">
                  <c:v>1000000000</c:v>
                </c:pt>
                <c:pt idx="2402">
                  <c:v>1000000000</c:v>
                </c:pt>
                <c:pt idx="2403">
                  <c:v>1000000000</c:v>
                </c:pt>
                <c:pt idx="2404">
                  <c:v>1000000000</c:v>
                </c:pt>
                <c:pt idx="2405">
                  <c:v>1000000000</c:v>
                </c:pt>
                <c:pt idx="2406">
                  <c:v>1000000000</c:v>
                </c:pt>
                <c:pt idx="2407">
                  <c:v>1000000000</c:v>
                </c:pt>
                <c:pt idx="2408">
                  <c:v>1000000000</c:v>
                </c:pt>
                <c:pt idx="2409">
                  <c:v>1000000000</c:v>
                </c:pt>
                <c:pt idx="2410">
                  <c:v>1000000000</c:v>
                </c:pt>
                <c:pt idx="2411">
                  <c:v>1000000000</c:v>
                </c:pt>
                <c:pt idx="2412">
                  <c:v>1000000000</c:v>
                </c:pt>
                <c:pt idx="2413">
                  <c:v>1000000000</c:v>
                </c:pt>
                <c:pt idx="2414">
                  <c:v>1000000000</c:v>
                </c:pt>
                <c:pt idx="2415">
                  <c:v>1000000000</c:v>
                </c:pt>
                <c:pt idx="2416">
                  <c:v>1000000000</c:v>
                </c:pt>
                <c:pt idx="2417">
                  <c:v>1000000000</c:v>
                </c:pt>
                <c:pt idx="2418">
                  <c:v>1000000000</c:v>
                </c:pt>
                <c:pt idx="2419">
                  <c:v>1000000000</c:v>
                </c:pt>
                <c:pt idx="2420">
                  <c:v>1000000000</c:v>
                </c:pt>
                <c:pt idx="2421">
                  <c:v>1000000000</c:v>
                </c:pt>
                <c:pt idx="2422">
                  <c:v>1000000000</c:v>
                </c:pt>
                <c:pt idx="2423">
                  <c:v>1000000000</c:v>
                </c:pt>
                <c:pt idx="2424">
                  <c:v>1000000000</c:v>
                </c:pt>
                <c:pt idx="2425">
                  <c:v>1000000000</c:v>
                </c:pt>
                <c:pt idx="2426">
                  <c:v>1000000000</c:v>
                </c:pt>
                <c:pt idx="2427">
                  <c:v>1000000000</c:v>
                </c:pt>
                <c:pt idx="2428">
                  <c:v>1000000000</c:v>
                </c:pt>
                <c:pt idx="2429">
                  <c:v>1000000000</c:v>
                </c:pt>
                <c:pt idx="2430">
                  <c:v>1000000000</c:v>
                </c:pt>
                <c:pt idx="2431">
                  <c:v>1000000000</c:v>
                </c:pt>
                <c:pt idx="2432">
                  <c:v>1000000000</c:v>
                </c:pt>
                <c:pt idx="2433">
                  <c:v>1000000000</c:v>
                </c:pt>
                <c:pt idx="2434">
                  <c:v>1000000000</c:v>
                </c:pt>
                <c:pt idx="2435">
                  <c:v>1000000000</c:v>
                </c:pt>
                <c:pt idx="2436">
                  <c:v>1000000000</c:v>
                </c:pt>
                <c:pt idx="2437">
                  <c:v>1000000000</c:v>
                </c:pt>
                <c:pt idx="2438">
                  <c:v>1000000000</c:v>
                </c:pt>
                <c:pt idx="2439">
                  <c:v>1000000000</c:v>
                </c:pt>
                <c:pt idx="2440">
                  <c:v>1000000000</c:v>
                </c:pt>
                <c:pt idx="2441">
                  <c:v>1000000000</c:v>
                </c:pt>
                <c:pt idx="2442">
                  <c:v>1000000000</c:v>
                </c:pt>
                <c:pt idx="2443">
                  <c:v>1000000000</c:v>
                </c:pt>
                <c:pt idx="2444">
                  <c:v>1000000000</c:v>
                </c:pt>
                <c:pt idx="2445">
                  <c:v>1000000000</c:v>
                </c:pt>
                <c:pt idx="2446">
                  <c:v>1000000000</c:v>
                </c:pt>
                <c:pt idx="2447">
                  <c:v>1000000000</c:v>
                </c:pt>
                <c:pt idx="2448">
                  <c:v>1000000000</c:v>
                </c:pt>
                <c:pt idx="2449">
                  <c:v>1000000000</c:v>
                </c:pt>
                <c:pt idx="2450">
                  <c:v>1000000000</c:v>
                </c:pt>
                <c:pt idx="2451">
                  <c:v>1000000000</c:v>
                </c:pt>
                <c:pt idx="2452">
                  <c:v>1000000000</c:v>
                </c:pt>
                <c:pt idx="2453">
                  <c:v>1000000000</c:v>
                </c:pt>
                <c:pt idx="2454">
                  <c:v>1000000000</c:v>
                </c:pt>
                <c:pt idx="2455">
                  <c:v>1000000000</c:v>
                </c:pt>
                <c:pt idx="2456">
                  <c:v>1000000000</c:v>
                </c:pt>
                <c:pt idx="2457">
                  <c:v>1000000000</c:v>
                </c:pt>
                <c:pt idx="2458">
                  <c:v>1000000000</c:v>
                </c:pt>
                <c:pt idx="2459">
                  <c:v>1000000000</c:v>
                </c:pt>
                <c:pt idx="2460">
                  <c:v>1000000000</c:v>
                </c:pt>
                <c:pt idx="2461">
                  <c:v>1000000000</c:v>
                </c:pt>
                <c:pt idx="2462">
                  <c:v>1000000000</c:v>
                </c:pt>
                <c:pt idx="2463">
                  <c:v>1000000000</c:v>
                </c:pt>
                <c:pt idx="2464">
                  <c:v>1000000000</c:v>
                </c:pt>
                <c:pt idx="2465">
                  <c:v>1000000000</c:v>
                </c:pt>
                <c:pt idx="2466">
                  <c:v>1000000000</c:v>
                </c:pt>
                <c:pt idx="2467">
                  <c:v>1000000000</c:v>
                </c:pt>
                <c:pt idx="2468">
                  <c:v>1000000000</c:v>
                </c:pt>
                <c:pt idx="2469">
                  <c:v>1000000000</c:v>
                </c:pt>
                <c:pt idx="2470">
                  <c:v>1000000000</c:v>
                </c:pt>
                <c:pt idx="2471">
                  <c:v>1000000000</c:v>
                </c:pt>
                <c:pt idx="2472">
                  <c:v>1000000000</c:v>
                </c:pt>
                <c:pt idx="2473">
                  <c:v>1000000000</c:v>
                </c:pt>
                <c:pt idx="2474">
                  <c:v>1000000000</c:v>
                </c:pt>
                <c:pt idx="2475">
                  <c:v>1000000000</c:v>
                </c:pt>
                <c:pt idx="2476">
                  <c:v>1000000000</c:v>
                </c:pt>
                <c:pt idx="2477">
                  <c:v>1000000000</c:v>
                </c:pt>
                <c:pt idx="2478">
                  <c:v>1000000000</c:v>
                </c:pt>
                <c:pt idx="2479">
                  <c:v>1000000000</c:v>
                </c:pt>
                <c:pt idx="2480">
                  <c:v>1000000000</c:v>
                </c:pt>
                <c:pt idx="2481">
                  <c:v>1000000000</c:v>
                </c:pt>
                <c:pt idx="2482">
                  <c:v>1000000000</c:v>
                </c:pt>
                <c:pt idx="2483">
                  <c:v>1000000000</c:v>
                </c:pt>
                <c:pt idx="2484">
                  <c:v>1000000000</c:v>
                </c:pt>
                <c:pt idx="2485">
                  <c:v>1000000000</c:v>
                </c:pt>
                <c:pt idx="2486">
                  <c:v>1000000000</c:v>
                </c:pt>
                <c:pt idx="2487">
                  <c:v>1000000000</c:v>
                </c:pt>
                <c:pt idx="2488">
                  <c:v>1000000000</c:v>
                </c:pt>
                <c:pt idx="2489">
                  <c:v>1000000000</c:v>
                </c:pt>
                <c:pt idx="2490">
                  <c:v>1000000000</c:v>
                </c:pt>
                <c:pt idx="2491">
                  <c:v>1000000000</c:v>
                </c:pt>
                <c:pt idx="2492">
                  <c:v>1000000000</c:v>
                </c:pt>
                <c:pt idx="2493">
                  <c:v>1000000000</c:v>
                </c:pt>
                <c:pt idx="2494">
                  <c:v>1000000000</c:v>
                </c:pt>
                <c:pt idx="2495">
                  <c:v>1000000000</c:v>
                </c:pt>
                <c:pt idx="2496">
                  <c:v>1000000000</c:v>
                </c:pt>
                <c:pt idx="2497">
                  <c:v>1000000000</c:v>
                </c:pt>
                <c:pt idx="2498">
                  <c:v>1000000000</c:v>
                </c:pt>
                <c:pt idx="2499">
                  <c:v>1000000000</c:v>
                </c:pt>
                <c:pt idx="2500">
                  <c:v>1000000000</c:v>
                </c:pt>
                <c:pt idx="2501">
                  <c:v>1000000000</c:v>
                </c:pt>
                <c:pt idx="2502">
                  <c:v>1000000000</c:v>
                </c:pt>
                <c:pt idx="2503">
                  <c:v>1000000000</c:v>
                </c:pt>
                <c:pt idx="2504">
                  <c:v>1000000000</c:v>
                </c:pt>
                <c:pt idx="2505">
                  <c:v>1000000000</c:v>
                </c:pt>
                <c:pt idx="2506">
                  <c:v>1000000000</c:v>
                </c:pt>
                <c:pt idx="2507">
                  <c:v>1000000000</c:v>
                </c:pt>
                <c:pt idx="2508">
                  <c:v>1000000000</c:v>
                </c:pt>
                <c:pt idx="2509">
                  <c:v>1000000000</c:v>
                </c:pt>
                <c:pt idx="2510">
                  <c:v>1000000000</c:v>
                </c:pt>
                <c:pt idx="2511">
                  <c:v>1000000000</c:v>
                </c:pt>
                <c:pt idx="2512">
                  <c:v>1000000000</c:v>
                </c:pt>
                <c:pt idx="2513">
                  <c:v>1000000000</c:v>
                </c:pt>
                <c:pt idx="2514">
                  <c:v>1000000000</c:v>
                </c:pt>
                <c:pt idx="2515">
                  <c:v>1000000000</c:v>
                </c:pt>
                <c:pt idx="2516">
                  <c:v>1000000000</c:v>
                </c:pt>
                <c:pt idx="2517">
                  <c:v>1000000000</c:v>
                </c:pt>
                <c:pt idx="2518">
                  <c:v>1000000000</c:v>
                </c:pt>
                <c:pt idx="2519">
                  <c:v>1000000000</c:v>
                </c:pt>
                <c:pt idx="2520">
                  <c:v>1000000000</c:v>
                </c:pt>
                <c:pt idx="2521">
                  <c:v>1000000000</c:v>
                </c:pt>
                <c:pt idx="2522">
                  <c:v>1000000000</c:v>
                </c:pt>
                <c:pt idx="2523">
                  <c:v>1000000000</c:v>
                </c:pt>
                <c:pt idx="2524">
                  <c:v>1000000000</c:v>
                </c:pt>
                <c:pt idx="2525">
                  <c:v>1000000000</c:v>
                </c:pt>
                <c:pt idx="2526">
                  <c:v>1000000000</c:v>
                </c:pt>
                <c:pt idx="2527">
                  <c:v>1000000000</c:v>
                </c:pt>
                <c:pt idx="2528">
                  <c:v>1000000000</c:v>
                </c:pt>
                <c:pt idx="2529">
                  <c:v>1000000000</c:v>
                </c:pt>
                <c:pt idx="2530">
                  <c:v>1000000000</c:v>
                </c:pt>
                <c:pt idx="2531">
                  <c:v>1000000000</c:v>
                </c:pt>
                <c:pt idx="2532">
                  <c:v>1000000000</c:v>
                </c:pt>
                <c:pt idx="2533">
                  <c:v>1000000000</c:v>
                </c:pt>
                <c:pt idx="2534">
                  <c:v>1000000000</c:v>
                </c:pt>
                <c:pt idx="2535">
                  <c:v>1000000000</c:v>
                </c:pt>
                <c:pt idx="2536">
                  <c:v>1000000000</c:v>
                </c:pt>
                <c:pt idx="2537">
                  <c:v>1000000000</c:v>
                </c:pt>
                <c:pt idx="2538">
                  <c:v>1000000000</c:v>
                </c:pt>
                <c:pt idx="2539">
                  <c:v>1000000000</c:v>
                </c:pt>
                <c:pt idx="2540">
                  <c:v>1000000000</c:v>
                </c:pt>
                <c:pt idx="2541">
                  <c:v>1000000000</c:v>
                </c:pt>
                <c:pt idx="2542">
                  <c:v>1000000000</c:v>
                </c:pt>
                <c:pt idx="2543">
                  <c:v>1000000000</c:v>
                </c:pt>
                <c:pt idx="2544">
                  <c:v>1000000000</c:v>
                </c:pt>
                <c:pt idx="2545">
                  <c:v>1000000000</c:v>
                </c:pt>
                <c:pt idx="2546">
                  <c:v>1000000000</c:v>
                </c:pt>
                <c:pt idx="2547">
                  <c:v>1000000000</c:v>
                </c:pt>
                <c:pt idx="2548">
                  <c:v>1000000000</c:v>
                </c:pt>
                <c:pt idx="2549">
                  <c:v>1000000000</c:v>
                </c:pt>
                <c:pt idx="2550">
                  <c:v>1000000000</c:v>
                </c:pt>
                <c:pt idx="2551">
                  <c:v>1000000000</c:v>
                </c:pt>
                <c:pt idx="2552">
                  <c:v>1000000000</c:v>
                </c:pt>
                <c:pt idx="2553">
                  <c:v>1000000000</c:v>
                </c:pt>
                <c:pt idx="2554">
                  <c:v>1000000000</c:v>
                </c:pt>
                <c:pt idx="2555">
                  <c:v>1000000000</c:v>
                </c:pt>
                <c:pt idx="2556">
                  <c:v>1000000000</c:v>
                </c:pt>
                <c:pt idx="2557">
                  <c:v>1000000000</c:v>
                </c:pt>
                <c:pt idx="2558">
                  <c:v>1000000000</c:v>
                </c:pt>
                <c:pt idx="2559">
                  <c:v>1000000000</c:v>
                </c:pt>
                <c:pt idx="2560">
                  <c:v>1000000000</c:v>
                </c:pt>
                <c:pt idx="2561">
                  <c:v>1000000000</c:v>
                </c:pt>
                <c:pt idx="2562">
                  <c:v>1000000000</c:v>
                </c:pt>
                <c:pt idx="2563">
                  <c:v>1000000000</c:v>
                </c:pt>
                <c:pt idx="2564">
                  <c:v>1000000000</c:v>
                </c:pt>
                <c:pt idx="2565">
                  <c:v>1000000000</c:v>
                </c:pt>
                <c:pt idx="2566">
                  <c:v>1000000000</c:v>
                </c:pt>
                <c:pt idx="2567">
                  <c:v>1000000000</c:v>
                </c:pt>
                <c:pt idx="2568">
                  <c:v>1000000000</c:v>
                </c:pt>
                <c:pt idx="2569">
                  <c:v>1000000000</c:v>
                </c:pt>
                <c:pt idx="2570">
                  <c:v>1000000000</c:v>
                </c:pt>
                <c:pt idx="2571">
                  <c:v>1000000000</c:v>
                </c:pt>
                <c:pt idx="2572">
                  <c:v>1000000000</c:v>
                </c:pt>
                <c:pt idx="2573">
                  <c:v>1000000000</c:v>
                </c:pt>
                <c:pt idx="2574">
                  <c:v>1000000000</c:v>
                </c:pt>
                <c:pt idx="2575">
                  <c:v>1000000000</c:v>
                </c:pt>
                <c:pt idx="2576">
                  <c:v>1000000000</c:v>
                </c:pt>
                <c:pt idx="2577">
                  <c:v>1000000000</c:v>
                </c:pt>
                <c:pt idx="2578">
                  <c:v>1000000000</c:v>
                </c:pt>
                <c:pt idx="2579">
                  <c:v>1000000000</c:v>
                </c:pt>
                <c:pt idx="2580">
                  <c:v>1000000000</c:v>
                </c:pt>
                <c:pt idx="2581">
                  <c:v>1000000000</c:v>
                </c:pt>
                <c:pt idx="2582">
                  <c:v>1000000000</c:v>
                </c:pt>
                <c:pt idx="2583">
                  <c:v>1000000000</c:v>
                </c:pt>
                <c:pt idx="2584">
                  <c:v>1000000000</c:v>
                </c:pt>
                <c:pt idx="2585">
                  <c:v>1000000000</c:v>
                </c:pt>
                <c:pt idx="2586">
                  <c:v>1000000000</c:v>
                </c:pt>
                <c:pt idx="2587">
                  <c:v>1000000000</c:v>
                </c:pt>
                <c:pt idx="2588">
                  <c:v>1000000000</c:v>
                </c:pt>
                <c:pt idx="2589">
                  <c:v>1000000000</c:v>
                </c:pt>
                <c:pt idx="2590">
                  <c:v>1000000000</c:v>
                </c:pt>
                <c:pt idx="2591">
                  <c:v>1000000000</c:v>
                </c:pt>
                <c:pt idx="2592">
                  <c:v>1000000000</c:v>
                </c:pt>
                <c:pt idx="2593">
                  <c:v>1000000000</c:v>
                </c:pt>
                <c:pt idx="2594">
                  <c:v>1000000000</c:v>
                </c:pt>
                <c:pt idx="2595">
                  <c:v>1000000000</c:v>
                </c:pt>
                <c:pt idx="2596">
                  <c:v>1000000000</c:v>
                </c:pt>
                <c:pt idx="2597">
                  <c:v>1000000000</c:v>
                </c:pt>
                <c:pt idx="2598">
                  <c:v>1000000000</c:v>
                </c:pt>
                <c:pt idx="2599">
                  <c:v>1000000000</c:v>
                </c:pt>
                <c:pt idx="2600">
                  <c:v>1000000000</c:v>
                </c:pt>
                <c:pt idx="2601">
                  <c:v>1000000000</c:v>
                </c:pt>
                <c:pt idx="2602">
                  <c:v>1000000000</c:v>
                </c:pt>
                <c:pt idx="2603">
                  <c:v>1000000000</c:v>
                </c:pt>
                <c:pt idx="2604">
                  <c:v>1000000000</c:v>
                </c:pt>
                <c:pt idx="2605">
                  <c:v>1000000000</c:v>
                </c:pt>
                <c:pt idx="2606">
                  <c:v>1000000000</c:v>
                </c:pt>
                <c:pt idx="2607">
                  <c:v>1000000000</c:v>
                </c:pt>
                <c:pt idx="2608">
                  <c:v>1000000000</c:v>
                </c:pt>
                <c:pt idx="2609">
                  <c:v>1000000000</c:v>
                </c:pt>
                <c:pt idx="2610">
                  <c:v>1000000000</c:v>
                </c:pt>
                <c:pt idx="2611">
                  <c:v>1000000000</c:v>
                </c:pt>
                <c:pt idx="2612">
                  <c:v>1000000000</c:v>
                </c:pt>
                <c:pt idx="2613">
                  <c:v>1000000000</c:v>
                </c:pt>
                <c:pt idx="2614">
                  <c:v>1000000000</c:v>
                </c:pt>
                <c:pt idx="2615">
                  <c:v>1000000000</c:v>
                </c:pt>
                <c:pt idx="2616">
                  <c:v>1000000000</c:v>
                </c:pt>
                <c:pt idx="2617">
                  <c:v>1000000000</c:v>
                </c:pt>
                <c:pt idx="2618">
                  <c:v>1000000000</c:v>
                </c:pt>
                <c:pt idx="2619">
                  <c:v>1000000000</c:v>
                </c:pt>
                <c:pt idx="2620">
                  <c:v>1000000000</c:v>
                </c:pt>
                <c:pt idx="2621">
                  <c:v>1000000000</c:v>
                </c:pt>
                <c:pt idx="2622">
                  <c:v>1000000000</c:v>
                </c:pt>
                <c:pt idx="2623">
                  <c:v>1000000000</c:v>
                </c:pt>
                <c:pt idx="2624">
                  <c:v>1000000000</c:v>
                </c:pt>
                <c:pt idx="2625">
                  <c:v>1000000000</c:v>
                </c:pt>
                <c:pt idx="2626">
                  <c:v>1000000000</c:v>
                </c:pt>
                <c:pt idx="2627">
                  <c:v>1000000000</c:v>
                </c:pt>
                <c:pt idx="2628">
                  <c:v>1000000000</c:v>
                </c:pt>
                <c:pt idx="2629">
                  <c:v>1000000000</c:v>
                </c:pt>
                <c:pt idx="2630">
                  <c:v>1000000000</c:v>
                </c:pt>
                <c:pt idx="2631">
                  <c:v>1000000000</c:v>
                </c:pt>
                <c:pt idx="2632">
                  <c:v>1000000000</c:v>
                </c:pt>
                <c:pt idx="2633">
                  <c:v>1000000000</c:v>
                </c:pt>
                <c:pt idx="2634">
                  <c:v>1000000000</c:v>
                </c:pt>
                <c:pt idx="2635">
                  <c:v>1000000000</c:v>
                </c:pt>
                <c:pt idx="2636">
                  <c:v>1000000000</c:v>
                </c:pt>
                <c:pt idx="2637">
                  <c:v>1000000000</c:v>
                </c:pt>
                <c:pt idx="2638">
                  <c:v>1000000000</c:v>
                </c:pt>
                <c:pt idx="2639">
                  <c:v>1000000000</c:v>
                </c:pt>
                <c:pt idx="2640">
                  <c:v>1000000000</c:v>
                </c:pt>
                <c:pt idx="2641">
                  <c:v>1000000000</c:v>
                </c:pt>
                <c:pt idx="2642">
                  <c:v>1000000000</c:v>
                </c:pt>
                <c:pt idx="2643">
                  <c:v>1000000000</c:v>
                </c:pt>
                <c:pt idx="2644">
                  <c:v>1000000000</c:v>
                </c:pt>
                <c:pt idx="2645">
                  <c:v>1000000000</c:v>
                </c:pt>
                <c:pt idx="2646">
                  <c:v>1000000000</c:v>
                </c:pt>
                <c:pt idx="2647">
                  <c:v>1000000000</c:v>
                </c:pt>
                <c:pt idx="2648">
                  <c:v>1000000000</c:v>
                </c:pt>
                <c:pt idx="2649">
                  <c:v>1000000000</c:v>
                </c:pt>
                <c:pt idx="2650">
                  <c:v>1000000000</c:v>
                </c:pt>
                <c:pt idx="2651">
                  <c:v>1000000000</c:v>
                </c:pt>
                <c:pt idx="2652">
                  <c:v>1000000000</c:v>
                </c:pt>
                <c:pt idx="2653">
                  <c:v>1000000000</c:v>
                </c:pt>
                <c:pt idx="2654">
                  <c:v>1000000000</c:v>
                </c:pt>
                <c:pt idx="2655">
                  <c:v>1000000000</c:v>
                </c:pt>
                <c:pt idx="2656">
                  <c:v>1000000000</c:v>
                </c:pt>
                <c:pt idx="2657">
                  <c:v>1000000000</c:v>
                </c:pt>
                <c:pt idx="2658">
                  <c:v>1000000000</c:v>
                </c:pt>
                <c:pt idx="2659">
                  <c:v>1000000000</c:v>
                </c:pt>
                <c:pt idx="2660">
                  <c:v>1000000000</c:v>
                </c:pt>
                <c:pt idx="2661">
                  <c:v>1000000000</c:v>
                </c:pt>
                <c:pt idx="2662">
                  <c:v>1000000000</c:v>
                </c:pt>
                <c:pt idx="2663">
                  <c:v>1000000000</c:v>
                </c:pt>
                <c:pt idx="2664">
                  <c:v>1000000000</c:v>
                </c:pt>
                <c:pt idx="2665">
                  <c:v>1000000000</c:v>
                </c:pt>
                <c:pt idx="2666">
                  <c:v>1000000000</c:v>
                </c:pt>
                <c:pt idx="2667">
                  <c:v>1000000000</c:v>
                </c:pt>
                <c:pt idx="2668">
                  <c:v>1000000000</c:v>
                </c:pt>
                <c:pt idx="2669">
                  <c:v>1000000000</c:v>
                </c:pt>
                <c:pt idx="2670">
                  <c:v>1000000000</c:v>
                </c:pt>
                <c:pt idx="2671">
                  <c:v>1000000000</c:v>
                </c:pt>
                <c:pt idx="2672">
                  <c:v>1000000000</c:v>
                </c:pt>
                <c:pt idx="2673">
                  <c:v>1000000000</c:v>
                </c:pt>
                <c:pt idx="2674">
                  <c:v>1000000000</c:v>
                </c:pt>
                <c:pt idx="2675">
                  <c:v>1000000000</c:v>
                </c:pt>
                <c:pt idx="2676">
                  <c:v>1000000000</c:v>
                </c:pt>
                <c:pt idx="2677">
                  <c:v>1000000000</c:v>
                </c:pt>
                <c:pt idx="2678">
                  <c:v>1000000000</c:v>
                </c:pt>
                <c:pt idx="2679">
                  <c:v>1000000000</c:v>
                </c:pt>
                <c:pt idx="2680">
                  <c:v>1000000000</c:v>
                </c:pt>
                <c:pt idx="2681">
                  <c:v>1000000000</c:v>
                </c:pt>
                <c:pt idx="2682">
                  <c:v>1000000000</c:v>
                </c:pt>
                <c:pt idx="2683">
                  <c:v>1000000000</c:v>
                </c:pt>
                <c:pt idx="2684">
                  <c:v>1000000000</c:v>
                </c:pt>
                <c:pt idx="2685">
                  <c:v>1000000000</c:v>
                </c:pt>
                <c:pt idx="2686">
                  <c:v>1000000000</c:v>
                </c:pt>
                <c:pt idx="2687">
                  <c:v>1000000000</c:v>
                </c:pt>
                <c:pt idx="2688">
                  <c:v>1000000000</c:v>
                </c:pt>
                <c:pt idx="2689">
                  <c:v>1000000000</c:v>
                </c:pt>
                <c:pt idx="2690">
                  <c:v>1000000000</c:v>
                </c:pt>
                <c:pt idx="2691">
                  <c:v>1000000000</c:v>
                </c:pt>
                <c:pt idx="2692">
                  <c:v>1000000000</c:v>
                </c:pt>
                <c:pt idx="2693">
                  <c:v>1000000000</c:v>
                </c:pt>
                <c:pt idx="2694">
                  <c:v>1000000000</c:v>
                </c:pt>
                <c:pt idx="2695">
                  <c:v>1000000000</c:v>
                </c:pt>
                <c:pt idx="2696">
                  <c:v>1000000000</c:v>
                </c:pt>
                <c:pt idx="2697">
                  <c:v>1000000000</c:v>
                </c:pt>
                <c:pt idx="2698">
                  <c:v>1000000000</c:v>
                </c:pt>
                <c:pt idx="2699">
                  <c:v>1000000000</c:v>
                </c:pt>
                <c:pt idx="2700">
                  <c:v>1000000000</c:v>
                </c:pt>
                <c:pt idx="2701">
                  <c:v>1000000000</c:v>
                </c:pt>
                <c:pt idx="2702">
                  <c:v>1000000000</c:v>
                </c:pt>
                <c:pt idx="2703">
                  <c:v>1000000000</c:v>
                </c:pt>
                <c:pt idx="2704">
                  <c:v>1000000000</c:v>
                </c:pt>
                <c:pt idx="2705">
                  <c:v>1000000000</c:v>
                </c:pt>
                <c:pt idx="2706">
                  <c:v>1000000000</c:v>
                </c:pt>
                <c:pt idx="2707">
                  <c:v>1000000000</c:v>
                </c:pt>
                <c:pt idx="2708">
                  <c:v>1000000000</c:v>
                </c:pt>
                <c:pt idx="2709">
                  <c:v>1000000000</c:v>
                </c:pt>
                <c:pt idx="2710">
                  <c:v>1000000000</c:v>
                </c:pt>
                <c:pt idx="2711">
                  <c:v>1000000000</c:v>
                </c:pt>
                <c:pt idx="2712">
                  <c:v>1000000000</c:v>
                </c:pt>
                <c:pt idx="2713">
                  <c:v>1000000000</c:v>
                </c:pt>
                <c:pt idx="2714">
                  <c:v>1000000000</c:v>
                </c:pt>
                <c:pt idx="2715">
                  <c:v>1000000000</c:v>
                </c:pt>
                <c:pt idx="2716">
                  <c:v>1000000000</c:v>
                </c:pt>
                <c:pt idx="2717">
                  <c:v>1000000000</c:v>
                </c:pt>
                <c:pt idx="2718">
                  <c:v>1000000000</c:v>
                </c:pt>
                <c:pt idx="2719">
                  <c:v>1000000000</c:v>
                </c:pt>
                <c:pt idx="2720">
                  <c:v>1000000000</c:v>
                </c:pt>
                <c:pt idx="2721">
                  <c:v>1000000000</c:v>
                </c:pt>
                <c:pt idx="2722">
                  <c:v>1000000000</c:v>
                </c:pt>
                <c:pt idx="2723">
                  <c:v>1000000000</c:v>
                </c:pt>
                <c:pt idx="2724">
                  <c:v>1000000000</c:v>
                </c:pt>
                <c:pt idx="2725">
                  <c:v>1000000000</c:v>
                </c:pt>
                <c:pt idx="2726">
                  <c:v>1000000000</c:v>
                </c:pt>
                <c:pt idx="2727">
                  <c:v>1000000000</c:v>
                </c:pt>
                <c:pt idx="2728">
                  <c:v>1000000000</c:v>
                </c:pt>
                <c:pt idx="2729">
                  <c:v>1000000000</c:v>
                </c:pt>
                <c:pt idx="2730">
                  <c:v>1000000000</c:v>
                </c:pt>
                <c:pt idx="2731">
                  <c:v>1000000000</c:v>
                </c:pt>
                <c:pt idx="2732">
                  <c:v>1000000000</c:v>
                </c:pt>
                <c:pt idx="2733">
                  <c:v>1000000000</c:v>
                </c:pt>
                <c:pt idx="2734">
                  <c:v>1000000000</c:v>
                </c:pt>
                <c:pt idx="2735">
                  <c:v>1000000000</c:v>
                </c:pt>
                <c:pt idx="2736">
                  <c:v>1000000000</c:v>
                </c:pt>
                <c:pt idx="2737">
                  <c:v>1000000000</c:v>
                </c:pt>
                <c:pt idx="2738">
                  <c:v>1000000000</c:v>
                </c:pt>
                <c:pt idx="2739">
                  <c:v>1000000000</c:v>
                </c:pt>
                <c:pt idx="2740">
                  <c:v>1000000000</c:v>
                </c:pt>
                <c:pt idx="2741">
                  <c:v>1000000000</c:v>
                </c:pt>
                <c:pt idx="2742">
                  <c:v>1000000000</c:v>
                </c:pt>
                <c:pt idx="2743">
                  <c:v>1000000000</c:v>
                </c:pt>
                <c:pt idx="2744">
                  <c:v>1000000000</c:v>
                </c:pt>
                <c:pt idx="2745">
                  <c:v>1000000000</c:v>
                </c:pt>
                <c:pt idx="2746">
                  <c:v>1000000000</c:v>
                </c:pt>
                <c:pt idx="2747">
                  <c:v>1000000000</c:v>
                </c:pt>
                <c:pt idx="2748">
                  <c:v>1000000000</c:v>
                </c:pt>
                <c:pt idx="2749">
                  <c:v>1000000000</c:v>
                </c:pt>
                <c:pt idx="2750">
                  <c:v>1000000000</c:v>
                </c:pt>
                <c:pt idx="2751">
                  <c:v>1000000000</c:v>
                </c:pt>
                <c:pt idx="2752">
                  <c:v>1000000000</c:v>
                </c:pt>
                <c:pt idx="2753">
                  <c:v>1000000000</c:v>
                </c:pt>
                <c:pt idx="2754">
                  <c:v>1000000000</c:v>
                </c:pt>
                <c:pt idx="2755">
                  <c:v>1000000000</c:v>
                </c:pt>
                <c:pt idx="2756">
                  <c:v>1000000000</c:v>
                </c:pt>
                <c:pt idx="2757">
                  <c:v>1000000000</c:v>
                </c:pt>
                <c:pt idx="2758">
                  <c:v>1000000000</c:v>
                </c:pt>
                <c:pt idx="2759">
                  <c:v>1000000000</c:v>
                </c:pt>
                <c:pt idx="2760">
                  <c:v>1000000000</c:v>
                </c:pt>
                <c:pt idx="2761">
                  <c:v>1000000000</c:v>
                </c:pt>
                <c:pt idx="2762">
                  <c:v>1000000000</c:v>
                </c:pt>
                <c:pt idx="2763">
                  <c:v>1000000000</c:v>
                </c:pt>
                <c:pt idx="2764">
                  <c:v>1000000000</c:v>
                </c:pt>
                <c:pt idx="2765">
                  <c:v>1000000000</c:v>
                </c:pt>
                <c:pt idx="2766">
                  <c:v>1000000000</c:v>
                </c:pt>
                <c:pt idx="2767">
                  <c:v>1000000000</c:v>
                </c:pt>
                <c:pt idx="2768">
                  <c:v>1000000000</c:v>
                </c:pt>
                <c:pt idx="2769">
                  <c:v>1000000000</c:v>
                </c:pt>
                <c:pt idx="2770">
                  <c:v>1000000000</c:v>
                </c:pt>
                <c:pt idx="2771">
                  <c:v>1000000000</c:v>
                </c:pt>
                <c:pt idx="2772">
                  <c:v>1000000000</c:v>
                </c:pt>
                <c:pt idx="2773">
                  <c:v>1000000000</c:v>
                </c:pt>
                <c:pt idx="2774">
                  <c:v>1000000000</c:v>
                </c:pt>
                <c:pt idx="2775">
                  <c:v>1000000000</c:v>
                </c:pt>
                <c:pt idx="2776">
                  <c:v>1000000000</c:v>
                </c:pt>
                <c:pt idx="2777">
                  <c:v>1000000000</c:v>
                </c:pt>
                <c:pt idx="2778">
                  <c:v>1000000000</c:v>
                </c:pt>
                <c:pt idx="2779">
                  <c:v>1000000000</c:v>
                </c:pt>
                <c:pt idx="2780">
                  <c:v>1000000000</c:v>
                </c:pt>
                <c:pt idx="2781">
                  <c:v>1000000000</c:v>
                </c:pt>
                <c:pt idx="2782">
                  <c:v>1000000000</c:v>
                </c:pt>
                <c:pt idx="2783">
                  <c:v>1000000000</c:v>
                </c:pt>
                <c:pt idx="2784">
                  <c:v>1000000000</c:v>
                </c:pt>
                <c:pt idx="2785">
                  <c:v>1000000000</c:v>
                </c:pt>
                <c:pt idx="2786">
                  <c:v>1000000000</c:v>
                </c:pt>
                <c:pt idx="2787">
                  <c:v>1000000000</c:v>
                </c:pt>
                <c:pt idx="2788">
                  <c:v>1000000000</c:v>
                </c:pt>
                <c:pt idx="2789">
                  <c:v>1000000000</c:v>
                </c:pt>
                <c:pt idx="2790">
                  <c:v>1000000000</c:v>
                </c:pt>
                <c:pt idx="2791">
                  <c:v>1000000000</c:v>
                </c:pt>
                <c:pt idx="2792">
                  <c:v>1000000000</c:v>
                </c:pt>
                <c:pt idx="2793">
                  <c:v>1000000000</c:v>
                </c:pt>
                <c:pt idx="2794">
                  <c:v>1000000000</c:v>
                </c:pt>
                <c:pt idx="2795">
                  <c:v>1000000000</c:v>
                </c:pt>
                <c:pt idx="2796">
                  <c:v>1000000000</c:v>
                </c:pt>
                <c:pt idx="2797">
                  <c:v>1000000000</c:v>
                </c:pt>
                <c:pt idx="2798">
                  <c:v>1000000000</c:v>
                </c:pt>
                <c:pt idx="2799">
                  <c:v>1000000000</c:v>
                </c:pt>
                <c:pt idx="2800">
                  <c:v>1000000000</c:v>
                </c:pt>
                <c:pt idx="2801">
                  <c:v>1000000000</c:v>
                </c:pt>
                <c:pt idx="2802">
                  <c:v>1000000000</c:v>
                </c:pt>
                <c:pt idx="2803">
                  <c:v>1000000000</c:v>
                </c:pt>
                <c:pt idx="2804">
                  <c:v>1000000000</c:v>
                </c:pt>
                <c:pt idx="2805">
                  <c:v>1000000000</c:v>
                </c:pt>
                <c:pt idx="2806">
                  <c:v>1000000000</c:v>
                </c:pt>
                <c:pt idx="2807">
                  <c:v>1000000000</c:v>
                </c:pt>
                <c:pt idx="2808">
                  <c:v>1000000000</c:v>
                </c:pt>
                <c:pt idx="2809">
                  <c:v>1000000000</c:v>
                </c:pt>
                <c:pt idx="2810">
                  <c:v>1000000000</c:v>
                </c:pt>
                <c:pt idx="2811">
                  <c:v>1000000000</c:v>
                </c:pt>
                <c:pt idx="2812">
                  <c:v>1000000000</c:v>
                </c:pt>
                <c:pt idx="2813">
                  <c:v>1000000000</c:v>
                </c:pt>
                <c:pt idx="2814">
                  <c:v>1000000000</c:v>
                </c:pt>
                <c:pt idx="2815">
                  <c:v>1000000000</c:v>
                </c:pt>
                <c:pt idx="2816">
                  <c:v>1000000000</c:v>
                </c:pt>
                <c:pt idx="2817">
                  <c:v>1000000000</c:v>
                </c:pt>
                <c:pt idx="2818">
                  <c:v>1000000000</c:v>
                </c:pt>
                <c:pt idx="2819">
                  <c:v>1000000000</c:v>
                </c:pt>
                <c:pt idx="2820">
                  <c:v>1000000000</c:v>
                </c:pt>
                <c:pt idx="2821">
                  <c:v>1000000000</c:v>
                </c:pt>
                <c:pt idx="2822">
                  <c:v>1000000000</c:v>
                </c:pt>
                <c:pt idx="2823">
                  <c:v>1000000000</c:v>
                </c:pt>
                <c:pt idx="2824">
                  <c:v>1000000000</c:v>
                </c:pt>
                <c:pt idx="2825">
                  <c:v>1000000000</c:v>
                </c:pt>
                <c:pt idx="2826">
                  <c:v>1000000000</c:v>
                </c:pt>
                <c:pt idx="2827">
                  <c:v>1000000000</c:v>
                </c:pt>
                <c:pt idx="2828">
                  <c:v>1000000000</c:v>
                </c:pt>
                <c:pt idx="2829">
                  <c:v>1000000000</c:v>
                </c:pt>
                <c:pt idx="2830">
                  <c:v>1000000000</c:v>
                </c:pt>
                <c:pt idx="2831">
                  <c:v>1000000000</c:v>
                </c:pt>
                <c:pt idx="2832">
                  <c:v>1000000000</c:v>
                </c:pt>
                <c:pt idx="2833">
                  <c:v>1000000000</c:v>
                </c:pt>
                <c:pt idx="2834">
                  <c:v>1000000000</c:v>
                </c:pt>
                <c:pt idx="2835">
                  <c:v>1000000000</c:v>
                </c:pt>
                <c:pt idx="2836">
                  <c:v>1000000000</c:v>
                </c:pt>
                <c:pt idx="2837">
                  <c:v>1000000000</c:v>
                </c:pt>
                <c:pt idx="2838">
                  <c:v>1000000000</c:v>
                </c:pt>
                <c:pt idx="2839">
                  <c:v>1000000000</c:v>
                </c:pt>
                <c:pt idx="2840">
                  <c:v>1000000000</c:v>
                </c:pt>
                <c:pt idx="2841">
                  <c:v>1000000000</c:v>
                </c:pt>
                <c:pt idx="2842">
                  <c:v>1000000000</c:v>
                </c:pt>
                <c:pt idx="2843">
                  <c:v>1000000000</c:v>
                </c:pt>
                <c:pt idx="2844">
                  <c:v>1000000000</c:v>
                </c:pt>
                <c:pt idx="2845">
                  <c:v>1000000000</c:v>
                </c:pt>
                <c:pt idx="2846">
                  <c:v>1000000000</c:v>
                </c:pt>
                <c:pt idx="2847">
                  <c:v>1000000000</c:v>
                </c:pt>
                <c:pt idx="2848">
                  <c:v>1000000000</c:v>
                </c:pt>
                <c:pt idx="2849">
                  <c:v>1000000000</c:v>
                </c:pt>
                <c:pt idx="2850">
                  <c:v>1000000000</c:v>
                </c:pt>
                <c:pt idx="2851">
                  <c:v>1000000000</c:v>
                </c:pt>
                <c:pt idx="2852">
                  <c:v>1000000000</c:v>
                </c:pt>
                <c:pt idx="2853">
                  <c:v>1000000000</c:v>
                </c:pt>
                <c:pt idx="2854">
                  <c:v>1000000000</c:v>
                </c:pt>
                <c:pt idx="2855">
                  <c:v>1000000000</c:v>
                </c:pt>
                <c:pt idx="2856">
                  <c:v>1000000000</c:v>
                </c:pt>
                <c:pt idx="2857">
                  <c:v>1000000000</c:v>
                </c:pt>
                <c:pt idx="2858">
                  <c:v>1000000000</c:v>
                </c:pt>
                <c:pt idx="2859">
                  <c:v>1000000000</c:v>
                </c:pt>
                <c:pt idx="2860">
                  <c:v>1000000000</c:v>
                </c:pt>
                <c:pt idx="2861">
                  <c:v>1000000000</c:v>
                </c:pt>
                <c:pt idx="2862">
                  <c:v>1000000000</c:v>
                </c:pt>
                <c:pt idx="2863">
                  <c:v>1000000000</c:v>
                </c:pt>
                <c:pt idx="2864">
                  <c:v>1000000000</c:v>
                </c:pt>
                <c:pt idx="2865">
                  <c:v>1000000000</c:v>
                </c:pt>
                <c:pt idx="2866">
                  <c:v>1000000000</c:v>
                </c:pt>
                <c:pt idx="2867">
                  <c:v>1000000000</c:v>
                </c:pt>
                <c:pt idx="2868">
                  <c:v>1000000000</c:v>
                </c:pt>
                <c:pt idx="2869">
                  <c:v>1000000000</c:v>
                </c:pt>
                <c:pt idx="2870">
                  <c:v>1000000000</c:v>
                </c:pt>
                <c:pt idx="2871">
                  <c:v>1000000000</c:v>
                </c:pt>
                <c:pt idx="2872">
                  <c:v>1000000000</c:v>
                </c:pt>
                <c:pt idx="2873">
                  <c:v>1000000000</c:v>
                </c:pt>
                <c:pt idx="2874">
                  <c:v>1000000000</c:v>
                </c:pt>
                <c:pt idx="2875">
                  <c:v>1000000000</c:v>
                </c:pt>
                <c:pt idx="2876">
                  <c:v>1000000000</c:v>
                </c:pt>
                <c:pt idx="2877">
                  <c:v>1000000000</c:v>
                </c:pt>
                <c:pt idx="2878">
                  <c:v>1000000000</c:v>
                </c:pt>
                <c:pt idx="2879">
                  <c:v>1000000000</c:v>
                </c:pt>
                <c:pt idx="2880">
                  <c:v>1000000000</c:v>
                </c:pt>
                <c:pt idx="2881">
                  <c:v>1000000000</c:v>
                </c:pt>
                <c:pt idx="2882">
                  <c:v>1000000000</c:v>
                </c:pt>
                <c:pt idx="2883">
                  <c:v>1000000000</c:v>
                </c:pt>
                <c:pt idx="2884">
                  <c:v>1000000000</c:v>
                </c:pt>
                <c:pt idx="2885">
                  <c:v>1000000000</c:v>
                </c:pt>
                <c:pt idx="2886">
                  <c:v>1000000000</c:v>
                </c:pt>
                <c:pt idx="2887">
                  <c:v>1000000000</c:v>
                </c:pt>
                <c:pt idx="2888">
                  <c:v>1000000000</c:v>
                </c:pt>
                <c:pt idx="2889">
                  <c:v>1000000000</c:v>
                </c:pt>
                <c:pt idx="2890">
                  <c:v>1000000000</c:v>
                </c:pt>
                <c:pt idx="2891">
                  <c:v>1000000000</c:v>
                </c:pt>
                <c:pt idx="2892">
                  <c:v>1000000000</c:v>
                </c:pt>
                <c:pt idx="2893">
                  <c:v>1000000000</c:v>
                </c:pt>
                <c:pt idx="2894">
                  <c:v>1000000000</c:v>
                </c:pt>
                <c:pt idx="2895">
                  <c:v>1000000000</c:v>
                </c:pt>
                <c:pt idx="2896">
                  <c:v>1000000000</c:v>
                </c:pt>
                <c:pt idx="2897">
                  <c:v>1000000000</c:v>
                </c:pt>
                <c:pt idx="2898">
                  <c:v>1000000000</c:v>
                </c:pt>
                <c:pt idx="2899">
                  <c:v>1000000000</c:v>
                </c:pt>
                <c:pt idx="2900">
                  <c:v>1000000000</c:v>
                </c:pt>
                <c:pt idx="2901">
                  <c:v>1000000000</c:v>
                </c:pt>
                <c:pt idx="2902">
                  <c:v>1000000000</c:v>
                </c:pt>
                <c:pt idx="2903">
                  <c:v>1000000000</c:v>
                </c:pt>
                <c:pt idx="2904">
                  <c:v>1000000000</c:v>
                </c:pt>
                <c:pt idx="2905">
                  <c:v>1000000000</c:v>
                </c:pt>
                <c:pt idx="2906">
                  <c:v>1000000000</c:v>
                </c:pt>
                <c:pt idx="2907">
                  <c:v>1000000000</c:v>
                </c:pt>
                <c:pt idx="2908">
                  <c:v>1000000000</c:v>
                </c:pt>
                <c:pt idx="2909">
                  <c:v>1000000000</c:v>
                </c:pt>
                <c:pt idx="2910">
                  <c:v>1000000000</c:v>
                </c:pt>
                <c:pt idx="2911">
                  <c:v>1000000000</c:v>
                </c:pt>
                <c:pt idx="2912">
                  <c:v>1000000000</c:v>
                </c:pt>
                <c:pt idx="2913">
                  <c:v>1000000000</c:v>
                </c:pt>
                <c:pt idx="2914">
                  <c:v>1000000000</c:v>
                </c:pt>
                <c:pt idx="2915">
                  <c:v>1000000000</c:v>
                </c:pt>
                <c:pt idx="2916">
                  <c:v>1000000000</c:v>
                </c:pt>
                <c:pt idx="2917">
                  <c:v>1000000000</c:v>
                </c:pt>
                <c:pt idx="2918">
                  <c:v>1000000000</c:v>
                </c:pt>
                <c:pt idx="2919">
                  <c:v>1000000000</c:v>
                </c:pt>
                <c:pt idx="2920">
                  <c:v>1000000000</c:v>
                </c:pt>
                <c:pt idx="2921">
                  <c:v>1000000000</c:v>
                </c:pt>
                <c:pt idx="2922">
                  <c:v>1000000000</c:v>
                </c:pt>
                <c:pt idx="2923">
                  <c:v>1000000000</c:v>
                </c:pt>
                <c:pt idx="2924">
                  <c:v>1000000000</c:v>
                </c:pt>
                <c:pt idx="2925">
                  <c:v>1000000000</c:v>
                </c:pt>
                <c:pt idx="2926">
                  <c:v>1000000000</c:v>
                </c:pt>
                <c:pt idx="2927">
                  <c:v>1000000000</c:v>
                </c:pt>
                <c:pt idx="2928">
                  <c:v>1000000000</c:v>
                </c:pt>
                <c:pt idx="2929">
                  <c:v>1000000000</c:v>
                </c:pt>
                <c:pt idx="2930">
                  <c:v>1000000000</c:v>
                </c:pt>
                <c:pt idx="2931">
                  <c:v>1000000000</c:v>
                </c:pt>
                <c:pt idx="2932">
                  <c:v>1000000000</c:v>
                </c:pt>
                <c:pt idx="2933">
                  <c:v>1000000000</c:v>
                </c:pt>
                <c:pt idx="2934">
                  <c:v>1000000000</c:v>
                </c:pt>
                <c:pt idx="2935">
                  <c:v>1000000000</c:v>
                </c:pt>
                <c:pt idx="2936">
                  <c:v>1000000000</c:v>
                </c:pt>
                <c:pt idx="2937">
                  <c:v>1000000000</c:v>
                </c:pt>
                <c:pt idx="2938">
                  <c:v>1000000000</c:v>
                </c:pt>
                <c:pt idx="2939">
                  <c:v>1000000000</c:v>
                </c:pt>
                <c:pt idx="2940">
                  <c:v>1000000000</c:v>
                </c:pt>
                <c:pt idx="2941">
                  <c:v>1000000000</c:v>
                </c:pt>
                <c:pt idx="2942">
                  <c:v>1000000000</c:v>
                </c:pt>
                <c:pt idx="2943">
                  <c:v>1000000000</c:v>
                </c:pt>
                <c:pt idx="2944">
                  <c:v>1000000000</c:v>
                </c:pt>
                <c:pt idx="2945">
                  <c:v>1000000000</c:v>
                </c:pt>
                <c:pt idx="2946">
                  <c:v>1000000000</c:v>
                </c:pt>
                <c:pt idx="2947">
                  <c:v>1000000000</c:v>
                </c:pt>
                <c:pt idx="2948">
                  <c:v>1000000000</c:v>
                </c:pt>
                <c:pt idx="2949">
                  <c:v>1000000000</c:v>
                </c:pt>
                <c:pt idx="2950">
                  <c:v>1000000000</c:v>
                </c:pt>
                <c:pt idx="2951">
                  <c:v>1000000000</c:v>
                </c:pt>
                <c:pt idx="2952">
                  <c:v>1000000000</c:v>
                </c:pt>
                <c:pt idx="2953">
                  <c:v>1000000000</c:v>
                </c:pt>
                <c:pt idx="2954">
                  <c:v>1000000000</c:v>
                </c:pt>
                <c:pt idx="2955">
                  <c:v>1000000000</c:v>
                </c:pt>
                <c:pt idx="2956">
                  <c:v>1000000000</c:v>
                </c:pt>
                <c:pt idx="2957">
                  <c:v>1000000000</c:v>
                </c:pt>
                <c:pt idx="2958">
                  <c:v>1000000000</c:v>
                </c:pt>
                <c:pt idx="2959">
                  <c:v>1000000000</c:v>
                </c:pt>
                <c:pt idx="2960">
                  <c:v>1000000000</c:v>
                </c:pt>
                <c:pt idx="2961">
                  <c:v>1000000000</c:v>
                </c:pt>
                <c:pt idx="2962">
                  <c:v>1000000000</c:v>
                </c:pt>
                <c:pt idx="2963">
                  <c:v>1000000000</c:v>
                </c:pt>
                <c:pt idx="2964">
                  <c:v>1000000000</c:v>
                </c:pt>
                <c:pt idx="2965">
                  <c:v>1000000000</c:v>
                </c:pt>
                <c:pt idx="2966">
                  <c:v>1000000000</c:v>
                </c:pt>
                <c:pt idx="2967">
                  <c:v>1000000000</c:v>
                </c:pt>
                <c:pt idx="2968">
                  <c:v>1000000000</c:v>
                </c:pt>
                <c:pt idx="2969">
                  <c:v>1000000000</c:v>
                </c:pt>
                <c:pt idx="2970">
                  <c:v>1000000000</c:v>
                </c:pt>
                <c:pt idx="2971">
                  <c:v>1000000000</c:v>
                </c:pt>
                <c:pt idx="2972">
                  <c:v>1000000000</c:v>
                </c:pt>
                <c:pt idx="2973">
                  <c:v>1000000000</c:v>
                </c:pt>
                <c:pt idx="2974">
                  <c:v>1000000000</c:v>
                </c:pt>
                <c:pt idx="2975">
                  <c:v>1000000000</c:v>
                </c:pt>
                <c:pt idx="2976">
                  <c:v>1000000000</c:v>
                </c:pt>
                <c:pt idx="2977">
                  <c:v>1000000000</c:v>
                </c:pt>
                <c:pt idx="2978">
                  <c:v>1000000000</c:v>
                </c:pt>
                <c:pt idx="2979">
                  <c:v>1000000000</c:v>
                </c:pt>
                <c:pt idx="2980">
                  <c:v>1000000000</c:v>
                </c:pt>
                <c:pt idx="2981">
                  <c:v>1000000000</c:v>
                </c:pt>
                <c:pt idx="2982">
                  <c:v>1000000000</c:v>
                </c:pt>
                <c:pt idx="2983">
                  <c:v>1000000000</c:v>
                </c:pt>
                <c:pt idx="2984">
                  <c:v>1000000000</c:v>
                </c:pt>
                <c:pt idx="2985">
                  <c:v>1000000000</c:v>
                </c:pt>
                <c:pt idx="2986">
                  <c:v>1000000000</c:v>
                </c:pt>
                <c:pt idx="2987">
                  <c:v>1000000000</c:v>
                </c:pt>
                <c:pt idx="2988">
                  <c:v>1000000000</c:v>
                </c:pt>
                <c:pt idx="2989">
                  <c:v>1000000000</c:v>
                </c:pt>
                <c:pt idx="2990">
                  <c:v>1000000000</c:v>
                </c:pt>
                <c:pt idx="2991">
                  <c:v>1000000000</c:v>
                </c:pt>
                <c:pt idx="2992">
                  <c:v>1000000000</c:v>
                </c:pt>
                <c:pt idx="2993">
                  <c:v>1000000000</c:v>
                </c:pt>
                <c:pt idx="2994">
                  <c:v>1000000000</c:v>
                </c:pt>
                <c:pt idx="2995">
                  <c:v>1000000000</c:v>
                </c:pt>
                <c:pt idx="2996">
                  <c:v>1000000000</c:v>
                </c:pt>
                <c:pt idx="2997">
                  <c:v>1000000000</c:v>
                </c:pt>
                <c:pt idx="2998">
                  <c:v>1000000000</c:v>
                </c:pt>
                <c:pt idx="2999">
                  <c:v>1000000000</c:v>
                </c:pt>
                <c:pt idx="3000">
                  <c:v>1000000000</c:v>
                </c:pt>
                <c:pt idx="3001">
                  <c:v>1000000000</c:v>
                </c:pt>
                <c:pt idx="3002">
                  <c:v>1000000000</c:v>
                </c:pt>
                <c:pt idx="3003">
                  <c:v>1000000000</c:v>
                </c:pt>
                <c:pt idx="3004">
                  <c:v>1000000000</c:v>
                </c:pt>
                <c:pt idx="3005">
                  <c:v>1000000000</c:v>
                </c:pt>
                <c:pt idx="3006">
                  <c:v>1000000000</c:v>
                </c:pt>
                <c:pt idx="3007">
                  <c:v>1000000000</c:v>
                </c:pt>
                <c:pt idx="3008">
                  <c:v>1000000000</c:v>
                </c:pt>
                <c:pt idx="3009">
                  <c:v>1000000000</c:v>
                </c:pt>
                <c:pt idx="3010">
                  <c:v>1000000000</c:v>
                </c:pt>
                <c:pt idx="3011">
                  <c:v>1000000000</c:v>
                </c:pt>
                <c:pt idx="3012">
                  <c:v>1000000000</c:v>
                </c:pt>
                <c:pt idx="3013">
                  <c:v>1000000000</c:v>
                </c:pt>
                <c:pt idx="3014">
                  <c:v>1000000000</c:v>
                </c:pt>
                <c:pt idx="3015">
                  <c:v>1000000000</c:v>
                </c:pt>
                <c:pt idx="3016">
                  <c:v>1000000000</c:v>
                </c:pt>
                <c:pt idx="3017">
                  <c:v>1000000000</c:v>
                </c:pt>
                <c:pt idx="3018">
                  <c:v>1000000000</c:v>
                </c:pt>
                <c:pt idx="3019">
                  <c:v>1000000000</c:v>
                </c:pt>
                <c:pt idx="3020">
                  <c:v>1000000000</c:v>
                </c:pt>
                <c:pt idx="3021">
                  <c:v>1000000000</c:v>
                </c:pt>
                <c:pt idx="3022">
                  <c:v>1000000000</c:v>
                </c:pt>
                <c:pt idx="3023">
                  <c:v>1000000000</c:v>
                </c:pt>
                <c:pt idx="3024">
                  <c:v>1000000000</c:v>
                </c:pt>
                <c:pt idx="3025">
                  <c:v>1000000000</c:v>
                </c:pt>
                <c:pt idx="3026">
                  <c:v>1000000000</c:v>
                </c:pt>
                <c:pt idx="3027">
                  <c:v>1000000000</c:v>
                </c:pt>
                <c:pt idx="3028">
                  <c:v>1000000000</c:v>
                </c:pt>
                <c:pt idx="3029">
                  <c:v>1000000000</c:v>
                </c:pt>
                <c:pt idx="3030">
                  <c:v>1000000000</c:v>
                </c:pt>
                <c:pt idx="3031">
                  <c:v>1000000000</c:v>
                </c:pt>
                <c:pt idx="3032">
                  <c:v>1000000000</c:v>
                </c:pt>
                <c:pt idx="3033">
                  <c:v>1000000000</c:v>
                </c:pt>
                <c:pt idx="3034">
                  <c:v>1000000000</c:v>
                </c:pt>
                <c:pt idx="3035">
                  <c:v>1000000000</c:v>
                </c:pt>
                <c:pt idx="3036">
                  <c:v>1000000000</c:v>
                </c:pt>
                <c:pt idx="3037">
                  <c:v>1000000000</c:v>
                </c:pt>
                <c:pt idx="3038">
                  <c:v>1000000000</c:v>
                </c:pt>
                <c:pt idx="3039">
                  <c:v>1000000000</c:v>
                </c:pt>
                <c:pt idx="3040">
                  <c:v>1000000000</c:v>
                </c:pt>
                <c:pt idx="3041">
                  <c:v>1000000000</c:v>
                </c:pt>
                <c:pt idx="3042">
                  <c:v>1000000000</c:v>
                </c:pt>
                <c:pt idx="3043">
                  <c:v>1000000000</c:v>
                </c:pt>
                <c:pt idx="3044">
                  <c:v>1000000000</c:v>
                </c:pt>
                <c:pt idx="3045">
                  <c:v>1000000000</c:v>
                </c:pt>
                <c:pt idx="3046">
                  <c:v>1000000000</c:v>
                </c:pt>
                <c:pt idx="3047">
                  <c:v>1000000000</c:v>
                </c:pt>
                <c:pt idx="3048">
                  <c:v>1000000000</c:v>
                </c:pt>
                <c:pt idx="3049">
                  <c:v>1000000000</c:v>
                </c:pt>
                <c:pt idx="3050">
                  <c:v>1000000000</c:v>
                </c:pt>
                <c:pt idx="3051">
                  <c:v>1000000000</c:v>
                </c:pt>
                <c:pt idx="3052">
                  <c:v>1000000000</c:v>
                </c:pt>
                <c:pt idx="3053">
                  <c:v>1000000000</c:v>
                </c:pt>
                <c:pt idx="3054">
                  <c:v>1000000000</c:v>
                </c:pt>
                <c:pt idx="3055">
                  <c:v>1000000000</c:v>
                </c:pt>
                <c:pt idx="3056">
                  <c:v>1000000000</c:v>
                </c:pt>
                <c:pt idx="3057">
                  <c:v>1000000000</c:v>
                </c:pt>
                <c:pt idx="3058">
                  <c:v>1000000000</c:v>
                </c:pt>
                <c:pt idx="3059">
                  <c:v>1000000000</c:v>
                </c:pt>
                <c:pt idx="3060">
                  <c:v>1000000000</c:v>
                </c:pt>
                <c:pt idx="3061">
                  <c:v>1000000000</c:v>
                </c:pt>
                <c:pt idx="3062">
                  <c:v>1000000000</c:v>
                </c:pt>
                <c:pt idx="3063">
                  <c:v>1000000000</c:v>
                </c:pt>
                <c:pt idx="3064">
                  <c:v>1000000000</c:v>
                </c:pt>
                <c:pt idx="3065">
                  <c:v>1000000000</c:v>
                </c:pt>
                <c:pt idx="3066">
                  <c:v>1000000000</c:v>
                </c:pt>
                <c:pt idx="3067">
                  <c:v>1000000000</c:v>
                </c:pt>
                <c:pt idx="3068">
                  <c:v>1000000000</c:v>
                </c:pt>
                <c:pt idx="3069">
                  <c:v>1000000000</c:v>
                </c:pt>
                <c:pt idx="3070">
                  <c:v>1000000000</c:v>
                </c:pt>
                <c:pt idx="3071">
                  <c:v>1000000000</c:v>
                </c:pt>
                <c:pt idx="3072">
                  <c:v>1000000000</c:v>
                </c:pt>
                <c:pt idx="3073">
                  <c:v>1000000000</c:v>
                </c:pt>
                <c:pt idx="3074">
                  <c:v>1000000000</c:v>
                </c:pt>
                <c:pt idx="3075">
                  <c:v>1000000000</c:v>
                </c:pt>
                <c:pt idx="3076">
                  <c:v>1000000000</c:v>
                </c:pt>
                <c:pt idx="3077">
                  <c:v>1000000000</c:v>
                </c:pt>
                <c:pt idx="3078">
                  <c:v>1000000000</c:v>
                </c:pt>
                <c:pt idx="3079">
                  <c:v>1000000000</c:v>
                </c:pt>
                <c:pt idx="3080">
                  <c:v>1000000000</c:v>
                </c:pt>
                <c:pt idx="3081">
                  <c:v>1000000000</c:v>
                </c:pt>
                <c:pt idx="3082">
                  <c:v>1000000000</c:v>
                </c:pt>
                <c:pt idx="3083">
                  <c:v>1000000000</c:v>
                </c:pt>
                <c:pt idx="3084">
                  <c:v>1000000000</c:v>
                </c:pt>
                <c:pt idx="3085">
                  <c:v>1000000000</c:v>
                </c:pt>
                <c:pt idx="3086">
                  <c:v>1000000000</c:v>
                </c:pt>
                <c:pt idx="3087">
                  <c:v>1000000000</c:v>
                </c:pt>
                <c:pt idx="3088">
                  <c:v>1000000000</c:v>
                </c:pt>
                <c:pt idx="3089">
                  <c:v>1000000000</c:v>
                </c:pt>
                <c:pt idx="3090">
                  <c:v>1000000000</c:v>
                </c:pt>
                <c:pt idx="3091">
                  <c:v>1000000000</c:v>
                </c:pt>
                <c:pt idx="3092">
                  <c:v>1000000000</c:v>
                </c:pt>
                <c:pt idx="3093">
                  <c:v>1000000000</c:v>
                </c:pt>
                <c:pt idx="3094">
                  <c:v>1000000000</c:v>
                </c:pt>
                <c:pt idx="3095">
                  <c:v>1000000000</c:v>
                </c:pt>
                <c:pt idx="3096">
                  <c:v>1000000000</c:v>
                </c:pt>
                <c:pt idx="3097">
                  <c:v>1000000000</c:v>
                </c:pt>
                <c:pt idx="3098">
                  <c:v>1000000000</c:v>
                </c:pt>
                <c:pt idx="3099">
                  <c:v>1000000000</c:v>
                </c:pt>
                <c:pt idx="3100">
                  <c:v>1000000000</c:v>
                </c:pt>
                <c:pt idx="3101">
                  <c:v>1000000000</c:v>
                </c:pt>
                <c:pt idx="3102">
                  <c:v>1000000000</c:v>
                </c:pt>
                <c:pt idx="3103">
                  <c:v>1000000000</c:v>
                </c:pt>
                <c:pt idx="3104">
                  <c:v>1000000000</c:v>
                </c:pt>
                <c:pt idx="3105">
                  <c:v>1000000000</c:v>
                </c:pt>
                <c:pt idx="3106">
                  <c:v>1000000000</c:v>
                </c:pt>
                <c:pt idx="3107">
                  <c:v>1000000000</c:v>
                </c:pt>
                <c:pt idx="3108">
                  <c:v>1000000000</c:v>
                </c:pt>
                <c:pt idx="3109">
                  <c:v>1000000000</c:v>
                </c:pt>
                <c:pt idx="3110">
                  <c:v>1000000000</c:v>
                </c:pt>
                <c:pt idx="3111">
                  <c:v>1000000000</c:v>
                </c:pt>
                <c:pt idx="3112">
                  <c:v>1000000000</c:v>
                </c:pt>
                <c:pt idx="3113">
                  <c:v>1000000000</c:v>
                </c:pt>
                <c:pt idx="3114">
                  <c:v>1000000000</c:v>
                </c:pt>
                <c:pt idx="3115">
                  <c:v>1000000000</c:v>
                </c:pt>
                <c:pt idx="3116">
                  <c:v>1000000000</c:v>
                </c:pt>
                <c:pt idx="3117">
                  <c:v>1000000000</c:v>
                </c:pt>
                <c:pt idx="3118">
                  <c:v>1000000000</c:v>
                </c:pt>
                <c:pt idx="3119">
                  <c:v>1000000000</c:v>
                </c:pt>
                <c:pt idx="3120">
                  <c:v>1000000000</c:v>
                </c:pt>
                <c:pt idx="3121">
                  <c:v>1000000000</c:v>
                </c:pt>
                <c:pt idx="3122">
                  <c:v>1000000000</c:v>
                </c:pt>
                <c:pt idx="3123">
                  <c:v>1000000000</c:v>
                </c:pt>
                <c:pt idx="3124">
                  <c:v>1000000000</c:v>
                </c:pt>
                <c:pt idx="3125">
                  <c:v>1000000000</c:v>
                </c:pt>
                <c:pt idx="3126">
                  <c:v>1000000000</c:v>
                </c:pt>
                <c:pt idx="3127">
                  <c:v>1000000000</c:v>
                </c:pt>
                <c:pt idx="3128">
                  <c:v>1000000000</c:v>
                </c:pt>
                <c:pt idx="3129">
                  <c:v>1000000000</c:v>
                </c:pt>
                <c:pt idx="3130">
                  <c:v>1000000000</c:v>
                </c:pt>
                <c:pt idx="3131">
                  <c:v>1000000000</c:v>
                </c:pt>
                <c:pt idx="3132">
                  <c:v>1000000000</c:v>
                </c:pt>
                <c:pt idx="3133">
                  <c:v>1000000000</c:v>
                </c:pt>
                <c:pt idx="3134">
                  <c:v>1000000000</c:v>
                </c:pt>
                <c:pt idx="3135">
                  <c:v>1000000000</c:v>
                </c:pt>
                <c:pt idx="3136">
                  <c:v>1000000000</c:v>
                </c:pt>
                <c:pt idx="3137">
                  <c:v>1000000000</c:v>
                </c:pt>
                <c:pt idx="3138">
                  <c:v>1000000000</c:v>
                </c:pt>
                <c:pt idx="3139">
                  <c:v>1000000000</c:v>
                </c:pt>
                <c:pt idx="3140">
                  <c:v>1000000000</c:v>
                </c:pt>
                <c:pt idx="3141">
                  <c:v>1000000000</c:v>
                </c:pt>
                <c:pt idx="3142">
                  <c:v>1000000000</c:v>
                </c:pt>
                <c:pt idx="3143">
                  <c:v>1000000000</c:v>
                </c:pt>
                <c:pt idx="3144">
                  <c:v>1000000000</c:v>
                </c:pt>
                <c:pt idx="3145">
                  <c:v>1000000000</c:v>
                </c:pt>
                <c:pt idx="3146">
                  <c:v>1000000000</c:v>
                </c:pt>
                <c:pt idx="3147">
                  <c:v>1000000000</c:v>
                </c:pt>
                <c:pt idx="3148">
                  <c:v>1000000000</c:v>
                </c:pt>
                <c:pt idx="3149">
                  <c:v>1000000000</c:v>
                </c:pt>
                <c:pt idx="3150">
                  <c:v>1000000000</c:v>
                </c:pt>
                <c:pt idx="3151">
                  <c:v>1000000000</c:v>
                </c:pt>
                <c:pt idx="3152">
                  <c:v>1000000000</c:v>
                </c:pt>
                <c:pt idx="3153">
                  <c:v>1000000000</c:v>
                </c:pt>
                <c:pt idx="3154">
                  <c:v>1000000000</c:v>
                </c:pt>
                <c:pt idx="3155">
                  <c:v>1000000000</c:v>
                </c:pt>
                <c:pt idx="3156">
                  <c:v>1000000000</c:v>
                </c:pt>
                <c:pt idx="3157">
                  <c:v>1000000000</c:v>
                </c:pt>
                <c:pt idx="3158">
                  <c:v>1000000000</c:v>
                </c:pt>
                <c:pt idx="3159">
                  <c:v>1000000000</c:v>
                </c:pt>
                <c:pt idx="3160">
                  <c:v>1000000000</c:v>
                </c:pt>
                <c:pt idx="3161">
                  <c:v>1000000000</c:v>
                </c:pt>
                <c:pt idx="3162">
                  <c:v>1000000000</c:v>
                </c:pt>
                <c:pt idx="3163">
                  <c:v>1000000000</c:v>
                </c:pt>
                <c:pt idx="3164">
                  <c:v>1000000000</c:v>
                </c:pt>
                <c:pt idx="3165">
                  <c:v>1000000000</c:v>
                </c:pt>
                <c:pt idx="3166">
                  <c:v>1000000000</c:v>
                </c:pt>
                <c:pt idx="3167">
                  <c:v>1000000000</c:v>
                </c:pt>
                <c:pt idx="3168">
                  <c:v>1000000000</c:v>
                </c:pt>
                <c:pt idx="3169">
                  <c:v>1000000000</c:v>
                </c:pt>
                <c:pt idx="3170">
                  <c:v>1000000000</c:v>
                </c:pt>
                <c:pt idx="3171">
                  <c:v>1000000000</c:v>
                </c:pt>
                <c:pt idx="3172">
                  <c:v>1000000000</c:v>
                </c:pt>
                <c:pt idx="3173">
                  <c:v>1000000000</c:v>
                </c:pt>
                <c:pt idx="3174">
                  <c:v>1000000000</c:v>
                </c:pt>
                <c:pt idx="3175">
                  <c:v>1000000000</c:v>
                </c:pt>
                <c:pt idx="3176">
                  <c:v>1000000000</c:v>
                </c:pt>
                <c:pt idx="3177">
                  <c:v>1000000000</c:v>
                </c:pt>
                <c:pt idx="3178">
                  <c:v>1000000000</c:v>
                </c:pt>
                <c:pt idx="3179">
                  <c:v>1000000000</c:v>
                </c:pt>
                <c:pt idx="3180">
                  <c:v>1000000000</c:v>
                </c:pt>
                <c:pt idx="3181">
                  <c:v>1000000000</c:v>
                </c:pt>
                <c:pt idx="3182">
                  <c:v>1000000000</c:v>
                </c:pt>
                <c:pt idx="3183">
                  <c:v>1000000000</c:v>
                </c:pt>
                <c:pt idx="3184">
                  <c:v>1000000000</c:v>
                </c:pt>
                <c:pt idx="3185">
                  <c:v>1000000000</c:v>
                </c:pt>
                <c:pt idx="3186">
                  <c:v>1000000000</c:v>
                </c:pt>
                <c:pt idx="3187">
                  <c:v>1000000000</c:v>
                </c:pt>
                <c:pt idx="3188">
                  <c:v>1000000000</c:v>
                </c:pt>
                <c:pt idx="3189">
                  <c:v>1000000000</c:v>
                </c:pt>
                <c:pt idx="3190">
                  <c:v>1000000000</c:v>
                </c:pt>
                <c:pt idx="3191">
                  <c:v>1000000000</c:v>
                </c:pt>
                <c:pt idx="3192">
                  <c:v>1000000000</c:v>
                </c:pt>
                <c:pt idx="3193">
                  <c:v>1000000000</c:v>
                </c:pt>
                <c:pt idx="3194">
                  <c:v>1000000000</c:v>
                </c:pt>
                <c:pt idx="3195">
                  <c:v>1000000000</c:v>
                </c:pt>
                <c:pt idx="3196">
                  <c:v>1000000000</c:v>
                </c:pt>
                <c:pt idx="3197">
                  <c:v>1000000000</c:v>
                </c:pt>
                <c:pt idx="3198">
                  <c:v>1000000000</c:v>
                </c:pt>
                <c:pt idx="3199">
                  <c:v>1000000000</c:v>
                </c:pt>
                <c:pt idx="3200">
                  <c:v>1000000000</c:v>
                </c:pt>
                <c:pt idx="3201">
                  <c:v>1000000000</c:v>
                </c:pt>
                <c:pt idx="3202">
                  <c:v>1000000000</c:v>
                </c:pt>
                <c:pt idx="3203">
                  <c:v>1000000000</c:v>
                </c:pt>
                <c:pt idx="3204">
                  <c:v>1000000000</c:v>
                </c:pt>
                <c:pt idx="3205">
                  <c:v>1000000000</c:v>
                </c:pt>
                <c:pt idx="3206">
                  <c:v>1000000000</c:v>
                </c:pt>
                <c:pt idx="3207">
                  <c:v>1000000000</c:v>
                </c:pt>
                <c:pt idx="3208">
                  <c:v>1000000000</c:v>
                </c:pt>
                <c:pt idx="3209">
                  <c:v>1000000000</c:v>
                </c:pt>
                <c:pt idx="3210">
                  <c:v>1000000000</c:v>
                </c:pt>
                <c:pt idx="3211">
                  <c:v>1000000000</c:v>
                </c:pt>
                <c:pt idx="3212">
                  <c:v>1000000000</c:v>
                </c:pt>
                <c:pt idx="3213">
                  <c:v>1000000000</c:v>
                </c:pt>
                <c:pt idx="3214">
                  <c:v>1000000000</c:v>
                </c:pt>
                <c:pt idx="3215">
                  <c:v>1000000000</c:v>
                </c:pt>
                <c:pt idx="3216">
                  <c:v>1000000000</c:v>
                </c:pt>
                <c:pt idx="3217">
                  <c:v>1000000000</c:v>
                </c:pt>
                <c:pt idx="3218">
                  <c:v>1000000000</c:v>
                </c:pt>
                <c:pt idx="3219">
                  <c:v>1000000000</c:v>
                </c:pt>
                <c:pt idx="3220">
                  <c:v>1000000000</c:v>
                </c:pt>
                <c:pt idx="3221">
                  <c:v>1000000000</c:v>
                </c:pt>
                <c:pt idx="3222">
                  <c:v>1000000000</c:v>
                </c:pt>
                <c:pt idx="3223">
                  <c:v>1000000000</c:v>
                </c:pt>
                <c:pt idx="3224">
                  <c:v>1000000000</c:v>
                </c:pt>
                <c:pt idx="3225">
                  <c:v>1000000000</c:v>
                </c:pt>
                <c:pt idx="3226">
                  <c:v>1000000000</c:v>
                </c:pt>
                <c:pt idx="3227">
                  <c:v>1000000000</c:v>
                </c:pt>
                <c:pt idx="3228">
                  <c:v>1000000000</c:v>
                </c:pt>
                <c:pt idx="3229">
                  <c:v>1000000000</c:v>
                </c:pt>
                <c:pt idx="3230">
                  <c:v>1000000000</c:v>
                </c:pt>
                <c:pt idx="3231">
                  <c:v>1000000000</c:v>
                </c:pt>
                <c:pt idx="3232">
                  <c:v>1000000000</c:v>
                </c:pt>
                <c:pt idx="3233">
                  <c:v>1000000000</c:v>
                </c:pt>
                <c:pt idx="3234">
                  <c:v>1000000000</c:v>
                </c:pt>
                <c:pt idx="3235">
                  <c:v>1000000000</c:v>
                </c:pt>
                <c:pt idx="3236">
                  <c:v>1000000000</c:v>
                </c:pt>
                <c:pt idx="3237">
                  <c:v>1000000000</c:v>
                </c:pt>
                <c:pt idx="3238">
                  <c:v>1000000000</c:v>
                </c:pt>
                <c:pt idx="3239">
                  <c:v>1000000000</c:v>
                </c:pt>
                <c:pt idx="3240">
                  <c:v>1000000000</c:v>
                </c:pt>
                <c:pt idx="3241">
                  <c:v>1000000000</c:v>
                </c:pt>
                <c:pt idx="3242">
                  <c:v>1000000000</c:v>
                </c:pt>
                <c:pt idx="3243">
                  <c:v>1000000000</c:v>
                </c:pt>
                <c:pt idx="3244">
                  <c:v>1000000000</c:v>
                </c:pt>
                <c:pt idx="3245">
                  <c:v>1000000000</c:v>
                </c:pt>
                <c:pt idx="3246">
                  <c:v>1000000000</c:v>
                </c:pt>
                <c:pt idx="3247">
                  <c:v>1000000000</c:v>
                </c:pt>
                <c:pt idx="3248">
                  <c:v>1000000000</c:v>
                </c:pt>
                <c:pt idx="3249">
                  <c:v>1000000000</c:v>
                </c:pt>
                <c:pt idx="3250">
                  <c:v>1000000000</c:v>
                </c:pt>
                <c:pt idx="3251">
                  <c:v>1000000000</c:v>
                </c:pt>
                <c:pt idx="3252">
                  <c:v>1000000000</c:v>
                </c:pt>
                <c:pt idx="3253">
                  <c:v>1000000000</c:v>
                </c:pt>
                <c:pt idx="3254">
                  <c:v>1000000000</c:v>
                </c:pt>
                <c:pt idx="3255">
                  <c:v>1000000000</c:v>
                </c:pt>
                <c:pt idx="3256">
                  <c:v>1000000000</c:v>
                </c:pt>
                <c:pt idx="3257">
                  <c:v>1000000000</c:v>
                </c:pt>
                <c:pt idx="3258">
                  <c:v>1000000000</c:v>
                </c:pt>
                <c:pt idx="3259">
                  <c:v>1000000000</c:v>
                </c:pt>
                <c:pt idx="3260">
                  <c:v>1000000000</c:v>
                </c:pt>
                <c:pt idx="3261">
                  <c:v>1000000000</c:v>
                </c:pt>
                <c:pt idx="3262">
                  <c:v>1000000000</c:v>
                </c:pt>
                <c:pt idx="3263">
                  <c:v>1000000000</c:v>
                </c:pt>
                <c:pt idx="3264">
                  <c:v>1000000000</c:v>
                </c:pt>
                <c:pt idx="3265">
                  <c:v>1000000000</c:v>
                </c:pt>
                <c:pt idx="3266">
                  <c:v>1000000000</c:v>
                </c:pt>
                <c:pt idx="3267">
                  <c:v>1000000000</c:v>
                </c:pt>
                <c:pt idx="3268">
                  <c:v>1000000000</c:v>
                </c:pt>
                <c:pt idx="3269">
                  <c:v>1000000000</c:v>
                </c:pt>
                <c:pt idx="3270">
                  <c:v>1000000000</c:v>
                </c:pt>
                <c:pt idx="3271">
                  <c:v>1000000000</c:v>
                </c:pt>
                <c:pt idx="3272">
                  <c:v>1000000000</c:v>
                </c:pt>
                <c:pt idx="3273">
                  <c:v>1000000000</c:v>
                </c:pt>
                <c:pt idx="3274">
                  <c:v>1000000000</c:v>
                </c:pt>
                <c:pt idx="3275">
                  <c:v>1000000000</c:v>
                </c:pt>
                <c:pt idx="3276">
                  <c:v>1000000000</c:v>
                </c:pt>
                <c:pt idx="3277">
                  <c:v>1000000000</c:v>
                </c:pt>
                <c:pt idx="3278">
                  <c:v>1000000000</c:v>
                </c:pt>
                <c:pt idx="3279">
                  <c:v>1000000000</c:v>
                </c:pt>
                <c:pt idx="3280">
                  <c:v>1000000000</c:v>
                </c:pt>
                <c:pt idx="3281">
                  <c:v>1000000000</c:v>
                </c:pt>
                <c:pt idx="3282">
                  <c:v>1000000000</c:v>
                </c:pt>
                <c:pt idx="3283">
                  <c:v>1000000000</c:v>
                </c:pt>
                <c:pt idx="3284">
                  <c:v>1000000000</c:v>
                </c:pt>
                <c:pt idx="3285">
                  <c:v>1000000000</c:v>
                </c:pt>
                <c:pt idx="3286">
                  <c:v>1000000000</c:v>
                </c:pt>
                <c:pt idx="3287">
                  <c:v>1000000000</c:v>
                </c:pt>
                <c:pt idx="3288">
                  <c:v>1000000000</c:v>
                </c:pt>
                <c:pt idx="3289">
                  <c:v>1000000000</c:v>
                </c:pt>
                <c:pt idx="3290">
                  <c:v>1000000000</c:v>
                </c:pt>
                <c:pt idx="3291">
                  <c:v>1000000000</c:v>
                </c:pt>
                <c:pt idx="3292">
                  <c:v>1000000000</c:v>
                </c:pt>
                <c:pt idx="3293">
                  <c:v>1000000000</c:v>
                </c:pt>
                <c:pt idx="3294">
                  <c:v>1000000000</c:v>
                </c:pt>
                <c:pt idx="3295">
                  <c:v>1000000000</c:v>
                </c:pt>
                <c:pt idx="3296">
                  <c:v>1000000000</c:v>
                </c:pt>
                <c:pt idx="3297">
                  <c:v>1000000000</c:v>
                </c:pt>
                <c:pt idx="3298">
                  <c:v>1000000000</c:v>
                </c:pt>
                <c:pt idx="3299">
                  <c:v>1000000000</c:v>
                </c:pt>
                <c:pt idx="3300">
                  <c:v>1000000000</c:v>
                </c:pt>
                <c:pt idx="3301">
                  <c:v>1000000000</c:v>
                </c:pt>
                <c:pt idx="3302">
                  <c:v>997700063.82255542</c:v>
                </c:pt>
                <c:pt idx="3303">
                  <c:v>995405417.35152841</c:v>
                </c:pt>
                <c:pt idx="3304">
                  <c:v>995405417.35152841</c:v>
                </c:pt>
                <c:pt idx="3305">
                  <c:v>993116048.42093456</c:v>
                </c:pt>
                <c:pt idx="3306">
                  <c:v>990831944.89277112</c:v>
                </c:pt>
                <c:pt idx="3307">
                  <c:v>988553094.6569382</c:v>
                </c:pt>
                <c:pt idx="3308">
                  <c:v>988553094.6569382</c:v>
                </c:pt>
                <c:pt idx="3309">
                  <c:v>986279485.63121259</c:v>
                </c:pt>
                <c:pt idx="3310">
                  <c:v>984011105.76113522</c:v>
                </c:pt>
                <c:pt idx="3311">
                  <c:v>981747943.01998866</c:v>
                </c:pt>
                <c:pt idx="3312">
                  <c:v>981747943.01998866</c:v>
                </c:pt>
                <c:pt idx="3313">
                  <c:v>979489985.40869892</c:v>
                </c:pt>
                <c:pt idx="3314">
                  <c:v>977237220.95581353</c:v>
                </c:pt>
                <c:pt idx="3315">
                  <c:v>974989637.71738911</c:v>
                </c:pt>
                <c:pt idx="3316">
                  <c:v>974989637.71738911</c:v>
                </c:pt>
                <c:pt idx="3317">
                  <c:v>972747223.77696657</c:v>
                </c:pt>
                <c:pt idx="3318">
                  <c:v>970509967.24549043</c:v>
                </c:pt>
                <c:pt idx="3319">
                  <c:v>968277856.26125276</c:v>
                </c:pt>
                <c:pt idx="3320">
                  <c:v>968277856.26125276</c:v>
                </c:pt>
                <c:pt idx="3321">
                  <c:v>966050878.98981285</c:v>
                </c:pt>
                <c:pt idx="3322">
                  <c:v>963829023.62397277</c:v>
                </c:pt>
                <c:pt idx="3323">
                  <c:v>961612278.38366616</c:v>
                </c:pt>
                <c:pt idx="3324">
                  <c:v>961612278.38366616</c:v>
                </c:pt>
                <c:pt idx="3325">
                  <c:v>959400631.51593399</c:v>
                </c:pt>
                <c:pt idx="3326">
                  <c:v>957194071.29484463</c:v>
                </c:pt>
                <c:pt idx="3327">
                  <c:v>954992586.02143884</c:v>
                </c:pt>
                <c:pt idx="3328">
                  <c:v>952796164.02365077</c:v>
                </c:pt>
                <c:pt idx="3329">
                  <c:v>952796164.02365077</c:v>
                </c:pt>
                <c:pt idx="3330">
                  <c:v>950604793.65628302</c:v>
                </c:pt>
                <c:pt idx="3331">
                  <c:v>948418463.30089808</c:v>
                </c:pt>
                <c:pt idx="3332">
                  <c:v>946237161.36579657</c:v>
                </c:pt>
                <c:pt idx="3333">
                  <c:v>946237161.36579657</c:v>
                </c:pt>
                <c:pt idx="3334">
                  <c:v>944060876.28592288</c:v>
                </c:pt>
                <c:pt idx="3335">
                  <c:v>941889596.5228436</c:v>
                </c:pt>
                <c:pt idx="3336">
                  <c:v>939723310.56464279</c:v>
                </c:pt>
                <c:pt idx="3337">
                  <c:v>939723310.56464279</c:v>
                </c:pt>
                <c:pt idx="3338">
                  <c:v>937562006.92588115</c:v>
                </c:pt>
                <c:pt idx="3339">
                  <c:v>935405674.14755547</c:v>
                </c:pt>
                <c:pt idx="3340">
                  <c:v>933254300.79699397</c:v>
                </c:pt>
                <c:pt idx="3341">
                  <c:v>933254300.79699397</c:v>
                </c:pt>
                <c:pt idx="3342">
                  <c:v>931107875.46782935</c:v>
                </c:pt>
                <c:pt idx="3343">
                  <c:v>928966386.77993798</c:v>
                </c:pt>
                <c:pt idx="3344">
                  <c:v>926829823.37935352</c:v>
                </c:pt>
                <c:pt idx="3345">
                  <c:v>926829823.37935352</c:v>
                </c:pt>
                <c:pt idx="3346">
                  <c:v>924698173.93822289</c:v>
                </c:pt>
                <c:pt idx="3347">
                  <c:v>922571427.15476608</c:v>
                </c:pt>
                <c:pt idx="3348">
                  <c:v>920449571.75317359</c:v>
                </c:pt>
                <c:pt idx="3349">
                  <c:v>920449571.75317359</c:v>
                </c:pt>
                <c:pt idx="3350">
                  <c:v>918332596.4835825</c:v>
                </c:pt>
                <c:pt idx="3351">
                  <c:v>916220490.12200069</c:v>
                </c:pt>
                <c:pt idx="3352">
                  <c:v>914113241.47025383</c:v>
                </c:pt>
                <c:pt idx="3353">
                  <c:v>914113241.47025383</c:v>
                </c:pt>
                <c:pt idx="3354">
                  <c:v>912010839.35591269</c:v>
                </c:pt>
                <c:pt idx="3355">
                  <c:v>909913272.63225389</c:v>
                </c:pt>
                <c:pt idx="3356">
                  <c:v>907820530.17818737</c:v>
                </c:pt>
                <c:pt idx="3357">
                  <c:v>907820530.17818737</c:v>
                </c:pt>
                <c:pt idx="3358">
                  <c:v>905732600.89820433</c:v>
                </c:pt>
                <c:pt idx="3359">
                  <c:v>903649473.72230184</c:v>
                </c:pt>
                <c:pt idx="3360">
                  <c:v>901571137.60595989</c:v>
                </c:pt>
                <c:pt idx="3361">
                  <c:v>901571137.60595989</c:v>
                </c:pt>
                <c:pt idx="3362">
                  <c:v>899497581.53003752</c:v>
                </c:pt>
                <c:pt idx="3363">
                  <c:v>897428794.50075018</c:v>
                </c:pt>
                <c:pt idx="3364">
                  <c:v>895364765.54959488</c:v>
                </c:pt>
                <c:pt idx="3365">
                  <c:v>895364765.54959488</c:v>
                </c:pt>
                <c:pt idx="3366">
                  <c:v>893305483.73329878</c:v>
                </c:pt>
                <c:pt idx="3367">
                  <c:v>891250938.13374531</c:v>
                </c:pt>
                <c:pt idx="3368">
                  <c:v>889201117.85795081</c:v>
                </c:pt>
                <c:pt idx="3369">
                  <c:v>889201117.85795081</c:v>
                </c:pt>
                <c:pt idx="3370">
                  <c:v>887156012.03796256</c:v>
                </c:pt>
                <c:pt idx="3371">
                  <c:v>885115609.83083653</c:v>
                </c:pt>
                <c:pt idx="3372">
                  <c:v>883079900.41856325</c:v>
                </c:pt>
                <c:pt idx="3373">
                  <c:v>883079900.41856325</c:v>
                </c:pt>
                <c:pt idx="3374">
                  <c:v>881048873.00801706</c:v>
                </c:pt>
                <c:pt idx="3375">
                  <c:v>879022516.83088672</c:v>
                </c:pt>
                <c:pt idx="3376">
                  <c:v>877000821.14363647</c:v>
                </c:pt>
                <c:pt idx="3377">
                  <c:v>877000821.14363647</c:v>
                </c:pt>
                <c:pt idx="3378">
                  <c:v>874983775.22743714</c:v>
                </c:pt>
                <c:pt idx="3379">
                  <c:v>872971368.38811517</c:v>
                </c:pt>
                <c:pt idx="3380">
                  <c:v>870963589.95608056</c:v>
                </c:pt>
                <c:pt idx="3381">
                  <c:v>870963589.95608056</c:v>
                </c:pt>
                <c:pt idx="3382">
                  <c:v>868960429.28630412</c:v>
                </c:pt>
                <c:pt idx="3383">
                  <c:v>866961875.75821841</c:v>
                </c:pt>
                <c:pt idx="3384">
                  <c:v>864967918.77569437</c:v>
                </c:pt>
                <c:pt idx="3385">
                  <c:v>864967918.77569437</c:v>
                </c:pt>
                <c:pt idx="3386">
                  <c:v>862978547.76697087</c:v>
                </c:pt>
                <c:pt idx="3387">
                  <c:v>860993752.18460357</c:v>
                </c:pt>
                <c:pt idx="3388">
                  <c:v>859013521.50539505</c:v>
                </c:pt>
                <c:pt idx="3389">
                  <c:v>859013521.50539505</c:v>
                </c:pt>
                <c:pt idx="3390">
                  <c:v>857037845.23037136</c:v>
                </c:pt>
                <c:pt idx="3391">
                  <c:v>855066712.88468444</c:v>
                </c:pt>
                <c:pt idx="3392">
                  <c:v>853100114.01758993</c:v>
                </c:pt>
                <c:pt idx="3393">
                  <c:v>853100114.01758993</c:v>
                </c:pt>
                <c:pt idx="3394">
                  <c:v>851138038.20237648</c:v>
                </c:pt>
                <c:pt idx="3395">
                  <c:v>849180475.03631616</c:v>
                </c:pt>
                <c:pt idx="3396">
                  <c:v>847227414.14059818</c:v>
                </c:pt>
                <c:pt idx="3397">
                  <c:v>847227414.14059818</c:v>
                </c:pt>
                <c:pt idx="3398">
                  <c:v>845278845.16029108</c:v>
                </c:pt>
                <c:pt idx="3399">
                  <c:v>843334757.76427603</c:v>
                </c:pt>
                <c:pt idx="3400">
                  <c:v>841395141.64519811</c:v>
                </c:pt>
                <c:pt idx="3401">
                  <c:v>841395141.64519811</c:v>
                </c:pt>
                <c:pt idx="3402">
                  <c:v>839459986.5193969</c:v>
                </c:pt>
                <c:pt idx="3403">
                  <c:v>837529282.12688434</c:v>
                </c:pt>
                <c:pt idx="3404">
                  <c:v>835603018.23125219</c:v>
                </c:pt>
                <c:pt idx="3405">
                  <c:v>835603018.23125219</c:v>
                </c:pt>
                <c:pt idx="3406">
                  <c:v>833681184.61963499</c:v>
                </c:pt>
                <c:pt idx="3407">
                  <c:v>831763771.10267103</c:v>
                </c:pt>
                <c:pt idx="3408">
                  <c:v>829850767.51442492</c:v>
                </c:pt>
                <c:pt idx="3409">
                  <c:v>829850767.51442492</c:v>
                </c:pt>
                <c:pt idx="3410">
                  <c:v>827942163.71233308</c:v>
                </c:pt>
                <c:pt idx="3411">
                  <c:v>826037949.57717991</c:v>
                </c:pt>
                <c:pt idx="3412">
                  <c:v>824138115.01300585</c:v>
                </c:pt>
                <c:pt idx="3413">
                  <c:v>824138115.01300585</c:v>
                </c:pt>
                <c:pt idx="3414">
                  <c:v>822242649.94707119</c:v>
                </c:pt>
                <c:pt idx="3415">
                  <c:v>820351544.32982063</c:v>
                </c:pt>
                <c:pt idx="3416">
                  <c:v>818464788.13479173</c:v>
                </c:pt>
                <c:pt idx="3417">
                  <c:v>816582371.35859656</c:v>
                </c:pt>
                <c:pt idx="3418">
                  <c:v>816582371.35859656</c:v>
                </c:pt>
                <c:pt idx="3419">
                  <c:v>814704284.02084029</c:v>
                </c:pt>
                <c:pt idx="3420">
                  <c:v>812830516.1641022</c:v>
                </c:pt>
                <c:pt idx="3421">
                  <c:v>810961057.85384321</c:v>
                </c:pt>
                <c:pt idx="3422">
                  <c:v>810961057.85384321</c:v>
                </c:pt>
                <c:pt idx="3423">
                  <c:v>809095899.17838418</c:v>
                </c:pt>
                <c:pt idx="3424">
                  <c:v>807235030.2488395</c:v>
                </c:pt>
                <c:pt idx="3425">
                  <c:v>805378441.19907022</c:v>
                </c:pt>
                <c:pt idx="3426">
                  <c:v>805378441.19907022</c:v>
                </c:pt>
                <c:pt idx="3427">
                  <c:v>803526122.18561745</c:v>
                </c:pt>
                <c:pt idx="3428">
                  <c:v>801678063.3876816</c:v>
                </c:pt>
                <c:pt idx="3429">
                  <c:v>799834255.00703025</c:v>
                </c:pt>
                <c:pt idx="3430">
                  <c:v>799834255.00703025</c:v>
                </c:pt>
                <c:pt idx="3431">
                  <c:v>797994687.26797795</c:v>
                </c:pt>
                <c:pt idx="3432">
                  <c:v>796159350.41731954</c:v>
                </c:pt>
                <c:pt idx="3433">
                  <c:v>794328234.72428453</c:v>
                </c:pt>
                <c:pt idx="3434">
                  <c:v>794328234.72428453</c:v>
                </c:pt>
                <c:pt idx="3435">
                  <c:v>792501330.48047137</c:v>
                </c:pt>
                <c:pt idx="3436">
                  <c:v>790678627.99982703</c:v>
                </c:pt>
                <c:pt idx="3437">
                  <c:v>788860117.61855578</c:v>
                </c:pt>
                <c:pt idx="3438">
                  <c:v>788860117.61855578</c:v>
                </c:pt>
                <c:pt idx="3439">
                  <c:v>787045789.69510221</c:v>
                </c:pt>
                <c:pt idx="3440">
                  <c:v>785235634.61007202</c:v>
                </c:pt>
                <c:pt idx="3441">
                  <c:v>783429642.76621425</c:v>
                </c:pt>
                <c:pt idx="3442">
                  <c:v>783429642.76621425</c:v>
                </c:pt>
                <c:pt idx="3443">
                  <c:v>781627804.58833158</c:v>
                </c:pt>
                <c:pt idx="3444">
                  <c:v>779830110.52326012</c:v>
                </c:pt>
                <c:pt idx="3445">
                  <c:v>778036551.03980482</c:v>
                </c:pt>
                <c:pt idx="3446">
                  <c:v>778036551.03980482</c:v>
                </c:pt>
                <c:pt idx="3447">
                  <c:v>776247116.62869477</c:v>
                </c:pt>
                <c:pt idx="3448">
                  <c:v>774461797.80251849</c:v>
                </c:pt>
                <c:pt idx="3449">
                  <c:v>772680585.0957042</c:v>
                </c:pt>
                <c:pt idx="3450">
                  <c:v>772680585.0957042</c:v>
                </c:pt>
                <c:pt idx="3451">
                  <c:v>770903469.06443143</c:v>
                </c:pt>
                <c:pt idx="3452">
                  <c:v>769130440.28661048</c:v>
                </c:pt>
                <c:pt idx="3453">
                  <c:v>767361489.36181927</c:v>
                </c:pt>
                <c:pt idx="3454">
                  <c:v>767361489.36181927</c:v>
                </c:pt>
                <c:pt idx="3455">
                  <c:v>765596606.91125882</c:v>
                </c:pt>
                <c:pt idx="3456">
                  <c:v>763835783.57768989</c:v>
                </c:pt>
                <c:pt idx="3457">
                  <c:v>762079010.02541339</c:v>
                </c:pt>
                <c:pt idx="3458">
                  <c:v>762079010.02541339</c:v>
                </c:pt>
                <c:pt idx="3459">
                  <c:v>760326276.94018269</c:v>
                </c:pt>
                <c:pt idx="3460">
                  <c:v>758577575.02918684</c:v>
                </c:pt>
                <c:pt idx="3461">
                  <c:v>756832895.02097416</c:v>
                </c:pt>
                <c:pt idx="3462">
                  <c:v>756832895.02097416</c:v>
                </c:pt>
                <c:pt idx="3463">
                  <c:v>755092227.66543591</c:v>
                </c:pt>
                <c:pt idx="3464">
                  <c:v>753355563.73371875</c:v>
                </c:pt>
                <c:pt idx="3465">
                  <c:v>751622894.01820636</c:v>
                </c:pt>
                <c:pt idx="3466">
                  <c:v>751622894.01820636</c:v>
                </c:pt>
                <c:pt idx="3467">
                  <c:v>749894209.33245623</c:v>
                </c:pt>
                <c:pt idx="3468">
                  <c:v>748169500.5111568</c:v>
                </c:pt>
                <c:pt idx="3469">
                  <c:v>746448758.41006589</c:v>
                </c:pt>
                <c:pt idx="3470">
                  <c:v>746448758.41006589</c:v>
                </c:pt>
                <c:pt idx="3471">
                  <c:v>744731973.90599048</c:v>
                </c:pt>
                <c:pt idx="3472">
                  <c:v>743019137.89670229</c:v>
                </c:pt>
                <c:pt idx="3473">
                  <c:v>741310241.30091786</c:v>
                </c:pt>
                <c:pt idx="3474">
                  <c:v>741310241.30091786</c:v>
                </c:pt>
                <c:pt idx="3475">
                  <c:v>739605275.05823767</c:v>
                </c:pt>
                <c:pt idx="3476">
                  <c:v>737904230.12910295</c:v>
                </c:pt>
                <c:pt idx="3477">
                  <c:v>736207097.49474013</c:v>
                </c:pt>
                <c:pt idx="3478">
                  <c:v>736207097.49474013</c:v>
                </c:pt>
                <c:pt idx="3479">
                  <c:v>734513868.15711582</c:v>
                </c:pt>
                <c:pt idx="3480">
                  <c:v>732824533.13890707</c:v>
                </c:pt>
                <c:pt idx="3481">
                  <c:v>731139083.4834199</c:v>
                </c:pt>
                <c:pt idx="3482">
                  <c:v>731139083.4834199</c:v>
                </c:pt>
                <c:pt idx="3483">
                  <c:v>729457510.2545681</c:v>
                </c:pt>
                <c:pt idx="3484">
                  <c:v>727779804.53682554</c:v>
                </c:pt>
                <c:pt idx="3485">
                  <c:v>726105957.43515825</c:v>
                </c:pt>
                <c:pt idx="3486">
                  <c:v>726105957.43515825</c:v>
                </c:pt>
                <c:pt idx="3487">
                  <c:v>724435960.07499051</c:v>
                </c:pt>
                <c:pt idx="3488">
                  <c:v>722769803.60217273</c:v>
                </c:pt>
                <c:pt idx="3489">
                  <c:v>721107479.18290162</c:v>
                </c:pt>
                <c:pt idx="3490">
                  <c:v>721107479.18290162</c:v>
                </c:pt>
                <c:pt idx="3491">
                  <c:v>719448978.00370097</c:v>
                </c:pt>
                <c:pt idx="3492">
                  <c:v>717794291.27136266</c:v>
                </c:pt>
                <c:pt idx="3493">
                  <c:v>716143410.21290505</c:v>
                </c:pt>
                <c:pt idx="3494">
                  <c:v>716143410.21290505</c:v>
                </c:pt>
                <c:pt idx="3495">
                  <c:v>714496326.07551336</c:v>
                </c:pt>
                <c:pt idx="3496">
                  <c:v>712853030.12652147</c:v>
                </c:pt>
                <c:pt idx="3497">
                  <c:v>711213513.65333056</c:v>
                </c:pt>
                <c:pt idx="3498">
                  <c:v>711213513.65333056</c:v>
                </c:pt>
                <c:pt idx="3499">
                  <c:v>709577767.96339226</c:v>
                </c:pt>
                <c:pt idx="3500">
                  <c:v>707945784.38413846</c:v>
                </c:pt>
                <c:pt idx="3501">
                  <c:v>706317554.26296449</c:v>
                </c:pt>
                <c:pt idx="3502">
                  <c:v>706317554.26296449</c:v>
                </c:pt>
                <c:pt idx="3503">
                  <c:v>704693068.9671489</c:v>
                </c:pt>
                <c:pt idx="3504">
                  <c:v>703072319.88383496</c:v>
                </c:pt>
                <c:pt idx="3505">
                  <c:v>701455298.4199723</c:v>
                </c:pt>
                <c:pt idx="3506">
                  <c:v>701455298.4199723</c:v>
                </c:pt>
                <c:pt idx="3507">
                  <c:v>699841996.00227654</c:v>
                </c:pt>
                <c:pt idx="3508">
                  <c:v>698232404.07717144</c:v>
                </c:pt>
                <c:pt idx="3509">
                  <c:v>696626514.1107707</c:v>
                </c:pt>
                <c:pt idx="3510">
                  <c:v>695024317.58879828</c:v>
                </c:pt>
                <c:pt idx="3511">
                  <c:v>695024317.58879828</c:v>
                </c:pt>
                <c:pt idx="3512">
                  <c:v>693425806.01657021</c:v>
                </c:pt>
                <c:pt idx="3513">
                  <c:v>691830970.91893709</c:v>
                </c:pt>
                <c:pt idx="3514">
                  <c:v>690239803.84024453</c:v>
                </c:pt>
                <c:pt idx="3515">
                  <c:v>690239803.84024453</c:v>
                </c:pt>
                <c:pt idx="3516">
                  <c:v>688652296.34427571</c:v>
                </c:pt>
                <c:pt idx="3517">
                  <c:v>687068440.01423371</c:v>
                </c:pt>
                <c:pt idx="3518">
                  <c:v>685488226.45266259</c:v>
                </c:pt>
                <c:pt idx="3519">
                  <c:v>685488226.45266259</c:v>
                </c:pt>
                <c:pt idx="3520">
                  <c:v>683911647.28143239</c:v>
                </c:pt>
                <c:pt idx="3521">
                  <c:v>682338694.14166975</c:v>
                </c:pt>
                <c:pt idx="3522">
                  <c:v>680769358.69374347</c:v>
                </c:pt>
                <c:pt idx="3523">
                  <c:v>680769358.69374347</c:v>
                </c:pt>
                <c:pt idx="3524">
                  <c:v>679203632.61718607</c:v>
                </c:pt>
                <c:pt idx="3525">
                  <c:v>677641507.61067617</c:v>
                </c:pt>
                <c:pt idx="3526">
                  <c:v>676082975.39198244</c:v>
                </c:pt>
                <c:pt idx="3527">
                  <c:v>676082975.39198244</c:v>
                </c:pt>
                <c:pt idx="3528">
                  <c:v>674528027.69792449</c:v>
                </c:pt>
                <c:pt idx="3529">
                  <c:v>672976656.28431737</c:v>
                </c:pt>
                <c:pt idx="3530">
                  <c:v>671428852.92595398</c:v>
                </c:pt>
                <c:pt idx="3531">
                  <c:v>671428852.92595398</c:v>
                </c:pt>
                <c:pt idx="3532">
                  <c:v>669884609.41652751</c:v>
                </c:pt>
                <c:pt idx="3533">
                  <c:v>668343917.5686152</c:v>
                </c:pt>
                <c:pt idx="3534">
                  <c:v>666806769.21362233</c:v>
                </c:pt>
                <c:pt idx="3535">
                  <c:v>666806769.21362233</c:v>
                </c:pt>
                <c:pt idx="3536">
                  <c:v>665273156.20174348</c:v>
                </c:pt>
                <c:pt idx="3537">
                  <c:v>663743070.40190804</c:v>
                </c:pt>
                <c:pt idx="3538">
                  <c:v>662216503.70176303</c:v>
                </c:pt>
                <c:pt idx="3539">
                  <c:v>662216503.70176303</c:v>
                </c:pt>
                <c:pt idx="3540">
                  <c:v>660693448.00759673</c:v>
                </c:pt>
                <c:pt idx="3541">
                  <c:v>659173895.24432385</c:v>
                </c:pt>
                <c:pt idx="3542">
                  <c:v>657657837.35542023</c:v>
                </c:pt>
                <c:pt idx="3543">
                  <c:v>657657837.35542023</c:v>
                </c:pt>
                <c:pt idx="3544">
                  <c:v>656145266.30290699</c:v>
                </c:pt>
                <c:pt idx="3545">
                  <c:v>654636174.06727839</c:v>
                </c:pt>
                <c:pt idx="3546">
                  <c:v>653130552.6474731</c:v>
                </c:pt>
                <c:pt idx="3547">
                  <c:v>653130552.6474731</c:v>
                </c:pt>
                <c:pt idx="3548">
                  <c:v>651628394.06084287</c:v>
                </c:pt>
                <c:pt idx="3549">
                  <c:v>650129690.3430928</c:v>
                </c:pt>
                <c:pt idx="3550">
                  <c:v>648634433.54823768</c:v>
                </c:pt>
                <c:pt idx="3551">
                  <c:v>648634433.54823768</c:v>
                </c:pt>
                <c:pt idx="3552">
                  <c:v>647142615.74858427</c:v>
                </c:pt>
                <c:pt idx="3553">
                  <c:v>645654229.03465855</c:v>
                </c:pt>
                <c:pt idx="3554">
                  <c:v>644169265.51517749</c:v>
                </c:pt>
                <c:pt idx="3555">
                  <c:v>644169265.51517749</c:v>
                </c:pt>
                <c:pt idx="3556">
                  <c:v>642687717.31702173</c:v>
                </c:pt>
                <c:pt idx="3557">
                  <c:v>641209576.58516324</c:v>
                </c:pt>
                <c:pt idx="3558">
                  <c:v>639734835.48264706</c:v>
                </c:pt>
                <c:pt idx="3559">
                  <c:v>639734835.48264706</c:v>
                </c:pt>
                <c:pt idx="3560">
                  <c:v>638263486.19054937</c:v>
                </c:pt>
                <c:pt idx="3561">
                  <c:v>636795520.90791833</c:v>
                </c:pt>
                <c:pt idx="3562">
                  <c:v>635330931.85174572</c:v>
                </c:pt>
                <c:pt idx="3563">
                  <c:v>635330931.85174572</c:v>
                </c:pt>
                <c:pt idx="3564">
                  <c:v>633869711.25692856</c:v>
                </c:pt>
                <c:pt idx="3565">
                  <c:v>632411851.3762207</c:v>
                </c:pt>
                <c:pt idx="3566">
                  <c:v>630957344.48019624</c:v>
                </c:pt>
                <c:pt idx="3567">
                  <c:v>630957344.48019624</c:v>
                </c:pt>
                <c:pt idx="3568">
                  <c:v>629506182.85719788</c:v>
                </c:pt>
                <c:pt idx="3569">
                  <c:v>628058358.81332004</c:v>
                </c:pt>
                <c:pt idx="3570">
                  <c:v>626613864.67233706</c:v>
                </c:pt>
                <c:pt idx="3571">
                  <c:v>626613864.67233706</c:v>
                </c:pt>
                <c:pt idx="3572">
                  <c:v>625172692.77568698</c:v>
                </c:pt>
                <c:pt idx="3573">
                  <c:v>623734835.48241997</c:v>
                </c:pt>
                <c:pt idx="3574">
                  <c:v>622300285.16916203</c:v>
                </c:pt>
                <c:pt idx="3575">
                  <c:v>622300285.16916203</c:v>
                </c:pt>
                <c:pt idx="3576">
                  <c:v>620869034.23006344</c:v>
                </c:pt>
                <c:pt idx="3577">
                  <c:v>619441075.07678306</c:v>
                </c:pt>
                <c:pt idx="3578">
                  <c:v>618016400.13841712</c:v>
                </c:pt>
                <c:pt idx="3579">
                  <c:v>618016400.13841712</c:v>
                </c:pt>
                <c:pt idx="3580">
                  <c:v>616595001.86148298</c:v>
                </c:pt>
                <c:pt idx="3581">
                  <c:v>615176872.70986855</c:v>
                </c:pt>
                <c:pt idx="3582">
                  <c:v>613762005.16479635</c:v>
                </c:pt>
                <c:pt idx="3583">
                  <c:v>613762005.16479635</c:v>
                </c:pt>
                <c:pt idx="3584">
                  <c:v>612350391.7247752</c:v>
                </c:pt>
                <c:pt idx="3585">
                  <c:v>610942024.90557325</c:v>
                </c:pt>
                <c:pt idx="3586">
                  <c:v>609536897.24017</c:v>
                </c:pt>
                <c:pt idx="3587">
                  <c:v>609536897.24017</c:v>
                </c:pt>
                <c:pt idx="3588">
                  <c:v>608135001.2787205</c:v>
                </c:pt>
                <c:pt idx="3589">
                  <c:v>606736329.58850539</c:v>
                </c:pt>
                <c:pt idx="3590">
                  <c:v>605340874.75391531</c:v>
                </c:pt>
                <c:pt idx="3591">
                  <c:v>605340874.75391531</c:v>
                </c:pt>
                <c:pt idx="3592">
                  <c:v>603948629.37638104</c:v>
                </c:pt>
                <c:pt idx="3593">
                  <c:v>602559586.07435858</c:v>
                </c:pt>
                <c:pt idx="3594">
                  <c:v>601173737.48327839</c:v>
                </c:pt>
                <c:pt idx="3595">
                  <c:v>601173737.48327839</c:v>
                </c:pt>
                <c:pt idx="3596">
                  <c:v>599791076.25551152</c:v>
                </c:pt>
                <c:pt idx="3597">
                  <c:v>598411595.0603193</c:v>
                </c:pt>
                <c:pt idx="3598">
                  <c:v>597035286.58383811</c:v>
                </c:pt>
                <c:pt idx="3599">
                  <c:v>595662143.52901137</c:v>
                </c:pt>
                <c:pt idx="3600">
                  <c:v>595662143.52901137</c:v>
                </c:pt>
                <c:pt idx="3601">
                  <c:v>594292158.61557305</c:v>
                </c:pt>
                <c:pt idx="3602">
                  <c:v>592925324.5799998</c:v>
                </c:pt>
                <c:pt idx="3603">
                  <c:v>591561634.17547572</c:v>
                </c:pt>
                <c:pt idx="3604">
                  <c:v>591561634.17547572</c:v>
                </c:pt>
                <c:pt idx="3605">
                  <c:v>590201080.17184556</c:v>
                </c:pt>
                <c:pt idx="3606">
                  <c:v>588843655.35558987</c:v>
                </c:pt>
                <c:pt idx="3607">
                  <c:v>587489352.52977717</c:v>
                </c:pt>
                <c:pt idx="3608">
                  <c:v>587489352.52977717</c:v>
                </c:pt>
                <c:pt idx="3609">
                  <c:v>586138164.51403081</c:v>
                </c:pt>
                <c:pt idx="3610">
                  <c:v>584790084.14448035</c:v>
                </c:pt>
                <c:pt idx="3611">
                  <c:v>583445104.27374601</c:v>
                </c:pt>
                <c:pt idx="3612">
                  <c:v>583445104.27374601</c:v>
                </c:pt>
                <c:pt idx="3613">
                  <c:v>582103217.77087235</c:v>
                </c:pt>
                <c:pt idx="3614">
                  <c:v>580764417.52131259</c:v>
                </c:pt>
                <c:pt idx="3615">
                  <c:v>579428696.42688107</c:v>
                </c:pt>
                <c:pt idx="3616">
                  <c:v>579428696.42688107</c:v>
                </c:pt>
                <c:pt idx="3617">
                  <c:v>578096047.40571976</c:v>
                </c:pt>
                <c:pt idx="3618">
                  <c:v>576766463.39225006</c:v>
                </c:pt>
                <c:pt idx="3619">
                  <c:v>575439937.33715785</c:v>
                </c:pt>
                <c:pt idx="3620">
                  <c:v>575439937.33715785</c:v>
                </c:pt>
                <c:pt idx="3621">
                  <c:v>574116462.20733011</c:v>
                </c:pt>
                <c:pt idx="3622">
                  <c:v>572796030.98582935</c:v>
                </c:pt>
                <c:pt idx="3623">
                  <c:v>571478636.67186677</c:v>
                </c:pt>
                <c:pt idx="3624">
                  <c:v>571478636.67186677</c:v>
                </c:pt>
                <c:pt idx="3625">
                  <c:v>570164272.28074884</c:v>
                </c:pt>
                <c:pt idx="3626">
                  <c:v>568852930.84384441</c:v>
                </c:pt>
                <c:pt idx="3627">
                  <c:v>567544605.40854764</c:v>
                </c:pt>
                <c:pt idx="3628">
                  <c:v>567544605.40854764</c:v>
                </c:pt>
                <c:pt idx="3629">
                  <c:v>566239289.03825545</c:v>
                </c:pt>
                <c:pt idx="3630">
                  <c:v>564936974.81230426</c:v>
                </c:pt>
                <c:pt idx="3631">
                  <c:v>563637655.82595575</c:v>
                </c:pt>
                <c:pt idx="3632">
                  <c:v>563637655.82595575</c:v>
                </c:pt>
                <c:pt idx="3633">
                  <c:v>562341325.19035006</c:v>
                </c:pt>
                <c:pt idx="3634">
                  <c:v>561047976.03247309</c:v>
                </c:pt>
                <c:pt idx="3635">
                  <c:v>559757601.49511027</c:v>
                </c:pt>
                <c:pt idx="3636">
                  <c:v>559757601.49511027</c:v>
                </c:pt>
                <c:pt idx="3637">
                  <c:v>558470194.7368325</c:v>
                </c:pt>
                <c:pt idx="3638">
                  <c:v>557185748.93193126</c:v>
                </c:pt>
                <c:pt idx="3639">
                  <c:v>555904257.27040458</c:v>
                </c:pt>
                <c:pt idx="3640">
                  <c:v>555904257.27040458</c:v>
                </c:pt>
                <c:pt idx="3641">
                  <c:v>554625712.95791137</c:v>
                </c:pt>
                <c:pt idx="3642">
                  <c:v>553350109.21573889</c:v>
                </c:pt>
                <c:pt idx="3643">
                  <c:v>552077439.2807591</c:v>
                </c:pt>
                <c:pt idx="3644">
                  <c:v>552077439.2807591</c:v>
                </c:pt>
                <c:pt idx="3645">
                  <c:v>550807696.40540481</c:v>
                </c:pt>
                <c:pt idx="3646">
                  <c:v>549540873.85762548</c:v>
                </c:pt>
                <c:pt idx="3647">
                  <c:v>548276964.92085624</c:v>
                </c:pt>
                <c:pt idx="3648">
                  <c:v>548276964.92085624</c:v>
                </c:pt>
                <c:pt idx="3649">
                  <c:v>547015962.8939718</c:v>
                </c:pt>
                <c:pt idx="3650">
                  <c:v>545757861.09127271</c:v>
                </c:pt>
                <c:pt idx="3651">
                  <c:v>544502652.8424226</c:v>
                </c:pt>
                <c:pt idx="3652">
                  <c:v>544502652.8424226</c:v>
                </c:pt>
                <c:pt idx="3653">
                  <c:v>543250331.49243414</c:v>
                </c:pt>
                <c:pt idx="3654">
                  <c:v>542000890.40162444</c:v>
                </c:pt>
                <c:pt idx="3655">
                  <c:v>540754322.94558299</c:v>
                </c:pt>
                <c:pt idx="3656">
                  <c:v>540754322.94558299</c:v>
                </c:pt>
                <c:pt idx="3657">
                  <c:v>539510622.51512742</c:v>
                </c:pt>
                <c:pt idx="3658">
                  <c:v>538269782.51628971</c:v>
                </c:pt>
                <c:pt idx="3659">
                  <c:v>537031796.37025368</c:v>
                </c:pt>
                <c:pt idx="3660">
                  <c:v>537031796.37025368</c:v>
                </c:pt>
                <c:pt idx="3661">
                  <c:v>535796657.51334226</c:v>
                </c:pt>
                <c:pt idx="3662">
                  <c:v>534564359.39697194</c:v>
                </c:pt>
                <c:pt idx="3663">
                  <c:v>533334895.48762274</c:v>
                </c:pt>
                <c:pt idx="3664">
                  <c:v>533334895.48762274</c:v>
                </c:pt>
                <c:pt idx="3665">
                  <c:v>532108259.26679564</c:v>
                </c:pt>
                <c:pt idx="3666">
                  <c:v>530884444.2309894</c:v>
                </c:pt>
                <c:pt idx="3667">
                  <c:v>529663443.89165848</c:v>
                </c:pt>
                <c:pt idx="3668">
                  <c:v>529663443.89165848</c:v>
                </c:pt>
                <c:pt idx="3669">
                  <c:v>528445251.77518255</c:v>
                </c:pt>
                <c:pt idx="3670">
                  <c:v>527229861.42282265</c:v>
                </c:pt>
                <c:pt idx="3671">
                  <c:v>526017266.39070761</c:v>
                </c:pt>
                <c:pt idx="3672">
                  <c:v>526017266.39070761</c:v>
                </c:pt>
                <c:pt idx="3673">
                  <c:v>524807460.24977362</c:v>
                </c:pt>
                <c:pt idx="3674">
                  <c:v>523600436.58575088</c:v>
                </c:pt>
                <c:pt idx="3675">
                  <c:v>522396188.99912006</c:v>
                </c:pt>
                <c:pt idx="3676">
                  <c:v>522396188.99912006</c:v>
                </c:pt>
                <c:pt idx="3677">
                  <c:v>521194711.10508221</c:v>
                </c:pt>
                <c:pt idx="3678">
                  <c:v>519995996.53351557</c:v>
                </c:pt>
                <c:pt idx="3679">
                  <c:v>518800038.92896217</c:v>
                </c:pt>
                <c:pt idx="3680">
                  <c:v>518800038.92896217</c:v>
                </c:pt>
                <c:pt idx="3681">
                  <c:v>517606831.95056832</c:v>
                </c:pt>
                <c:pt idx="3682">
                  <c:v>516416369.2720713</c:v>
                </c:pt>
                <c:pt idx="3683">
                  <c:v>515228644.58175641</c:v>
                </c:pt>
                <c:pt idx="3684">
                  <c:v>515228644.58175641</c:v>
                </c:pt>
                <c:pt idx="3685">
                  <c:v>514043651.5824275</c:v>
                </c:pt>
                <c:pt idx="3686">
                  <c:v>512861383.99136776</c:v>
                </c:pt>
                <c:pt idx="3687">
                  <c:v>511681835.54030842</c:v>
                </c:pt>
                <c:pt idx="3688">
                  <c:v>511681835.54030842</c:v>
                </c:pt>
                <c:pt idx="3689">
                  <c:v>510504999.97540659</c:v>
                </c:pt>
                <c:pt idx="3690">
                  <c:v>509330871.05719721</c:v>
                </c:pt>
                <c:pt idx="3691">
                  <c:v>508159442.56056017</c:v>
                </c:pt>
                <c:pt idx="3692">
                  <c:v>506990708.27470541</c:v>
                </c:pt>
                <c:pt idx="3693">
                  <c:v>506990708.27470541</c:v>
                </c:pt>
                <c:pt idx="3694">
                  <c:v>505824662.00311655</c:v>
                </c:pt>
                <c:pt idx="3695">
                  <c:v>504661297.56352872</c:v>
                </c:pt>
                <c:pt idx="3696">
                  <c:v>503500608.78790659</c:v>
                </c:pt>
                <c:pt idx="3697">
                  <c:v>503500608.78790659</c:v>
                </c:pt>
                <c:pt idx="3698">
                  <c:v>502342589.52238852</c:v>
                </c:pt>
                <c:pt idx="3699">
                  <c:v>501187233.62727159</c:v>
                </c:pt>
                <c:pt idx="3700">
                  <c:v>500034534.97697926</c:v>
                </c:pt>
                <c:pt idx="3701">
                  <c:v>500034534.97697926</c:v>
                </c:pt>
                <c:pt idx="3702">
                  <c:v>498884487.46001434</c:v>
                </c:pt>
                <c:pt idx="3703">
                  <c:v>497737084.97893602</c:v>
                </c:pt>
                <c:pt idx="3704">
                  <c:v>496592321.45033753</c:v>
                </c:pt>
                <c:pt idx="3705">
                  <c:v>496592321.45033753</c:v>
                </c:pt>
                <c:pt idx="3706">
                  <c:v>495450190.80479133</c:v>
                </c:pt>
                <c:pt idx="3707">
                  <c:v>494310686.98683792</c:v>
                </c:pt>
                <c:pt idx="3708">
                  <c:v>493173803.95493627</c:v>
                </c:pt>
                <c:pt idx="3709">
                  <c:v>493173803.95493627</c:v>
                </c:pt>
                <c:pt idx="3710">
                  <c:v>492039535.68145269</c:v>
                </c:pt>
                <c:pt idx="3711">
                  <c:v>490907876.15260452</c:v>
                </c:pt>
                <c:pt idx="3712">
                  <c:v>489778819.3684473</c:v>
                </c:pt>
                <c:pt idx="3713">
                  <c:v>489778819.3684473</c:v>
                </c:pt>
                <c:pt idx="3714">
                  <c:v>488652359.34283435</c:v>
                </c:pt>
                <c:pt idx="3715">
                  <c:v>487528490.10338849</c:v>
                </c:pt>
                <c:pt idx="3716">
                  <c:v>486407205.69146168</c:v>
                </c:pt>
                <c:pt idx="3717">
                  <c:v>486407205.69146168</c:v>
                </c:pt>
                <c:pt idx="3718">
                  <c:v>485288500.16212249</c:v>
                </c:pt>
                <c:pt idx="3719">
                  <c:v>484172367.58410048</c:v>
                </c:pt>
                <c:pt idx="3720">
                  <c:v>483058802.0397734</c:v>
                </c:pt>
                <c:pt idx="3721">
                  <c:v>483058802.0397734</c:v>
                </c:pt>
                <c:pt idx="3722">
                  <c:v>481947797.62512773</c:v>
                </c:pt>
                <c:pt idx="3723">
                  <c:v>480839348.44973034</c:v>
                </c:pt>
                <c:pt idx="3724">
                  <c:v>479733448.63668889</c:v>
                </c:pt>
                <c:pt idx="3725">
                  <c:v>479733448.63668889</c:v>
                </c:pt>
                <c:pt idx="3726">
                  <c:v>478630092.32263947</c:v>
                </c:pt>
                <c:pt idx="3727">
                  <c:v>477529273.65769166</c:v>
                </c:pt>
                <c:pt idx="3728">
                  <c:v>476430986.80541784</c:v>
                </c:pt>
                <c:pt idx="3729">
                  <c:v>476430986.80541784</c:v>
                </c:pt>
                <c:pt idx="3730">
                  <c:v>475335225.94280541</c:v>
                </c:pt>
                <c:pt idx="3731">
                  <c:v>474241985.2602461</c:v>
                </c:pt>
                <c:pt idx="3732">
                  <c:v>473151258.96148163</c:v>
                </c:pt>
                <c:pt idx="3733">
                  <c:v>473151258.96148163</c:v>
                </c:pt>
                <c:pt idx="3734">
                  <c:v>472063041.26359135</c:v>
                </c:pt>
                <c:pt idx="3735">
                  <c:v>470977326.39695334</c:v>
                </c:pt>
                <c:pt idx="3736">
                  <c:v>469894108.60521722</c:v>
                </c:pt>
                <c:pt idx="3737">
                  <c:v>469894108.60521722</c:v>
                </c:pt>
                <c:pt idx="3738">
                  <c:v>468813382.14526504</c:v>
                </c:pt>
                <c:pt idx="3739">
                  <c:v>467735141.28719932</c:v>
                </c:pt>
                <c:pt idx="3740">
                  <c:v>466659380.31428945</c:v>
                </c:pt>
                <c:pt idx="3741">
                  <c:v>466659380.31428945</c:v>
                </c:pt>
                <c:pt idx="3742">
                  <c:v>465586093.52295941</c:v>
                </c:pt>
                <c:pt idx="3743">
                  <c:v>464515275.22274959</c:v>
                </c:pt>
                <c:pt idx="3744">
                  <c:v>463446919.7362895</c:v>
                </c:pt>
                <c:pt idx="3745">
                  <c:v>463446919.7362895</c:v>
                </c:pt>
                <c:pt idx="3746">
                  <c:v>462381021.39925981</c:v>
                </c:pt>
                <c:pt idx="3747">
                  <c:v>461317574.56038022</c:v>
                </c:pt>
                <c:pt idx="3748">
                  <c:v>460256573.58135653</c:v>
                </c:pt>
                <c:pt idx="3749">
                  <c:v>460256573.58135653</c:v>
                </c:pt>
                <c:pt idx="3750">
                  <c:v>459198012.83687043</c:v>
                </c:pt>
                <c:pt idx="3751">
                  <c:v>458141886.71453333</c:v>
                </c:pt>
                <c:pt idx="3752">
                  <c:v>457088189.61487621</c:v>
                </c:pt>
                <c:pt idx="3753">
                  <c:v>457088189.61487621</c:v>
                </c:pt>
                <c:pt idx="3754">
                  <c:v>456036915.95129699</c:v>
                </c:pt>
                <c:pt idx="3755">
                  <c:v>454988060.15004909</c:v>
                </c:pt>
                <c:pt idx="3756">
                  <c:v>453941616.65020341</c:v>
                </c:pt>
                <c:pt idx="3757">
                  <c:v>453941616.65020341</c:v>
                </c:pt>
                <c:pt idx="3758">
                  <c:v>452897579.90362221</c:v>
                </c:pt>
                <c:pt idx="3759">
                  <c:v>451855944.37492192</c:v>
                </c:pt>
                <c:pt idx="3760">
                  <c:v>450816704.54146099</c:v>
                </c:pt>
                <c:pt idx="3761">
                  <c:v>450816704.54146099</c:v>
                </c:pt>
                <c:pt idx="3762">
                  <c:v>449779854.89328849</c:v>
                </c:pt>
                <c:pt idx="3763">
                  <c:v>448745389.93313235</c:v>
                </c:pt>
                <c:pt idx="3764">
                  <c:v>447713304.17636245</c:v>
                </c:pt>
                <c:pt idx="3765">
                  <c:v>447713304.17636245</c:v>
                </c:pt>
                <c:pt idx="3766">
                  <c:v>446683592.15096432</c:v>
                </c:pt>
                <c:pt idx="3767">
                  <c:v>445656248.39750254</c:v>
                </c:pt>
                <c:pt idx="3768">
                  <c:v>444631267.46910924</c:v>
                </c:pt>
                <c:pt idx="3769">
                  <c:v>444631267.46910924</c:v>
                </c:pt>
                <c:pt idx="3770">
                  <c:v>443608643.93143433</c:v>
                </c:pt>
                <c:pt idx="3771">
                  <c:v>442588372.36262804</c:v>
                </c:pt>
                <c:pt idx="3772">
                  <c:v>441570447.35331213</c:v>
                </c:pt>
                <c:pt idx="3773">
                  <c:v>441570447.35331213</c:v>
                </c:pt>
                <c:pt idx="3774">
                  <c:v>440554863.50655419</c:v>
                </c:pt>
                <c:pt idx="3775">
                  <c:v>439541615.43782663</c:v>
                </c:pt>
                <c:pt idx="3776">
                  <c:v>438530697.77498597</c:v>
                </c:pt>
                <c:pt idx="3777">
                  <c:v>438530697.77498597</c:v>
                </c:pt>
                <c:pt idx="3778">
                  <c:v>437522105.15825355</c:v>
                </c:pt>
                <c:pt idx="3779">
                  <c:v>436515832.24016714</c:v>
                </c:pt>
                <c:pt idx="3780">
                  <c:v>435511873.68556947</c:v>
                </c:pt>
                <c:pt idx="3781">
                  <c:v>434510224.17157209</c:v>
                </c:pt>
                <c:pt idx="3782">
                  <c:v>434510224.17157209</c:v>
                </c:pt>
                <c:pt idx="3783">
                  <c:v>433510878.38753068</c:v>
                </c:pt>
                <c:pt idx="3784">
                  <c:v>432513831.03500867</c:v>
                </c:pt>
                <c:pt idx="3785">
                  <c:v>431519076.82776642</c:v>
                </c:pt>
                <c:pt idx="3786">
                  <c:v>431519076.82776642</c:v>
                </c:pt>
                <c:pt idx="3787">
                  <c:v>430526610.49171156</c:v>
                </c:pt>
                <c:pt idx="3788">
                  <c:v>429536426.76488787</c:v>
                </c:pt>
                <c:pt idx="3789">
                  <c:v>428548520.39743984</c:v>
                </c:pt>
                <c:pt idx="3790">
                  <c:v>428548520.39743984</c:v>
                </c:pt>
                <c:pt idx="3791">
                  <c:v>427562886.15158772</c:v>
                </c:pt>
                <c:pt idx="3792">
                  <c:v>426579518.80159384</c:v>
                </c:pt>
                <c:pt idx="3793">
                  <c:v>425598413.133744</c:v>
                </c:pt>
                <c:pt idx="3794">
                  <c:v>425598413.133744</c:v>
                </c:pt>
                <c:pt idx="3795">
                  <c:v>424619563.9463135</c:v>
                </c:pt>
                <c:pt idx="3796">
                  <c:v>423642966.0495429</c:v>
                </c:pt>
                <c:pt idx="3797">
                  <c:v>422668614.26560295</c:v>
                </c:pt>
                <c:pt idx="3798">
                  <c:v>422668614.26560295</c:v>
                </c:pt>
                <c:pt idx="3799">
                  <c:v>421696503.42858344</c:v>
                </c:pt>
                <c:pt idx="3800">
                  <c:v>420726628.38444501</c:v>
                </c:pt>
                <c:pt idx="3801">
                  <c:v>419758983.99100816</c:v>
                </c:pt>
                <c:pt idx="3802">
                  <c:v>419758983.99100816</c:v>
                </c:pt>
                <c:pt idx="3803">
                  <c:v>418793565.11791867</c:v>
                </c:pt>
                <c:pt idx="3804">
                  <c:v>417830366.64662331</c:v>
                </c:pt>
                <c:pt idx="3805">
                  <c:v>416869383.47033513</c:v>
                </c:pt>
                <c:pt idx="3806">
                  <c:v>416869383.47033513</c:v>
                </c:pt>
                <c:pt idx="3807">
                  <c:v>415910610.49402303</c:v>
                </c:pt>
                <c:pt idx="3808">
                  <c:v>414954042.63436359</c:v>
                </c:pt>
                <c:pt idx="3809">
                  <c:v>413999674.81973225</c:v>
                </c:pt>
                <c:pt idx="3810">
                  <c:v>413999674.81973225</c:v>
                </c:pt>
                <c:pt idx="3811">
                  <c:v>413047501.99016142</c:v>
                </c:pt>
                <c:pt idx="3812">
                  <c:v>412097519.0973314</c:v>
                </c:pt>
                <c:pt idx="3813">
                  <c:v>411149721.10452318</c:v>
                </c:pt>
                <c:pt idx="3814">
                  <c:v>411149721.10452318</c:v>
                </c:pt>
                <c:pt idx="3815">
                  <c:v>410204102.98660749</c:v>
                </c:pt>
                <c:pt idx="3816">
                  <c:v>409260659.73001122</c:v>
                </c:pt>
                <c:pt idx="3817">
                  <c:v>408319386.33269364</c:v>
                </c:pt>
                <c:pt idx="3818">
                  <c:v>408319386.33269364</c:v>
                </c:pt>
                <c:pt idx="3819">
                  <c:v>407380277.80411249</c:v>
                </c:pt>
                <c:pt idx="3820">
                  <c:v>406443329.1652137</c:v>
                </c:pt>
                <c:pt idx="3821">
                  <c:v>405508535.44838446</c:v>
                </c:pt>
                <c:pt idx="3822">
                  <c:v>405508535.44838446</c:v>
                </c:pt>
                <c:pt idx="3823">
                  <c:v>404575891.69744307</c:v>
                </c:pt>
                <c:pt idx="3824">
                  <c:v>403645392.96760505</c:v>
                </c:pt>
                <c:pt idx="3825">
                  <c:v>402717034.32546031</c:v>
                </c:pt>
                <c:pt idx="3826">
                  <c:v>402717034.32546031</c:v>
                </c:pt>
                <c:pt idx="3827">
                  <c:v>401790810.84893948</c:v>
                </c:pt>
                <c:pt idx="3828">
                  <c:v>400866717.62730348</c:v>
                </c:pt>
                <c:pt idx="3829">
                  <c:v>399944749.76109785</c:v>
                </c:pt>
                <c:pt idx="3830">
                  <c:v>399944749.76109785</c:v>
                </c:pt>
                <c:pt idx="3831">
                  <c:v>399024902.36214358</c:v>
                </c:pt>
                <c:pt idx="3832">
                  <c:v>398107170.55349708</c:v>
                </c:pt>
                <c:pt idx="3833">
                  <c:v>397191549.46944129</c:v>
                </c:pt>
                <c:pt idx="3834">
                  <c:v>397191549.46944129</c:v>
                </c:pt>
                <c:pt idx="3835">
                  <c:v>396278034.25544155</c:v>
                </c:pt>
                <c:pt idx="3836">
                  <c:v>395366620.06812829</c:v>
                </c:pt>
                <c:pt idx="3837">
                  <c:v>394457302.07527852</c:v>
                </c:pt>
                <c:pt idx="3838">
                  <c:v>394457302.07527852</c:v>
                </c:pt>
                <c:pt idx="3839">
                  <c:v>393550075.45577872</c:v>
                </c:pt>
                <c:pt idx="3840">
                  <c:v>392644935.39959943</c:v>
                </c:pt>
                <c:pt idx="3841">
                  <c:v>391741877.10778379</c:v>
                </c:pt>
                <c:pt idx="3842">
                  <c:v>391741877.10778379</c:v>
                </c:pt>
                <c:pt idx="3843">
                  <c:v>390840895.79240382</c:v>
                </c:pt>
                <c:pt idx="3844">
                  <c:v>389941986.67654353</c:v>
                </c:pt>
                <c:pt idx="3845">
                  <c:v>389045144.99428183</c:v>
                </c:pt>
                <c:pt idx="3846">
                  <c:v>389045144.99428183</c:v>
                </c:pt>
                <c:pt idx="3847">
                  <c:v>388150365.99064922</c:v>
                </c:pt>
                <c:pt idx="3848">
                  <c:v>387257644.92161655</c:v>
                </c:pt>
                <c:pt idx="3849">
                  <c:v>386366977.05406958</c:v>
                </c:pt>
                <c:pt idx="3850">
                  <c:v>386366977.05406958</c:v>
                </c:pt>
                <c:pt idx="3851">
                  <c:v>385478357.66577333</c:v>
                </c:pt>
                <c:pt idx="3852">
                  <c:v>384591782.04535484</c:v>
                </c:pt>
                <c:pt idx="3853">
                  <c:v>383707245.49227977</c:v>
                </c:pt>
                <c:pt idx="3854">
                  <c:v>383707245.49227977</c:v>
                </c:pt>
                <c:pt idx="3855">
                  <c:v>382824743.31682336</c:v>
                </c:pt>
                <c:pt idx="3856">
                  <c:v>381944270.84004837</c:v>
                </c:pt>
                <c:pt idx="3857">
                  <c:v>381065823.3937732</c:v>
                </c:pt>
                <c:pt idx="3858">
                  <c:v>381065823.3937732</c:v>
                </c:pt>
                <c:pt idx="3859">
                  <c:v>380189396.32056242</c:v>
                </c:pt>
                <c:pt idx="3860">
                  <c:v>379314984.97368288</c:v>
                </c:pt>
                <c:pt idx="3861">
                  <c:v>378442584.717094</c:v>
                </c:pt>
                <c:pt idx="3862">
                  <c:v>378442584.717094</c:v>
                </c:pt>
                <c:pt idx="3863">
                  <c:v>377572190.92541647</c:v>
                </c:pt>
                <c:pt idx="3864">
                  <c:v>376703798.98391038</c:v>
                </c:pt>
                <c:pt idx="3865">
                  <c:v>375837404.2884441</c:v>
                </c:pt>
                <c:pt idx="3866">
                  <c:v>375837404.2884441</c:v>
                </c:pt>
                <c:pt idx="3867">
                  <c:v>374973002.24548453</c:v>
                </c:pt>
                <c:pt idx="3868">
                  <c:v>374110588.27205408</c:v>
                </c:pt>
                <c:pt idx="3869">
                  <c:v>373250157.79572105</c:v>
                </c:pt>
                <c:pt idx="3870">
                  <c:v>373250157.79572105</c:v>
                </c:pt>
                <c:pt idx="3871">
                  <c:v>372391706.2545687</c:v>
                </c:pt>
                <c:pt idx="3872">
                  <c:v>371535229.09717381</c:v>
                </c:pt>
                <c:pt idx="3873">
                  <c:v>370680721.78257704</c:v>
                </c:pt>
                <c:pt idx="3874">
                  <c:v>369828179.78026694</c:v>
                </c:pt>
                <c:pt idx="3875">
                  <c:v>369828179.78026694</c:v>
                </c:pt>
                <c:pt idx="3876">
                  <c:v>368977598.57015079</c:v>
                </c:pt>
                <c:pt idx="3877">
                  <c:v>368128973.64253294</c:v>
                </c:pt>
                <c:pt idx="3878">
                  <c:v>367282300.4980846</c:v>
                </c:pt>
                <c:pt idx="3879">
                  <c:v>367282300.4980846</c:v>
                </c:pt>
                <c:pt idx="3880">
                  <c:v>366437574.6478343</c:v>
                </c:pt>
                <c:pt idx="3881">
                  <c:v>365594791.61312562</c:v>
                </c:pt>
                <c:pt idx="3882">
                  <c:v>364753946.92560828</c:v>
                </c:pt>
                <c:pt idx="3883">
                  <c:v>364753946.92560828</c:v>
                </c:pt>
                <c:pt idx="3884">
                  <c:v>363915036.12720734</c:v>
                </c:pt>
                <c:pt idx="3885">
                  <c:v>363078054.77010262</c:v>
                </c:pt>
                <c:pt idx="3886">
                  <c:v>362242998.41669834</c:v>
                </c:pt>
                <c:pt idx="3887">
                  <c:v>362242998.41669834</c:v>
                </c:pt>
                <c:pt idx="3888">
                  <c:v>361409862.63961405</c:v>
                </c:pt>
                <c:pt idx="3889">
                  <c:v>360578643.02164292</c:v>
                </c:pt>
                <c:pt idx="3890">
                  <c:v>359749335.15574253</c:v>
                </c:pt>
                <c:pt idx="3891">
                  <c:v>359749335.15574253</c:v>
                </c:pt>
                <c:pt idx="3892">
                  <c:v>358921934.64500523</c:v>
                </c:pt>
                <c:pt idx="3893">
                  <c:v>358096437.10263705</c:v>
                </c:pt>
                <c:pt idx="3894">
                  <c:v>357272838.15192968</c:v>
                </c:pt>
                <c:pt idx="3895">
                  <c:v>357272838.15192968</c:v>
                </c:pt>
                <c:pt idx="3896">
                  <c:v>356451133.42624474</c:v>
                </c:pt>
                <c:pt idx="3897">
                  <c:v>355631318.56898558</c:v>
                </c:pt>
                <c:pt idx="3898">
                  <c:v>354813389.23357671</c:v>
                </c:pt>
                <c:pt idx="3899">
                  <c:v>354813389.23357671</c:v>
                </c:pt>
                <c:pt idx="3900">
                  <c:v>353997341.08343446</c:v>
                </c:pt>
                <c:pt idx="3901">
                  <c:v>353183169.79195774</c:v>
                </c:pt>
                <c:pt idx="3902">
                  <c:v>352370871.04248768</c:v>
                </c:pt>
                <c:pt idx="3903">
                  <c:v>352370871.04248768</c:v>
                </c:pt>
                <c:pt idx="3904">
                  <c:v>351560440.52829838</c:v>
                </c:pt>
                <c:pt idx="3905">
                  <c:v>350751873.95256805</c:v>
                </c:pt>
                <c:pt idx="3906">
                  <c:v>349945167.02835828</c:v>
                </c:pt>
                <c:pt idx="3907">
                  <c:v>349945167.02835828</c:v>
                </c:pt>
                <c:pt idx="3908">
                  <c:v>349140315.47858566</c:v>
                </c:pt>
                <c:pt idx="3909">
                  <c:v>348337315.03601229</c:v>
                </c:pt>
                <c:pt idx="3910">
                  <c:v>347536161.44320732</c:v>
                </c:pt>
                <c:pt idx="3911">
                  <c:v>347536161.44320732</c:v>
                </c:pt>
                <c:pt idx="3912">
                  <c:v>346736850.4525317</c:v>
                </c:pt>
                <c:pt idx="3913">
                  <c:v>345939377.82612175</c:v>
                </c:pt>
                <c:pt idx="3914">
                  <c:v>345143739.33585703</c:v>
                </c:pt>
                <c:pt idx="3915">
                  <c:v>345143739.33585703</c:v>
                </c:pt>
                <c:pt idx="3916">
                  <c:v>344349930.76334023</c:v>
                </c:pt>
                <c:pt idx="3917">
                  <c:v>343557947.89987493</c:v>
                </c:pt>
                <c:pt idx="3918">
                  <c:v>342767786.54645163</c:v>
                </c:pt>
                <c:pt idx="3919">
                  <c:v>342767786.54645163</c:v>
                </c:pt>
                <c:pt idx="3920">
                  <c:v>341979442.5137099</c:v>
                </c:pt>
                <c:pt idx="3921">
                  <c:v>341192911.62192935</c:v>
                </c:pt>
                <c:pt idx="3922">
                  <c:v>340408189.70100147</c:v>
                </c:pt>
                <c:pt idx="3923">
                  <c:v>340408189.70100147</c:v>
                </c:pt>
                <c:pt idx="3924">
                  <c:v>339625272.59040993</c:v>
                </c:pt>
                <c:pt idx="3925">
                  <c:v>338844156.13920259</c:v>
                </c:pt>
                <c:pt idx="3926">
                  <c:v>338064836.20598263</c:v>
                </c:pt>
                <c:pt idx="3927">
                  <c:v>338064836.20598263</c:v>
                </c:pt>
                <c:pt idx="3928">
                  <c:v>337287308.65886968</c:v>
                </c:pt>
                <c:pt idx="3929">
                  <c:v>336511569.37549126</c:v>
                </c:pt>
                <c:pt idx="3930">
                  <c:v>335737614.24295497</c:v>
                </c:pt>
                <c:pt idx="3931">
                  <c:v>335737614.24295497</c:v>
                </c:pt>
                <c:pt idx="3932">
                  <c:v>334965439.15782893</c:v>
                </c:pt>
                <c:pt idx="3933">
                  <c:v>334195040.02611411</c:v>
                </c:pt>
                <c:pt idx="3934">
                  <c:v>333426412.76323575</c:v>
                </c:pt>
                <c:pt idx="3935">
                  <c:v>333426412.76323575</c:v>
                </c:pt>
                <c:pt idx="3936">
                  <c:v>332659553.2940051</c:v>
                </c:pt>
                <c:pt idx="3937">
                  <c:v>331894457.55261189</c:v>
                </c:pt>
                <c:pt idx="3938">
                  <c:v>331131121.48259121</c:v>
                </c:pt>
                <c:pt idx="3939">
                  <c:v>331131121.48259121</c:v>
                </c:pt>
                <c:pt idx="3940">
                  <c:v>330369541.03681582</c:v>
                </c:pt>
                <c:pt idx="3941">
                  <c:v>329609712.17745858</c:v>
                </c:pt>
                <c:pt idx="3942">
                  <c:v>328851630.8759836</c:v>
                </c:pt>
                <c:pt idx="3943">
                  <c:v>328851630.8759836</c:v>
                </c:pt>
                <c:pt idx="3944">
                  <c:v>328095293.11311936</c:v>
                </c:pt>
                <c:pt idx="3945">
                  <c:v>327340694.87883949</c:v>
                </c:pt>
                <c:pt idx="3946">
                  <c:v>326587832.17233568</c:v>
                </c:pt>
                <c:pt idx="3947">
                  <c:v>326587832.17233568</c:v>
                </c:pt>
                <c:pt idx="3948">
                  <c:v>325836701.00200957</c:v>
                </c:pt>
                <c:pt idx="3949">
                  <c:v>325087297.38543499</c:v>
                </c:pt>
                <c:pt idx="3950">
                  <c:v>324339617.34934962</c:v>
                </c:pt>
                <c:pt idx="3951">
                  <c:v>324339617.34934962</c:v>
                </c:pt>
                <c:pt idx="3952">
                  <c:v>323593656.92962837</c:v>
                </c:pt>
                <c:pt idx="3953">
                  <c:v>322849412.17126459</c:v>
                </c:pt>
                <c:pt idx="3954">
                  <c:v>322106879.12834316</c:v>
                </c:pt>
                <c:pt idx="3955">
                  <c:v>322106879.12834316</c:v>
                </c:pt>
                <c:pt idx="3956">
                  <c:v>321366053.86403233</c:v>
                </c:pt>
                <c:pt idx="3957">
                  <c:v>320626932.45054692</c:v>
                </c:pt>
                <c:pt idx="3958">
                  <c:v>319889510.96914107</c:v>
                </c:pt>
                <c:pt idx="3959">
                  <c:v>319889510.96914107</c:v>
                </c:pt>
                <c:pt idx="3960">
                  <c:v>319153785.51007605</c:v>
                </c:pt>
                <c:pt idx="3961">
                  <c:v>318419752.17261332</c:v>
                </c:pt>
                <c:pt idx="3962">
                  <c:v>317687407.06497771</c:v>
                </c:pt>
                <c:pt idx="3963">
                  <c:v>316956746.30434948</c:v>
                </c:pt>
                <c:pt idx="3964">
                  <c:v>316956746.30434948</c:v>
                </c:pt>
                <c:pt idx="3965">
                  <c:v>316227766.01683807</c:v>
                </c:pt>
                <c:pt idx="3966">
                  <c:v>315500462.33746374</c:v>
                </c:pt>
                <c:pt idx="3967">
                  <c:v>314774831.41013128</c:v>
                </c:pt>
                <c:pt idx="3968">
                  <c:v>314774831.41013128</c:v>
                </c:pt>
                <c:pt idx="3969">
                  <c:v>314050869.38762236</c:v>
                </c:pt>
                <c:pt idx="3970">
                  <c:v>313328572.43155897</c:v>
                </c:pt>
                <c:pt idx="3971">
                  <c:v>312607936.71239567</c:v>
                </c:pt>
                <c:pt idx="3972">
                  <c:v>312607936.71239567</c:v>
                </c:pt>
                <c:pt idx="3973">
                  <c:v>311888958.40939367</c:v>
                </c:pt>
                <c:pt idx="3974">
                  <c:v>311171633.71060258</c:v>
                </c:pt>
                <c:pt idx="3975">
                  <c:v>310455958.8128373</c:v>
                </c:pt>
                <c:pt idx="3976">
                  <c:v>310455958.8128373</c:v>
                </c:pt>
                <c:pt idx="3977">
                  <c:v>309741929.92165846</c:v>
                </c:pt>
                <c:pt idx="3978">
                  <c:v>309029543.25135922</c:v>
                </c:pt>
                <c:pt idx="3979">
                  <c:v>308318795.0249365</c:v>
                </c:pt>
                <c:pt idx="3980">
                  <c:v>308318795.0249365</c:v>
                </c:pt>
                <c:pt idx="3981">
                  <c:v>307609681.47407055</c:v>
                </c:pt>
                <c:pt idx="3982">
                  <c:v>306902198.83911639</c:v>
                </c:pt>
                <c:pt idx="3983">
                  <c:v>306196343.36906922</c:v>
                </c:pt>
                <c:pt idx="3984">
                  <c:v>306196343.36906922</c:v>
                </c:pt>
                <c:pt idx="3985">
                  <c:v>305492111.3215515</c:v>
                </c:pt>
                <c:pt idx="3986">
                  <c:v>304789498.96279937</c:v>
                </c:pt>
                <c:pt idx="3987">
                  <c:v>304088502.5676288</c:v>
                </c:pt>
                <c:pt idx="3988">
                  <c:v>304088502.5676288</c:v>
                </c:pt>
                <c:pt idx="3989">
                  <c:v>303389118.41942662</c:v>
                </c:pt>
                <c:pt idx="3990">
                  <c:v>302691342.81013095</c:v>
                </c:pt>
                <c:pt idx="3991">
                  <c:v>301995172.04020292</c:v>
                </c:pt>
                <c:pt idx="3992">
                  <c:v>301995172.04020292</c:v>
                </c:pt>
                <c:pt idx="3993">
                  <c:v>301300602.41861212</c:v>
                </c:pt>
                <c:pt idx="3994">
                  <c:v>300607630.26282394</c:v>
                </c:pt>
                <c:pt idx="3995">
                  <c:v>299916251.89876574</c:v>
                </c:pt>
                <c:pt idx="3996">
                  <c:v>299916251.89876574</c:v>
                </c:pt>
                <c:pt idx="3997">
                  <c:v>299226463.66082042</c:v>
                </c:pt>
                <c:pt idx="3998">
                  <c:v>298538261.89179617</c:v>
                </c:pt>
                <c:pt idx="3999">
                  <c:v>297851642.94292003</c:v>
                </c:pt>
                <c:pt idx="4000">
                  <c:v>297851642.94292003</c:v>
                </c:pt>
                <c:pt idx="4001">
                  <c:v>297166603.17380351</c:v>
                </c:pt>
                <c:pt idx="4002">
                  <c:v>296483138.9524349</c:v>
                </c:pt>
                <c:pt idx="4003">
                  <c:v>295801246.65515506</c:v>
                </c:pt>
                <c:pt idx="4004">
                  <c:v>295801246.65515506</c:v>
                </c:pt>
                <c:pt idx="4005">
                  <c:v>295120922.66663986</c:v>
                </c:pt>
                <c:pt idx="4006">
                  <c:v>294442163.37987614</c:v>
                </c:pt>
                <c:pt idx="4007">
                  <c:v>293764965.19615394</c:v>
                </c:pt>
                <c:pt idx="4008">
                  <c:v>293764965.19615394</c:v>
                </c:pt>
                <c:pt idx="4009">
                  <c:v>293089324.52503276</c:v>
                </c:pt>
                <c:pt idx="4010">
                  <c:v>292415237.784334</c:v>
                </c:pt>
                <c:pt idx="4011">
                  <c:v>291742701.40011692</c:v>
                </c:pt>
                <c:pt idx="4012">
                  <c:v>291742701.40011692</c:v>
                </c:pt>
                <c:pt idx="4013">
                  <c:v>291071711.80666161</c:v>
                </c:pt>
                <c:pt idx="4014">
                  <c:v>290402265.44644487</c:v>
                </c:pt>
                <c:pt idx="4015">
                  <c:v>289734358.77013296</c:v>
                </c:pt>
                <c:pt idx="4016">
                  <c:v>289734358.77013296</c:v>
                </c:pt>
                <c:pt idx="4017">
                  <c:v>289067988.23654801</c:v>
                </c:pt>
                <c:pt idx="4018">
                  <c:v>288403150.31266189</c:v>
                </c:pt>
                <c:pt idx="4019">
                  <c:v>287739841.47356695</c:v>
                </c:pt>
                <c:pt idx="4020">
                  <c:v>287739841.47356695</c:v>
                </c:pt>
                <c:pt idx="4021">
                  <c:v>287078058.20246994</c:v>
                </c:pt>
                <c:pt idx="4022">
                  <c:v>286417796.99065876</c:v>
                </c:pt>
                <c:pt idx="4023">
                  <c:v>285759054.33749515</c:v>
                </c:pt>
                <c:pt idx="4024">
                  <c:v>285759054.33749515</c:v>
                </c:pt>
                <c:pt idx="4025">
                  <c:v>285101826.75039119</c:v>
                </c:pt>
                <c:pt idx="4026">
                  <c:v>284446110.74479264</c:v>
                </c:pt>
                <c:pt idx="4027">
                  <c:v>283791902.84415549</c:v>
                </c:pt>
                <c:pt idx="4028">
                  <c:v>283791902.84415549</c:v>
                </c:pt>
                <c:pt idx="4029">
                  <c:v>283139199.57993859</c:v>
                </c:pt>
                <c:pt idx="4030">
                  <c:v>282487997.49157119</c:v>
                </c:pt>
                <c:pt idx="4031">
                  <c:v>281838293.12644565</c:v>
                </c:pt>
                <c:pt idx="4032">
                  <c:v>281838293.12644565</c:v>
                </c:pt>
                <c:pt idx="4033">
                  <c:v>281190083.0398941</c:v>
                </c:pt>
                <c:pt idx="4034">
                  <c:v>280543363.79517221</c:v>
                </c:pt>
                <c:pt idx="4035">
                  <c:v>279898131.96343595</c:v>
                </c:pt>
                <c:pt idx="4036">
                  <c:v>279898131.96343595</c:v>
                </c:pt>
                <c:pt idx="4037">
                  <c:v>279254384.1237343</c:v>
                </c:pt>
                <c:pt idx="4038">
                  <c:v>278612116.86297733</c:v>
                </c:pt>
                <c:pt idx="4039">
                  <c:v>277971326.77592993</c:v>
                </c:pt>
                <c:pt idx="4040">
                  <c:v>277971326.77592993</c:v>
                </c:pt>
                <c:pt idx="4041">
                  <c:v>277332010.46518397</c:v>
                </c:pt>
                <c:pt idx="4042">
                  <c:v>276694164.54115182</c:v>
                </c:pt>
                <c:pt idx="4043">
                  <c:v>276057785.62203509</c:v>
                </c:pt>
                <c:pt idx="4044">
                  <c:v>276057785.62203509</c:v>
                </c:pt>
                <c:pt idx="4045">
                  <c:v>275422870.33381695</c:v>
                </c:pt>
                <c:pt idx="4046">
                  <c:v>274789415.31023979</c:v>
                </c:pt>
                <c:pt idx="4047">
                  <c:v>274157417.19278914</c:v>
                </c:pt>
                <c:pt idx="4048">
                  <c:v>274157417.19278914</c:v>
                </c:pt>
                <c:pt idx="4049">
                  <c:v>273526872.63067096</c:v>
                </c:pt>
                <c:pt idx="4050">
                  <c:v>272897778.28080457</c:v>
                </c:pt>
                <c:pt idx="4051">
                  <c:v>272270130.80779248</c:v>
                </c:pt>
                <c:pt idx="4052">
                  <c:v>272270130.80779248</c:v>
                </c:pt>
                <c:pt idx="4053">
                  <c:v>271643926.88390839</c:v>
                </c:pt>
                <c:pt idx="4054">
                  <c:v>271019163.18908423</c:v>
                </c:pt>
                <c:pt idx="4055">
                  <c:v>270395836.4108851</c:v>
                </c:pt>
                <c:pt idx="4056">
                  <c:v>269773943.24449158</c:v>
                </c:pt>
                <c:pt idx="4057">
                  <c:v>269773943.24449158</c:v>
                </c:pt>
                <c:pt idx="4058">
                  <c:v>269153480.39269191</c:v>
                </c:pt>
                <c:pt idx="4059">
                  <c:v>268534444.56585181</c:v>
                </c:pt>
                <c:pt idx="4060">
                  <c:v>267916832.48190409</c:v>
                </c:pt>
                <c:pt idx="4061">
                  <c:v>267916832.48190409</c:v>
                </c:pt>
                <c:pt idx="4062">
                  <c:v>267300640.86633185</c:v>
                </c:pt>
                <c:pt idx="4063">
                  <c:v>266685866.4521485</c:v>
                </c:pt>
                <c:pt idx="4064">
                  <c:v>266072505.97988224</c:v>
                </c:pt>
                <c:pt idx="4065">
                  <c:v>266072505.97988224</c:v>
                </c:pt>
                <c:pt idx="4066">
                  <c:v>265460556.19755408</c:v>
                </c:pt>
                <c:pt idx="4067">
                  <c:v>264850013.86067095</c:v>
                </c:pt>
                <c:pt idx="4068">
                  <c:v>264240875.73219535</c:v>
                </c:pt>
                <c:pt idx="4069">
                  <c:v>264240875.73219535</c:v>
                </c:pt>
                <c:pt idx="4070">
                  <c:v>263633138.58253852</c:v>
                </c:pt>
                <c:pt idx="4071">
                  <c:v>263026799.18953854</c:v>
                </c:pt>
                <c:pt idx="4072">
                  <c:v>262421854.33844525</c:v>
                </c:pt>
                <c:pt idx="4073">
                  <c:v>262421854.33844525</c:v>
                </c:pt>
                <c:pt idx="4074">
                  <c:v>261818300.82189849</c:v>
                </c:pt>
                <c:pt idx="4075">
                  <c:v>261216135.43992135</c:v>
                </c:pt>
                <c:pt idx="4076">
                  <c:v>260615354.99989009</c:v>
                </c:pt>
                <c:pt idx="4077">
                  <c:v>260615354.99989009</c:v>
                </c:pt>
                <c:pt idx="4078">
                  <c:v>260015956.31652755</c:v>
                </c:pt>
                <c:pt idx="4079">
                  <c:v>259417936.21188158</c:v>
                </c:pt>
                <c:pt idx="4080">
                  <c:v>258821291.51531005</c:v>
                </c:pt>
                <c:pt idx="4081">
                  <c:v>258821291.51531005</c:v>
                </c:pt>
                <c:pt idx="4082">
                  <c:v>258226019.06346035</c:v>
                </c:pt>
                <c:pt idx="4083">
                  <c:v>257632115.70025808</c:v>
                </c:pt>
                <c:pt idx="4084">
                  <c:v>257039578.27688673</c:v>
                </c:pt>
                <c:pt idx="4085">
                  <c:v>257039578.27688673</c:v>
                </c:pt>
                <c:pt idx="4086">
                  <c:v>256448403.65177283</c:v>
                </c:pt>
                <c:pt idx="4087">
                  <c:v>255858588.69056457</c:v>
                </c:pt>
                <c:pt idx="4088">
                  <c:v>255270130.26612541</c:v>
                </c:pt>
                <c:pt idx="4089">
                  <c:v>255270130.26612541</c:v>
                </c:pt>
                <c:pt idx="4090">
                  <c:v>254683025.25850463</c:v>
                </c:pt>
                <c:pt idx="4091">
                  <c:v>254097270.55493087</c:v>
                </c:pt>
                <c:pt idx="4092">
                  <c:v>253512863.04979095</c:v>
                </c:pt>
                <c:pt idx="4093">
                  <c:v>253512863.04979095</c:v>
                </c:pt>
                <c:pt idx="4094">
                  <c:v>252929799.64461535</c:v>
                </c:pt>
                <c:pt idx="4095">
                  <c:v>252348077.24805731</c:v>
                </c:pt>
                <c:pt idx="4096">
                  <c:v>251767692.77588609</c:v>
                </c:pt>
                <c:pt idx="4097">
                  <c:v>251767692.77588609</c:v>
                </c:pt>
                <c:pt idx="4098">
                  <c:v>251188643.15095839</c:v>
                </c:pt>
                <c:pt idx="4099">
                  <c:v>250610925.30321157</c:v>
                </c:pt>
                <c:pt idx="4100">
                  <c:v>250034536.16964316</c:v>
                </c:pt>
                <c:pt idx="4101">
                  <c:v>250034536.16964316</c:v>
                </c:pt>
                <c:pt idx="4102">
                  <c:v>249459472.69429621</c:v>
                </c:pt>
                <c:pt idx="4103">
                  <c:v>248885731.82823965</c:v>
                </c:pt>
                <c:pt idx="4104">
                  <c:v>248313310.52955741</c:v>
                </c:pt>
                <c:pt idx="4105">
                  <c:v>248313310.52955741</c:v>
                </c:pt>
                <c:pt idx="4106">
                  <c:v>247742205.76332876</c:v>
                </c:pt>
                <c:pt idx="4107">
                  <c:v>247172414.50161394</c:v>
                </c:pt>
                <c:pt idx="4108">
                  <c:v>246603933.72343376</c:v>
                </c:pt>
                <c:pt idx="4109">
                  <c:v>246603933.72343376</c:v>
                </c:pt>
                <c:pt idx="4110">
                  <c:v>246036760.4147633</c:v>
                </c:pt>
                <c:pt idx="4111">
                  <c:v>245470891.56850341</c:v>
                </c:pt>
                <c:pt idx="4112">
                  <c:v>244906324.18447477</c:v>
                </c:pt>
                <c:pt idx="4113">
                  <c:v>244906324.18447477</c:v>
                </c:pt>
                <c:pt idx="4114">
                  <c:v>244343055.26939723</c:v>
                </c:pt>
                <c:pt idx="4115">
                  <c:v>243781081.83687598</c:v>
                </c:pt>
                <c:pt idx="4116">
                  <c:v>243220400.90738124</c:v>
                </c:pt>
                <c:pt idx="4117">
                  <c:v>243220400.90738124</c:v>
                </c:pt>
                <c:pt idx="4118">
                  <c:v>242661009.50824195</c:v>
                </c:pt>
                <c:pt idx="4119">
                  <c:v>242102904.67361805</c:v>
                </c:pt>
                <c:pt idx="4120">
                  <c:v>241546083.4444941</c:v>
                </c:pt>
                <c:pt idx="4121">
                  <c:v>241546083.4444941</c:v>
                </c:pt>
                <c:pt idx="4122">
                  <c:v>240990542.86865938</c:v>
                </c:pt>
                <c:pt idx="4123">
                  <c:v>240436280.00069392</c:v>
                </c:pt>
                <c:pt idx="4124">
                  <c:v>239883291.9019503</c:v>
                </c:pt>
                <c:pt idx="4125">
                  <c:v>239883291.9019503</c:v>
                </c:pt>
                <c:pt idx="4126">
                  <c:v>239331575.64053899</c:v>
                </c:pt>
                <c:pt idx="4127">
                  <c:v>238781128.29131866</c:v>
                </c:pt>
                <c:pt idx="4128">
                  <c:v>238231946.93586975</c:v>
                </c:pt>
                <c:pt idx="4129">
                  <c:v>238231946.93586975</c:v>
                </c:pt>
                <c:pt idx="4130">
                  <c:v>237684028.66248739</c:v>
                </c:pt>
                <c:pt idx="4131">
                  <c:v>237137370.56616592</c:v>
                </c:pt>
                <c:pt idx="4132">
                  <c:v>236591969.74857691</c:v>
                </c:pt>
                <c:pt idx="4133">
                  <c:v>236591969.74857691</c:v>
                </c:pt>
                <c:pt idx="4134">
                  <c:v>236047823.31805778</c:v>
                </c:pt>
                <c:pt idx="4135">
                  <c:v>235504928.38960171</c:v>
                </c:pt>
                <c:pt idx="4136">
                  <c:v>234963282.0848313</c:v>
                </c:pt>
                <c:pt idx="4137">
                  <c:v>234963282.0848313</c:v>
                </c:pt>
                <c:pt idx="4138">
                  <c:v>234422881.53199261</c:v>
                </c:pt>
                <c:pt idx="4139">
                  <c:v>233883723.86593574</c:v>
                </c:pt>
                <c:pt idx="4140">
                  <c:v>233345806.22810119</c:v>
                </c:pt>
                <c:pt idx="4141">
                  <c:v>233345806.22810119</c:v>
                </c:pt>
                <c:pt idx="4142">
                  <c:v>232809125.76650155</c:v>
                </c:pt>
                <c:pt idx="4143">
                  <c:v>232273679.63571128</c:v>
                </c:pt>
                <c:pt idx="4144">
                  <c:v>231739464.99684829</c:v>
                </c:pt>
                <c:pt idx="4145">
                  <c:v>231206479.01756054</c:v>
                </c:pt>
                <c:pt idx="4146">
                  <c:v>231206479.01756054</c:v>
                </c:pt>
                <c:pt idx="4147">
                  <c:v>230674718.87200701</c:v>
                </c:pt>
                <c:pt idx="4148">
                  <c:v>230144181.74085158</c:v>
                </c:pt>
                <c:pt idx="4149">
                  <c:v>229614864.81123677</c:v>
                </c:pt>
                <c:pt idx="4150">
                  <c:v>229614864.81123677</c:v>
                </c:pt>
                <c:pt idx="4151">
                  <c:v>229086765.27677771</c:v>
                </c:pt>
                <c:pt idx="4152">
                  <c:v>228559880.33754328</c:v>
                </c:pt>
                <c:pt idx="4153">
                  <c:v>228034207.20004272</c:v>
                </c:pt>
                <c:pt idx="4154">
                  <c:v>228034207.20004272</c:v>
                </c:pt>
                <c:pt idx="4155">
                  <c:v>227509743.077207</c:v>
                </c:pt>
                <c:pt idx="4156">
                  <c:v>226986485.18838277</c:v>
                </c:pt>
                <c:pt idx="4157">
                  <c:v>226464430.7593064</c:v>
                </c:pt>
                <c:pt idx="4158">
                  <c:v>226464430.7593064</c:v>
                </c:pt>
                <c:pt idx="4159">
                  <c:v>225943577.02209803</c:v>
                </c:pt>
                <c:pt idx="4160">
                  <c:v>225423921.21524304</c:v>
                </c:pt>
                <c:pt idx="4161">
                  <c:v>224905460.58357885</c:v>
                </c:pt>
                <c:pt idx="4162">
                  <c:v>224905460.58357885</c:v>
                </c:pt>
                <c:pt idx="4163">
                  <c:v>224388192.37827721</c:v>
                </c:pt>
                <c:pt idx="4164">
                  <c:v>223872113.85683441</c:v>
                </c:pt>
                <c:pt idx="4165">
                  <c:v>223357222.28305346</c:v>
                </c:pt>
                <c:pt idx="4166">
                  <c:v>223357222.28305346</c:v>
                </c:pt>
                <c:pt idx="4167">
                  <c:v>222843514.92703128</c:v>
                </c:pt>
                <c:pt idx="4168">
                  <c:v>222330989.06514028</c:v>
                </c:pt>
                <c:pt idx="4169">
                  <c:v>221819641.98002249</c:v>
                </c:pt>
                <c:pt idx="4170">
                  <c:v>221819641.98002249</c:v>
                </c:pt>
                <c:pt idx="4171">
                  <c:v>221309470.96056423</c:v>
                </c:pt>
                <c:pt idx="4172">
                  <c:v>220800473.30189028</c:v>
                </c:pt>
                <c:pt idx="4173">
                  <c:v>220292646.30534574</c:v>
                </c:pt>
                <c:pt idx="4174">
                  <c:v>220292646.30534574</c:v>
                </c:pt>
                <c:pt idx="4175">
                  <c:v>219785987.27848324</c:v>
                </c:pt>
                <c:pt idx="4176">
                  <c:v>219280493.5350447</c:v>
                </c:pt>
                <c:pt idx="4177">
                  <c:v>218776162.39495569</c:v>
                </c:pt>
                <c:pt idx="4178">
                  <c:v>218776162.39495569</c:v>
                </c:pt>
                <c:pt idx="4179">
                  <c:v>218272991.18430045</c:v>
                </c:pt>
                <c:pt idx="4180">
                  <c:v>217770977.23531601</c:v>
                </c:pt>
                <c:pt idx="4181">
                  <c:v>217270117.88637444</c:v>
                </c:pt>
                <c:pt idx="4182">
                  <c:v>217270117.88637444</c:v>
                </c:pt>
                <c:pt idx="4183">
                  <c:v>216770410.48197007</c:v>
                </c:pt>
                <c:pt idx="4184">
                  <c:v>216271852.37270248</c:v>
                </c:pt>
                <c:pt idx="4185">
                  <c:v>215774440.91526693</c:v>
                </c:pt>
                <c:pt idx="4186">
                  <c:v>215774440.91526693</c:v>
                </c:pt>
                <c:pt idx="4187">
                  <c:v>215278173.47243744</c:v>
                </c:pt>
                <c:pt idx="4188">
                  <c:v>214783047.41305414</c:v>
                </c:pt>
                <c:pt idx="4189">
                  <c:v>214289060.11200571</c:v>
                </c:pt>
                <c:pt idx="4190">
                  <c:v>214289060.11200571</c:v>
                </c:pt>
                <c:pt idx="4191">
                  <c:v>213796208.95022365</c:v>
                </c:pt>
                <c:pt idx="4192">
                  <c:v>213304491.3146587</c:v>
                </c:pt>
                <c:pt idx="4193">
                  <c:v>212813904.59827134</c:v>
                </c:pt>
                <c:pt idx="4194">
                  <c:v>212813904.59827134</c:v>
                </c:pt>
                <c:pt idx="4195">
                  <c:v>212324446.20002195</c:v>
                </c:pt>
                <c:pt idx="4196">
                  <c:v>211836113.52485079</c:v>
                </c:pt>
                <c:pt idx="4197">
                  <c:v>211348903.98366439</c:v>
                </c:pt>
                <c:pt idx="4198">
                  <c:v>211348903.98366439</c:v>
                </c:pt>
                <c:pt idx="4199">
                  <c:v>210862814.99332926</c:v>
                </c:pt>
                <c:pt idx="4200">
                  <c:v>210377843.97664845</c:v>
                </c:pt>
                <c:pt idx="4201">
                  <c:v>209893988.36235243</c:v>
                </c:pt>
                <c:pt idx="4202">
                  <c:v>209893988.36235243</c:v>
                </c:pt>
                <c:pt idx="4203">
                  <c:v>209411245.58508989</c:v>
                </c:pt>
                <c:pt idx="4204">
                  <c:v>208929613.08540443</c:v>
                </c:pt>
                <c:pt idx="4205">
                  <c:v>208449088.30972996</c:v>
                </c:pt>
                <c:pt idx="4206">
                  <c:v>208449088.30972996</c:v>
                </c:pt>
                <c:pt idx="4207">
                  <c:v>207969668.71036974</c:v>
                </c:pt>
                <c:pt idx="4208">
                  <c:v>207491351.74549174</c:v>
                </c:pt>
                <c:pt idx="4209">
                  <c:v>207014134.87910482</c:v>
                </c:pt>
                <c:pt idx="4210">
                  <c:v>207014134.87910482</c:v>
                </c:pt>
                <c:pt idx="4211">
                  <c:v>206538015.58105341</c:v>
                </c:pt>
                <c:pt idx="4212">
                  <c:v>206062991.32700035</c:v>
                </c:pt>
                <c:pt idx="4213">
                  <c:v>205589059.59841508</c:v>
                </c:pt>
                <c:pt idx="4214">
                  <c:v>205589059.59841508</c:v>
                </c:pt>
                <c:pt idx="4215">
                  <c:v>205116217.88255659</c:v>
                </c:pt>
                <c:pt idx="4216">
                  <c:v>204644463.67246804</c:v>
                </c:pt>
                <c:pt idx="4217">
                  <c:v>204173794.4669534</c:v>
                </c:pt>
                <c:pt idx="4218">
                  <c:v>204173794.4669534</c:v>
                </c:pt>
                <c:pt idx="4219">
                  <c:v>203704207.77057216</c:v>
                </c:pt>
                <c:pt idx="4220">
                  <c:v>203235701.09362236</c:v>
                </c:pt>
                <c:pt idx="4221">
                  <c:v>202768271.95212898</c:v>
                </c:pt>
                <c:pt idx="4222">
                  <c:v>202768271.95212898</c:v>
                </c:pt>
                <c:pt idx="4223">
                  <c:v>202301917.86782706</c:v>
                </c:pt>
                <c:pt idx="4224">
                  <c:v>201836636.36815658</c:v>
                </c:pt>
                <c:pt idx="4225">
                  <c:v>201372424.98623917</c:v>
                </c:pt>
                <c:pt idx="4226">
                  <c:v>201372424.98623917</c:v>
                </c:pt>
                <c:pt idx="4227">
                  <c:v>200909281.26087371</c:v>
                </c:pt>
                <c:pt idx="4228">
                  <c:v>200447202.73651618</c:v>
                </c:pt>
                <c:pt idx="4229">
                  <c:v>199986186.96327505</c:v>
                </c:pt>
                <c:pt idx="4230">
                  <c:v>199986186.96327505</c:v>
                </c:pt>
                <c:pt idx="4231">
                  <c:v>199526231.49688843</c:v>
                </c:pt>
                <c:pt idx="4232">
                  <c:v>199067333.89871901</c:v>
                </c:pt>
                <c:pt idx="4233">
                  <c:v>198609491.73573735</c:v>
                </c:pt>
                <c:pt idx="4234">
                  <c:v>198609491.73573735</c:v>
                </c:pt>
                <c:pt idx="4235">
                  <c:v>198152702.58051059</c:v>
                </c:pt>
                <c:pt idx="4236">
                  <c:v>197696964.011186</c:v>
                </c:pt>
                <c:pt idx="4237">
                  <c:v>197242273.61148587</c:v>
                </c:pt>
                <c:pt idx="4238">
                  <c:v>196788628.97068483</c:v>
                </c:pt>
                <c:pt idx="4239">
                  <c:v>196788628.97068483</c:v>
                </c:pt>
                <c:pt idx="4240">
                  <c:v>196336027.6836049</c:v>
                </c:pt>
                <c:pt idx="4241">
                  <c:v>195884467.35059905</c:v>
                </c:pt>
                <c:pt idx="4242">
                  <c:v>195433945.5775401</c:v>
                </c:pt>
                <c:pt idx="4243">
                  <c:v>195433945.5775401</c:v>
                </c:pt>
                <c:pt idx="4244">
                  <c:v>194984459.97580433</c:v>
                </c:pt>
                <c:pt idx="4245">
                  <c:v>194536008.16226664</c:v>
                </c:pt>
                <c:pt idx="4246">
                  <c:v>194088587.75927803</c:v>
                </c:pt>
                <c:pt idx="4247">
                  <c:v>194088587.75927803</c:v>
                </c:pt>
                <c:pt idx="4248">
                  <c:v>193642196.39466149</c:v>
                </c:pt>
                <c:pt idx="4249">
                  <c:v>193196831.70169234</c:v>
                </c:pt>
                <c:pt idx="4250">
                  <c:v>192752491.31909409</c:v>
                </c:pt>
                <c:pt idx="4251">
                  <c:v>192752491.31909409</c:v>
                </c:pt>
                <c:pt idx="4252">
                  <c:v>192309172.89101619</c:v>
                </c:pt>
                <c:pt idx="4253">
                  <c:v>191866874.06702918</c:v>
                </c:pt>
                <c:pt idx="4254">
                  <c:v>191425592.50210866</c:v>
                </c:pt>
                <c:pt idx="4255">
                  <c:v>191425592.50210866</c:v>
                </c:pt>
                <c:pt idx="4256">
                  <c:v>190985325.85662445</c:v>
                </c:pt>
                <c:pt idx="4257">
                  <c:v>190546071.79632455</c:v>
                </c:pt>
                <c:pt idx="4258">
                  <c:v>190107827.99233037</c:v>
                </c:pt>
                <c:pt idx="4259">
                  <c:v>190107827.99233037</c:v>
                </c:pt>
                <c:pt idx="4260">
                  <c:v>189670592.12111485</c:v>
                </c:pt>
                <c:pt idx="4261">
                  <c:v>189234361.86449763</c:v>
                </c:pt>
                <c:pt idx="4262">
                  <c:v>188799134.90962932</c:v>
                </c:pt>
                <c:pt idx="4263">
                  <c:v>188799134.90962932</c:v>
                </c:pt>
                <c:pt idx="4264">
                  <c:v>188364908.94898057</c:v>
                </c:pt>
                <c:pt idx="4265">
                  <c:v>187931681.68032655</c:v>
                </c:pt>
                <c:pt idx="4266">
                  <c:v>187499450.8067421</c:v>
                </c:pt>
                <c:pt idx="4267">
                  <c:v>187499450.8067421</c:v>
                </c:pt>
                <c:pt idx="4268">
                  <c:v>187068214.03658083</c:v>
                </c:pt>
                <c:pt idx="4269">
                  <c:v>186637969.08346763</c:v>
                </c:pt>
                <c:pt idx="4270">
                  <c:v>186208713.66628659</c:v>
                </c:pt>
                <c:pt idx="4271">
                  <c:v>186208713.66628659</c:v>
                </c:pt>
                <c:pt idx="4272">
                  <c:v>185780445.5091702</c:v>
                </c:pt>
                <c:pt idx="4273">
                  <c:v>185353162.34148204</c:v>
                </c:pt>
                <c:pt idx="4274">
                  <c:v>184926861.89780793</c:v>
                </c:pt>
                <c:pt idx="4275">
                  <c:v>184926861.89780793</c:v>
                </c:pt>
                <c:pt idx="4276">
                  <c:v>184501541.91794801</c:v>
                </c:pt>
                <c:pt idx="4277">
                  <c:v>184077200.14689609</c:v>
                </c:pt>
                <c:pt idx="4278">
                  <c:v>183653834.33483502</c:v>
                </c:pt>
                <c:pt idx="4279">
                  <c:v>183653834.33483502</c:v>
                </c:pt>
                <c:pt idx="4280">
                  <c:v>183231442.2371214</c:v>
                </c:pt>
                <c:pt idx="4281">
                  <c:v>182810021.61427504</c:v>
                </c:pt>
                <c:pt idx="4282">
                  <c:v>182389570.23196378</c:v>
                </c:pt>
                <c:pt idx="4283">
                  <c:v>182389570.23196378</c:v>
                </c:pt>
                <c:pt idx="4284">
                  <c:v>181970085.86099887</c:v>
                </c:pt>
                <c:pt idx="4285">
                  <c:v>181551566.27731395</c:v>
                </c:pt>
                <c:pt idx="4286">
                  <c:v>181134009.26196051</c:v>
                </c:pt>
                <c:pt idx="4287">
                  <c:v>181134009.26196051</c:v>
                </c:pt>
                <c:pt idx="4288">
                  <c:v>180717412.60109285</c:v>
                </c:pt>
                <c:pt idx="4289">
                  <c:v>180301774.08595753</c:v>
                </c:pt>
                <c:pt idx="4290">
                  <c:v>179887091.51287931</c:v>
                </c:pt>
                <c:pt idx="4291">
                  <c:v>179887091.51287931</c:v>
                </c:pt>
                <c:pt idx="4292">
                  <c:v>179473362.68325305</c:v>
                </c:pt>
                <c:pt idx="4293">
                  <c:v>179060585.4035297</c:v>
                </c:pt>
                <c:pt idx="4294">
                  <c:v>178648757.48520583</c:v>
                </c:pt>
                <c:pt idx="4295">
                  <c:v>178648757.48520583</c:v>
                </c:pt>
                <c:pt idx="4296">
                  <c:v>178237876.74480897</c:v>
                </c:pt>
                <c:pt idx="4297">
                  <c:v>177827941.00389281</c:v>
                </c:pt>
                <c:pt idx="4298">
                  <c:v>177418948.08901697</c:v>
                </c:pt>
                <c:pt idx="4299">
                  <c:v>177418948.08901697</c:v>
                </c:pt>
                <c:pt idx="4300">
                  <c:v>177010895.83174238</c:v>
                </c:pt>
                <c:pt idx="4301">
                  <c:v>176603782.06861657</c:v>
                </c:pt>
                <c:pt idx="4302">
                  <c:v>176197604.64116356</c:v>
                </c:pt>
                <c:pt idx="4303">
                  <c:v>176197604.64116356</c:v>
                </c:pt>
                <c:pt idx="4304">
                  <c:v>175792361.39586917</c:v>
                </c:pt>
                <c:pt idx="4305">
                  <c:v>175388050.1841765</c:v>
                </c:pt>
                <c:pt idx="4306">
                  <c:v>174984668.86246598</c:v>
                </c:pt>
                <c:pt idx="4307">
                  <c:v>174984668.86246598</c:v>
                </c:pt>
                <c:pt idx="4308">
                  <c:v>174582215.29205117</c:v>
                </c:pt>
                <c:pt idx="4309">
                  <c:v>174180687.33916143</c:v>
                </c:pt>
                <c:pt idx="4310">
                  <c:v>173780082.87493807</c:v>
                </c:pt>
                <c:pt idx="4311">
                  <c:v>173780082.87493807</c:v>
                </c:pt>
                <c:pt idx="4312">
                  <c:v>173380399.7754142</c:v>
                </c:pt>
                <c:pt idx="4313">
                  <c:v>172981635.92151043</c:v>
                </c:pt>
                <c:pt idx="4314">
                  <c:v>172583789.1990205</c:v>
                </c:pt>
                <c:pt idx="4315">
                  <c:v>172583789.1990205</c:v>
                </c:pt>
                <c:pt idx="4316">
                  <c:v>172186857.49860135</c:v>
                </c:pt>
                <c:pt idx="4317">
                  <c:v>171790838.71575871</c:v>
                </c:pt>
                <c:pt idx="4318">
                  <c:v>171395730.75084293</c:v>
                </c:pt>
                <c:pt idx="4319">
                  <c:v>171395730.75084293</c:v>
                </c:pt>
                <c:pt idx="4320">
                  <c:v>171001531.50902903</c:v>
                </c:pt>
                <c:pt idx="4321">
                  <c:v>170608238.90031251</c:v>
                </c:pt>
                <c:pt idx="4322">
                  <c:v>170215850.83949509</c:v>
                </c:pt>
                <c:pt idx="4323">
                  <c:v>170215850.83949509</c:v>
                </c:pt>
                <c:pt idx="4324">
                  <c:v>169824365.24617496</c:v>
                </c:pt>
                <c:pt idx="4325">
                  <c:v>169433780.04473263</c:v>
                </c:pt>
                <c:pt idx="4326">
                  <c:v>169044093.1643267</c:v>
                </c:pt>
                <c:pt idx="4327">
                  <c:v>168655302.53887427</c:v>
                </c:pt>
                <c:pt idx="4328">
                  <c:v>168655302.53887427</c:v>
                </c:pt>
                <c:pt idx="4329">
                  <c:v>168267406.10704738</c:v>
                </c:pt>
                <c:pt idx="4330">
                  <c:v>167880401.81225595</c:v>
                </c:pt>
                <c:pt idx="4331">
                  <c:v>167494287.60264415</c:v>
                </c:pt>
                <c:pt idx="4332">
                  <c:v>167494287.60264415</c:v>
                </c:pt>
                <c:pt idx="4333">
                  <c:v>167109061.43107164</c:v>
                </c:pt>
                <c:pt idx="4334">
                  <c:v>166724721.25510645</c:v>
                </c:pt>
                <c:pt idx="4335">
                  <c:v>166341265.03701699</c:v>
                </c:pt>
                <c:pt idx="4336">
                  <c:v>166341265.03701699</c:v>
                </c:pt>
                <c:pt idx="4337">
                  <c:v>165958690.74375659</c:v>
                </c:pt>
                <c:pt idx="4338">
                  <c:v>165576996.34695265</c:v>
                </c:pt>
                <c:pt idx="4339">
                  <c:v>165196179.82290179</c:v>
                </c:pt>
                <c:pt idx="4340">
                  <c:v>165196179.82290179</c:v>
                </c:pt>
                <c:pt idx="4341">
                  <c:v>164816239.15255159</c:v>
                </c:pt>
                <c:pt idx="4342">
                  <c:v>164437172.32149324</c:v>
                </c:pt>
                <c:pt idx="4343">
                  <c:v>164058977.31995389</c:v>
                </c:pt>
                <c:pt idx="4344">
                  <c:v>164058977.31995389</c:v>
                </c:pt>
                <c:pt idx="4345">
                  <c:v>163681652.14278129</c:v>
                </c:pt>
                <c:pt idx="4346">
                  <c:v>163305194.78943315</c:v>
                </c:pt>
                <c:pt idx="4347">
                  <c:v>162929603.26397243</c:v>
                </c:pt>
                <c:pt idx="4348">
                  <c:v>162929603.26397243</c:v>
                </c:pt>
                <c:pt idx="4349">
                  <c:v>162554875.57504904</c:v>
                </c:pt>
                <c:pt idx="4350">
                  <c:v>162181009.73589352</c:v>
                </c:pt>
                <c:pt idx="4351">
                  <c:v>161808003.76430699</c:v>
                </c:pt>
                <c:pt idx="4352">
                  <c:v>161808003.76430699</c:v>
                </c:pt>
                <c:pt idx="4353">
                  <c:v>161435855.68264893</c:v>
                </c:pt>
                <c:pt idx="4354">
                  <c:v>161064563.51782781</c:v>
                </c:pt>
                <c:pt idx="4355">
                  <c:v>160694125.3012878</c:v>
                </c:pt>
                <c:pt idx="4356">
                  <c:v>160694125.3012878</c:v>
                </c:pt>
                <c:pt idx="4357">
                  <c:v>160324539.06900468</c:v>
                </c:pt>
                <c:pt idx="4358">
                  <c:v>159955802.8614673</c:v>
                </c:pt>
                <c:pt idx="4359">
                  <c:v>159587914.72367358</c:v>
                </c:pt>
                <c:pt idx="4360">
                  <c:v>159587914.72367358</c:v>
                </c:pt>
                <c:pt idx="4361">
                  <c:v>159220872.7051172</c:v>
                </c:pt>
                <c:pt idx="4362">
                  <c:v>158854674.85977852</c:v>
                </c:pt>
                <c:pt idx="4363">
                  <c:v>158489319.24611133</c:v>
                </c:pt>
                <c:pt idx="4364">
                  <c:v>158489319.24611133</c:v>
                </c:pt>
                <c:pt idx="4365">
                  <c:v>158124803.92703873</c:v>
                </c:pt>
                <c:pt idx="4366">
                  <c:v>157761126.96993518</c:v>
                </c:pt>
                <c:pt idx="4367">
                  <c:v>157398286.44662216</c:v>
                </c:pt>
                <c:pt idx="4368">
                  <c:v>157398286.44662216</c:v>
                </c:pt>
                <c:pt idx="4369">
                  <c:v>157036280.43335533</c:v>
                </c:pt>
                <c:pt idx="4370">
                  <c:v>156675107.01081544</c:v>
                </c:pt>
                <c:pt idx="4371">
                  <c:v>156314764.26409584</c:v>
                </c:pt>
                <c:pt idx="4372">
                  <c:v>156314764.26409584</c:v>
                </c:pt>
                <c:pt idx="4373">
                  <c:v>155955250.28269568</c:v>
                </c:pt>
                <c:pt idx="4374">
                  <c:v>155596563.16050765</c:v>
                </c:pt>
                <c:pt idx="4375">
                  <c:v>155238700.99580887</c:v>
                </c:pt>
                <c:pt idx="4376">
                  <c:v>155238700.99580887</c:v>
                </c:pt>
                <c:pt idx="4377">
                  <c:v>154881661.89124814</c:v>
                </c:pt>
                <c:pt idx="4378">
                  <c:v>154525443.95384181</c:v>
                </c:pt>
                <c:pt idx="4379">
                  <c:v>154170045.29495627</c:v>
                </c:pt>
                <c:pt idx="4380">
                  <c:v>154170045.29495627</c:v>
                </c:pt>
                <c:pt idx="4381">
                  <c:v>153815464.03030369</c:v>
                </c:pt>
                <c:pt idx="4382">
                  <c:v>153461698.27992955</c:v>
                </c:pt>
                <c:pt idx="4383">
                  <c:v>153108746.16820356</c:v>
                </c:pt>
                <c:pt idx="4384">
                  <c:v>153108746.16820356</c:v>
                </c:pt>
                <c:pt idx="4385">
                  <c:v>152756605.82380715</c:v>
                </c:pt>
                <c:pt idx="4386">
                  <c:v>152405275.37972945</c:v>
                </c:pt>
                <c:pt idx="4387">
                  <c:v>152054752.97324979</c:v>
                </c:pt>
                <c:pt idx="4388">
                  <c:v>152054752.97324979</c:v>
                </c:pt>
                <c:pt idx="4389">
                  <c:v>151705036.74593377</c:v>
                </c:pt>
                <c:pt idx="4390">
                  <c:v>151356124.84362081</c:v>
                </c:pt>
                <c:pt idx="4391">
                  <c:v>151008015.41641527</c:v>
                </c:pt>
                <c:pt idx="4392">
                  <c:v>151008015.41641527</c:v>
                </c:pt>
                <c:pt idx="4393">
                  <c:v>150660706.61867452</c:v>
                </c:pt>
                <c:pt idx="4394">
                  <c:v>150314196.60900244</c:v>
                </c:pt>
                <c:pt idx="4395">
                  <c:v>149968483.55023748</c:v>
                </c:pt>
                <c:pt idx="4396">
                  <c:v>149968483.55023748</c:v>
                </c:pt>
                <c:pt idx="4397">
                  <c:v>149623565.60944387</c:v>
                </c:pt>
                <c:pt idx="4398">
                  <c:v>149279440.95789951</c:v>
                </c:pt>
                <c:pt idx="4399">
                  <c:v>148936107.77109185</c:v>
                </c:pt>
                <c:pt idx="4400">
                  <c:v>148936107.77109185</c:v>
                </c:pt>
                <c:pt idx="4401">
                  <c:v>148593564.22870091</c:v>
                </c:pt>
                <c:pt idx="4402">
                  <c:v>148251808.51459548</c:v>
                </c:pt>
                <c:pt idx="4403">
                  <c:v>147910838.81682077</c:v>
                </c:pt>
                <c:pt idx="4404">
                  <c:v>147910838.81682077</c:v>
                </c:pt>
                <c:pt idx="4405">
                  <c:v>147570653.3275899</c:v>
                </c:pt>
                <c:pt idx="4406">
                  <c:v>147231250.24327171</c:v>
                </c:pt>
                <c:pt idx="4407">
                  <c:v>146892627.76438692</c:v>
                </c:pt>
                <c:pt idx="4408">
                  <c:v>146892627.76438692</c:v>
                </c:pt>
                <c:pt idx="4409">
                  <c:v>146554784.09559128</c:v>
                </c:pt>
                <c:pt idx="4410">
                  <c:v>146217717.44567186</c:v>
                </c:pt>
                <c:pt idx="4411">
                  <c:v>145881426.02753475</c:v>
                </c:pt>
                <c:pt idx="4412">
                  <c:v>145881426.02753475</c:v>
                </c:pt>
                <c:pt idx="4413">
                  <c:v>145545908.05819693</c:v>
                </c:pt>
                <c:pt idx="4414">
                  <c:v>145211161.75877497</c:v>
                </c:pt>
                <c:pt idx="4415">
                  <c:v>144877185.3544763</c:v>
                </c:pt>
                <c:pt idx="4416">
                  <c:v>144877185.3544763</c:v>
                </c:pt>
                <c:pt idx="4417">
                  <c:v>144543977.07459331</c:v>
                </c:pt>
                <c:pt idx="4418">
                  <c:v>144211535.15248731</c:v>
                </c:pt>
                <c:pt idx="4419">
                  <c:v>143879857.82558438</c:v>
                </c:pt>
                <c:pt idx="4420">
                  <c:v>143548943.33536583</c:v>
                </c:pt>
                <c:pt idx="4421">
                  <c:v>143548943.33536583</c:v>
                </c:pt>
                <c:pt idx="4422">
                  <c:v>143218789.92735499</c:v>
                </c:pt>
                <c:pt idx="4423">
                  <c:v>142889395.85111031</c:v>
                </c:pt>
                <c:pt idx="4424">
                  <c:v>142560759.36021927</c:v>
                </c:pt>
                <c:pt idx="4425">
                  <c:v>142560759.36021927</c:v>
                </c:pt>
                <c:pt idx="4426">
                  <c:v>142232878.71228233</c:v>
                </c:pt>
                <c:pt idx="4427">
                  <c:v>141905752.16890946</c:v>
                </c:pt>
                <c:pt idx="4428">
                  <c:v>141579377.99570829</c:v>
                </c:pt>
                <c:pt idx="4429">
                  <c:v>141579377.99570829</c:v>
                </c:pt>
                <c:pt idx="4430">
                  <c:v>141253754.46227598</c:v>
                </c:pt>
                <c:pt idx="4431">
                  <c:v>140928879.8421874</c:v>
                </c:pt>
                <c:pt idx="4432">
                  <c:v>140604752.41299173</c:v>
                </c:pt>
                <c:pt idx="4433">
                  <c:v>140604752.41299173</c:v>
                </c:pt>
                <c:pt idx="4434">
                  <c:v>140281370.45619607</c:v>
                </c:pt>
                <c:pt idx="4435">
                  <c:v>139958732.25726247</c:v>
                </c:pt>
                <c:pt idx="4436">
                  <c:v>139636836.1055938</c:v>
                </c:pt>
                <c:pt idx="4437">
                  <c:v>139636836.1055938</c:v>
                </c:pt>
                <c:pt idx="4438">
                  <c:v>139315680.29453075</c:v>
                </c:pt>
                <c:pt idx="4439">
                  <c:v>138995263.12133569</c:v>
                </c:pt>
                <c:pt idx="4440">
                  <c:v>138675582.88718909</c:v>
                </c:pt>
                <c:pt idx="4441">
                  <c:v>138675582.88718909</c:v>
                </c:pt>
                <c:pt idx="4442">
                  <c:v>138356637.89717823</c:v>
                </c:pt>
                <c:pt idx="4443">
                  <c:v>138038426.46028903</c:v>
                </c:pt>
                <c:pt idx="4444">
                  <c:v>137720946.88939461</c:v>
                </c:pt>
                <c:pt idx="4445">
                  <c:v>137720946.88939461</c:v>
                </c:pt>
                <c:pt idx="4446">
                  <c:v>137404197.50125188</c:v>
                </c:pt>
                <c:pt idx="4447">
                  <c:v>137088176.61648563</c:v>
                </c:pt>
                <c:pt idx="4448">
                  <c:v>136772882.55958506</c:v>
                </c:pt>
                <c:pt idx="4449">
                  <c:v>136772882.55958506</c:v>
                </c:pt>
                <c:pt idx="4450">
                  <c:v>136458313.65889251</c:v>
                </c:pt>
                <c:pt idx="4451">
                  <c:v>136144468.24659544</c:v>
                </c:pt>
                <c:pt idx="4452">
                  <c:v>135831344.65871528</c:v>
                </c:pt>
                <c:pt idx="4453">
                  <c:v>135831344.65871528</c:v>
                </c:pt>
                <c:pt idx="4454">
                  <c:v>135518941.23510388</c:v>
                </c:pt>
                <c:pt idx="4455">
                  <c:v>135207256.31942788</c:v>
                </c:pt>
                <c:pt idx="4456">
                  <c:v>134896288.25916591</c:v>
                </c:pt>
                <c:pt idx="4457">
                  <c:v>134896288.25916591</c:v>
                </c:pt>
                <c:pt idx="4458">
                  <c:v>134586035.4055948</c:v>
                </c:pt>
                <c:pt idx="4459">
                  <c:v>134276496.11378673</c:v>
                </c:pt>
                <c:pt idx="4460">
                  <c:v>133967668.74259377</c:v>
                </c:pt>
                <c:pt idx="4461">
                  <c:v>133967668.74259377</c:v>
                </c:pt>
                <c:pt idx="4462">
                  <c:v>133659551.65464438</c:v>
                </c:pt>
                <c:pt idx="4463">
                  <c:v>133352143.21633248</c:v>
                </c:pt>
                <c:pt idx="4464">
                  <c:v>133045441.79780956</c:v>
                </c:pt>
                <c:pt idx="4465">
                  <c:v>133045441.79780956</c:v>
                </c:pt>
                <c:pt idx="4466">
                  <c:v>132739445.77297384</c:v>
                </c:pt>
                <c:pt idx="4467">
                  <c:v>132434153.51946673</c:v>
                </c:pt>
                <c:pt idx="4468">
                  <c:v>132129563.41865769</c:v>
                </c:pt>
                <c:pt idx="4469">
                  <c:v>132129563.41865769</c:v>
                </c:pt>
                <c:pt idx="4470">
                  <c:v>131825673.85564078</c:v>
                </c:pt>
                <c:pt idx="4471">
                  <c:v>131522483.21922383</c:v>
                </c:pt>
                <c:pt idx="4472">
                  <c:v>131219989.90192068</c:v>
                </c:pt>
                <c:pt idx="4473">
                  <c:v>131219989.90192068</c:v>
                </c:pt>
                <c:pt idx="4474">
                  <c:v>130918192.29994097</c:v>
                </c:pt>
                <c:pt idx="4475">
                  <c:v>130617088.81318432</c:v>
                </c:pt>
                <c:pt idx="4476">
                  <c:v>130316677.84523003</c:v>
                </c:pt>
                <c:pt idx="4477">
                  <c:v>130316677.84523003</c:v>
                </c:pt>
                <c:pt idx="4478">
                  <c:v>130016957.80332948</c:v>
                </c:pt>
                <c:pt idx="4479">
                  <c:v>129717927.0983955</c:v>
                </c:pt>
                <c:pt idx="4480">
                  <c:v>129419584.14499888</c:v>
                </c:pt>
                <c:pt idx="4481">
                  <c:v>129419584.14499888</c:v>
                </c:pt>
                <c:pt idx="4482">
                  <c:v>129121927.36135405</c:v>
                </c:pt>
                <c:pt idx="4483">
                  <c:v>128824955.16931349</c:v>
                </c:pt>
                <c:pt idx="4484">
                  <c:v>128528665.99436155</c:v>
                </c:pt>
                <c:pt idx="4485">
                  <c:v>128528665.99436155</c:v>
                </c:pt>
                <c:pt idx="4486">
                  <c:v>128233058.26560251</c:v>
                </c:pt>
                <c:pt idx="4487">
                  <c:v>127938130.41575228</c:v>
                </c:pt>
                <c:pt idx="4488">
                  <c:v>127643880.88113457</c:v>
                </c:pt>
                <c:pt idx="4489">
                  <c:v>127643880.88113457</c:v>
                </c:pt>
                <c:pt idx="4490">
                  <c:v>127350308.10166672</c:v>
                </c:pt>
                <c:pt idx="4491">
                  <c:v>127057410.52085418</c:v>
                </c:pt>
                <c:pt idx="4492">
                  <c:v>126765186.58578493</c:v>
                </c:pt>
                <c:pt idx="4493">
                  <c:v>126765186.58578493</c:v>
                </c:pt>
                <c:pt idx="4494">
                  <c:v>126473634.7471154</c:v>
                </c:pt>
                <c:pt idx="4495">
                  <c:v>126182753.4590677</c:v>
                </c:pt>
                <c:pt idx="4496">
                  <c:v>125892541.17941682</c:v>
                </c:pt>
                <c:pt idx="4497">
                  <c:v>125892541.17941682</c:v>
                </c:pt>
                <c:pt idx="4498">
                  <c:v>125602996.36948794</c:v>
                </c:pt>
                <c:pt idx="4499">
                  <c:v>125314117.49414197</c:v>
                </c:pt>
                <c:pt idx="4500">
                  <c:v>125025903.0217723</c:v>
                </c:pt>
                <c:pt idx="4501">
                  <c:v>125025903.0217723</c:v>
                </c:pt>
                <c:pt idx="4502">
                  <c:v>124738351.42429449</c:v>
                </c:pt>
                <c:pt idx="4503">
                  <c:v>124451461.17713906</c:v>
                </c:pt>
                <c:pt idx="4504">
                  <c:v>124165230.75924112</c:v>
                </c:pt>
                <c:pt idx="4505">
                  <c:v>124165230.75924112</c:v>
                </c:pt>
                <c:pt idx="4506">
                  <c:v>123879658.65303728</c:v>
                </c:pt>
                <c:pt idx="4507">
                  <c:v>123594743.34445132</c:v>
                </c:pt>
                <c:pt idx="4508">
                  <c:v>123310483.3228911</c:v>
                </c:pt>
                <c:pt idx="4509">
                  <c:v>123026877.08123825</c:v>
                </c:pt>
                <c:pt idx="4510">
                  <c:v>123026877.08123825</c:v>
                </c:pt>
                <c:pt idx="4511">
                  <c:v>122743923.11584118</c:v>
                </c:pt>
                <c:pt idx="4512">
                  <c:v>122461619.92650481</c:v>
                </c:pt>
                <c:pt idx="4513">
                  <c:v>122179966.01648746</c:v>
                </c:pt>
                <c:pt idx="4514">
                  <c:v>122179966.01648746</c:v>
                </c:pt>
                <c:pt idx="4515">
                  <c:v>121898959.89248686</c:v>
                </c:pt>
                <c:pt idx="4516">
                  <c:v>121618600.06463735</c:v>
                </c:pt>
                <c:pt idx="4517">
                  <c:v>121338885.04649775</c:v>
                </c:pt>
                <c:pt idx="4518">
                  <c:v>121338885.04649775</c:v>
                </c:pt>
                <c:pt idx="4519">
                  <c:v>121059813.35504861</c:v>
                </c:pt>
                <c:pt idx="4520">
                  <c:v>120781383.51067831</c:v>
                </c:pt>
                <c:pt idx="4521">
                  <c:v>120503594.03717995</c:v>
                </c:pt>
                <c:pt idx="4522">
                  <c:v>120503594.03717995</c:v>
                </c:pt>
                <c:pt idx="4523">
                  <c:v>120226443.4617414</c:v>
                </c:pt>
                <c:pt idx="4524">
                  <c:v>119949930.31493834</c:v>
                </c:pt>
                <c:pt idx="4525">
                  <c:v>119674053.1307243</c:v>
                </c:pt>
                <c:pt idx="4526">
                  <c:v>119674053.1307243</c:v>
                </c:pt>
                <c:pt idx="4527">
                  <c:v>119398810.44642761</c:v>
                </c:pt>
                <c:pt idx="4528">
                  <c:v>119124200.80273768</c:v>
                </c:pt>
                <c:pt idx="4529">
                  <c:v>118850222.74370196</c:v>
                </c:pt>
                <c:pt idx="4530">
                  <c:v>118850222.74370196</c:v>
                </c:pt>
                <c:pt idx="4531">
                  <c:v>118576874.81671605</c:v>
                </c:pt>
                <c:pt idx="4532">
                  <c:v>118304155.57251684</c:v>
                </c:pt>
                <c:pt idx="4533">
                  <c:v>118032063.56517284</c:v>
                </c:pt>
                <c:pt idx="4534">
                  <c:v>118032063.56517284</c:v>
                </c:pt>
                <c:pt idx="4535">
                  <c:v>117760597.35208094</c:v>
                </c:pt>
                <c:pt idx="4536">
                  <c:v>117489755.49395308</c:v>
                </c:pt>
                <c:pt idx="4537">
                  <c:v>117219536.5548135</c:v>
                </c:pt>
                <c:pt idx="4538">
                  <c:v>117219536.5548135</c:v>
                </c:pt>
                <c:pt idx="4539">
                  <c:v>116949939.10198706</c:v>
                </c:pt>
                <c:pt idx="4540">
                  <c:v>116680961.70609654</c:v>
                </c:pt>
                <c:pt idx="4541">
                  <c:v>116412602.94104934</c:v>
                </c:pt>
                <c:pt idx="4542">
                  <c:v>116412602.94104934</c:v>
                </c:pt>
                <c:pt idx="4543">
                  <c:v>116144861.38403441</c:v>
                </c:pt>
                <c:pt idx="4544">
                  <c:v>115877735.61551265</c:v>
                </c:pt>
                <c:pt idx="4545">
                  <c:v>115611224.21921027</c:v>
                </c:pt>
                <c:pt idx="4546">
                  <c:v>115611224.21921027</c:v>
                </c:pt>
                <c:pt idx="4547">
                  <c:v>115345325.78210911</c:v>
                </c:pt>
                <c:pt idx="4548">
                  <c:v>115080038.8944438</c:v>
                </c:pt>
                <c:pt idx="4549">
                  <c:v>114815362.14968841</c:v>
                </c:pt>
                <c:pt idx="4550">
                  <c:v>114815362.14968841</c:v>
                </c:pt>
                <c:pt idx="4551">
                  <c:v>114551294.14455362</c:v>
                </c:pt>
                <c:pt idx="4552">
                  <c:v>114287833.47897714</c:v>
                </c:pt>
                <c:pt idx="4553">
                  <c:v>114024978.75611717</c:v>
                </c:pt>
                <c:pt idx="4554">
                  <c:v>114024978.75611717</c:v>
                </c:pt>
                <c:pt idx="4555">
                  <c:v>113762728.58234289</c:v>
                </c:pt>
                <c:pt idx="4556">
                  <c:v>113501081.56723164</c:v>
                </c:pt>
                <c:pt idx="4557">
                  <c:v>113240036.32355617</c:v>
                </c:pt>
                <c:pt idx="4558">
                  <c:v>113240036.32355617</c:v>
                </c:pt>
                <c:pt idx="4559">
                  <c:v>112979591.46728016</c:v>
                </c:pt>
                <c:pt idx="4560">
                  <c:v>112719745.61755094</c:v>
                </c:pt>
                <c:pt idx="4561">
                  <c:v>112460497.39669287</c:v>
                </c:pt>
                <c:pt idx="4562">
                  <c:v>112460497.39669287</c:v>
                </c:pt>
                <c:pt idx="4563">
                  <c:v>112201845.43019688</c:v>
                </c:pt>
                <c:pt idx="4564">
                  <c:v>111943788.34671521</c:v>
                </c:pt>
                <c:pt idx="4565">
                  <c:v>111686324.77805649</c:v>
                </c:pt>
                <c:pt idx="4566">
                  <c:v>111686324.77805649</c:v>
                </c:pt>
                <c:pt idx="4567">
                  <c:v>111429453.3591733</c:v>
                </c:pt>
                <c:pt idx="4568">
                  <c:v>111173172.72815935</c:v>
                </c:pt>
                <c:pt idx="4569">
                  <c:v>110917481.52624024</c:v>
                </c:pt>
                <c:pt idx="4570">
                  <c:v>110917481.52624024</c:v>
                </c:pt>
                <c:pt idx="4571">
                  <c:v>110662378.3977671</c:v>
                </c:pt>
                <c:pt idx="4572">
                  <c:v>110407861.9902073</c:v>
                </c:pt>
                <c:pt idx="4573">
                  <c:v>110153930.9541418</c:v>
                </c:pt>
                <c:pt idx="4574">
                  <c:v>110153930.9541418</c:v>
                </c:pt>
                <c:pt idx="4575">
                  <c:v>109900583.94325233</c:v>
                </c:pt>
                <c:pt idx="4576">
                  <c:v>109647819.61431865</c:v>
                </c:pt>
                <c:pt idx="4577">
                  <c:v>109395636.62720945</c:v>
                </c:pt>
                <c:pt idx="4578">
                  <c:v>109395636.62720945</c:v>
                </c:pt>
                <c:pt idx="4579">
                  <c:v>109144033.64487603</c:v>
                </c:pt>
                <c:pt idx="4580">
                  <c:v>108893009.33334365</c:v>
                </c:pt>
                <c:pt idx="4581">
                  <c:v>108642562.36170678</c:v>
                </c:pt>
                <c:pt idx="4582">
                  <c:v>108642562.36170678</c:v>
                </c:pt>
                <c:pt idx="4583">
                  <c:v>108392691.4021205</c:v>
                </c:pt>
                <c:pt idx="4584">
                  <c:v>108143395.12979425</c:v>
                </c:pt>
                <c:pt idx="4585">
                  <c:v>107894672.22298288</c:v>
                </c:pt>
                <c:pt idx="4586">
                  <c:v>107894672.22298288</c:v>
                </c:pt>
                <c:pt idx="4587">
                  <c:v>107646521.36298379</c:v>
                </c:pt>
                <c:pt idx="4588">
                  <c:v>107398941.23412471</c:v>
                </c:pt>
                <c:pt idx="4589">
                  <c:v>107151930.5237608</c:v>
                </c:pt>
                <c:pt idx="4590">
                  <c:v>107151930.5237608</c:v>
                </c:pt>
                <c:pt idx="4591">
                  <c:v>106905487.92226587</c:v>
                </c:pt>
                <c:pt idx="4592">
                  <c:v>106659612.12302616</c:v>
                </c:pt>
                <c:pt idx="4593">
                  <c:v>106414301.82243153</c:v>
                </c:pt>
                <c:pt idx="4594">
                  <c:v>106414301.82243153</c:v>
                </c:pt>
                <c:pt idx="4595">
                  <c:v>106169555.7198727</c:v>
                </c:pt>
                <c:pt idx="4596">
                  <c:v>105925372.51772904</c:v>
                </c:pt>
                <c:pt idx="4597">
                  <c:v>105681750.92136593</c:v>
                </c:pt>
                <c:pt idx="4598">
                  <c:v>105438689.6391259</c:v>
                </c:pt>
                <c:pt idx="4599">
                  <c:v>105438689.6391259</c:v>
                </c:pt>
                <c:pt idx="4600">
                  <c:v>105196187.38232259</c:v>
                </c:pt>
                <c:pt idx="4601">
                  <c:v>104954242.86523247</c:v>
                </c:pt>
                <c:pt idx="4602">
                  <c:v>104712854.80509011</c:v>
                </c:pt>
                <c:pt idx="4603">
                  <c:v>104712854.80509011</c:v>
                </c:pt>
                <c:pt idx="4604">
                  <c:v>104472021.9220801</c:v>
                </c:pt>
                <c:pt idx="4605">
                  <c:v>104231742.9393308</c:v>
                </c:pt>
                <c:pt idx="4606">
                  <c:v>103992016.58290586</c:v>
                </c:pt>
                <c:pt idx="4607">
                  <c:v>103992016.58290586</c:v>
                </c:pt>
                <c:pt idx="4608">
                  <c:v>103752841.5818015</c:v>
                </c:pt>
                <c:pt idx="4609">
                  <c:v>103514216.66793455</c:v>
                </c:pt>
                <c:pt idx="4610">
                  <c:v>103276140.57613984</c:v>
                </c:pt>
                <c:pt idx="4611">
                  <c:v>103276140.57613984</c:v>
                </c:pt>
                <c:pt idx="4612">
                  <c:v>103038612.04416163</c:v>
                </c:pt>
                <c:pt idx="4613">
                  <c:v>102801629.81264767</c:v>
                </c:pt>
                <c:pt idx="4614">
                  <c:v>102565192.62514064</c:v>
                </c:pt>
                <c:pt idx="4615">
                  <c:v>102565192.62514064</c:v>
                </c:pt>
                <c:pt idx="4616">
                  <c:v>102329299.22807558</c:v>
                </c:pt>
                <c:pt idx="4617">
                  <c:v>102093948.37076809</c:v>
                </c:pt>
                <c:pt idx="4618">
                  <c:v>101859138.80541171</c:v>
                </c:pt>
                <c:pt idx="4619">
                  <c:v>101859138.80541171</c:v>
                </c:pt>
                <c:pt idx="4620">
                  <c:v>101624869.28706951</c:v>
                </c:pt>
                <c:pt idx="4621">
                  <c:v>101391138.57366818</c:v>
                </c:pt>
                <c:pt idx="4622">
                  <c:v>101157945.42599039</c:v>
                </c:pt>
                <c:pt idx="4623">
                  <c:v>101157945.42599039</c:v>
                </c:pt>
                <c:pt idx="4624">
                  <c:v>100925288.60766853</c:v>
                </c:pt>
                <c:pt idx="4625">
                  <c:v>100693166.88518044</c:v>
                </c:pt>
                <c:pt idx="4626">
                  <c:v>100461579.02783982</c:v>
                </c:pt>
                <c:pt idx="4627">
                  <c:v>100461579.02783982</c:v>
                </c:pt>
                <c:pt idx="4628">
                  <c:v>100230523.80778986</c:v>
                </c:pt>
                <c:pt idx="4629">
                  <c:v>100000000</c:v>
                </c:pt>
                <c:pt idx="4630">
                  <c:v>99770006.382255435</c:v>
                </c:pt>
                <c:pt idx="4631">
                  <c:v>99770006.382255435</c:v>
                </c:pt>
                <c:pt idx="4632">
                  <c:v>99540541.735153079</c:v>
                </c:pt>
                <c:pt idx="4633">
                  <c:v>99311604.842093691</c:v>
                </c:pt>
                <c:pt idx="4634">
                  <c:v>99083194.489277005</c:v>
                </c:pt>
                <c:pt idx="4635">
                  <c:v>99083194.489277005</c:v>
                </c:pt>
                <c:pt idx="4636">
                  <c:v>98855309.465694055</c:v>
                </c:pt>
                <c:pt idx="4637">
                  <c:v>98627948.563121155</c:v>
                </c:pt>
                <c:pt idx="4638">
                  <c:v>98401110.57611376</c:v>
                </c:pt>
                <c:pt idx="4639">
                  <c:v>98401110.57611376</c:v>
                </c:pt>
                <c:pt idx="4640">
                  <c:v>98174794.301998764</c:v>
                </c:pt>
                <c:pt idx="4641">
                  <c:v>97948998.54087013</c:v>
                </c:pt>
                <c:pt idx="4642">
                  <c:v>97723722.095581248</c:v>
                </c:pt>
                <c:pt idx="4643">
                  <c:v>97723722.095581248</c:v>
                </c:pt>
                <c:pt idx="4644">
                  <c:v>97498963.771738812</c:v>
                </c:pt>
                <c:pt idx="4645">
                  <c:v>97274722.377696902</c:v>
                </c:pt>
                <c:pt idx="4646">
                  <c:v>97050996.724549279</c:v>
                </c:pt>
                <c:pt idx="4647">
                  <c:v>97050996.724549279</c:v>
                </c:pt>
                <c:pt idx="4648">
                  <c:v>96827785.626125157</c:v>
                </c:pt>
                <c:pt idx="4649">
                  <c:v>96605087.898981526</c:v>
                </c:pt>
                <c:pt idx="4650">
                  <c:v>96382902.362397164</c:v>
                </c:pt>
                <c:pt idx="4651">
                  <c:v>96382902.362397164</c:v>
                </c:pt>
                <c:pt idx="4652">
                  <c:v>96161227.838366508</c:v>
                </c:pt>
                <c:pt idx="4653">
                  <c:v>95940063.151593626</c:v>
                </c:pt>
                <c:pt idx="4654">
                  <c:v>95719407.129484698</c:v>
                </c:pt>
                <c:pt idx="4655">
                  <c:v>95719407.129484698</c:v>
                </c:pt>
                <c:pt idx="4656">
                  <c:v>95499258.602143779</c:v>
                </c:pt>
                <c:pt idx="4657">
                  <c:v>95279616.402365312</c:v>
                </c:pt>
                <c:pt idx="4658">
                  <c:v>95060479.365628198</c:v>
                </c:pt>
                <c:pt idx="4659">
                  <c:v>95060479.365628198</c:v>
                </c:pt>
                <c:pt idx="4660">
                  <c:v>94841846.330090031</c:v>
                </c:pt>
                <c:pt idx="4661">
                  <c:v>94623716.136579558</c:v>
                </c:pt>
                <c:pt idx="4662">
                  <c:v>94406087.628592521</c:v>
                </c:pt>
                <c:pt idx="4663">
                  <c:v>94406087.628592521</c:v>
                </c:pt>
                <c:pt idx="4664">
                  <c:v>94188959.65228425</c:v>
                </c:pt>
                <c:pt idx="4665">
                  <c:v>93972331.056463838</c:v>
                </c:pt>
                <c:pt idx="4666">
                  <c:v>93756200.692588344</c:v>
                </c:pt>
                <c:pt idx="4667">
                  <c:v>93756200.692588344</c:v>
                </c:pt>
                <c:pt idx="4668">
                  <c:v>93540567.414755449</c:v>
                </c:pt>
                <c:pt idx="4669">
                  <c:v>93325430.079699293</c:v>
                </c:pt>
                <c:pt idx="4670">
                  <c:v>93110787.546783149</c:v>
                </c:pt>
                <c:pt idx="4671">
                  <c:v>93110787.546783149</c:v>
                </c:pt>
                <c:pt idx="4672">
                  <c:v>92896638.6779937</c:v>
                </c:pt>
                <c:pt idx="4673">
                  <c:v>92682982.337934911</c:v>
                </c:pt>
                <c:pt idx="4674">
                  <c:v>92469817.393822506</c:v>
                </c:pt>
                <c:pt idx="4675">
                  <c:v>92469817.393822506</c:v>
                </c:pt>
                <c:pt idx="4676">
                  <c:v>92257142.715476513</c:v>
                </c:pt>
                <c:pt idx="4677">
                  <c:v>92044957.175317258</c:v>
                </c:pt>
                <c:pt idx="4678">
                  <c:v>91833259.648358151</c:v>
                </c:pt>
                <c:pt idx="4679">
                  <c:v>91833259.648358151</c:v>
                </c:pt>
                <c:pt idx="4680">
                  <c:v>91622049.012199968</c:v>
                </c:pt>
                <c:pt idx="4681">
                  <c:v>91411324.147025287</c:v>
                </c:pt>
                <c:pt idx="4682">
                  <c:v>91201083.935591161</c:v>
                </c:pt>
                <c:pt idx="4683">
                  <c:v>91201083.935591161</c:v>
                </c:pt>
                <c:pt idx="4684">
                  <c:v>90991327.263225287</c:v>
                </c:pt>
                <c:pt idx="4685">
                  <c:v>90782053.017818645</c:v>
                </c:pt>
                <c:pt idx="4686">
                  <c:v>90573260.089820012</c:v>
                </c:pt>
                <c:pt idx="4687">
                  <c:v>90573260.089820012</c:v>
                </c:pt>
                <c:pt idx="4688">
                  <c:v>90364947.372230411</c:v>
                </c:pt>
                <c:pt idx="4689">
                  <c:v>90157113.760595888</c:v>
                </c:pt>
                <c:pt idx="4690">
                  <c:v>89949758.153003648</c:v>
                </c:pt>
                <c:pt idx="4691">
                  <c:v>89742879.450074911</c:v>
                </c:pt>
                <c:pt idx="4692">
                  <c:v>89742879.450074911</c:v>
                </c:pt>
                <c:pt idx="4693">
                  <c:v>89536476.554959387</c:v>
                </c:pt>
                <c:pt idx="4694">
                  <c:v>89330548.373329461</c:v>
                </c:pt>
                <c:pt idx="4695">
                  <c:v>89125093.813374758</c:v>
                </c:pt>
                <c:pt idx="4696">
                  <c:v>89125093.813374758</c:v>
                </c:pt>
                <c:pt idx="4697">
                  <c:v>88920111.785794973</c:v>
                </c:pt>
                <c:pt idx="4698">
                  <c:v>88715601.203796476</c:v>
                </c:pt>
                <c:pt idx="4699">
                  <c:v>88511560.983083561</c:v>
                </c:pt>
                <c:pt idx="4700">
                  <c:v>88511560.983083561</c:v>
                </c:pt>
                <c:pt idx="4701">
                  <c:v>88307990.041856229</c:v>
                </c:pt>
                <c:pt idx="4702">
                  <c:v>88104887.300801605</c:v>
                </c:pt>
                <c:pt idx="4703">
                  <c:v>87902251.683088571</c:v>
                </c:pt>
                <c:pt idx="4704">
                  <c:v>87902251.683088571</c:v>
                </c:pt>
                <c:pt idx="4705">
                  <c:v>87700082.114363551</c:v>
                </c:pt>
                <c:pt idx="4706">
                  <c:v>87498377.522743925</c:v>
                </c:pt>
                <c:pt idx="4707">
                  <c:v>87297136.838811427</c:v>
                </c:pt>
                <c:pt idx="4708">
                  <c:v>87297136.838811427</c:v>
                </c:pt>
                <c:pt idx="4709">
                  <c:v>87096358.99560827</c:v>
                </c:pt>
                <c:pt idx="4710">
                  <c:v>86896042.928630322</c:v>
                </c:pt>
                <c:pt idx="4711">
                  <c:v>86696187.575821742</c:v>
                </c:pt>
                <c:pt idx="4712">
                  <c:v>86696187.575821742</c:v>
                </c:pt>
                <c:pt idx="4713">
                  <c:v>86496791.877569661</c:v>
                </c:pt>
                <c:pt idx="4714">
                  <c:v>86297854.776697293</c:v>
                </c:pt>
                <c:pt idx="4715">
                  <c:v>86099375.218460262</c:v>
                </c:pt>
                <c:pt idx="4716">
                  <c:v>86099375.218460262</c:v>
                </c:pt>
                <c:pt idx="4717">
                  <c:v>85901352.150539711</c:v>
                </c:pt>
                <c:pt idx="4718">
                  <c:v>85703784.523037046</c:v>
                </c:pt>
                <c:pt idx="4719">
                  <c:v>85506671.288468659</c:v>
                </c:pt>
                <c:pt idx="4720">
                  <c:v>85506671.288468659</c:v>
                </c:pt>
                <c:pt idx="4721">
                  <c:v>85310011.401759207</c:v>
                </c:pt>
                <c:pt idx="4722">
                  <c:v>85113803.820237845</c:v>
                </c:pt>
                <c:pt idx="4723">
                  <c:v>84918047.503631532</c:v>
                </c:pt>
                <c:pt idx="4724">
                  <c:v>84918047.503631532</c:v>
                </c:pt>
                <c:pt idx="4725">
                  <c:v>84722741.414059728</c:v>
                </c:pt>
                <c:pt idx="4726">
                  <c:v>84527884.516029015</c:v>
                </c:pt>
                <c:pt idx="4727">
                  <c:v>84333475.776427805</c:v>
                </c:pt>
                <c:pt idx="4728">
                  <c:v>84333475.776427805</c:v>
                </c:pt>
                <c:pt idx="4729">
                  <c:v>84139514.164519712</c:v>
                </c:pt>
                <c:pt idx="4730">
                  <c:v>83945998.651939884</c:v>
                </c:pt>
                <c:pt idx="4731">
                  <c:v>83752928.212688342</c:v>
                </c:pt>
                <c:pt idx="4732">
                  <c:v>83752928.212688342</c:v>
                </c:pt>
                <c:pt idx="4733">
                  <c:v>83560301.823124826</c:v>
                </c:pt>
                <c:pt idx="4734">
                  <c:v>83368118.461963698</c:v>
                </c:pt>
                <c:pt idx="4735">
                  <c:v>83176377.110267311</c:v>
                </c:pt>
                <c:pt idx="4736">
                  <c:v>83176377.110267311</c:v>
                </c:pt>
                <c:pt idx="4737">
                  <c:v>82985076.751442403</c:v>
                </c:pt>
                <c:pt idx="4738">
                  <c:v>82794216.371233508</c:v>
                </c:pt>
                <c:pt idx="4739">
                  <c:v>82603794.957717896</c:v>
                </c:pt>
                <c:pt idx="4740">
                  <c:v>82603794.957717896</c:v>
                </c:pt>
                <c:pt idx="4741">
                  <c:v>82413811.501300499</c:v>
                </c:pt>
                <c:pt idx="4742">
                  <c:v>82224264.994707331</c:v>
                </c:pt>
                <c:pt idx="4743">
                  <c:v>82035154.432981983</c:v>
                </c:pt>
                <c:pt idx="4744">
                  <c:v>82035154.432981983</c:v>
                </c:pt>
                <c:pt idx="4745">
                  <c:v>81846478.813479081</c:v>
                </c:pt>
                <c:pt idx="4746">
                  <c:v>81658237.135859281</c:v>
                </c:pt>
                <c:pt idx="4747">
                  <c:v>81470428.402083933</c:v>
                </c:pt>
                <c:pt idx="4748">
                  <c:v>81470428.402083933</c:v>
                </c:pt>
                <c:pt idx="4749">
                  <c:v>81283051.616410136</c:v>
                </c:pt>
                <c:pt idx="4750">
                  <c:v>81096105.785384238</c:v>
                </c:pt>
                <c:pt idx="4751">
                  <c:v>80909589.91783832</c:v>
                </c:pt>
                <c:pt idx="4752">
                  <c:v>80909589.91783832</c:v>
                </c:pt>
                <c:pt idx="4753">
                  <c:v>80723503.024883851</c:v>
                </c:pt>
                <c:pt idx="4754">
                  <c:v>80537844.119906649</c:v>
                </c:pt>
                <c:pt idx="4755">
                  <c:v>80352612.218561932</c:v>
                </c:pt>
                <c:pt idx="4756">
                  <c:v>80352612.218561932</c:v>
                </c:pt>
                <c:pt idx="4757">
                  <c:v>80167806.338768065</c:v>
                </c:pt>
                <c:pt idx="4758">
                  <c:v>79983425.500702932</c:v>
                </c:pt>
                <c:pt idx="4759">
                  <c:v>79799468.7267977</c:v>
                </c:pt>
                <c:pt idx="4760">
                  <c:v>79799468.7267977</c:v>
                </c:pt>
                <c:pt idx="4761">
                  <c:v>79615935.041731864</c:v>
                </c:pt>
                <c:pt idx="4762">
                  <c:v>79432823.472428367</c:v>
                </c:pt>
                <c:pt idx="4763">
                  <c:v>79250133.048047334</c:v>
                </c:pt>
                <c:pt idx="4764">
                  <c:v>79250133.048047334</c:v>
                </c:pt>
                <c:pt idx="4765">
                  <c:v>79067862.799982607</c:v>
                </c:pt>
                <c:pt idx="4766">
                  <c:v>78886011.761855483</c:v>
                </c:pt>
                <c:pt idx="4767">
                  <c:v>78704578.969509855</c:v>
                </c:pt>
                <c:pt idx="4768">
                  <c:v>78704578.969509855</c:v>
                </c:pt>
                <c:pt idx="4769">
                  <c:v>78523563.461007118</c:v>
                </c:pt>
                <c:pt idx="4770">
                  <c:v>78342964.276621342</c:v>
                </c:pt>
                <c:pt idx="4771">
                  <c:v>78162780.458833069</c:v>
                </c:pt>
                <c:pt idx="4772">
                  <c:v>78162780.458833069</c:v>
                </c:pt>
                <c:pt idx="4773">
                  <c:v>77983011.052326202</c:v>
                </c:pt>
                <c:pt idx="4774">
                  <c:v>77803655.103980675</c:v>
                </c:pt>
                <c:pt idx="4775">
                  <c:v>77624711.662869111</c:v>
                </c:pt>
                <c:pt idx="4776">
                  <c:v>77624711.662869111</c:v>
                </c:pt>
                <c:pt idx="4777">
                  <c:v>77446179.780252039</c:v>
                </c:pt>
                <c:pt idx="4778">
                  <c:v>77268058.509570345</c:v>
                </c:pt>
                <c:pt idx="4779">
                  <c:v>77090346.906443059</c:v>
                </c:pt>
                <c:pt idx="4780">
                  <c:v>76913044.028661236</c:v>
                </c:pt>
                <c:pt idx="4781">
                  <c:v>76913044.028661236</c:v>
                </c:pt>
                <c:pt idx="4782">
                  <c:v>76736148.936182112</c:v>
                </c:pt>
                <c:pt idx="4783">
                  <c:v>76559660.691125795</c:v>
                </c:pt>
                <c:pt idx="4784">
                  <c:v>76383578.357769176</c:v>
                </c:pt>
                <c:pt idx="4785">
                  <c:v>76383578.357769176</c:v>
                </c:pt>
                <c:pt idx="4786">
                  <c:v>76207901.002541259</c:v>
                </c:pt>
                <c:pt idx="4787">
                  <c:v>76032627.694018453</c:v>
                </c:pt>
                <c:pt idx="4788">
                  <c:v>75857757.502918601</c:v>
                </c:pt>
                <c:pt idx="4789">
                  <c:v>75857757.502918601</c:v>
                </c:pt>
                <c:pt idx="4790">
                  <c:v>75683289.502097607</c:v>
                </c:pt>
                <c:pt idx="4791">
                  <c:v>75509222.766543508</c:v>
                </c:pt>
                <c:pt idx="4792">
                  <c:v>75335556.373371795</c:v>
                </c:pt>
                <c:pt idx="4793">
                  <c:v>75335556.373371795</c:v>
                </c:pt>
                <c:pt idx="4794">
                  <c:v>75162289.401820824</c:v>
                </c:pt>
                <c:pt idx="4795">
                  <c:v>74989420.933245808</c:v>
                </c:pt>
                <c:pt idx="4796">
                  <c:v>74816950.051115602</c:v>
                </c:pt>
                <c:pt idx="4797">
                  <c:v>74816950.051115602</c:v>
                </c:pt>
                <c:pt idx="4798">
                  <c:v>74644875.841006771</c:v>
                </c:pt>
                <c:pt idx="4799">
                  <c:v>74473197.390598968</c:v>
                </c:pt>
                <c:pt idx="4800">
                  <c:v>74301913.789670408</c:v>
                </c:pt>
                <c:pt idx="4801">
                  <c:v>74301913.789670408</c:v>
                </c:pt>
                <c:pt idx="4802">
                  <c:v>74131024.130091965</c:v>
                </c:pt>
                <c:pt idx="4803">
                  <c:v>73960527.505823955</c:v>
                </c:pt>
                <c:pt idx="4804">
                  <c:v>73790423.012910217</c:v>
                </c:pt>
                <c:pt idx="4805">
                  <c:v>73790423.012910217</c:v>
                </c:pt>
                <c:pt idx="4806">
                  <c:v>73620709.749473676</c:v>
                </c:pt>
                <c:pt idx="4807">
                  <c:v>73451386.815711513</c:v>
                </c:pt>
                <c:pt idx="4808">
                  <c:v>73282453.313890636</c:v>
                </c:pt>
                <c:pt idx="4809">
                  <c:v>73282453.313890636</c:v>
                </c:pt>
                <c:pt idx="4810">
                  <c:v>73113908.348341912</c:v>
                </c:pt>
                <c:pt idx="4811">
                  <c:v>72945751.025456995</c:v>
                </c:pt>
                <c:pt idx="4812">
                  <c:v>72777980.453682467</c:v>
                </c:pt>
                <c:pt idx="4813">
                  <c:v>72777980.453682467</c:v>
                </c:pt>
                <c:pt idx="4814">
                  <c:v>72610595.743515491</c:v>
                </c:pt>
                <c:pt idx="4815">
                  <c:v>72443596.007499233</c:v>
                </c:pt>
                <c:pt idx="4816">
                  <c:v>72276980.360217199</c:v>
                </c:pt>
                <c:pt idx="4817">
                  <c:v>72276980.360217199</c:v>
                </c:pt>
                <c:pt idx="4818">
                  <c:v>72110747.918290079</c:v>
                </c:pt>
                <c:pt idx="4819">
                  <c:v>71944897.800370023</c:v>
                </c:pt>
                <c:pt idx="4820">
                  <c:v>71779429.127136186</c:v>
                </c:pt>
                <c:pt idx="4821">
                  <c:v>71779429.127136186</c:v>
                </c:pt>
                <c:pt idx="4822">
                  <c:v>71614341.021290421</c:v>
                </c:pt>
                <c:pt idx="4823">
                  <c:v>71449632.6075515</c:v>
                </c:pt>
                <c:pt idx="4824">
                  <c:v>71285303.012652069</c:v>
                </c:pt>
                <c:pt idx="4825">
                  <c:v>71285303.012652069</c:v>
                </c:pt>
                <c:pt idx="4826">
                  <c:v>71121351.365332976</c:v>
                </c:pt>
                <c:pt idx="4827">
                  <c:v>70957776.796338901</c:v>
                </c:pt>
                <c:pt idx="4828">
                  <c:v>70794578.438413769</c:v>
                </c:pt>
                <c:pt idx="4829">
                  <c:v>70794578.438413769</c:v>
                </c:pt>
                <c:pt idx="4830">
                  <c:v>70631755.426296368</c:v>
                </c:pt>
                <c:pt idx="4831">
                  <c:v>70469306.896714821</c:v>
                </c:pt>
                <c:pt idx="4832">
                  <c:v>70307231.988383412</c:v>
                </c:pt>
                <c:pt idx="4833">
                  <c:v>70307231.988383412</c:v>
                </c:pt>
                <c:pt idx="4834">
                  <c:v>70145529.841997147</c:v>
                </c:pt>
                <c:pt idx="4835">
                  <c:v>69984199.600227326</c:v>
                </c:pt>
                <c:pt idx="4836">
                  <c:v>69823240.407717317</c:v>
                </c:pt>
                <c:pt idx="4837">
                  <c:v>69823240.407717317</c:v>
                </c:pt>
                <c:pt idx="4838">
                  <c:v>69662651.411076993</c:v>
                </c:pt>
                <c:pt idx="4839">
                  <c:v>69502431.758879751</c:v>
                </c:pt>
                <c:pt idx="4840">
                  <c:v>69342580.601656944</c:v>
                </c:pt>
                <c:pt idx="4841">
                  <c:v>69342580.601656944</c:v>
                </c:pt>
                <c:pt idx="4842">
                  <c:v>69183097.091893628</c:v>
                </c:pt>
                <c:pt idx="4843">
                  <c:v>69023980.384024367</c:v>
                </c:pt>
                <c:pt idx="4844">
                  <c:v>68865229.634427741</c:v>
                </c:pt>
                <c:pt idx="4845">
                  <c:v>68865229.634427741</c:v>
                </c:pt>
                <c:pt idx="4846">
                  <c:v>68706844.001423299</c:v>
                </c:pt>
                <c:pt idx="4847">
                  <c:v>68548822.645266429</c:v>
                </c:pt>
                <c:pt idx="4848">
                  <c:v>68391164.728143156</c:v>
                </c:pt>
                <c:pt idx="4849">
                  <c:v>68391164.728143156</c:v>
                </c:pt>
                <c:pt idx="4850">
                  <c:v>68233869.414167136</c:v>
                </c:pt>
                <c:pt idx="4851">
                  <c:v>68076935.869374275</c:v>
                </c:pt>
                <c:pt idx="4852">
                  <c:v>67920363.261718541</c:v>
                </c:pt>
                <c:pt idx="4853">
                  <c:v>67920363.261718541</c:v>
                </c:pt>
                <c:pt idx="4854">
                  <c:v>67764150.761067778</c:v>
                </c:pt>
                <c:pt idx="4855">
                  <c:v>67608297.539198399</c:v>
                </c:pt>
                <c:pt idx="4856">
                  <c:v>67452802.769792378</c:v>
                </c:pt>
                <c:pt idx="4857">
                  <c:v>67452802.769792378</c:v>
                </c:pt>
                <c:pt idx="4858">
                  <c:v>67297665.628431901</c:v>
                </c:pt>
                <c:pt idx="4859">
                  <c:v>67142885.292595312</c:v>
                </c:pt>
                <c:pt idx="4860">
                  <c:v>66988460.941652678</c:v>
                </c:pt>
                <c:pt idx="4861">
                  <c:v>66988460.941652678</c:v>
                </c:pt>
                <c:pt idx="4862">
                  <c:v>66834391.756861687</c:v>
                </c:pt>
                <c:pt idx="4863">
                  <c:v>66680676.921362393</c:v>
                </c:pt>
                <c:pt idx="4864">
                  <c:v>66527315.620174266</c:v>
                </c:pt>
                <c:pt idx="4865">
                  <c:v>66527315.620174266</c:v>
                </c:pt>
                <c:pt idx="4866">
                  <c:v>66374307.040190972</c:v>
                </c:pt>
                <c:pt idx="4867">
                  <c:v>66221650.370176233</c:v>
                </c:pt>
                <c:pt idx="4868">
                  <c:v>66069344.80075983</c:v>
                </c:pt>
                <c:pt idx="4869">
                  <c:v>66069344.80075983</c:v>
                </c:pt>
                <c:pt idx="4870">
                  <c:v>65917389.524432316</c:v>
                </c:pt>
                <c:pt idx="4871">
                  <c:v>65765783.735542186</c:v>
                </c:pt>
                <c:pt idx="4872">
                  <c:v>65614526.630290627</c:v>
                </c:pt>
                <c:pt idx="4873">
                  <c:v>65463617.406727538</c:v>
                </c:pt>
                <c:pt idx="4874">
                  <c:v>65463617.406727538</c:v>
                </c:pt>
                <c:pt idx="4875">
                  <c:v>65313055.264747463</c:v>
                </c:pt>
                <c:pt idx="4876">
                  <c:v>65162839.406084448</c:v>
                </c:pt>
                <c:pt idx="4877">
                  <c:v>65012969.034309201</c:v>
                </c:pt>
                <c:pt idx="4878">
                  <c:v>65012969.034309201</c:v>
                </c:pt>
                <c:pt idx="4879">
                  <c:v>64863443.354823932</c:v>
                </c:pt>
                <c:pt idx="4880">
                  <c:v>64714261.57485836</c:v>
                </c:pt>
                <c:pt idx="4881">
                  <c:v>64565422.903465554</c:v>
                </c:pt>
                <c:pt idx="4882">
                  <c:v>64565422.903465554</c:v>
                </c:pt>
                <c:pt idx="4883">
                  <c:v>64416926.551517911</c:v>
                </c:pt>
                <c:pt idx="4884">
                  <c:v>64268771.731702104</c:v>
                </c:pt>
                <c:pt idx="4885">
                  <c:v>64120957.658516251</c:v>
                </c:pt>
                <c:pt idx="4886">
                  <c:v>64120957.658516251</c:v>
                </c:pt>
                <c:pt idx="4887">
                  <c:v>63973483.548264861</c:v>
                </c:pt>
                <c:pt idx="4888">
                  <c:v>63826348.619054869</c:v>
                </c:pt>
                <c:pt idx="4889">
                  <c:v>63679552.090791762</c:v>
                </c:pt>
                <c:pt idx="4890">
                  <c:v>63679552.090791762</c:v>
                </c:pt>
                <c:pt idx="4891">
                  <c:v>63533093.18517451</c:v>
                </c:pt>
                <c:pt idx="4892">
                  <c:v>63386971.125692792</c:v>
                </c:pt>
                <c:pt idx="4893">
                  <c:v>63241185.137621999</c:v>
                </c:pt>
                <c:pt idx="4894">
                  <c:v>63241185.137621999</c:v>
                </c:pt>
                <c:pt idx="4895">
                  <c:v>63095734.448019333</c:v>
                </c:pt>
                <c:pt idx="4896">
                  <c:v>62950618.285719939</c:v>
                </c:pt>
                <c:pt idx="4897">
                  <c:v>62805835.881331936</c:v>
                </c:pt>
                <c:pt idx="4898">
                  <c:v>62805835.881331936</c:v>
                </c:pt>
                <c:pt idx="4899">
                  <c:v>62661386.467233635</c:v>
                </c:pt>
                <c:pt idx="4900">
                  <c:v>62517269.277568631</c:v>
                </c:pt>
                <c:pt idx="4901">
                  <c:v>62373483.548241936</c:v>
                </c:pt>
                <c:pt idx="4902">
                  <c:v>62373483.548241936</c:v>
                </c:pt>
                <c:pt idx="4903">
                  <c:v>62230028.51691591</c:v>
                </c:pt>
                <c:pt idx="4904">
                  <c:v>62086903.423006497</c:v>
                </c:pt>
                <c:pt idx="4905">
                  <c:v>61944107.507678241</c:v>
                </c:pt>
                <c:pt idx="4906">
                  <c:v>61944107.507678241</c:v>
                </c:pt>
                <c:pt idx="4907">
                  <c:v>61801640.013841644</c:v>
                </c:pt>
                <c:pt idx="4908">
                  <c:v>61659500.186148226</c:v>
                </c:pt>
                <c:pt idx="4909">
                  <c:v>61517687.270986781</c:v>
                </c:pt>
                <c:pt idx="4910">
                  <c:v>61517687.270986781</c:v>
                </c:pt>
                <c:pt idx="4911">
                  <c:v>61376200.516479567</c:v>
                </c:pt>
                <c:pt idx="4912">
                  <c:v>61235039.172477446</c:v>
                </c:pt>
                <c:pt idx="4913">
                  <c:v>61094202.490557261</c:v>
                </c:pt>
                <c:pt idx="4914">
                  <c:v>61094202.490557261</c:v>
                </c:pt>
                <c:pt idx="4915">
                  <c:v>60953689.724017151</c:v>
                </c:pt>
                <c:pt idx="4916">
                  <c:v>60813500.127871759</c:v>
                </c:pt>
                <c:pt idx="4917">
                  <c:v>60673632.958850682</c:v>
                </c:pt>
                <c:pt idx="4918">
                  <c:v>60673632.958850682</c:v>
                </c:pt>
                <c:pt idx="4919">
                  <c:v>60534087.475391462</c:v>
                </c:pt>
                <c:pt idx="4920">
                  <c:v>60394862.937638044</c:v>
                </c:pt>
                <c:pt idx="4921">
                  <c:v>60255958.607436009</c:v>
                </c:pt>
                <c:pt idx="4922">
                  <c:v>60255958.607436009</c:v>
                </c:pt>
                <c:pt idx="4923">
                  <c:v>60117373.748327993</c:v>
                </c:pt>
                <c:pt idx="4924">
                  <c:v>59979107.62555109</c:v>
                </c:pt>
                <c:pt idx="4925">
                  <c:v>59841159.506032072</c:v>
                </c:pt>
                <c:pt idx="4926">
                  <c:v>59841159.506032072</c:v>
                </c:pt>
                <c:pt idx="4927">
                  <c:v>59703528.658383749</c:v>
                </c:pt>
                <c:pt idx="4928">
                  <c:v>59566214.35290128</c:v>
                </c:pt>
                <c:pt idx="4929">
                  <c:v>59429215.861557454</c:v>
                </c:pt>
                <c:pt idx="4930">
                  <c:v>59429215.861557454</c:v>
                </c:pt>
                <c:pt idx="4931">
                  <c:v>59292532.458000131</c:v>
                </c:pt>
                <c:pt idx="4932">
                  <c:v>59156163.417547502</c:v>
                </c:pt>
                <c:pt idx="4933">
                  <c:v>59020108.017184496</c:v>
                </c:pt>
                <c:pt idx="4934">
                  <c:v>59020108.017184496</c:v>
                </c:pt>
                <c:pt idx="4935">
                  <c:v>58884365.535558917</c:v>
                </c:pt>
                <c:pt idx="4936">
                  <c:v>58748935.252977863</c:v>
                </c:pt>
                <c:pt idx="4937">
                  <c:v>58613816.451403022</c:v>
                </c:pt>
                <c:pt idx="4938">
                  <c:v>58613816.451403022</c:v>
                </c:pt>
                <c:pt idx="4939">
                  <c:v>58479008.414448179</c:v>
                </c:pt>
                <c:pt idx="4940">
                  <c:v>58344510.427374542</c:v>
                </c:pt>
                <c:pt idx="4941">
                  <c:v>58210321.777087167</c:v>
                </c:pt>
                <c:pt idx="4942">
                  <c:v>58210321.777087167</c:v>
                </c:pt>
                <c:pt idx="4943">
                  <c:v>58076441.752131395</c:v>
                </c:pt>
                <c:pt idx="4944">
                  <c:v>57942869.642688252</c:v>
                </c:pt>
                <c:pt idx="4945">
                  <c:v>57809604.740571916</c:v>
                </c:pt>
                <c:pt idx="4946">
                  <c:v>57809604.740571916</c:v>
                </c:pt>
                <c:pt idx="4947">
                  <c:v>57676646.339225143</c:v>
                </c:pt>
                <c:pt idx="4948">
                  <c:v>57543993.73371572</c:v>
                </c:pt>
                <c:pt idx="4949">
                  <c:v>57411646.22073295</c:v>
                </c:pt>
                <c:pt idx="4950">
                  <c:v>57411646.22073295</c:v>
                </c:pt>
                <c:pt idx="4951">
                  <c:v>57279603.098583072</c:v>
                </c:pt>
                <c:pt idx="4952">
                  <c:v>57147863.667186812</c:v>
                </c:pt>
                <c:pt idx="4953">
                  <c:v>57016427.228074819</c:v>
                </c:pt>
                <c:pt idx="4954">
                  <c:v>57016427.228074819</c:v>
                </c:pt>
                <c:pt idx="4955">
                  <c:v>56885293.084384173</c:v>
                </c:pt>
                <c:pt idx="4956">
                  <c:v>56754460.5408547</c:v>
                </c:pt>
                <c:pt idx="4957">
                  <c:v>56623928.903825484</c:v>
                </c:pt>
                <c:pt idx="4958">
                  <c:v>56623928.903825484</c:v>
                </c:pt>
                <c:pt idx="4959">
                  <c:v>56493697.481230363</c:v>
                </c:pt>
                <c:pt idx="4960">
                  <c:v>56363765.582595512</c:v>
                </c:pt>
                <c:pt idx="4961">
                  <c:v>56234132.519034937</c:v>
                </c:pt>
                <c:pt idx="4962">
                  <c:v>56104797.603247039</c:v>
                </c:pt>
                <c:pt idx="4963">
                  <c:v>56104797.603247039</c:v>
                </c:pt>
                <c:pt idx="4964">
                  <c:v>55975760.149511166</c:v>
                </c:pt>
                <c:pt idx="4965">
                  <c:v>55847019.473683193</c:v>
                </c:pt>
                <c:pt idx="4966">
                  <c:v>55718574.893193059</c:v>
                </c:pt>
                <c:pt idx="4967">
                  <c:v>55718574.893193059</c:v>
                </c:pt>
                <c:pt idx="4968">
                  <c:v>55590425.727040395</c:v>
                </c:pt>
                <c:pt idx="4969">
                  <c:v>55462571.295791067</c:v>
                </c:pt>
                <c:pt idx="4970">
                  <c:v>55335010.921573825</c:v>
                </c:pt>
                <c:pt idx="4971">
                  <c:v>55335010.921573825</c:v>
                </c:pt>
                <c:pt idx="4972">
                  <c:v>55207743.92807585</c:v>
                </c:pt>
                <c:pt idx="4973">
                  <c:v>55080769.640540414</c:v>
                </c:pt>
                <c:pt idx="4974">
                  <c:v>54954087.38576249</c:v>
                </c:pt>
                <c:pt idx="4975">
                  <c:v>54954087.38576249</c:v>
                </c:pt>
                <c:pt idx="4976">
                  <c:v>54827696.492085375</c:v>
                </c:pt>
                <c:pt idx="4977">
                  <c:v>54701596.289397314</c:v>
                </c:pt>
                <c:pt idx="4978">
                  <c:v>54575786.109127209</c:v>
                </c:pt>
                <c:pt idx="4979">
                  <c:v>54575786.109127209</c:v>
                </c:pt>
                <c:pt idx="4980">
                  <c:v>54450265.284242198</c:v>
                </c:pt>
                <c:pt idx="4981">
                  <c:v>54325033.149243362</c:v>
                </c:pt>
                <c:pt idx="4982">
                  <c:v>54200089.040162385</c:v>
                </c:pt>
                <c:pt idx="4983">
                  <c:v>54200089.040162385</c:v>
                </c:pt>
                <c:pt idx="4984">
                  <c:v>54075432.294558048</c:v>
                </c:pt>
                <c:pt idx="4985">
                  <c:v>53951062.251512878</c:v>
                </c:pt>
                <c:pt idx="4986">
                  <c:v>53826978.251628906</c:v>
                </c:pt>
                <c:pt idx="4987">
                  <c:v>53826978.251628906</c:v>
                </c:pt>
                <c:pt idx="4988">
                  <c:v>53703179.637025505</c:v>
                </c:pt>
                <c:pt idx="4989">
                  <c:v>53579665.751334354</c:v>
                </c:pt>
                <c:pt idx="4990">
                  <c:v>53456435.939697132</c:v>
                </c:pt>
                <c:pt idx="4991">
                  <c:v>53456435.939697132</c:v>
                </c:pt>
                <c:pt idx="4992">
                  <c:v>53333489.548762217</c:v>
                </c:pt>
                <c:pt idx="4993">
                  <c:v>53210825.926679507</c:v>
                </c:pt>
                <c:pt idx="4994">
                  <c:v>53088444.423098877</c:v>
                </c:pt>
                <c:pt idx="4995">
                  <c:v>53088444.423098877</c:v>
                </c:pt>
                <c:pt idx="4996">
                  <c:v>52966344.389165975</c:v>
                </c:pt>
                <c:pt idx="4997">
                  <c:v>52844525.177518196</c:v>
                </c:pt>
                <c:pt idx="4998">
                  <c:v>52722986.142282397</c:v>
                </c:pt>
                <c:pt idx="4999">
                  <c:v>52722986.142282397</c:v>
                </c:pt>
                <c:pt idx="5000">
                  <c:v>52601726.639070705</c:v>
                </c:pt>
                <c:pt idx="5001">
                  <c:v>52480746.024977304</c:v>
                </c:pt>
                <c:pt idx="5002">
                  <c:v>52360043.658575214</c:v>
                </c:pt>
                <c:pt idx="5003">
                  <c:v>52360043.658575214</c:v>
                </c:pt>
                <c:pt idx="5004">
                  <c:v>52239618.899912134</c:v>
                </c:pt>
                <c:pt idx="5005">
                  <c:v>52119471.110508166</c:v>
                </c:pt>
                <c:pt idx="5006">
                  <c:v>51999599.653351679</c:v>
                </c:pt>
                <c:pt idx="5007">
                  <c:v>51999599.653351679</c:v>
                </c:pt>
                <c:pt idx="5008">
                  <c:v>51880003.89289616</c:v>
                </c:pt>
                <c:pt idx="5009">
                  <c:v>51760683.19505696</c:v>
                </c:pt>
                <c:pt idx="5010">
                  <c:v>51641636.927207254</c:v>
                </c:pt>
                <c:pt idx="5011">
                  <c:v>51641636.927207254</c:v>
                </c:pt>
                <c:pt idx="5012">
                  <c:v>51522864.458175771</c:v>
                </c:pt>
                <c:pt idx="5013">
                  <c:v>51404365.158242695</c:v>
                </c:pt>
                <c:pt idx="5014">
                  <c:v>51286138.399136536</c:v>
                </c:pt>
                <c:pt idx="5015">
                  <c:v>51286138.399136536</c:v>
                </c:pt>
                <c:pt idx="5016">
                  <c:v>51168183.554030783</c:v>
                </c:pt>
                <c:pt idx="5017">
                  <c:v>51050499.997540787</c:v>
                </c:pt>
                <c:pt idx="5018">
                  <c:v>50933087.105719663</c:v>
                </c:pt>
                <c:pt idx="5019">
                  <c:v>50933087.105719663</c:v>
                </c:pt>
                <c:pt idx="5020">
                  <c:v>50815944.256056137</c:v>
                </c:pt>
                <c:pt idx="5021">
                  <c:v>50699070.827470489</c:v>
                </c:pt>
                <c:pt idx="5022">
                  <c:v>50582466.200311422</c:v>
                </c:pt>
                <c:pt idx="5023">
                  <c:v>50582466.200311422</c:v>
                </c:pt>
                <c:pt idx="5024">
                  <c:v>50466129.756352991</c:v>
                </c:pt>
                <c:pt idx="5025">
                  <c:v>50350060.878790602</c:v>
                </c:pt>
                <c:pt idx="5026">
                  <c:v>50234258.952238798</c:v>
                </c:pt>
                <c:pt idx="5027">
                  <c:v>50234258.952238798</c:v>
                </c:pt>
                <c:pt idx="5028">
                  <c:v>50118723.362727284</c:v>
                </c:pt>
                <c:pt idx="5029">
                  <c:v>50003453.497697867</c:v>
                </c:pt>
                <c:pt idx="5030">
                  <c:v>49888448.746001385</c:v>
                </c:pt>
                <c:pt idx="5031">
                  <c:v>49888448.746001385</c:v>
                </c:pt>
                <c:pt idx="5032">
                  <c:v>49773708.497893721</c:v>
                </c:pt>
                <c:pt idx="5033">
                  <c:v>49659232.145033695</c:v>
                </c:pt>
                <c:pt idx="5034">
                  <c:v>49545019.080479078</c:v>
                </c:pt>
                <c:pt idx="5035">
                  <c:v>49545019.080479078</c:v>
                </c:pt>
                <c:pt idx="5036">
                  <c:v>49431068.69868356</c:v>
                </c:pt>
                <c:pt idx="5037">
                  <c:v>49317380.395493574</c:v>
                </c:pt>
                <c:pt idx="5038">
                  <c:v>49203953.568145216</c:v>
                </c:pt>
                <c:pt idx="5039">
                  <c:v>49203953.568145216</c:v>
                </c:pt>
                <c:pt idx="5040">
                  <c:v>49090787.6152604</c:v>
                </c:pt>
                <c:pt idx="5041">
                  <c:v>48977881.936844677</c:v>
                </c:pt>
                <c:pt idx="5042">
                  <c:v>48865235.934283383</c:v>
                </c:pt>
                <c:pt idx="5043">
                  <c:v>48865235.934283383</c:v>
                </c:pt>
                <c:pt idx="5044">
                  <c:v>48752849.010338619</c:v>
                </c:pt>
                <c:pt idx="5045">
                  <c:v>48640720.569146283</c:v>
                </c:pt>
                <c:pt idx="5046">
                  <c:v>48528850.016212195</c:v>
                </c:pt>
                <c:pt idx="5047">
                  <c:v>48528850.016212195</c:v>
                </c:pt>
                <c:pt idx="5048">
                  <c:v>48417236.758409992</c:v>
                </c:pt>
                <c:pt idx="5049">
                  <c:v>48305880.203977287</c:v>
                </c:pt>
                <c:pt idx="5050">
                  <c:v>48194779.762512721</c:v>
                </c:pt>
                <c:pt idx="5051">
                  <c:v>48194779.762512721</c:v>
                </c:pt>
                <c:pt idx="5052">
                  <c:v>48083934.844972983</c:v>
                </c:pt>
                <c:pt idx="5053">
                  <c:v>47973344.863669008</c:v>
                </c:pt>
                <c:pt idx="5054">
                  <c:v>47863009.232263893</c:v>
                </c:pt>
                <c:pt idx="5055">
                  <c:v>47752927.365769111</c:v>
                </c:pt>
                <c:pt idx="5056">
                  <c:v>47752927.365769111</c:v>
                </c:pt>
                <c:pt idx="5057">
                  <c:v>47643098.68054156</c:v>
                </c:pt>
                <c:pt idx="5058">
                  <c:v>47533522.594280489</c:v>
                </c:pt>
                <c:pt idx="5059">
                  <c:v>47424198.526024558</c:v>
                </c:pt>
                <c:pt idx="5060">
                  <c:v>47424198.526024558</c:v>
                </c:pt>
                <c:pt idx="5061">
                  <c:v>47315125.896148108</c:v>
                </c:pt>
                <c:pt idx="5062">
                  <c:v>47206304.126359247</c:v>
                </c:pt>
                <c:pt idx="5063">
                  <c:v>47097732.639695451</c:v>
                </c:pt>
                <c:pt idx="5064">
                  <c:v>47097732.639695451</c:v>
                </c:pt>
                <c:pt idx="5065">
                  <c:v>46989410.860521674</c:v>
                </c:pt>
                <c:pt idx="5066">
                  <c:v>46881338.214526616</c:v>
                </c:pt>
                <c:pt idx="5067">
                  <c:v>46773514.128719881</c:v>
                </c:pt>
                <c:pt idx="5068">
                  <c:v>46773514.128719881</c:v>
                </c:pt>
                <c:pt idx="5069">
                  <c:v>46665938.031428896</c:v>
                </c:pt>
                <c:pt idx="5070">
                  <c:v>46558609.352296054</c:v>
                </c:pt>
                <c:pt idx="5071">
                  <c:v>46451527.522275068</c:v>
                </c:pt>
                <c:pt idx="5072">
                  <c:v>46451527.522275068</c:v>
                </c:pt>
                <c:pt idx="5073">
                  <c:v>46344691.973628901</c:v>
                </c:pt>
                <c:pt idx="5074">
                  <c:v>46238102.139926091</c:v>
                </c:pt>
                <c:pt idx="5075">
                  <c:v>46131757.456037968</c:v>
                </c:pt>
                <c:pt idx="5076">
                  <c:v>46131757.456037968</c:v>
                </c:pt>
                <c:pt idx="5077">
                  <c:v>46025657.358135767</c:v>
                </c:pt>
                <c:pt idx="5078">
                  <c:v>45919801.283686988</c:v>
                </c:pt>
                <c:pt idx="5079">
                  <c:v>45814188.671453446</c:v>
                </c:pt>
                <c:pt idx="5080">
                  <c:v>45814188.671453446</c:v>
                </c:pt>
                <c:pt idx="5081">
                  <c:v>45708818.961487569</c:v>
                </c:pt>
                <c:pt idx="5082">
                  <c:v>45603691.595129654</c:v>
                </c:pt>
                <c:pt idx="5083">
                  <c:v>45498806.015005022</c:v>
                </c:pt>
                <c:pt idx="5084">
                  <c:v>45498806.015005022</c:v>
                </c:pt>
                <c:pt idx="5085">
                  <c:v>45394161.665020451</c:v>
                </c:pt>
                <c:pt idx="5086">
                  <c:v>45289757.990362175</c:v>
                </c:pt>
                <c:pt idx="5087">
                  <c:v>45185594.437492304</c:v>
                </c:pt>
                <c:pt idx="5088">
                  <c:v>45185594.437492304</c:v>
                </c:pt>
                <c:pt idx="5089">
                  <c:v>45081670.45414605</c:v>
                </c:pt>
                <c:pt idx="5090">
                  <c:v>44977985.489328802</c:v>
                </c:pt>
                <c:pt idx="5091">
                  <c:v>44874538.99331335</c:v>
                </c:pt>
                <c:pt idx="5092">
                  <c:v>44874538.99331335</c:v>
                </c:pt>
                <c:pt idx="5093">
                  <c:v>44771330.41763635</c:v>
                </c:pt>
                <c:pt idx="5094">
                  <c:v>44668359.215096377</c:v>
                </c:pt>
                <c:pt idx="5095">
                  <c:v>44565624.839750364</c:v>
                </c:pt>
                <c:pt idx="5096">
                  <c:v>44565624.839750364</c:v>
                </c:pt>
                <c:pt idx="5097">
                  <c:v>44463126.746910878</c:v>
                </c:pt>
                <c:pt idx="5098">
                  <c:v>44360864.393143386</c:v>
                </c:pt>
                <c:pt idx="5099">
                  <c:v>44258837.236262754</c:v>
                </c:pt>
                <c:pt idx="5100">
                  <c:v>44258837.236262754</c:v>
                </c:pt>
                <c:pt idx="5101">
                  <c:v>44157044.735331319</c:v>
                </c:pt>
                <c:pt idx="5102">
                  <c:v>44055486.350655369</c:v>
                </c:pt>
                <c:pt idx="5103">
                  <c:v>43954161.543782458</c:v>
                </c:pt>
                <c:pt idx="5104">
                  <c:v>43954161.543782458</c:v>
                </c:pt>
                <c:pt idx="5105">
                  <c:v>43853069.7774987</c:v>
                </c:pt>
                <c:pt idx="5106">
                  <c:v>43752210.515825309</c:v>
                </c:pt>
                <c:pt idx="5107">
                  <c:v>43651583.224016666</c:v>
                </c:pt>
                <c:pt idx="5108">
                  <c:v>43651583.224016666</c:v>
                </c:pt>
                <c:pt idx="5109">
                  <c:v>43551187.368556894</c:v>
                </c:pt>
                <c:pt idx="5110">
                  <c:v>43451022.417157166</c:v>
                </c:pt>
                <c:pt idx="5111">
                  <c:v>43351087.838752866</c:v>
                </c:pt>
                <c:pt idx="5112">
                  <c:v>43351087.838752866</c:v>
                </c:pt>
                <c:pt idx="5113">
                  <c:v>43251383.10350097</c:v>
                </c:pt>
                <c:pt idx="5114">
                  <c:v>43151907.682776593</c:v>
                </c:pt>
                <c:pt idx="5115">
                  <c:v>43052661.049171105</c:v>
                </c:pt>
                <c:pt idx="5116">
                  <c:v>43052661.049171105</c:v>
                </c:pt>
                <c:pt idx="5117">
                  <c:v>42953642.676488735</c:v>
                </c:pt>
                <c:pt idx="5118">
                  <c:v>42854852.039743938</c:v>
                </c:pt>
                <c:pt idx="5119">
                  <c:v>42756288.615158722</c:v>
                </c:pt>
                <c:pt idx="5120">
                  <c:v>42756288.615158722</c:v>
                </c:pt>
                <c:pt idx="5121">
                  <c:v>42657951.880159341</c:v>
                </c:pt>
                <c:pt idx="5122">
                  <c:v>42559841.313374348</c:v>
                </c:pt>
                <c:pt idx="5123">
                  <c:v>42461956.394631304</c:v>
                </c:pt>
                <c:pt idx="5124">
                  <c:v>42461956.394631304</c:v>
                </c:pt>
                <c:pt idx="5125">
                  <c:v>42364296.604954094</c:v>
                </c:pt>
                <c:pt idx="5126">
                  <c:v>42266861.426560402</c:v>
                </c:pt>
                <c:pt idx="5127">
                  <c:v>42169650.3428583</c:v>
                </c:pt>
                <c:pt idx="5128">
                  <c:v>42169650.3428583</c:v>
                </c:pt>
                <c:pt idx="5129">
                  <c:v>42072662.838444456</c:v>
                </c:pt>
                <c:pt idx="5130">
                  <c:v>41975898.399100915</c:v>
                </c:pt>
                <c:pt idx="5131">
                  <c:v>41879356.511791818</c:v>
                </c:pt>
                <c:pt idx="5132">
                  <c:v>41879356.511791818</c:v>
                </c:pt>
                <c:pt idx="5133">
                  <c:v>41783036.664662287</c:v>
                </c:pt>
                <c:pt idx="5134">
                  <c:v>41686938.347033612</c:v>
                </c:pt>
                <c:pt idx="5135">
                  <c:v>41591061.049402252</c:v>
                </c:pt>
                <c:pt idx="5136">
                  <c:v>41591061.049402252</c:v>
                </c:pt>
                <c:pt idx="5137">
                  <c:v>41495404.263436459</c:v>
                </c:pt>
                <c:pt idx="5138">
                  <c:v>41399967.481973179</c:v>
                </c:pt>
                <c:pt idx="5139">
                  <c:v>41304750.199016243</c:v>
                </c:pt>
                <c:pt idx="5140">
                  <c:v>41304750.199016243</c:v>
                </c:pt>
                <c:pt idx="5141">
                  <c:v>41209751.909733094</c:v>
                </c:pt>
                <c:pt idx="5142">
                  <c:v>41114972.110452272</c:v>
                </c:pt>
                <c:pt idx="5143">
                  <c:v>41020410.298660845</c:v>
                </c:pt>
                <c:pt idx="5144">
                  <c:v>40926065.973001219</c:v>
                </c:pt>
                <c:pt idx="5145">
                  <c:v>40926065.973001219</c:v>
                </c:pt>
                <c:pt idx="5146">
                  <c:v>40831938.633269317</c:v>
                </c:pt>
                <c:pt idx="5147">
                  <c:v>40738027.780411348</c:v>
                </c:pt>
                <c:pt idx="5148">
                  <c:v>40644332.916521326</c:v>
                </c:pt>
                <c:pt idx="5149">
                  <c:v>40644332.916521326</c:v>
                </c:pt>
                <c:pt idx="5150">
                  <c:v>40550853.544838406</c:v>
                </c:pt>
                <c:pt idx="5151">
                  <c:v>40457589.169744402</c:v>
                </c:pt>
                <c:pt idx="5152">
                  <c:v>40364539.296760604</c:v>
                </c:pt>
                <c:pt idx="5153">
                  <c:v>40364539.296760604</c:v>
                </c:pt>
                <c:pt idx="5154">
                  <c:v>40271703.43254599</c:v>
                </c:pt>
                <c:pt idx="5155">
                  <c:v>40179081.084894046</c:v>
                </c:pt>
                <c:pt idx="5156">
                  <c:v>40086671.7627303</c:v>
                </c:pt>
                <c:pt idx="5157">
                  <c:v>40086671.7627303</c:v>
                </c:pt>
                <c:pt idx="5158">
                  <c:v>39994474.976109885</c:v>
                </c:pt>
                <c:pt idx="5159">
                  <c:v>39902490.236214317</c:v>
                </c:pt>
                <c:pt idx="5160">
                  <c:v>39810717.055349804</c:v>
                </c:pt>
                <c:pt idx="5161">
                  <c:v>39810717.055349804</c:v>
                </c:pt>
                <c:pt idx="5162">
                  <c:v>39719154.946944088</c:v>
                </c:pt>
                <c:pt idx="5163">
                  <c:v>39627803.425543971</c:v>
                </c:pt>
                <c:pt idx="5164">
                  <c:v>39536662.00681293</c:v>
                </c:pt>
                <c:pt idx="5165">
                  <c:v>39536662.00681293</c:v>
                </c:pt>
                <c:pt idx="5166">
                  <c:v>39445730.20752795</c:v>
                </c:pt>
                <c:pt idx="5167">
                  <c:v>39355007.545577824</c:v>
                </c:pt>
                <c:pt idx="5168">
                  <c:v>39264493.539960042</c:v>
                </c:pt>
                <c:pt idx="5169">
                  <c:v>39264493.539960042</c:v>
                </c:pt>
                <c:pt idx="5170">
                  <c:v>39174187.710778333</c:v>
                </c:pt>
                <c:pt idx="5171">
                  <c:v>39084089.579240203</c:v>
                </c:pt>
                <c:pt idx="5172">
                  <c:v>38994198.667654447</c:v>
                </c:pt>
                <c:pt idx="5173">
                  <c:v>38994198.667654447</c:v>
                </c:pt>
                <c:pt idx="5174">
                  <c:v>38904514.499428138</c:v>
                </c:pt>
                <c:pt idx="5175">
                  <c:v>38815036.599064879</c:v>
                </c:pt>
                <c:pt idx="5176">
                  <c:v>38725764.492161751</c:v>
                </c:pt>
                <c:pt idx="5177">
                  <c:v>38725764.492161751</c:v>
                </c:pt>
                <c:pt idx="5178">
                  <c:v>38636697.705406919</c:v>
                </c:pt>
                <c:pt idx="5179">
                  <c:v>38547835.766577289</c:v>
                </c:pt>
                <c:pt idx="5180">
                  <c:v>38459178.20453544</c:v>
                </c:pt>
                <c:pt idx="5181">
                  <c:v>38459178.20453544</c:v>
                </c:pt>
                <c:pt idx="5182">
                  <c:v>38370724.549227931</c:v>
                </c:pt>
                <c:pt idx="5183">
                  <c:v>38282474.331682295</c:v>
                </c:pt>
                <c:pt idx="5184">
                  <c:v>38194427.084004655</c:v>
                </c:pt>
                <c:pt idx="5185">
                  <c:v>38194427.084004655</c:v>
                </c:pt>
                <c:pt idx="5186">
                  <c:v>38106582.339377418</c:v>
                </c:pt>
                <c:pt idx="5187">
                  <c:v>38018939.632056206</c:v>
                </c:pt>
                <c:pt idx="5188">
                  <c:v>37931498.497368246</c:v>
                </c:pt>
                <c:pt idx="5189">
                  <c:v>37931498.497368246</c:v>
                </c:pt>
                <c:pt idx="5190">
                  <c:v>37844258.471709363</c:v>
                </c:pt>
                <c:pt idx="5191">
                  <c:v>37757219.092541605</c:v>
                </c:pt>
                <c:pt idx="5192">
                  <c:v>37670379.898390867</c:v>
                </c:pt>
                <c:pt idx="5193">
                  <c:v>37670379.898390867</c:v>
                </c:pt>
                <c:pt idx="5194">
                  <c:v>37583740.428844504</c:v>
                </c:pt>
                <c:pt idx="5195">
                  <c:v>37497300.224548407</c:v>
                </c:pt>
                <c:pt idx="5196">
                  <c:v>37411058.827205367</c:v>
                </c:pt>
                <c:pt idx="5197">
                  <c:v>37411058.827205367</c:v>
                </c:pt>
                <c:pt idx="5198">
                  <c:v>37325015.779572062</c:v>
                </c:pt>
                <c:pt idx="5199">
                  <c:v>37239170.625456832</c:v>
                </c:pt>
                <c:pt idx="5200">
                  <c:v>37153522.909717336</c:v>
                </c:pt>
                <c:pt idx="5201">
                  <c:v>37153522.909717336</c:v>
                </c:pt>
                <c:pt idx="5202">
                  <c:v>37068072.178257659</c:v>
                </c:pt>
                <c:pt idx="5203">
                  <c:v>36982817.978026651</c:v>
                </c:pt>
                <c:pt idx="5204">
                  <c:v>36897759.85701517</c:v>
                </c:pt>
                <c:pt idx="5205">
                  <c:v>36897759.85701517</c:v>
                </c:pt>
                <c:pt idx="5206">
                  <c:v>36812897.364253253</c:v>
                </c:pt>
                <c:pt idx="5207">
                  <c:v>36728230.049808554</c:v>
                </c:pt>
                <c:pt idx="5208">
                  <c:v>36643757.464783385</c:v>
                </c:pt>
                <c:pt idx="5209">
                  <c:v>36643757.464783385</c:v>
                </c:pt>
                <c:pt idx="5210">
                  <c:v>36559479.161312528</c:v>
                </c:pt>
                <c:pt idx="5211">
                  <c:v>36475394.692560919</c:v>
                </c:pt>
                <c:pt idx="5212">
                  <c:v>36391503.612720825</c:v>
                </c:pt>
                <c:pt idx="5213">
                  <c:v>36391503.612720825</c:v>
                </c:pt>
                <c:pt idx="5214">
                  <c:v>36307805.47701022</c:v>
                </c:pt>
                <c:pt idx="5215">
                  <c:v>36224299.841669925</c:v>
                </c:pt>
                <c:pt idx="5216">
                  <c:v>36140986.263961367</c:v>
                </c:pt>
                <c:pt idx="5217">
                  <c:v>36140986.263961367</c:v>
                </c:pt>
                <c:pt idx="5218">
                  <c:v>36057864.302164376</c:v>
                </c:pt>
                <c:pt idx="5219">
                  <c:v>35974933.515574344</c:v>
                </c:pt>
                <c:pt idx="5220">
                  <c:v>35892193.464500606</c:v>
                </c:pt>
                <c:pt idx="5221">
                  <c:v>35892193.464500606</c:v>
                </c:pt>
                <c:pt idx="5222">
                  <c:v>35809643.710263662</c:v>
                </c:pt>
                <c:pt idx="5223">
                  <c:v>35727283.81519293</c:v>
                </c:pt>
                <c:pt idx="5224">
                  <c:v>35645113.342624433</c:v>
                </c:pt>
                <c:pt idx="5225">
                  <c:v>35645113.342624433</c:v>
                </c:pt>
                <c:pt idx="5226">
                  <c:v>35563131.856898643</c:v>
                </c:pt>
                <c:pt idx="5227">
                  <c:v>35481338.923357636</c:v>
                </c:pt>
                <c:pt idx="5228">
                  <c:v>35399734.108343534</c:v>
                </c:pt>
                <c:pt idx="5229">
                  <c:v>35399734.108343534</c:v>
                </c:pt>
                <c:pt idx="5230">
                  <c:v>35318316.979195736</c:v>
                </c:pt>
                <c:pt idx="5231">
                  <c:v>35237087.104248725</c:v>
                </c:pt>
                <c:pt idx="5232">
                  <c:v>35156044.052829929</c:v>
                </c:pt>
                <c:pt idx="5233">
                  <c:v>35156044.052829929</c:v>
                </c:pt>
                <c:pt idx="5234">
                  <c:v>35075187.395256892</c:v>
                </c:pt>
                <c:pt idx="5235">
                  <c:v>34994516.702835791</c:v>
                </c:pt>
                <c:pt idx="5236">
                  <c:v>34914031.547858655</c:v>
                </c:pt>
                <c:pt idx="5237">
                  <c:v>34833731.503601193</c:v>
                </c:pt>
                <c:pt idx="5238">
                  <c:v>34833731.503601193</c:v>
                </c:pt>
                <c:pt idx="5239">
                  <c:v>34753616.144320697</c:v>
                </c:pt>
                <c:pt idx="5240">
                  <c:v>34673685.045253254</c:v>
                </c:pt>
                <c:pt idx="5241">
                  <c:v>34593937.782612257</c:v>
                </c:pt>
                <c:pt idx="5242">
                  <c:v>34593937.782612257</c:v>
                </c:pt>
                <c:pt idx="5243">
                  <c:v>34514373.933585666</c:v>
                </c:pt>
                <c:pt idx="5244">
                  <c:v>34434993.076333866</c:v>
                </c:pt>
                <c:pt idx="5245">
                  <c:v>34355794.789987452</c:v>
                </c:pt>
                <c:pt idx="5246">
                  <c:v>34355794.789987452</c:v>
                </c:pt>
                <c:pt idx="5247">
                  <c:v>34276778.654645123</c:v>
                </c:pt>
                <c:pt idx="5248">
                  <c:v>34197944.251370952</c:v>
                </c:pt>
                <c:pt idx="5249">
                  <c:v>34119291.162192896</c:v>
                </c:pt>
                <c:pt idx="5250">
                  <c:v>34119291.162192896</c:v>
                </c:pt>
                <c:pt idx="5251">
                  <c:v>34040818.970100105</c:v>
                </c:pt>
                <c:pt idx="5252">
                  <c:v>33962527.259040833</c:v>
                </c:pt>
                <c:pt idx="5253">
                  <c:v>33884415.613920346</c:v>
                </c:pt>
                <c:pt idx="5254">
                  <c:v>33884415.613920346</c:v>
                </c:pt>
                <c:pt idx="5255">
                  <c:v>33806483.620598227</c:v>
                </c:pt>
                <c:pt idx="5256">
                  <c:v>33728730.865886934</c:v>
                </c:pt>
                <c:pt idx="5257">
                  <c:v>33651156.937549092</c:v>
                </c:pt>
                <c:pt idx="5258">
                  <c:v>33651156.937549092</c:v>
                </c:pt>
                <c:pt idx="5259">
                  <c:v>33573761.424295463</c:v>
                </c:pt>
                <c:pt idx="5260">
                  <c:v>33496543.915782858</c:v>
                </c:pt>
                <c:pt idx="5261">
                  <c:v>33419504.002611492</c:v>
                </c:pt>
                <c:pt idx="5262">
                  <c:v>33419504.002611492</c:v>
                </c:pt>
                <c:pt idx="5263">
                  <c:v>33342641.276323538</c:v>
                </c:pt>
                <c:pt idx="5264">
                  <c:v>33265955.329400472</c:v>
                </c:pt>
                <c:pt idx="5265">
                  <c:v>33189445.755261037</c:v>
                </c:pt>
                <c:pt idx="5266">
                  <c:v>33189445.755261037</c:v>
                </c:pt>
                <c:pt idx="5267">
                  <c:v>33113112.148259085</c:v>
                </c:pt>
                <c:pt idx="5268">
                  <c:v>33036954.103681546</c:v>
                </c:pt>
                <c:pt idx="5269">
                  <c:v>32960971.217745822</c:v>
                </c:pt>
                <c:pt idx="5270">
                  <c:v>32960971.217745822</c:v>
                </c:pt>
                <c:pt idx="5271">
                  <c:v>32885163.087598328</c:v>
                </c:pt>
                <c:pt idx="5272">
                  <c:v>32809529.311311901</c:v>
                </c:pt>
                <c:pt idx="5273">
                  <c:v>32734069.487883795</c:v>
                </c:pt>
                <c:pt idx="5274">
                  <c:v>32734069.487883795</c:v>
                </c:pt>
                <c:pt idx="5275">
                  <c:v>32658783.21723365</c:v>
                </c:pt>
                <c:pt idx="5276">
                  <c:v>32583670.100200925</c:v>
                </c:pt>
                <c:pt idx="5277">
                  <c:v>32508729.738543462</c:v>
                </c:pt>
                <c:pt idx="5278">
                  <c:v>32508729.738543462</c:v>
                </c:pt>
                <c:pt idx="5279">
                  <c:v>32433961.734935042</c:v>
                </c:pt>
                <c:pt idx="5280">
                  <c:v>32359365.692962918</c:v>
                </c:pt>
                <c:pt idx="5281">
                  <c:v>32284941.217126425</c:v>
                </c:pt>
                <c:pt idx="5282">
                  <c:v>32284941.217126425</c:v>
                </c:pt>
                <c:pt idx="5283">
                  <c:v>32210687.912834391</c:v>
                </c:pt>
                <c:pt idx="5284">
                  <c:v>32136605.386403199</c:v>
                </c:pt>
                <c:pt idx="5285">
                  <c:v>32062693.245054774</c:v>
                </c:pt>
                <c:pt idx="5286">
                  <c:v>32062693.245054774</c:v>
                </c:pt>
                <c:pt idx="5287">
                  <c:v>31988951.096914072</c:v>
                </c:pt>
                <c:pt idx="5288">
                  <c:v>31915378.551007684</c:v>
                </c:pt>
                <c:pt idx="5289">
                  <c:v>31841975.217261296</c:v>
                </c:pt>
                <c:pt idx="5290">
                  <c:v>31841975.217261296</c:v>
                </c:pt>
                <c:pt idx="5291">
                  <c:v>31768740.706497733</c:v>
                </c:pt>
                <c:pt idx="5292">
                  <c:v>31695674.630435027</c:v>
                </c:pt>
                <c:pt idx="5293">
                  <c:v>31622776.601683889</c:v>
                </c:pt>
                <c:pt idx="5294">
                  <c:v>31622776.601683889</c:v>
                </c:pt>
                <c:pt idx="5295">
                  <c:v>31550046.233746339</c:v>
                </c:pt>
                <c:pt idx="5296">
                  <c:v>31477483.141013205</c:v>
                </c:pt>
                <c:pt idx="5297">
                  <c:v>31405086.938762199</c:v>
                </c:pt>
                <c:pt idx="5298">
                  <c:v>31405086.938762199</c:v>
                </c:pt>
                <c:pt idx="5299">
                  <c:v>31332857.243155971</c:v>
                </c:pt>
                <c:pt idx="5300">
                  <c:v>31260793.671239644</c:v>
                </c:pt>
                <c:pt idx="5301">
                  <c:v>31188895.84093944</c:v>
                </c:pt>
                <c:pt idx="5302">
                  <c:v>31188895.84093944</c:v>
                </c:pt>
                <c:pt idx="5303">
                  <c:v>31117163.371060226</c:v>
                </c:pt>
                <c:pt idx="5304">
                  <c:v>31045595.881283585</c:v>
                </c:pt>
                <c:pt idx="5305">
                  <c:v>30974192.992165808</c:v>
                </c:pt>
                <c:pt idx="5306">
                  <c:v>30974192.992165808</c:v>
                </c:pt>
                <c:pt idx="5307">
                  <c:v>30902954.325135998</c:v>
                </c:pt>
                <c:pt idx="5308">
                  <c:v>30831879.502493616</c:v>
                </c:pt>
                <c:pt idx="5309">
                  <c:v>30760968.147407133</c:v>
                </c:pt>
                <c:pt idx="5310">
                  <c:v>30760968.147407133</c:v>
                </c:pt>
                <c:pt idx="5311">
                  <c:v>30690219.883911602</c:v>
                </c:pt>
                <c:pt idx="5312">
                  <c:v>30619634.33690678</c:v>
                </c:pt>
                <c:pt idx="5313">
                  <c:v>30549211.132155228</c:v>
                </c:pt>
                <c:pt idx="5314">
                  <c:v>30549211.132155228</c:v>
                </c:pt>
                <c:pt idx="5315">
                  <c:v>30478949.896279905</c:v>
                </c:pt>
                <c:pt idx="5316">
                  <c:v>30408850.256762844</c:v>
                </c:pt>
                <c:pt idx="5317">
                  <c:v>30338911.841942735</c:v>
                </c:pt>
                <c:pt idx="5318">
                  <c:v>30338911.841942735</c:v>
                </c:pt>
                <c:pt idx="5319">
                  <c:v>30269134.281013064</c:v>
                </c:pt>
                <c:pt idx="5320">
                  <c:v>30199517.204020258</c:v>
                </c:pt>
                <c:pt idx="5321">
                  <c:v>30130060.241861288</c:v>
                </c:pt>
                <c:pt idx="5322">
                  <c:v>30130060.241861288</c:v>
                </c:pt>
                <c:pt idx="5323">
                  <c:v>30060763.026282359</c:v>
                </c:pt>
                <c:pt idx="5324">
                  <c:v>29991625.189876541</c:v>
                </c:pt>
                <c:pt idx="5325">
                  <c:v>29922646.366081901</c:v>
                </c:pt>
                <c:pt idx="5326">
                  <c:v>29853826.189179584</c:v>
                </c:pt>
                <c:pt idx="5327">
                  <c:v>29853826.189179584</c:v>
                </c:pt>
                <c:pt idx="5328">
                  <c:v>29785164.294291969</c:v>
                </c:pt>
                <c:pt idx="5329">
                  <c:v>29716660.317380317</c:v>
                </c:pt>
                <c:pt idx="5330">
                  <c:v>29648313.895243458</c:v>
                </c:pt>
                <c:pt idx="5331">
                  <c:v>29648313.895243458</c:v>
                </c:pt>
                <c:pt idx="5332">
                  <c:v>29580124.665515471</c:v>
                </c:pt>
                <c:pt idx="5333">
                  <c:v>29512092.266663849</c:v>
                </c:pt>
                <c:pt idx="5334">
                  <c:v>29444216.337987687</c:v>
                </c:pt>
                <c:pt idx="5335">
                  <c:v>29444216.337987687</c:v>
                </c:pt>
                <c:pt idx="5336">
                  <c:v>29376496.519615363</c:v>
                </c:pt>
                <c:pt idx="5337">
                  <c:v>29308932.452503242</c:v>
                </c:pt>
                <c:pt idx="5338">
                  <c:v>29241523.778433368</c:v>
                </c:pt>
                <c:pt idx="5339">
                  <c:v>29241523.778433368</c:v>
                </c:pt>
                <c:pt idx="5340">
                  <c:v>29174270.140011661</c:v>
                </c:pt>
                <c:pt idx="5341">
                  <c:v>29107171.18066613</c:v>
                </c:pt>
                <c:pt idx="5342">
                  <c:v>29040226.544644561</c:v>
                </c:pt>
                <c:pt idx="5343">
                  <c:v>29040226.544644561</c:v>
                </c:pt>
                <c:pt idx="5344">
                  <c:v>28973435.877013266</c:v>
                </c:pt>
                <c:pt idx="5345">
                  <c:v>28906798.823654871</c:v>
                </c:pt>
                <c:pt idx="5346">
                  <c:v>28840315.031266052</c:v>
                </c:pt>
                <c:pt idx="5347">
                  <c:v>28840315.031266052</c:v>
                </c:pt>
                <c:pt idx="5348">
                  <c:v>28773984.147356667</c:v>
                </c:pt>
                <c:pt idx="5349">
                  <c:v>28707805.820246965</c:v>
                </c:pt>
                <c:pt idx="5350">
                  <c:v>28641779.699065842</c:v>
                </c:pt>
                <c:pt idx="5351">
                  <c:v>28641779.699065842</c:v>
                </c:pt>
                <c:pt idx="5352">
                  <c:v>28575905.433749586</c:v>
                </c:pt>
                <c:pt idx="5353">
                  <c:v>28510182.675039191</c:v>
                </c:pt>
                <c:pt idx="5354">
                  <c:v>28444611.074479233</c:v>
                </c:pt>
                <c:pt idx="5355">
                  <c:v>28444611.074479233</c:v>
                </c:pt>
                <c:pt idx="5356">
                  <c:v>28379190.284415618</c:v>
                </c:pt>
                <c:pt idx="5357">
                  <c:v>28313919.957993828</c:v>
                </c:pt>
                <c:pt idx="5358">
                  <c:v>28248799.749157086</c:v>
                </c:pt>
                <c:pt idx="5359">
                  <c:v>28248799.749157086</c:v>
                </c:pt>
                <c:pt idx="5360">
                  <c:v>28183829.312644634</c:v>
                </c:pt>
                <c:pt idx="5361">
                  <c:v>28119008.303989481</c:v>
                </c:pt>
                <c:pt idx="5362">
                  <c:v>28054336.379517194</c:v>
                </c:pt>
                <c:pt idx="5363">
                  <c:v>28054336.379517194</c:v>
                </c:pt>
                <c:pt idx="5364">
                  <c:v>27989813.196343664</c:v>
                </c:pt>
                <c:pt idx="5365">
                  <c:v>27925438.412373397</c:v>
                </c:pt>
                <c:pt idx="5366">
                  <c:v>27861211.6862978</c:v>
                </c:pt>
                <c:pt idx="5367">
                  <c:v>27861211.6862978</c:v>
                </c:pt>
                <c:pt idx="5368">
                  <c:v>27797132.677592963</c:v>
                </c:pt>
                <c:pt idx="5369">
                  <c:v>27733201.046518464</c:v>
                </c:pt>
                <c:pt idx="5370">
                  <c:v>27669416.454115156</c:v>
                </c:pt>
                <c:pt idx="5371">
                  <c:v>27669416.454115156</c:v>
                </c:pt>
                <c:pt idx="5372">
                  <c:v>27605778.562203478</c:v>
                </c:pt>
                <c:pt idx="5373">
                  <c:v>27542287.03338176</c:v>
                </c:pt>
                <c:pt idx="5374">
                  <c:v>27478941.531024046</c:v>
                </c:pt>
                <c:pt idx="5375">
                  <c:v>27478941.531024046</c:v>
                </c:pt>
                <c:pt idx="5376">
                  <c:v>27415741.719278883</c:v>
                </c:pt>
                <c:pt idx="5377">
                  <c:v>27352687.26306716</c:v>
                </c:pt>
                <c:pt idx="5378">
                  <c:v>27289777.828080427</c:v>
                </c:pt>
                <c:pt idx="5379">
                  <c:v>27289777.828080427</c:v>
                </c:pt>
                <c:pt idx="5380">
                  <c:v>27227013.080779124</c:v>
                </c:pt>
                <c:pt idx="5381">
                  <c:v>27164392.688390903</c:v>
                </c:pt>
                <c:pt idx="5382">
                  <c:v>27101916.318908487</c:v>
                </c:pt>
                <c:pt idx="5383">
                  <c:v>27101916.318908487</c:v>
                </c:pt>
                <c:pt idx="5384">
                  <c:v>27039583.641088478</c:v>
                </c:pt>
                <c:pt idx="5385">
                  <c:v>26977394.324449223</c:v>
                </c:pt>
                <c:pt idx="5386">
                  <c:v>26915348.03926916</c:v>
                </c:pt>
                <c:pt idx="5387">
                  <c:v>26915348.03926916</c:v>
                </c:pt>
                <c:pt idx="5388">
                  <c:v>26853444.45658515</c:v>
                </c:pt>
                <c:pt idx="5389">
                  <c:v>26791683.248190377</c:v>
                </c:pt>
                <c:pt idx="5390">
                  <c:v>26730064.086633153</c:v>
                </c:pt>
                <c:pt idx="5391">
                  <c:v>26730064.086633153</c:v>
                </c:pt>
                <c:pt idx="5392">
                  <c:v>26668586.645214818</c:v>
                </c:pt>
                <c:pt idx="5393">
                  <c:v>26607250.597988099</c:v>
                </c:pt>
                <c:pt idx="5394">
                  <c:v>26546055.619755473</c:v>
                </c:pt>
                <c:pt idx="5395">
                  <c:v>26546055.619755473</c:v>
                </c:pt>
                <c:pt idx="5396">
                  <c:v>26485001.386067066</c:v>
                </c:pt>
                <c:pt idx="5397">
                  <c:v>26424087.573219508</c:v>
                </c:pt>
                <c:pt idx="5398">
                  <c:v>26363313.858253822</c:v>
                </c:pt>
                <c:pt idx="5399">
                  <c:v>26363313.858253822</c:v>
                </c:pt>
                <c:pt idx="5400">
                  <c:v>26302679.918953825</c:v>
                </c:pt>
                <c:pt idx="5401">
                  <c:v>26242185.433844402</c:v>
                </c:pt>
                <c:pt idx="5402">
                  <c:v>26181830.082189914</c:v>
                </c:pt>
                <c:pt idx="5403">
                  <c:v>26181830.082189914</c:v>
                </c:pt>
                <c:pt idx="5404">
                  <c:v>26121613.543992106</c:v>
                </c:pt>
                <c:pt idx="5405">
                  <c:v>26061535.499988981</c:v>
                </c:pt>
                <c:pt idx="5406">
                  <c:v>26001595.631652724</c:v>
                </c:pt>
                <c:pt idx="5407">
                  <c:v>26001595.631652724</c:v>
                </c:pt>
                <c:pt idx="5408">
                  <c:v>25941793.62118813</c:v>
                </c:pt>
                <c:pt idx="5409">
                  <c:v>25882129.151530977</c:v>
                </c:pt>
                <c:pt idx="5410">
                  <c:v>25822601.906346004</c:v>
                </c:pt>
                <c:pt idx="5411">
                  <c:v>25822601.906346004</c:v>
                </c:pt>
                <c:pt idx="5412">
                  <c:v>25763211.570025779</c:v>
                </c:pt>
                <c:pt idx="5413">
                  <c:v>25703957.827688646</c:v>
                </c:pt>
                <c:pt idx="5414">
                  <c:v>25644840.365177162</c:v>
                </c:pt>
                <c:pt idx="5415">
                  <c:v>25644840.365177162</c:v>
                </c:pt>
                <c:pt idx="5416">
                  <c:v>25585858.869056519</c:v>
                </c:pt>
                <c:pt idx="5417">
                  <c:v>25527013.026612513</c:v>
                </c:pt>
                <c:pt idx="5418">
                  <c:v>25468302.525850438</c:v>
                </c:pt>
                <c:pt idx="5419">
                  <c:v>25409727.05549315</c:v>
                </c:pt>
                <c:pt idx="5420">
                  <c:v>25409727.05549315</c:v>
                </c:pt>
                <c:pt idx="5421">
                  <c:v>25351286.304979157</c:v>
                </c:pt>
                <c:pt idx="5422">
                  <c:v>25292979.96446142</c:v>
                </c:pt>
                <c:pt idx="5423">
                  <c:v>25234807.724805791</c:v>
                </c:pt>
                <c:pt idx="5424">
                  <c:v>25234807.724805791</c:v>
                </c:pt>
                <c:pt idx="5425">
                  <c:v>25176769.277588584</c:v>
                </c:pt>
                <c:pt idx="5426">
                  <c:v>25118864.315095898</c:v>
                </c:pt>
                <c:pt idx="5427">
                  <c:v>25061092.530321218</c:v>
                </c:pt>
                <c:pt idx="5428">
                  <c:v>25061092.530321218</c:v>
                </c:pt>
                <c:pt idx="5429">
                  <c:v>25003453.616964377</c:v>
                </c:pt>
                <c:pt idx="5430">
                  <c:v>24945947.269429591</c:v>
                </c:pt>
                <c:pt idx="5431">
                  <c:v>24888573.182823937</c:v>
                </c:pt>
                <c:pt idx="5432">
                  <c:v>24888573.182823937</c:v>
                </c:pt>
                <c:pt idx="5433">
                  <c:v>24831331.052955713</c:v>
                </c:pt>
                <c:pt idx="5434">
                  <c:v>24774220.576332934</c:v>
                </c:pt>
                <c:pt idx="5435">
                  <c:v>24717241.450161368</c:v>
                </c:pt>
                <c:pt idx="5436">
                  <c:v>24717241.450161368</c:v>
                </c:pt>
                <c:pt idx="5437">
                  <c:v>24660393.37234344</c:v>
                </c:pt>
                <c:pt idx="5438">
                  <c:v>24603676.041476302</c:v>
                </c:pt>
                <c:pt idx="5439">
                  <c:v>24547089.156850316</c:v>
                </c:pt>
                <c:pt idx="5440">
                  <c:v>24547089.156850316</c:v>
                </c:pt>
                <c:pt idx="5441">
                  <c:v>24490632.418447535</c:v>
                </c:pt>
                <c:pt idx="5442">
                  <c:v>24434305.526939783</c:v>
                </c:pt>
                <c:pt idx="5443">
                  <c:v>24378108.183687571</c:v>
                </c:pt>
                <c:pt idx="5444">
                  <c:v>24378108.183687571</c:v>
                </c:pt>
                <c:pt idx="5445">
                  <c:v>24322040.090738181</c:v>
                </c:pt>
                <c:pt idx="5446">
                  <c:v>24266100.950824168</c:v>
                </c:pt>
                <c:pt idx="5447">
                  <c:v>24210290.467361864</c:v>
                </c:pt>
                <c:pt idx="5448">
                  <c:v>24210290.467361864</c:v>
                </c:pt>
                <c:pt idx="5449">
                  <c:v>24154608.344449468</c:v>
                </c:pt>
                <c:pt idx="5450">
                  <c:v>24099054.286865994</c:v>
                </c:pt>
                <c:pt idx="5451">
                  <c:v>24043628.000069365</c:v>
                </c:pt>
                <c:pt idx="5452">
                  <c:v>24043628.000069365</c:v>
                </c:pt>
                <c:pt idx="5453">
                  <c:v>23988329.19019492</c:v>
                </c:pt>
                <c:pt idx="5454">
                  <c:v>23933157.564053871</c:v>
                </c:pt>
                <c:pt idx="5455">
                  <c:v>23878112.829131842</c:v>
                </c:pt>
                <c:pt idx="5456">
                  <c:v>23878112.829131842</c:v>
                </c:pt>
                <c:pt idx="5457">
                  <c:v>23823194.693586949</c:v>
                </c:pt>
                <c:pt idx="5458">
                  <c:v>23768402.866248798</c:v>
                </c:pt>
                <c:pt idx="5459">
                  <c:v>23713737.056616567</c:v>
                </c:pt>
                <c:pt idx="5460">
                  <c:v>23713737.056616567</c:v>
                </c:pt>
                <c:pt idx="5461">
                  <c:v>23659196.97485758</c:v>
                </c:pt>
                <c:pt idx="5462">
                  <c:v>23604782.331805836</c:v>
                </c:pt>
                <c:pt idx="5463">
                  <c:v>23550492.838960145</c:v>
                </c:pt>
                <c:pt idx="5464">
                  <c:v>23550492.838960145</c:v>
                </c:pt>
                <c:pt idx="5465">
                  <c:v>23496328.208483104</c:v>
                </c:pt>
                <c:pt idx="5466">
                  <c:v>23442288.153199237</c:v>
                </c:pt>
                <c:pt idx="5467">
                  <c:v>23388372.386593547</c:v>
                </c:pt>
                <c:pt idx="5468">
                  <c:v>23388372.386593547</c:v>
                </c:pt>
                <c:pt idx="5469">
                  <c:v>23334580.622810092</c:v>
                </c:pt>
                <c:pt idx="5470">
                  <c:v>23280912.576650128</c:v>
                </c:pt>
                <c:pt idx="5471">
                  <c:v>23227367.963571101</c:v>
                </c:pt>
                <c:pt idx="5472">
                  <c:v>23227367.963571101</c:v>
                </c:pt>
                <c:pt idx="5473">
                  <c:v>23173946.499684803</c:v>
                </c:pt>
                <c:pt idx="5474">
                  <c:v>23120647.901755948</c:v>
                </c:pt>
                <c:pt idx="5475">
                  <c:v>23067471.887200758</c:v>
                </c:pt>
                <c:pt idx="5476">
                  <c:v>23067471.887200758</c:v>
                </c:pt>
                <c:pt idx="5477">
                  <c:v>23014418.174085133</c:v>
                </c:pt>
                <c:pt idx="5478">
                  <c:v>22961486.481123652</c:v>
                </c:pt>
                <c:pt idx="5479">
                  <c:v>22908676.527677748</c:v>
                </c:pt>
                <c:pt idx="5480">
                  <c:v>22908676.527677748</c:v>
                </c:pt>
                <c:pt idx="5481">
                  <c:v>22855988.0337543</c:v>
                </c:pt>
                <c:pt idx="5482">
                  <c:v>22803420.720004167</c:v>
                </c:pt>
                <c:pt idx="5483">
                  <c:v>22750974.307720754</c:v>
                </c:pt>
                <c:pt idx="5484">
                  <c:v>22750974.307720754</c:v>
                </c:pt>
                <c:pt idx="5485">
                  <c:v>22698648.518838253</c:v>
                </c:pt>
                <c:pt idx="5486">
                  <c:v>22646443.075930696</c:v>
                </c:pt>
                <c:pt idx="5487">
                  <c:v>22594357.702209778</c:v>
                </c:pt>
                <c:pt idx="5488">
                  <c:v>22594357.702209778</c:v>
                </c:pt>
                <c:pt idx="5489">
                  <c:v>22542392.121524278</c:v>
                </c:pt>
                <c:pt idx="5490">
                  <c:v>22490546.058357861</c:v>
                </c:pt>
                <c:pt idx="5491">
                  <c:v>22438819.237827696</c:v>
                </c:pt>
                <c:pt idx="5492">
                  <c:v>22438819.237827696</c:v>
                </c:pt>
                <c:pt idx="5493">
                  <c:v>22387211.385683414</c:v>
                </c:pt>
                <c:pt idx="5494">
                  <c:v>22335722.228305399</c:v>
                </c:pt>
                <c:pt idx="5495">
                  <c:v>22284351.492703103</c:v>
                </c:pt>
                <c:pt idx="5496">
                  <c:v>22284351.492703103</c:v>
                </c:pt>
                <c:pt idx="5497">
                  <c:v>22233098.906514082</c:v>
                </c:pt>
                <c:pt idx="5498">
                  <c:v>22181964.198002227</c:v>
                </c:pt>
                <c:pt idx="5499">
                  <c:v>22130947.096056398</c:v>
                </c:pt>
                <c:pt idx="5500">
                  <c:v>22130947.096056398</c:v>
                </c:pt>
                <c:pt idx="5501">
                  <c:v>22080047.330189083</c:v>
                </c:pt>
                <c:pt idx="5502">
                  <c:v>22029264.63053463</c:v>
                </c:pt>
                <c:pt idx="5503">
                  <c:v>21978598.727848299</c:v>
                </c:pt>
                <c:pt idx="5504">
                  <c:v>21978598.727848299</c:v>
                </c:pt>
                <c:pt idx="5505">
                  <c:v>21928049.353504524</c:v>
                </c:pt>
                <c:pt idx="5506">
                  <c:v>21877616.239495546</c:v>
                </c:pt>
                <c:pt idx="5507">
                  <c:v>21827299.118430097</c:v>
                </c:pt>
                <c:pt idx="5508">
                  <c:v>21777097.723531656</c:v>
                </c:pt>
                <c:pt idx="5509">
                  <c:v>21777097.723531656</c:v>
                </c:pt>
                <c:pt idx="5510">
                  <c:v>21727011.788637497</c:v>
                </c:pt>
                <c:pt idx="5511">
                  <c:v>21677041.048196983</c:v>
                </c:pt>
                <c:pt idx="5512">
                  <c:v>21627185.237270225</c:v>
                </c:pt>
                <c:pt idx="5513">
                  <c:v>21627185.237270225</c:v>
                </c:pt>
                <c:pt idx="5514">
                  <c:v>21577444.091526669</c:v>
                </c:pt>
                <c:pt idx="5515">
                  <c:v>21527817.347243797</c:v>
                </c:pt>
                <c:pt idx="5516">
                  <c:v>21478304.741305392</c:v>
                </c:pt>
                <c:pt idx="5517">
                  <c:v>21478304.741305392</c:v>
                </c:pt>
                <c:pt idx="5518">
                  <c:v>21428906.011200622</c:v>
                </c:pt>
                <c:pt idx="5519">
                  <c:v>21379620.895022344</c:v>
                </c:pt>
                <c:pt idx="5520">
                  <c:v>21330449.13146577</c:v>
                </c:pt>
                <c:pt idx="5521">
                  <c:v>21330449.13146577</c:v>
                </c:pt>
                <c:pt idx="5522">
                  <c:v>21281390.459827188</c:v>
                </c:pt>
                <c:pt idx="5523">
                  <c:v>21232444.620002247</c:v>
                </c:pt>
                <c:pt idx="5524">
                  <c:v>21183611.352485057</c:v>
                </c:pt>
                <c:pt idx="5525">
                  <c:v>21183611.352485057</c:v>
                </c:pt>
                <c:pt idx="5526">
                  <c:v>21134890.398366492</c:v>
                </c:pt>
                <c:pt idx="5527">
                  <c:v>21086281.499332901</c:v>
                </c:pt>
                <c:pt idx="5528">
                  <c:v>21037784.397664823</c:v>
                </c:pt>
                <c:pt idx="5529">
                  <c:v>21037784.397664823</c:v>
                </c:pt>
                <c:pt idx="5530">
                  <c:v>20989398.836235296</c:v>
                </c:pt>
                <c:pt idx="5531">
                  <c:v>20941124.558508966</c:v>
                </c:pt>
                <c:pt idx="5532">
                  <c:v>20892961.308540419</c:v>
                </c:pt>
                <c:pt idx="5533">
                  <c:v>20892961.308540419</c:v>
                </c:pt>
                <c:pt idx="5534">
                  <c:v>20844908.830972899</c:v>
                </c:pt>
                <c:pt idx="5535">
                  <c:v>20796966.87103695</c:v>
                </c:pt>
                <c:pt idx="5536">
                  <c:v>20749135.174549151</c:v>
                </c:pt>
                <c:pt idx="5537">
                  <c:v>20749135.174549151</c:v>
                </c:pt>
                <c:pt idx="5538">
                  <c:v>20701413.487910461</c:v>
                </c:pt>
                <c:pt idx="5539">
                  <c:v>20653801.55810532</c:v>
                </c:pt>
                <c:pt idx="5540">
                  <c:v>20606299.132700011</c:v>
                </c:pt>
                <c:pt idx="5541">
                  <c:v>20606299.132700011</c:v>
                </c:pt>
                <c:pt idx="5542">
                  <c:v>20558905.959841412</c:v>
                </c:pt>
                <c:pt idx="5543">
                  <c:v>20511621.788255706</c:v>
                </c:pt>
                <c:pt idx="5544">
                  <c:v>20464446.367246781</c:v>
                </c:pt>
                <c:pt idx="5545">
                  <c:v>20464446.367246781</c:v>
                </c:pt>
                <c:pt idx="5546">
                  <c:v>20417379.446695317</c:v>
                </c:pt>
                <c:pt idx="5547">
                  <c:v>20370420.777057193</c:v>
                </c:pt>
                <c:pt idx="5548">
                  <c:v>20323570.109362215</c:v>
                </c:pt>
                <c:pt idx="5549">
                  <c:v>20323570.109362215</c:v>
                </c:pt>
                <c:pt idx="5550">
                  <c:v>20276827.195212875</c:v>
                </c:pt>
                <c:pt idx="5551">
                  <c:v>20230191.786782756</c:v>
                </c:pt>
                <c:pt idx="5552">
                  <c:v>20183663.636815637</c:v>
                </c:pt>
                <c:pt idx="5553">
                  <c:v>20183663.636815637</c:v>
                </c:pt>
                <c:pt idx="5554">
                  <c:v>20137242.498623893</c:v>
                </c:pt>
                <c:pt idx="5555">
                  <c:v>20090928.126087278</c:v>
                </c:pt>
                <c:pt idx="5556">
                  <c:v>20044720.273651596</c:v>
                </c:pt>
                <c:pt idx="5557">
                  <c:v>20044720.273651596</c:v>
                </c:pt>
                <c:pt idx="5558">
                  <c:v>19998618.696327481</c:v>
                </c:pt>
                <c:pt idx="5559">
                  <c:v>19952623.149688821</c:v>
                </c:pt>
                <c:pt idx="5560">
                  <c:v>19906733.389871951</c:v>
                </c:pt>
                <c:pt idx="5561">
                  <c:v>19906733.389871951</c:v>
                </c:pt>
                <c:pt idx="5562">
                  <c:v>19860949.173573714</c:v>
                </c:pt>
                <c:pt idx="5563">
                  <c:v>19815270.258050967</c:v>
                </c:pt>
                <c:pt idx="5564">
                  <c:v>19769696.401118647</c:v>
                </c:pt>
                <c:pt idx="5565">
                  <c:v>19769696.401118647</c:v>
                </c:pt>
                <c:pt idx="5566">
                  <c:v>19724227.361148566</c:v>
                </c:pt>
                <c:pt idx="5567">
                  <c:v>19678862.89706846</c:v>
                </c:pt>
                <c:pt idx="5568">
                  <c:v>19633602.768360537</c:v>
                </c:pt>
                <c:pt idx="5569">
                  <c:v>19633602.768360537</c:v>
                </c:pt>
                <c:pt idx="5570">
                  <c:v>19588446.735059954</c:v>
                </c:pt>
                <c:pt idx="5571">
                  <c:v>19543394.557753988</c:v>
                </c:pt>
                <c:pt idx="5572">
                  <c:v>19498445.99758048</c:v>
                </c:pt>
                <c:pt idx="5573">
                  <c:v>19498445.99758048</c:v>
                </c:pt>
                <c:pt idx="5574">
                  <c:v>19453600.816226643</c:v>
                </c:pt>
                <c:pt idx="5575">
                  <c:v>19408858.775927849</c:v>
                </c:pt>
                <c:pt idx="5576">
                  <c:v>19364219.639466126</c:v>
                </c:pt>
                <c:pt idx="5577">
                  <c:v>19364219.639466126</c:v>
                </c:pt>
                <c:pt idx="5578">
                  <c:v>19319683.170169283</c:v>
                </c:pt>
                <c:pt idx="5579">
                  <c:v>19275249.131909389</c:v>
                </c:pt>
                <c:pt idx="5580">
                  <c:v>19230917.289101597</c:v>
                </c:pt>
                <c:pt idx="5581">
                  <c:v>19230917.289101597</c:v>
                </c:pt>
                <c:pt idx="5582">
                  <c:v>19186687.406702965</c:v>
                </c:pt>
                <c:pt idx="5583">
                  <c:v>19142559.250210915</c:v>
                </c:pt>
                <c:pt idx="5584">
                  <c:v>19098532.585662425</c:v>
                </c:pt>
                <c:pt idx="5585">
                  <c:v>19098532.585662425</c:v>
                </c:pt>
                <c:pt idx="5586">
                  <c:v>19054607.1796325</c:v>
                </c:pt>
                <c:pt idx="5587">
                  <c:v>19010782.799233016</c:v>
                </c:pt>
                <c:pt idx="5588">
                  <c:v>18967059.212111466</c:v>
                </c:pt>
                <c:pt idx="5589">
                  <c:v>18967059.212111466</c:v>
                </c:pt>
                <c:pt idx="5590">
                  <c:v>18923436.186449811</c:v>
                </c:pt>
                <c:pt idx="5591">
                  <c:v>18879913.490962978</c:v>
                </c:pt>
                <c:pt idx="5592">
                  <c:v>18836490.894898035</c:v>
                </c:pt>
                <c:pt idx="5593">
                  <c:v>18836490.894898035</c:v>
                </c:pt>
                <c:pt idx="5594">
                  <c:v>18793168.168032702</c:v>
                </c:pt>
                <c:pt idx="5595">
                  <c:v>18749945.08067419</c:v>
                </c:pt>
                <c:pt idx="5596">
                  <c:v>18706821.403658062</c:v>
                </c:pt>
                <c:pt idx="5597">
                  <c:v>18706821.403658062</c:v>
                </c:pt>
                <c:pt idx="5598">
                  <c:v>18663796.908346742</c:v>
                </c:pt>
                <c:pt idx="5599">
                  <c:v>18620871.366628703</c:v>
                </c:pt>
                <c:pt idx="5600">
                  <c:v>18578044.550917</c:v>
                </c:pt>
                <c:pt idx="5601">
                  <c:v>18535316.234148119</c:v>
                </c:pt>
                <c:pt idx="5602">
                  <c:v>18535316.234148119</c:v>
                </c:pt>
                <c:pt idx="5603">
                  <c:v>18492686.189780839</c:v>
                </c:pt>
                <c:pt idx="5604">
                  <c:v>18450154.191794779</c:v>
                </c:pt>
                <c:pt idx="5605">
                  <c:v>18407720.014689587</c:v>
                </c:pt>
                <c:pt idx="5606">
                  <c:v>18407720.014689587</c:v>
                </c:pt>
                <c:pt idx="5607">
                  <c:v>18365383.433483481</c:v>
                </c:pt>
                <c:pt idx="5608">
                  <c:v>18323144.22371212</c:v>
                </c:pt>
                <c:pt idx="5609">
                  <c:v>18281002.16142742</c:v>
                </c:pt>
                <c:pt idx="5610">
                  <c:v>18281002.16142742</c:v>
                </c:pt>
                <c:pt idx="5611">
                  <c:v>18238957.023196422</c:v>
                </c:pt>
                <c:pt idx="5612">
                  <c:v>18197008.586099867</c:v>
                </c:pt>
                <c:pt idx="5613">
                  <c:v>18155156.627731375</c:v>
                </c:pt>
                <c:pt idx="5614">
                  <c:v>18155156.627731375</c:v>
                </c:pt>
                <c:pt idx="5615">
                  <c:v>18113400.926196031</c:v>
                </c:pt>
                <c:pt idx="5616">
                  <c:v>18071741.260109264</c:v>
                </c:pt>
                <c:pt idx="5617">
                  <c:v>18030177.408595733</c:v>
                </c:pt>
                <c:pt idx="5618">
                  <c:v>18030177.408595733</c:v>
                </c:pt>
                <c:pt idx="5619">
                  <c:v>17988709.15128791</c:v>
                </c:pt>
                <c:pt idx="5620">
                  <c:v>17947336.268325284</c:v>
                </c:pt>
                <c:pt idx="5621">
                  <c:v>17906058.540352948</c:v>
                </c:pt>
                <c:pt idx="5622">
                  <c:v>17906058.540352948</c:v>
                </c:pt>
                <c:pt idx="5623">
                  <c:v>17864875.748520501</c:v>
                </c:pt>
                <c:pt idx="5624">
                  <c:v>17823787.674480941</c:v>
                </c:pt>
                <c:pt idx="5625">
                  <c:v>17782794.100389261</c:v>
                </c:pt>
                <c:pt idx="5626">
                  <c:v>17782794.100389261</c:v>
                </c:pt>
                <c:pt idx="5627">
                  <c:v>17741894.808901675</c:v>
                </c:pt>
                <c:pt idx="5628">
                  <c:v>17701089.583174217</c:v>
                </c:pt>
                <c:pt idx="5629">
                  <c:v>17660378.206861638</c:v>
                </c:pt>
                <c:pt idx="5630">
                  <c:v>17660378.206861638</c:v>
                </c:pt>
                <c:pt idx="5631">
                  <c:v>17619760.464116335</c:v>
                </c:pt>
                <c:pt idx="5632">
                  <c:v>17579236.139586959</c:v>
                </c:pt>
                <c:pt idx="5633">
                  <c:v>17538805.01841763</c:v>
                </c:pt>
                <c:pt idx="5634">
                  <c:v>17538805.01841763</c:v>
                </c:pt>
                <c:pt idx="5635">
                  <c:v>17498466.88624664</c:v>
                </c:pt>
                <c:pt idx="5636">
                  <c:v>17458221.529205095</c:v>
                </c:pt>
                <c:pt idx="5637">
                  <c:v>17418068.733916126</c:v>
                </c:pt>
                <c:pt idx="5638">
                  <c:v>17418068.733916126</c:v>
                </c:pt>
                <c:pt idx="5639">
                  <c:v>17378008.287493788</c:v>
                </c:pt>
                <c:pt idx="5640">
                  <c:v>17338039.977541402</c:v>
                </c:pt>
                <c:pt idx="5641">
                  <c:v>17298163.592151087</c:v>
                </c:pt>
                <c:pt idx="5642">
                  <c:v>17298163.592151087</c:v>
                </c:pt>
                <c:pt idx="5643">
                  <c:v>17258378.919902094</c:v>
                </c:pt>
                <c:pt idx="5644">
                  <c:v>17218685.749860115</c:v>
                </c:pt>
                <c:pt idx="5645">
                  <c:v>17179083.871575914</c:v>
                </c:pt>
                <c:pt idx="5646">
                  <c:v>17179083.871575914</c:v>
                </c:pt>
                <c:pt idx="5647">
                  <c:v>17139573.075084273</c:v>
                </c:pt>
                <c:pt idx="5648">
                  <c:v>17100153.150902886</c:v>
                </c:pt>
                <c:pt idx="5649">
                  <c:v>17060823.890031293</c:v>
                </c:pt>
                <c:pt idx="5650">
                  <c:v>17060823.890031293</c:v>
                </c:pt>
                <c:pt idx="5651">
                  <c:v>17021585.083949551</c:v>
                </c:pt>
                <c:pt idx="5652">
                  <c:v>16982436.524617478</c:v>
                </c:pt>
                <c:pt idx="5653">
                  <c:v>16943378.004473306</c:v>
                </c:pt>
                <c:pt idx="5654">
                  <c:v>16943378.004473306</c:v>
                </c:pt>
                <c:pt idx="5655">
                  <c:v>16904409.316432651</c:v>
                </c:pt>
                <c:pt idx="5656">
                  <c:v>16865530.253887471</c:v>
                </c:pt>
                <c:pt idx="5657">
                  <c:v>16826740.61070472</c:v>
                </c:pt>
                <c:pt idx="5658">
                  <c:v>16826740.61070472</c:v>
                </c:pt>
                <c:pt idx="5659">
                  <c:v>16788040.181225639</c:v>
                </c:pt>
                <c:pt idx="5660">
                  <c:v>16749428.760264397</c:v>
                </c:pt>
                <c:pt idx="5661">
                  <c:v>16710906.143107086</c:v>
                </c:pt>
                <c:pt idx="5662">
                  <c:v>16710906.143107086</c:v>
                </c:pt>
                <c:pt idx="5663">
                  <c:v>16672472.125510685</c:v>
                </c:pt>
                <c:pt idx="5664">
                  <c:v>16634126.503701741</c:v>
                </c:pt>
                <c:pt idx="5665">
                  <c:v>16595869.074375641</c:v>
                </c:pt>
                <c:pt idx="5666">
                  <c:v>16595869.074375641</c:v>
                </c:pt>
                <c:pt idx="5667">
                  <c:v>16557699.634695305</c:v>
                </c:pt>
                <c:pt idx="5668">
                  <c:v>16519617.982290162</c:v>
                </c:pt>
                <c:pt idx="5669">
                  <c:v>16481623.915255081</c:v>
                </c:pt>
                <c:pt idx="5670">
                  <c:v>16481623.915255081</c:v>
                </c:pt>
                <c:pt idx="5671">
                  <c:v>16443717.232149363</c:v>
                </c:pt>
                <c:pt idx="5672">
                  <c:v>16405897.731995428</c:v>
                </c:pt>
                <c:pt idx="5673">
                  <c:v>16368165.214278109</c:v>
                </c:pt>
                <c:pt idx="5674">
                  <c:v>16368165.214278109</c:v>
                </c:pt>
                <c:pt idx="5675">
                  <c:v>16330519.478943355</c:v>
                </c:pt>
                <c:pt idx="5676">
                  <c:v>16292960.326397225</c:v>
                </c:pt>
                <c:pt idx="5677">
                  <c:v>16255487.557504887</c:v>
                </c:pt>
                <c:pt idx="5678">
                  <c:v>16255487.557504887</c:v>
                </c:pt>
                <c:pt idx="5679">
                  <c:v>16218100.973589335</c:v>
                </c:pt>
                <c:pt idx="5680">
                  <c:v>16180800.376430683</c:v>
                </c:pt>
                <c:pt idx="5681">
                  <c:v>16143585.568264876</c:v>
                </c:pt>
                <c:pt idx="5682">
                  <c:v>16143585.568264876</c:v>
                </c:pt>
                <c:pt idx="5683">
                  <c:v>16106456.351782706</c:v>
                </c:pt>
                <c:pt idx="5684">
                  <c:v>16069412.53012882</c:v>
                </c:pt>
                <c:pt idx="5685">
                  <c:v>16032453.906900451</c:v>
                </c:pt>
                <c:pt idx="5686">
                  <c:v>16032453.906900451</c:v>
                </c:pt>
                <c:pt idx="5687">
                  <c:v>15995580.286146713</c:v>
                </c:pt>
                <c:pt idx="5688">
                  <c:v>15958791.472367339</c:v>
                </c:pt>
                <c:pt idx="5689">
                  <c:v>15922087.270511704</c:v>
                </c:pt>
                <c:pt idx="5690">
                  <c:v>15885467.485977778</c:v>
                </c:pt>
                <c:pt idx="5691">
                  <c:v>15885467.485977778</c:v>
                </c:pt>
                <c:pt idx="5692">
                  <c:v>15848931.924611172</c:v>
                </c:pt>
                <c:pt idx="5693">
                  <c:v>15812480.392703857</c:v>
                </c:pt>
                <c:pt idx="5694">
                  <c:v>15776112.6969935</c:v>
                </c:pt>
                <c:pt idx="5695">
                  <c:v>15776112.6969935</c:v>
                </c:pt>
                <c:pt idx="5696">
                  <c:v>15739828.644662198</c:v>
                </c:pt>
                <c:pt idx="5697">
                  <c:v>15703628.043335516</c:v>
                </c:pt>
                <c:pt idx="5698">
                  <c:v>15667510.701081527</c:v>
                </c:pt>
                <c:pt idx="5699">
                  <c:v>15667510.701081527</c:v>
                </c:pt>
                <c:pt idx="5700">
                  <c:v>15631476.426409567</c:v>
                </c:pt>
                <c:pt idx="5701">
                  <c:v>15595525.02826955</c:v>
                </c:pt>
                <c:pt idx="5702">
                  <c:v>15559656.316050747</c:v>
                </c:pt>
                <c:pt idx="5703">
                  <c:v>15559656.316050747</c:v>
                </c:pt>
                <c:pt idx="5704">
                  <c:v>15523870.099580815</c:v>
                </c:pt>
                <c:pt idx="5705">
                  <c:v>15488166.189124851</c:v>
                </c:pt>
                <c:pt idx="5706">
                  <c:v>15452544.395384165</c:v>
                </c:pt>
                <c:pt idx="5707">
                  <c:v>15452544.395384165</c:v>
                </c:pt>
                <c:pt idx="5708">
                  <c:v>15417004.529495608</c:v>
                </c:pt>
                <c:pt idx="5709">
                  <c:v>15381546.403030407</c:v>
                </c:pt>
                <c:pt idx="5710">
                  <c:v>15346169.827992991</c:v>
                </c:pt>
                <c:pt idx="5711">
                  <c:v>15346169.827992991</c:v>
                </c:pt>
                <c:pt idx="5712">
                  <c:v>15310874.616820339</c:v>
                </c:pt>
                <c:pt idx="5713">
                  <c:v>15275660.582380753</c:v>
                </c:pt>
                <c:pt idx="5714">
                  <c:v>15240527.537972929</c:v>
                </c:pt>
                <c:pt idx="5715">
                  <c:v>15240527.537972929</c:v>
                </c:pt>
                <c:pt idx="5716">
                  <c:v>15205475.297325015</c:v>
                </c:pt>
                <c:pt idx="5717">
                  <c:v>15170503.674593415</c:v>
                </c:pt>
                <c:pt idx="5718">
                  <c:v>15135612.48436212</c:v>
                </c:pt>
                <c:pt idx="5719">
                  <c:v>15135612.48436212</c:v>
                </c:pt>
                <c:pt idx="5720">
                  <c:v>15100801.541641511</c:v>
                </c:pt>
                <c:pt idx="5721">
                  <c:v>15066070.661867436</c:v>
                </c:pt>
                <c:pt idx="5722">
                  <c:v>15031419.660900228</c:v>
                </c:pt>
                <c:pt idx="5723">
                  <c:v>15031419.660900228</c:v>
                </c:pt>
                <c:pt idx="5724">
                  <c:v>14996848.355023783</c:v>
                </c:pt>
                <c:pt idx="5725">
                  <c:v>14962356.560944371</c:v>
                </c:pt>
                <c:pt idx="5726">
                  <c:v>14927944.095789989</c:v>
                </c:pt>
                <c:pt idx="5727">
                  <c:v>14927944.095789989</c:v>
                </c:pt>
                <c:pt idx="5728">
                  <c:v>14893610.777109168</c:v>
                </c:pt>
                <c:pt idx="5729">
                  <c:v>14859356.422870075</c:v>
                </c:pt>
                <c:pt idx="5730">
                  <c:v>14825180.851459583</c:v>
                </c:pt>
                <c:pt idx="5731">
                  <c:v>14825180.851459583</c:v>
                </c:pt>
                <c:pt idx="5732">
                  <c:v>14791083.881682113</c:v>
                </c:pt>
                <c:pt idx="5733">
                  <c:v>14757065.332758972</c:v>
                </c:pt>
                <c:pt idx="5734">
                  <c:v>14723125.024327205</c:v>
                </c:pt>
                <c:pt idx="5735">
                  <c:v>14723125.024327205</c:v>
                </c:pt>
                <c:pt idx="5736">
                  <c:v>14689262.776438674</c:v>
                </c:pt>
                <c:pt idx="5737">
                  <c:v>14655478.409559164</c:v>
                </c:pt>
                <c:pt idx="5738">
                  <c:v>14621771.744567219</c:v>
                </c:pt>
                <c:pt idx="5739">
                  <c:v>14621771.744567219</c:v>
                </c:pt>
                <c:pt idx="5740">
                  <c:v>14588142.602753513</c:v>
                </c:pt>
                <c:pt idx="5741">
                  <c:v>14554590.805819677</c:v>
                </c:pt>
                <c:pt idx="5742">
                  <c:v>14521116.17587743</c:v>
                </c:pt>
                <c:pt idx="5743">
                  <c:v>14521116.17587743</c:v>
                </c:pt>
                <c:pt idx="5744">
                  <c:v>14487718.535447612</c:v>
                </c:pt>
                <c:pt idx="5745">
                  <c:v>14454397.707459314</c:v>
                </c:pt>
                <c:pt idx="5746">
                  <c:v>14421153.515248716</c:v>
                </c:pt>
                <c:pt idx="5747">
                  <c:v>14421153.515248716</c:v>
                </c:pt>
                <c:pt idx="5748">
                  <c:v>14387985.782558473</c:v>
                </c:pt>
                <c:pt idx="5749">
                  <c:v>14354894.333536567</c:v>
                </c:pt>
                <c:pt idx="5750">
                  <c:v>14321878.992735432</c:v>
                </c:pt>
                <c:pt idx="5751">
                  <c:v>14321878.992735432</c:v>
                </c:pt>
                <c:pt idx="5752">
                  <c:v>14288939.585111067</c:v>
                </c:pt>
                <c:pt idx="5753">
                  <c:v>14256075.936021911</c:v>
                </c:pt>
                <c:pt idx="5754">
                  <c:v>14223287.871228216</c:v>
                </c:pt>
                <c:pt idx="5755">
                  <c:v>14223287.871228216</c:v>
                </c:pt>
                <c:pt idx="5756">
                  <c:v>14190575.216890929</c:v>
                </c:pt>
                <c:pt idx="5757">
                  <c:v>14157937.799570814</c:v>
                </c:pt>
                <c:pt idx="5758">
                  <c:v>14125375.446227582</c:v>
                </c:pt>
                <c:pt idx="5759">
                  <c:v>14125375.446227582</c:v>
                </c:pt>
                <c:pt idx="5760">
                  <c:v>14092887.984218776</c:v>
                </c:pt>
                <c:pt idx="5761">
                  <c:v>14060475.241299158</c:v>
                </c:pt>
                <c:pt idx="5762">
                  <c:v>14028137.04561959</c:v>
                </c:pt>
                <c:pt idx="5763">
                  <c:v>14028137.04561959</c:v>
                </c:pt>
                <c:pt idx="5764">
                  <c:v>13995873.22572618</c:v>
                </c:pt>
                <c:pt idx="5765">
                  <c:v>13963683.610559365</c:v>
                </c:pt>
                <c:pt idx="5766">
                  <c:v>13931568.02945306</c:v>
                </c:pt>
                <c:pt idx="5767">
                  <c:v>13931568.02945306</c:v>
                </c:pt>
                <c:pt idx="5768">
                  <c:v>13899526.312133553</c:v>
                </c:pt>
                <c:pt idx="5769">
                  <c:v>13867558.288718894</c:v>
                </c:pt>
                <c:pt idx="5770">
                  <c:v>13835663.78971781</c:v>
                </c:pt>
                <c:pt idx="5771">
                  <c:v>13835663.78971781</c:v>
                </c:pt>
                <c:pt idx="5772">
                  <c:v>13803842.646028839</c:v>
                </c:pt>
                <c:pt idx="5773">
                  <c:v>13772094.688939495</c:v>
                </c:pt>
                <c:pt idx="5774">
                  <c:v>13740419.750125172</c:v>
                </c:pt>
                <c:pt idx="5775">
                  <c:v>13740419.750125172</c:v>
                </c:pt>
                <c:pt idx="5776">
                  <c:v>13708817.661648547</c:v>
                </c:pt>
                <c:pt idx="5777">
                  <c:v>13677288.25595854</c:v>
                </c:pt>
                <c:pt idx="5778">
                  <c:v>13645831.365889236</c:v>
                </c:pt>
                <c:pt idx="5779">
                  <c:v>13645831.365889236</c:v>
                </c:pt>
                <c:pt idx="5780">
                  <c:v>13614446.82465953</c:v>
                </c:pt>
                <c:pt idx="5781">
                  <c:v>13583134.465871561</c:v>
                </c:pt>
                <c:pt idx="5782">
                  <c:v>13551894.123510372</c:v>
                </c:pt>
                <c:pt idx="5783">
                  <c:v>13520725.631942822</c:v>
                </c:pt>
                <c:pt idx="5784">
                  <c:v>13520725.631942822</c:v>
                </c:pt>
                <c:pt idx="5785">
                  <c:v>13489628.825916575</c:v>
                </c:pt>
                <c:pt idx="5786">
                  <c:v>13458603.540559513</c:v>
                </c:pt>
                <c:pt idx="5787">
                  <c:v>13427649.611378659</c:v>
                </c:pt>
                <c:pt idx="5788">
                  <c:v>13427649.611378659</c:v>
                </c:pt>
                <c:pt idx="5789">
                  <c:v>13396766.874259362</c:v>
                </c:pt>
                <c:pt idx="5790">
                  <c:v>13365955.165464472</c:v>
                </c:pt>
                <c:pt idx="5791">
                  <c:v>13335214.321633279</c:v>
                </c:pt>
                <c:pt idx="5792">
                  <c:v>13335214.321633279</c:v>
                </c:pt>
                <c:pt idx="5793">
                  <c:v>13304544.179780941</c:v>
                </c:pt>
                <c:pt idx="5794">
                  <c:v>13273944.577297416</c:v>
                </c:pt>
                <c:pt idx="5795">
                  <c:v>13243415.351946658</c:v>
                </c:pt>
                <c:pt idx="5796">
                  <c:v>13243415.351946658</c:v>
                </c:pt>
                <c:pt idx="5797">
                  <c:v>13212956.3418658</c:v>
                </c:pt>
                <c:pt idx="5798">
                  <c:v>13182567.385564111</c:v>
                </c:pt>
                <c:pt idx="5799">
                  <c:v>13152248.321922414</c:v>
                </c:pt>
                <c:pt idx="5800">
                  <c:v>13152248.321922414</c:v>
                </c:pt>
                <c:pt idx="5801">
                  <c:v>13121998.990192054</c:v>
                </c:pt>
                <c:pt idx="5802">
                  <c:v>13091819.229994083</c:v>
                </c:pt>
                <c:pt idx="5803">
                  <c:v>13061708.881318418</c:v>
                </c:pt>
                <c:pt idx="5804">
                  <c:v>13061708.881318418</c:v>
                </c:pt>
                <c:pt idx="5805">
                  <c:v>13031667.784523034</c:v>
                </c:pt>
                <c:pt idx="5806">
                  <c:v>13001695.780332934</c:v>
                </c:pt>
                <c:pt idx="5807">
                  <c:v>12971792.709839581</c:v>
                </c:pt>
                <c:pt idx="5808">
                  <c:v>12971792.709839581</c:v>
                </c:pt>
                <c:pt idx="5809">
                  <c:v>12941958.414499873</c:v>
                </c:pt>
                <c:pt idx="5810">
                  <c:v>12912192.736135345</c:v>
                </c:pt>
                <c:pt idx="5811">
                  <c:v>12882495.516931379</c:v>
                </c:pt>
                <c:pt idx="5812">
                  <c:v>12882495.516931379</c:v>
                </c:pt>
                <c:pt idx="5813">
                  <c:v>12852866.599436186</c:v>
                </c:pt>
                <c:pt idx="5814">
                  <c:v>12823305.826560237</c:v>
                </c:pt>
                <c:pt idx="5815">
                  <c:v>12793813.04157526</c:v>
                </c:pt>
                <c:pt idx="5816">
                  <c:v>12793813.04157526</c:v>
                </c:pt>
                <c:pt idx="5817">
                  <c:v>12764388.088113442</c:v>
                </c:pt>
                <c:pt idx="5818">
                  <c:v>12735030.810166657</c:v>
                </c:pt>
                <c:pt idx="5819">
                  <c:v>12705741.052085448</c:v>
                </c:pt>
                <c:pt idx="5820">
                  <c:v>12705741.052085448</c:v>
                </c:pt>
                <c:pt idx="5821">
                  <c:v>12676518.658578478</c:v>
                </c:pt>
                <c:pt idx="5822">
                  <c:v>12647363.474711526</c:v>
                </c:pt>
                <c:pt idx="5823">
                  <c:v>12618275.345906712</c:v>
                </c:pt>
                <c:pt idx="5824">
                  <c:v>12618275.345906712</c:v>
                </c:pt>
                <c:pt idx="5825">
                  <c:v>12589254.117941668</c:v>
                </c:pt>
                <c:pt idx="5826">
                  <c:v>12560299.636948781</c:v>
                </c:pt>
                <c:pt idx="5827">
                  <c:v>12531411.749414183</c:v>
                </c:pt>
                <c:pt idx="5828">
                  <c:v>12531411.749414183</c:v>
                </c:pt>
                <c:pt idx="5829">
                  <c:v>12502590.302177215</c:v>
                </c:pt>
                <c:pt idx="5830">
                  <c:v>12473835.142429436</c:v>
                </c:pt>
                <c:pt idx="5831">
                  <c:v>12445146.117713848</c:v>
                </c:pt>
                <c:pt idx="5832">
                  <c:v>12445146.117713848</c:v>
                </c:pt>
                <c:pt idx="5833">
                  <c:v>12416523.075924143</c:v>
                </c:pt>
                <c:pt idx="5834">
                  <c:v>12387965.865303714</c:v>
                </c:pt>
                <c:pt idx="5835">
                  <c:v>12359474.334445119</c:v>
                </c:pt>
                <c:pt idx="5836">
                  <c:v>12359474.334445119</c:v>
                </c:pt>
                <c:pt idx="5837">
                  <c:v>12331048.332289096</c:v>
                </c:pt>
                <c:pt idx="5838">
                  <c:v>12302687.708123812</c:v>
                </c:pt>
                <c:pt idx="5839">
                  <c:v>12274392.311584106</c:v>
                </c:pt>
                <c:pt idx="5840">
                  <c:v>12274392.311584106</c:v>
                </c:pt>
                <c:pt idx="5841">
                  <c:v>12246161.992650511</c:v>
                </c:pt>
                <c:pt idx="5842">
                  <c:v>12217996.601648733</c:v>
                </c:pt>
                <c:pt idx="5843">
                  <c:v>12189895.989248671</c:v>
                </c:pt>
                <c:pt idx="5844">
                  <c:v>12189895.989248671</c:v>
                </c:pt>
                <c:pt idx="5845">
                  <c:v>12161860.006463679</c:v>
                </c:pt>
                <c:pt idx="5846">
                  <c:v>12133888.504649762</c:v>
                </c:pt>
                <c:pt idx="5847">
                  <c:v>12105981.335504849</c:v>
                </c:pt>
                <c:pt idx="5848">
                  <c:v>12105981.335504849</c:v>
                </c:pt>
                <c:pt idx="5849">
                  <c:v>12078138.351067817</c:v>
                </c:pt>
                <c:pt idx="5850">
                  <c:v>12050359.403718024</c:v>
                </c:pt>
                <c:pt idx="5851">
                  <c:v>12022644.346174169</c:v>
                </c:pt>
                <c:pt idx="5852">
                  <c:v>12022644.346174169</c:v>
                </c:pt>
                <c:pt idx="5853">
                  <c:v>11994993.031493779</c:v>
                </c:pt>
                <c:pt idx="5854">
                  <c:v>11967405.31307246</c:v>
                </c:pt>
                <c:pt idx="5855">
                  <c:v>11939881.044642748</c:v>
                </c:pt>
                <c:pt idx="5856">
                  <c:v>11939881.044642748</c:v>
                </c:pt>
                <c:pt idx="5857">
                  <c:v>11912420.080273755</c:v>
                </c:pt>
                <c:pt idx="5858">
                  <c:v>11885022.274370225</c:v>
                </c:pt>
                <c:pt idx="5859">
                  <c:v>11857687.481671633</c:v>
                </c:pt>
                <c:pt idx="5860">
                  <c:v>11857687.481671633</c:v>
                </c:pt>
                <c:pt idx="5861">
                  <c:v>11830415.557251671</c:v>
                </c:pt>
                <c:pt idx="5862">
                  <c:v>11803206.356517313</c:v>
                </c:pt>
                <c:pt idx="5863">
                  <c:v>11776059.735208081</c:v>
                </c:pt>
                <c:pt idx="5864">
                  <c:v>11776059.735208081</c:v>
                </c:pt>
                <c:pt idx="5865">
                  <c:v>11748975.549395336</c:v>
                </c:pt>
                <c:pt idx="5866">
                  <c:v>11721953.655481339</c:v>
                </c:pt>
                <c:pt idx="5867">
                  <c:v>11694993.910198735</c:v>
                </c:pt>
                <c:pt idx="5868">
                  <c:v>11694993.910198735</c:v>
                </c:pt>
                <c:pt idx="5869">
                  <c:v>11668096.170609642</c:v>
                </c:pt>
                <c:pt idx="5870">
                  <c:v>11641260.294104921</c:v>
                </c:pt>
                <c:pt idx="5871">
                  <c:v>11614486.13840347</c:v>
                </c:pt>
                <c:pt idx="5872">
                  <c:v>11587773.561551293</c:v>
                </c:pt>
                <c:pt idx="5873">
                  <c:v>11587773.561551293</c:v>
                </c:pt>
                <c:pt idx="5874">
                  <c:v>11561122.421921013</c:v>
                </c:pt>
                <c:pt idx="5875">
                  <c:v>11534532.578210939</c:v>
                </c:pt>
                <c:pt idx="5876">
                  <c:v>11508003.889444366</c:v>
                </c:pt>
                <c:pt idx="5877">
                  <c:v>11508003.889444366</c:v>
                </c:pt>
                <c:pt idx="5878">
                  <c:v>11481536.214968828</c:v>
                </c:pt>
                <c:pt idx="5879">
                  <c:v>11455129.41445539</c:v>
                </c:pt>
                <c:pt idx="5880">
                  <c:v>11428783.347897742</c:v>
                </c:pt>
                <c:pt idx="5881">
                  <c:v>11428783.347897742</c:v>
                </c:pt>
                <c:pt idx="5882">
                  <c:v>11402497.875611704</c:v>
                </c:pt>
                <c:pt idx="5883">
                  <c:v>11376272.858234318</c:v>
                </c:pt>
                <c:pt idx="5884">
                  <c:v>11350108.156723151</c:v>
                </c:pt>
                <c:pt idx="5885">
                  <c:v>11350108.156723151</c:v>
                </c:pt>
                <c:pt idx="5886">
                  <c:v>11324003.632355604</c:v>
                </c:pt>
                <c:pt idx="5887">
                  <c:v>11297959.146728003</c:v>
                </c:pt>
                <c:pt idx="5888">
                  <c:v>11271974.561755121</c:v>
                </c:pt>
                <c:pt idx="5889">
                  <c:v>11271974.561755121</c:v>
                </c:pt>
                <c:pt idx="5890">
                  <c:v>11246049.739669275</c:v>
                </c:pt>
                <c:pt idx="5891">
                  <c:v>11220184.543019636</c:v>
                </c:pt>
                <c:pt idx="5892">
                  <c:v>11194378.834671549</c:v>
                </c:pt>
                <c:pt idx="5893">
                  <c:v>11194378.834671549</c:v>
                </c:pt>
                <c:pt idx="5894">
                  <c:v>11168632.477805637</c:v>
                </c:pt>
                <c:pt idx="5895">
                  <c:v>11142945.335917318</c:v>
                </c:pt>
                <c:pt idx="5896">
                  <c:v>11117317.272815922</c:v>
                </c:pt>
                <c:pt idx="5897">
                  <c:v>11117317.272815922</c:v>
                </c:pt>
                <c:pt idx="5898">
                  <c:v>11091748.152624013</c:v>
                </c:pt>
                <c:pt idx="5899">
                  <c:v>11066237.839776658</c:v>
                </c:pt>
                <c:pt idx="5900">
                  <c:v>11040786.199020758</c:v>
                </c:pt>
                <c:pt idx="5901">
                  <c:v>11040786.199020758</c:v>
                </c:pt>
                <c:pt idx="5902">
                  <c:v>11015393.095414167</c:v>
                </c:pt>
                <c:pt idx="5903">
                  <c:v>10990058.394325221</c:v>
                </c:pt>
                <c:pt idx="5904">
                  <c:v>10964781.961431853</c:v>
                </c:pt>
                <c:pt idx="5905">
                  <c:v>10964781.961431853</c:v>
                </c:pt>
                <c:pt idx="5906">
                  <c:v>10939563.662720934</c:v>
                </c:pt>
                <c:pt idx="5907">
                  <c:v>10914403.364487592</c:v>
                </c:pt>
                <c:pt idx="5908">
                  <c:v>10889300.933334352</c:v>
                </c:pt>
                <c:pt idx="5909">
                  <c:v>10889300.933334352</c:v>
                </c:pt>
                <c:pt idx="5910">
                  <c:v>10864256.236170666</c:v>
                </c:pt>
                <c:pt idx="5911">
                  <c:v>10839269.140212039</c:v>
                </c:pt>
                <c:pt idx="5912">
                  <c:v>10814339.512979375</c:v>
                </c:pt>
                <c:pt idx="5913">
                  <c:v>10814339.512979375</c:v>
                </c:pt>
                <c:pt idx="5914">
                  <c:v>10789467.222298315</c:v>
                </c:pt>
                <c:pt idx="5915">
                  <c:v>10764652.136298368</c:v>
                </c:pt>
                <c:pt idx="5916">
                  <c:v>10739894.123412458</c:v>
                </c:pt>
                <c:pt idx="5917">
                  <c:v>10739894.123412458</c:v>
                </c:pt>
                <c:pt idx="5918">
                  <c:v>10715193.052376067</c:v>
                </c:pt>
                <c:pt idx="5919">
                  <c:v>10690548.792226575</c:v>
                </c:pt>
                <c:pt idx="5920">
                  <c:v>10665961.212302567</c:v>
                </c:pt>
                <c:pt idx="5921">
                  <c:v>10665961.212302567</c:v>
                </c:pt>
                <c:pt idx="5922">
                  <c:v>10641430.18224318</c:v>
                </c:pt>
                <c:pt idx="5923">
                  <c:v>10616955.571987258</c:v>
                </c:pt>
                <c:pt idx="5924">
                  <c:v>10592537.251772931</c:v>
                </c:pt>
                <c:pt idx="5925">
                  <c:v>10592537.251772931</c:v>
                </c:pt>
                <c:pt idx="5926">
                  <c:v>10568175.09213662</c:v>
                </c:pt>
                <c:pt idx="5927">
                  <c:v>10543868.963912616</c:v>
                </c:pt>
                <c:pt idx="5928">
                  <c:v>10519618.738232248</c:v>
                </c:pt>
                <c:pt idx="5929">
                  <c:v>10519618.738232248</c:v>
                </c:pt>
                <c:pt idx="5930">
                  <c:v>10495424.286523234</c:v>
                </c:pt>
                <c:pt idx="5931">
                  <c:v>10471285.480509</c:v>
                </c:pt>
                <c:pt idx="5932">
                  <c:v>10447202.192208035</c:v>
                </c:pt>
                <c:pt idx="5933">
                  <c:v>10447202.192208035</c:v>
                </c:pt>
                <c:pt idx="5934">
                  <c:v>10423174.293933067</c:v>
                </c:pt>
                <c:pt idx="5935">
                  <c:v>10399201.658290612</c:v>
                </c:pt>
                <c:pt idx="5936">
                  <c:v>10375284.158180138</c:v>
                </c:pt>
                <c:pt idx="5937">
                  <c:v>10375284.158180138</c:v>
                </c:pt>
                <c:pt idx="5938">
                  <c:v>10351421.666793443</c:v>
                </c:pt>
                <c:pt idx="5939">
                  <c:v>10327614.05761401</c:v>
                </c:pt>
                <c:pt idx="5940">
                  <c:v>10303861.204416187</c:v>
                </c:pt>
                <c:pt idx="5941">
                  <c:v>10303861.204416187</c:v>
                </c:pt>
                <c:pt idx="5942">
                  <c:v>10280162.981264755</c:v>
                </c:pt>
                <c:pt idx="5943">
                  <c:v>10256519.262514088</c:v>
                </c:pt>
                <c:pt idx="5944">
                  <c:v>10232929.922807546</c:v>
                </c:pt>
                <c:pt idx="5945">
                  <c:v>10232929.922807546</c:v>
                </c:pt>
                <c:pt idx="5946">
                  <c:v>10209394.837076833</c:v>
                </c:pt>
                <c:pt idx="5947">
                  <c:v>10185913.880541196</c:v>
                </c:pt>
                <c:pt idx="5948">
                  <c:v>10162486.928706976</c:v>
                </c:pt>
                <c:pt idx="5949">
                  <c:v>10162486.928706976</c:v>
                </c:pt>
                <c:pt idx="5950">
                  <c:v>10139113.857366808</c:v>
                </c:pt>
                <c:pt idx="5951">
                  <c:v>10115794.542598991</c:v>
                </c:pt>
                <c:pt idx="5952">
                  <c:v>10092528.860766843</c:v>
                </c:pt>
                <c:pt idx="5953">
                  <c:v>10092528.860766843</c:v>
                </c:pt>
                <c:pt idx="5954">
                  <c:v>10069316.68851807</c:v>
                </c:pt>
                <c:pt idx="5955">
                  <c:v>10046157.902783971</c:v>
                </c:pt>
                <c:pt idx="5956">
                  <c:v>10023052.380779009</c:v>
                </c:pt>
                <c:pt idx="5957">
                  <c:v>10023052.380779009</c:v>
                </c:pt>
                <c:pt idx="5958">
                  <c:v>10000000</c:v>
                </c:pt>
                <c:pt idx="5959">
                  <c:v>9977000.6382255331</c:v>
                </c:pt>
                <c:pt idx="5960">
                  <c:v>9954054.1735152975</c:v>
                </c:pt>
                <c:pt idx="5961">
                  <c:v>9954054.1735152975</c:v>
                </c:pt>
                <c:pt idx="5962">
                  <c:v>9931160.4842093587</c:v>
                </c:pt>
                <c:pt idx="5963">
                  <c:v>9908319.4489276893</c:v>
                </c:pt>
                <c:pt idx="5964">
                  <c:v>9885530.9465693943</c:v>
                </c:pt>
                <c:pt idx="5965">
                  <c:v>9862794.8563121054</c:v>
                </c:pt>
                <c:pt idx="5966">
                  <c:v>9862794.8563121054</c:v>
                </c:pt>
                <c:pt idx="5967">
                  <c:v>9840111.0576113649</c:v>
                </c:pt>
                <c:pt idx="5968">
                  <c:v>9817479.4301998653</c:v>
                </c:pt>
                <c:pt idx="5969">
                  <c:v>9794899.8540870026</c:v>
                </c:pt>
                <c:pt idx="5970">
                  <c:v>9794899.8540870026</c:v>
                </c:pt>
                <c:pt idx="5971">
                  <c:v>9772372.2095581144</c:v>
                </c:pt>
                <c:pt idx="5972">
                  <c:v>9749896.3771738689</c:v>
                </c:pt>
                <c:pt idx="5973">
                  <c:v>9727472.2377696782</c:v>
                </c:pt>
                <c:pt idx="5974">
                  <c:v>9727472.2377696782</c:v>
                </c:pt>
                <c:pt idx="5975">
                  <c:v>9705099.6724549178</c:v>
                </c:pt>
                <c:pt idx="5976">
                  <c:v>9682778.5626125056</c:v>
                </c:pt>
                <c:pt idx="5977">
                  <c:v>9660508.7898981404</c:v>
                </c:pt>
                <c:pt idx="5978">
                  <c:v>9660508.7898981404</c:v>
                </c:pt>
                <c:pt idx="5979">
                  <c:v>9638290.2362397052</c:v>
                </c:pt>
                <c:pt idx="5980">
                  <c:v>9616122.7838366404</c:v>
                </c:pt>
                <c:pt idx="5981">
                  <c:v>9594006.3151593525</c:v>
                </c:pt>
                <c:pt idx="5982">
                  <c:v>9594006.3151593525</c:v>
                </c:pt>
                <c:pt idx="5983">
                  <c:v>9571940.7129484583</c:v>
                </c:pt>
                <c:pt idx="5984">
                  <c:v>9549925.8602143675</c:v>
                </c:pt>
                <c:pt idx="5985">
                  <c:v>9527961.6402365193</c:v>
                </c:pt>
                <c:pt idx="5986">
                  <c:v>9527961.6402365193</c:v>
                </c:pt>
                <c:pt idx="5987">
                  <c:v>9506047.9365628082</c:v>
                </c:pt>
                <c:pt idx="5988">
                  <c:v>9484184.6330089923</c:v>
                </c:pt>
                <c:pt idx="5989">
                  <c:v>9462371.6136579458</c:v>
                </c:pt>
                <c:pt idx="5990">
                  <c:v>9462371.6136579458</c:v>
                </c:pt>
                <c:pt idx="5991">
                  <c:v>9440608.762859242</c:v>
                </c:pt>
                <c:pt idx="5992">
                  <c:v>9418895.9652284496</c:v>
                </c:pt>
                <c:pt idx="5993">
                  <c:v>9397233.1056463737</c:v>
                </c:pt>
                <c:pt idx="5994">
                  <c:v>9397233.1056463737</c:v>
                </c:pt>
                <c:pt idx="5995">
                  <c:v>9375620.069258824</c:v>
                </c:pt>
                <c:pt idx="5996">
                  <c:v>9354056.7414755337</c:v>
                </c:pt>
                <c:pt idx="5997">
                  <c:v>9332543.0079699196</c:v>
                </c:pt>
                <c:pt idx="5998">
                  <c:v>9332543.0079699196</c:v>
                </c:pt>
                <c:pt idx="5999">
                  <c:v>9311078.7546783388</c:v>
                </c:pt>
                <c:pt idx="6000">
                  <c:v>9289663.867799392</c:v>
                </c:pt>
                <c:pt idx="6001">
                  <c:v>9268298.2337935138</c:v>
                </c:pt>
                <c:pt idx="6002">
                  <c:v>9268298.2337935138</c:v>
                </c:pt>
                <c:pt idx="6003">
                  <c:v>9246981.7393822409</c:v>
                </c:pt>
                <c:pt idx="6004">
                  <c:v>9225714.2715476397</c:v>
                </c:pt>
                <c:pt idx="6005">
                  <c:v>9204495.7175317481</c:v>
                </c:pt>
                <c:pt idx="6006">
                  <c:v>9204495.7175317481</c:v>
                </c:pt>
                <c:pt idx="6007">
                  <c:v>9183325.9648358375</c:v>
                </c:pt>
                <c:pt idx="6008">
                  <c:v>9162204.9012200199</c:v>
                </c:pt>
                <c:pt idx="6009">
                  <c:v>9141132.4147025179</c:v>
                </c:pt>
                <c:pt idx="6010">
                  <c:v>9141132.4147025179</c:v>
                </c:pt>
                <c:pt idx="6011">
                  <c:v>9120108.3935591076</c:v>
                </c:pt>
                <c:pt idx="6012">
                  <c:v>9099132.7263225187</c:v>
                </c:pt>
                <c:pt idx="6013">
                  <c:v>9078205.3017818853</c:v>
                </c:pt>
                <c:pt idx="6014">
                  <c:v>9078205.3017818853</c:v>
                </c:pt>
                <c:pt idx="6015">
                  <c:v>9057326.0089820232</c:v>
                </c:pt>
                <c:pt idx="6016">
                  <c:v>9036494.737223031</c:v>
                </c:pt>
                <c:pt idx="6017">
                  <c:v>9015711.3760595787</c:v>
                </c:pt>
                <c:pt idx="6018">
                  <c:v>9015711.3760595787</c:v>
                </c:pt>
                <c:pt idx="6019">
                  <c:v>8994975.8153003547</c:v>
                </c:pt>
                <c:pt idx="6020">
                  <c:v>8974287.9450075142</c:v>
                </c:pt>
                <c:pt idx="6021">
                  <c:v>8953647.6554959603</c:v>
                </c:pt>
                <c:pt idx="6022">
                  <c:v>8953647.6554959603</c:v>
                </c:pt>
                <c:pt idx="6023">
                  <c:v>8933054.8373329695</c:v>
                </c:pt>
                <c:pt idx="6024">
                  <c:v>8912509.3813374657</c:v>
                </c:pt>
                <c:pt idx="6025">
                  <c:v>8892011.1785794888</c:v>
                </c:pt>
                <c:pt idx="6026">
                  <c:v>8892011.1785794888</c:v>
                </c:pt>
                <c:pt idx="6027">
                  <c:v>8871560.1203796379</c:v>
                </c:pt>
                <c:pt idx="6028">
                  <c:v>8851156.0983083621</c:v>
                </c:pt>
                <c:pt idx="6029">
                  <c:v>8830799.0041856281</c:v>
                </c:pt>
                <c:pt idx="6030">
                  <c:v>8830799.0041856281</c:v>
                </c:pt>
                <c:pt idx="6031">
                  <c:v>8810488.7300801668</c:v>
                </c:pt>
                <c:pt idx="6032">
                  <c:v>8790225.1683088634</c:v>
                </c:pt>
                <c:pt idx="6033">
                  <c:v>8770008.2114363462</c:v>
                </c:pt>
                <c:pt idx="6034">
                  <c:v>8770008.2114363462</c:v>
                </c:pt>
                <c:pt idx="6035">
                  <c:v>8749837.7522743829</c:v>
                </c:pt>
                <c:pt idx="6036">
                  <c:v>8729713.6838811319</c:v>
                </c:pt>
                <c:pt idx="6037">
                  <c:v>8709635.8995608315</c:v>
                </c:pt>
                <c:pt idx="6038">
                  <c:v>8709635.8995608315</c:v>
                </c:pt>
                <c:pt idx="6039">
                  <c:v>8689604.2928630374</c:v>
                </c:pt>
                <c:pt idx="6040">
                  <c:v>8669618.7575821802</c:v>
                </c:pt>
                <c:pt idx="6041">
                  <c:v>8649679.1877569556</c:v>
                </c:pt>
                <c:pt idx="6042">
                  <c:v>8649679.1877569556</c:v>
                </c:pt>
                <c:pt idx="6043">
                  <c:v>8629785.4776697196</c:v>
                </c:pt>
                <c:pt idx="6044">
                  <c:v>8609937.5218460169</c:v>
                </c:pt>
                <c:pt idx="6045">
                  <c:v>8590135.2150539774</c:v>
                </c:pt>
                <c:pt idx="6046">
                  <c:v>8590135.2150539774</c:v>
                </c:pt>
                <c:pt idx="6047">
                  <c:v>8570378.4523037095</c:v>
                </c:pt>
                <c:pt idx="6048">
                  <c:v>8550667.1288468558</c:v>
                </c:pt>
                <c:pt idx="6049">
                  <c:v>8531001.1401759107</c:v>
                </c:pt>
                <c:pt idx="6050">
                  <c:v>8531001.1401759107</c:v>
                </c:pt>
                <c:pt idx="6051">
                  <c:v>8511380.382023776</c:v>
                </c:pt>
                <c:pt idx="6052">
                  <c:v>8491804.7503631581</c:v>
                </c:pt>
                <c:pt idx="6053">
                  <c:v>8472274.1414059792</c:v>
                </c:pt>
                <c:pt idx="6054">
                  <c:v>8452788.4516029079</c:v>
                </c:pt>
                <c:pt idx="6055">
                  <c:v>8452788.4516029079</c:v>
                </c:pt>
                <c:pt idx="6056">
                  <c:v>8433347.5776427705</c:v>
                </c:pt>
                <c:pt idx="6057">
                  <c:v>8413951.4164519627</c:v>
                </c:pt>
                <c:pt idx="6058">
                  <c:v>8394599.8651939947</c:v>
                </c:pt>
                <c:pt idx="6059">
                  <c:v>8394599.8651939947</c:v>
                </c:pt>
                <c:pt idx="6060">
                  <c:v>8375292.8212688398</c:v>
                </c:pt>
                <c:pt idx="6061">
                  <c:v>8356030.1823124886</c:v>
                </c:pt>
                <c:pt idx="6062">
                  <c:v>8336811.8461963609</c:v>
                </c:pt>
                <c:pt idx="6063">
                  <c:v>8336811.8461963609</c:v>
                </c:pt>
                <c:pt idx="6064">
                  <c:v>8317637.7110267216</c:v>
                </c:pt>
                <c:pt idx="6065">
                  <c:v>8298507.6751442309</c:v>
                </c:pt>
                <c:pt idx="6066">
                  <c:v>8279421.6371233566</c:v>
                </c:pt>
                <c:pt idx="6067">
                  <c:v>8279421.6371233566</c:v>
                </c:pt>
                <c:pt idx="6068">
                  <c:v>8260379.4957717955</c:v>
                </c:pt>
                <c:pt idx="6069">
                  <c:v>8241381.15013004</c:v>
                </c:pt>
                <c:pt idx="6070">
                  <c:v>8222426.4994707229</c:v>
                </c:pt>
                <c:pt idx="6071">
                  <c:v>8222426.4994707229</c:v>
                </c:pt>
                <c:pt idx="6072">
                  <c:v>8203515.443298189</c:v>
                </c:pt>
                <c:pt idx="6073">
                  <c:v>8184647.8813479133</c:v>
                </c:pt>
                <c:pt idx="6074">
                  <c:v>8165823.7135859327</c:v>
                </c:pt>
                <c:pt idx="6075">
                  <c:v>8165823.7135859327</c:v>
                </c:pt>
                <c:pt idx="6076">
                  <c:v>8147042.8402083991</c:v>
                </c:pt>
                <c:pt idx="6077">
                  <c:v>8128305.1616410045</c:v>
                </c:pt>
                <c:pt idx="6078">
                  <c:v>8109610.5785384141</c:v>
                </c:pt>
                <c:pt idx="6079">
                  <c:v>8109610.5785384141</c:v>
                </c:pt>
                <c:pt idx="6080">
                  <c:v>8090958.9917838378</c:v>
                </c:pt>
                <c:pt idx="6081">
                  <c:v>8072350.3024883913</c:v>
                </c:pt>
                <c:pt idx="6082">
                  <c:v>8053784.4119906696</c:v>
                </c:pt>
                <c:pt idx="6083">
                  <c:v>8053784.4119906696</c:v>
                </c:pt>
                <c:pt idx="6084">
                  <c:v>8035261.2218561852</c:v>
                </c:pt>
                <c:pt idx="6085">
                  <c:v>8016780.6338767977</c:v>
                </c:pt>
                <c:pt idx="6086">
                  <c:v>7998342.5500702849</c:v>
                </c:pt>
                <c:pt idx="6087">
                  <c:v>7998342.5500702849</c:v>
                </c:pt>
                <c:pt idx="6088">
                  <c:v>7979946.8726797756</c:v>
                </c:pt>
                <c:pt idx="6089">
                  <c:v>7961593.5041731913</c:v>
                </c:pt>
                <c:pt idx="6090">
                  <c:v>7943282.3472428275</c:v>
                </c:pt>
                <c:pt idx="6091">
                  <c:v>7943282.3472428275</c:v>
                </c:pt>
                <c:pt idx="6092">
                  <c:v>7925013.3048047246</c:v>
                </c:pt>
                <c:pt idx="6093">
                  <c:v>7906786.2799982522</c:v>
                </c:pt>
                <c:pt idx="6094">
                  <c:v>7888601.1761855539</c:v>
                </c:pt>
                <c:pt idx="6095">
                  <c:v>7888601.1761855539</c:v>
                </c:pt>
                <c:pt idx="6096">
                  <c:v>7870457.8969509909</c:v>
                </c:pt>
                <c:pt idx="6097">
                  <c:v>7852356.3461007169</c:v>
                </c:pt>
                <c:pt idx="6098">
                  <c:v>7834296.4276621249</c:v>
                </c:pt>
                <c:pt idx="6099">
                  <c:v>7834296.4276621249</c:v>
                </c:pt>
                <c:pt idx="6100">
                  <c:v>7816278.0458832979</c:v>
                </c:pt>
                <c:pt idx="6101">
                  <c:v>7798301.1052326113</c:v>
                </c:pt>
                <c:pt idx="6102">
                  <c:v>7780365.5103980592</c:v>
                </c:pt>
                <c:pt idx="6103">
                  <c:v>7780365.5103980592</c:v>
                </c:pt>
                <c:pt idx="6104">
                  <c:v>7762471.1662869165</c:v>
                </c:pt>
                <c:pt idx="6105">
                  <c:v>7744617.9780252082</c:v>
                </c:pt>
                <c:pt idx="6106">
                  <c:v>7726805.8509570388</c:v>
                </c:pt>
                <c:pt idx="6107">
                  <c:v>7726805.8509570388</c:v>
                </c:pt>
                <c:pt idx="6108">
                  <c:v>7709034.6906443108</c:v>
                </c:pt>
                <c:pt idx="6109">
                  <c:v>7691304.4028661149</c:v>
                </c:pt>
                <c:pt idx="6110">
                  <c:v>7673614.8936182028</c:v>
                </c:pt>
                <c:pt idx="6111">
                  <c:v>7673614.8936182028</c:v>
                </c:pt>
                <c:pt idx="6112">
                  <c:v>7655966.0691125849</c:v>
                </c:pt>
                <c:pt idx="6113">
                  <c:v>7638357.8357769232</c:v>
                </c:pt>
                <c:pt idx="6114">
                  <c:v>7620790.1002541315</c:v>
                </c:pt>
                <c:pt idx="6115">
                  <c:v>7620790.1002541315</c:v>
                </c:pt>
                <c:pt idx="6116">
                  <c:v>7603262.7694018371</c:v>
                </c:pt>
                <c:pt idx="6117">
                  <c:v>7585775.7502918513</c:v>
                </c:pt>
                <c:pt idx="6118">
                  <c:v>7568328.9502097517</c:v>
                </c:pt>
                <c:pt idx="6119">
                  <c:v>7568328.9502097517</c:v>
                </c:pt>
                <c:pt idx="6120">
                  <c:v>7550922.2766543552</c:v>
                </c:pt>
                <c:pt idx="6121">
                  <c:v>7533555.6373371845</c:v>
                </c:pt>
                <c:pt idx="6122">
                  <c:v>7516228.940182074</c:v>
                </c:pt>
                <c:pt idx="6123">
                  <c:v>7516228.940182074</c:v>
                </c:pt>
                <c:pt idx="6124">
                  <c:v>7498942.0933245718</c:v>
                </c:pt>
                <c:pt idx="6125">
                  <c:v>7481695.0051115518</c:v>
                </c:pt>
                <c:pt idx="6126">
                  <c:v>7464487.5841006814</c:v>
                </c:pt>
                <c:pt idx="6127">
                  <c:v>7464487.5841006814</c:v>
                </c:pt>
                <c:pt idx="6128">
                  <c:v>7447319.7390599018</c:v>
                </c:pt>
                <c:pt idx="6129">
                  <c:v>7430191.3789670328</c:v>
                </c:pt>
                <c:pt idx="6130">
                  <c:v>7413102.4130091891</c:v>
                </c:pt>
                <c:pt idx="6131">
                  <c:v>7413102.4130091891</c:v>
                </c:pt>
                <c:pt idx="6132">
                  <c:v>7396052.7505823867</c:v>
                </c:pt>
                <c:pt idx="6133">
                  <c:v>7379042.3012910262</c:v>
                </c:pt>
                <c:pt idx="6134">
                  <c:v>7362070.9749473725</c:v>
                </c:pt>
                <c:pt idx="6135">
                  <c:v>7362070.9749473725</c:v>
                </c:pt>
                <c:pt idx="6136">
                  <c:v>7345138.6815711558</c:v>
                </c:pt>
                <c:pt idx="6137">
                  <c:v>7328245.3313890547</c:v>
                </c:pt>
                <c:pt idx="6138">
                  <c:v>7311390.8348341836</c:v>
                </c:pt>
                <c:pt idx="6139">
                  <c:v>7311390.8348341836</c:v>
                </c:pt>
                <c:pt idx="6140">
                  <c:v>7294575.1025457038</c:v>
                </c:pt>
                <c:pt idx="6141">
                  <c:v>7277798.0453682523</c:v>
                </c:pt>
                <c:pt idx="6142">
                  <c:v>7261059.5743515538</c:v>
                </c:pt>
                <c:pt idx="6143">
                  <c:v>7261059.5743515538</c:v>
                </c:pt>
                <c:pt idx="6144">
                  <c:v>7244359.6007499145</c:v>
                </c:pt>
                <c:pt idx="6145">
                  <c:v>7227698.0360217122</c:v>
                </c:pt>
                <c:pt idx="6146">
                  <c:v>7211074.7918290002</c:v>
                </c:pt>
                <c:pt idx="6147">
                  <c:v>7194489.7800370064</c:v>
                </c:pt>
                <c:pt idx="6148">
                  <c:v>7194489.7800370064</c:v>
                </c:pt>
                <c:pt idx="6149">
                  <c:v>7177942.9127136236</c:v>
                </c:pt>
                <c:pt idx="6150">
                  <c:v>7161434.1021290347</c:v>
                </c:pt>
                <c:pt idx="6151">
                  <c:v>7144963.2607551422</c:v>
                </c:pt>
                <c:pt idx="6152">
                  <c:v>7144963.2607551422</c:v>
                </c:pt>
                <c:pt idx="6153">
                  <c:v>7128530.3012651997</c:v>
                </c:pt>
                <c:pt idx="6154">
                  <c:v>7112135.1365333023</c:v>
                </c:pt>
                <c:pt idx="6155">
                  <c:v>7095777.6796338949</c:v>
                </c:pt>
                <c:pt idx="6156">
                  <c:v>7095777.6796338949</c:v>
                </c:pt>
                <c:pt idx="6157">
                  <c:v>7079457.8438413814</c:v>
                </c:pt>
                <c:pt idx="6158">
                  <c:v>7063175.5426296294</c:v>
                </c:pt>
                <c:pt idx="6159">
                  <c:v>7046930.6896714736</c:v>
                </c:pt>
                <c:pt idx="6160">
                  <c:v>7046930.6896714736</c:v>
                </c:pt>
                <c:pt idx="6161">
                  <c:v>7030723.1988383466</c:v>
                </c:pt>
                <c:pt idx="6162">
                  <c:v>7014552.9841997195</c:v>
                </c:pt>
                <c:pt idx="6163">
                  <c:v>6998419.9600227373</c:v>
                </c:pt>
                <c:pt idx="6164">
                  <c:v>6998419.9600227373</c:v>
                </c:pt>
                <c:pt idx="6165">
                  <c:v>6982324.0407717237</c:v>
                </c:pt>
                <c:pt idx="6166">
                  <c:v>6966265.1411076924</c:v>
                </c:pt>
                <c:pt idx="6167">
                  <c:v>6950243.1758879684</c:v>
                </c:pt>
                <c:pt idx="6168">
                  <c:v>6950243.1758879684</c:v>
                </c:pt>
                <c:pt idx="6169">
                  <c:v>6934258.0601656986</c:v>
                </c:pt>
                <c:pt idx="6170">
                  <c:v>6918309.7091893675</c:v>
                </c:pt>
                <c:pt idx="6171">
                  <c:v>6902398.0384024419</c:v>
                </c:pt>
                <c:pt idx="6172">
                  <c:v>6902398.0384024419</c:v>
                </c:pt>
                <c:pt idx="6173">
                  <c:v>6886522.9634427782</c:v>
                </c:pt>
                <c:pt idx="6174">
                  <c:v>6870684.4001423223</c:v>
                </c:pt>
                <c:pt idx="6175">
                  <c:v>6854882.2645266354</c:v>
                </c:pt>
                <c:pt idx="6176">
                  <c:v>6854882.2645266354</c:v>
                </c:pt>
                <c:pt idx="6177">
                  <c:v>6839116.4728143085</c:v>
                </c:pt>
                <c:pt idx="6178">
                  <c:v>6823386.941416706</c:v>
                </c:pt>
                <c:pt idx="6179">
                  <c:v>6807693.5869374322</c:v>
                </c:pt>
                <c:pt idx="6180">
                  <c:v>6807693.5869374322</c:v>
                </c:pt>
                <c:pt idx="6181">
                  <c:v>6792036.3261718582</c:v>
                </c:pt>
                <c:pt idx="6182">
                  <c:v>6776415.0761067709</c:v>
                </c:pt>
                <c:pt idx="6183">
                  <c:v>6760829.7539198333</c:v>
                </c:pt>
                <c:pt idx="6184">
                  <c:v>6760829.7539198333</c:v>
                </c:pt>
                <c:pt idx="6185">
                  <c:v>6745280.2769792303</c:v>
                </c:pt>
                <c:pt idx="6186">
                  <c:v>6729766.5628431952</c:v>
                </c:pt>
                <c:pt idx="6187">
                  <c:v>6714288.5292595364</c:v>
                </c:pt>
                <c:pt idx="6188">
                  <c:v>6714288.5292595364</c:v>
                </c:pt>
                <c:pt idx="6189">
                  <c:v>6698846.0941652721</c:v>
                </c:pt>
                <c:pt idx="6190">
                  <c:v>6683439.175686161</c:v>
                </c:pt>
                <c:pt idx="6191">
                  <c:v>6668067.6921362318</c:v>
                </c:pt>
                <c:pt idx="6192">
                  <c:v>6668067.6921362318</c:v>
                </c:pt>
                <c:pt idx="6193">
                  <c:v>6652731.5620174315</c:v>
                </c:pt>
                <c:pt idx="6194">
                  <c:v>6637430.7040191013</c:v>
                </c:pt>
                <c:pt idx="6195">
                  <c:v>6622165.0370176276</c:v>
                </c:pt>
                <c:pt idx="6196">
                  <c:v>6622165.0370176276</c:v>
                </c:pt>
                <c:pt idx="6197">
                  <c:v>6606934.4800759759</c:v>
                </c:pt>
                <c:pt idx="6198">
                  <c:v>6591738.9524432244</c:v>
                </c:pt>
                <c:pt idx="6199">
                  <c:v>6576578.3735542111</c:v>
                </c:pt>
                <c:pt idx="6200">
                  <c:v>6576578.3735542111</c:v>
                </c:pt>
                <c:pt idx="6201">
                  <c:v>6561452.6630290672</c:v>
                </c:pt>
                <c:pt idx="6202">
                  <c:v>6546361.7406727588</c:v>
                </c:pt>
                <c:pt idx="6203">
                  <c:v>6531305.5264747394</c:v>
                </c:pt>
                <c:pt idx="6204">
                  <c:v>6531305.5264747394</c:v>
                </c:pt>
                <c:pt idx="6205">
                  <c:v>6516283.9406084381</c:v>
                </c:pt>
                <c:pt idx="6206">
                  <c:v>6501296.9034309136</c:v>
                </c:pt>
                <c:pt idx="6207">
                  <c:v>6486344.3354823971</c:v>
                </c:pt>
                <c:pt idx="6208">
                  <c:v>6486344.3354823971</c:v>
                </c:pt>
                <c:pt idx="6209">
                  <c:v>6471426.1574858408</c:v>
                </c:pt>
                <c:pt idx="6210">
                  <c:v>6456542.2903465591</c:v>
                </c:pt>
                <c:pt idx="6211">
                  <c:v>6441692.6551517835</c:v>
                </c:pt>
                <c:pt idx="6212">
                  <c:v>6441692.6551517835</c:v>
                </c:pt>
                <c:pt idx="6213">
                  <c:v>6426877.1731702033</c:v>
                </c:pt>
                <c:pt idx="6214">
                  <c:v>6412095.7658516299</c:v>
                </c:pt>
                <c:pt idx="6215">
                  <c:v>6397348.3548264904</c:v>
                </c:pt>
                <c:pt idx="6216">
                  <c:v>6397348.3548264904</c:v>
                </c:pt>
                <c:pt idx="6217">
                  <c:v>6382634.861905491</c:v>
                </c:pt>
                <c:pt idx="6218">
                  <c:v>6367955.2090791697</c:v>
                </c:pt>
                <c:pt idx="6219">
                  <c:v>6353309.3185174437</c:v>
                </c:pt>
                <c:pt idx="6220">
                  <c:v>6353309.3185174437</c:v>
                </c:pt>
                <c:pt idx="6221">
                  <c:v>6338697.1125692716</c:v>
                </c:pt>
                <c:pt idx="6222">
                  <c:v>6324118.513762204</c:v>
                </c:pt>
                <c:pt idx="6223">
                  <c:v>6309573.4448019378</c:v>
                </c:pt>
                <c:pt idx="6224">
                  <c:v>6309573.4448019378</c:v>
                </c:pt>
                <c:pt idx="6225">
                  <c:v>6295061.8285719873</c:v>
                </c:pt>
                <c:pt idx="6226">
                  <c:v>6280583.5881331861</c:v>
                </c:pt>
                <c:pt idx="6227">
                  <c:v>6266138.646723357</c:v>
                </c:pt>
                <c:pt idx="6228">
                  <c:v>6266138.646723357</c:v>
                </c:pt>
                <c:pt idx="6229">
                  <c:v>6251726.9277568674</c:v>
                </c:pt>
                <c:pt idx="6230">
                  <c:v>6237348.3548241975</c:v>
                </c:pt>
                <c:pt idx="6231">
                  <c:v>6223002.8516915953</c:v>
                </c:pt>
                <c:pt idx="6232">
                  <c:v>6223002.8516915953</c:v>
                </c:pt>
                <c:pt idx="6233">
                  <c:v>6208690.3423006423</c:v>
                </c:pt>
                <c:pt idx="6234">
                  <c:v>6194410.7507678177</c:v>
                </c:pt>
                <c:pt idx="6235">
                  <c:v>6180164.0013841689</c:v>
                </c:pt>
                <c:pt idx="6236">
                  <c:v>6165950.0186148267</c:v>
                </c:pt>
                <c:pt idx="6237">
                  <c:v>6165950.0186148267</c:v>
                </c:pt>
                <c:pt idx="6238">
                  <c:v>6151768.727098682</c:v>
                </c:pt>
                <c:pt idx="6239">
                  <c:v>6137620.05164795</c:v>
                </c:pt>
                <c:pt idx="6240">
                  <c:v>6123503.9172477378</c:v>
                </c:pt>
                <c:pt idx="6241">
                  <c:v>6123503.9172477378</c:v>
                </c:pt>
                <c:pt idx="6242">
                  <c:v>6109420.249055719</c:v>
                </c:pt>
                <c:pt idx="6243">
                  <c:v>6095368.9724017084</c:v>
                </c:pt>
                <c:pt idx="6244">
                  <c:v>6081350.01278718</c:v>
                </c:pt>
                <c:pt idx="6245">
                  <c:v>6081350.01278718</c:v>
                </c:pt>
                <c:pt idx="6246">
                  <c:v>6067363.2958850721</c:v>
                </c:pt>
                <c:pt idx="6247">
                  <c:v>6053408.7475391496</c:v>
                </c:pt>
                <c:pt idx="6248">
                  <c:v>6039486.2937637977</c:v>
                </c:pt>
                <c:pt idx="6249">
                  <c:v>6039486.2937637977</c:v>
                </c:pt>
                <c:pt idx="6250">
                  <c:v>6025595.8607435944</c:v>
                </c:pt>
                <c:pt idx="6251">
                  <c:v>6011737.3748327922</c:v>
                </c:pt>
                <c:pt idx="6252">
                  <c:v>5997910.7625551019</c:v>
                </c:pt>
                <c:pt idx="6253">
                  <c:v>5997910.7625551019</c:v>
                </c:pt>
                <c:pt idx="6254">
                  <c:v>5984115.9506032113</c:v>
                </c:pt>
                <c:pt idx="6255">
                  <c:v>5970352.8658383787</c:v>
                </c:pt>
                <c:pt idx="6256">
                  <c:v>5956621.4352901215</c:v>
                </c:pt>
                <c:pt idx="6257">
                  <c:v>5956621.4352901215</c:v>
                </c:pt>
                <c:pt idx="6258">
                  <c:v>5942921.5861557387</c:v>
                </c:pt>
                <c:pt idx="6259">
                  <c:v>5929253.2458000062</c:v>
                </c:pt>
                <c:pt idx="6260">
                  <c:v>5915616.3417547541</c:v>
                </c:pt>
                <c:pt idx="6261">
                  <c:v>5915616.3417547541</c:v>
                </c:pt>
                <c:pt idx="6262">
                  <c:v>5902010.8017184529</c:v>
                </c:pt>
                <c:pt idx="6263">
                  <c:v>5888436.5535558956</c:v>
                </c:pt>
                <c:pt idx="6264">
                  <c:v>5874893.5252977796</c:v>
                </c:pt>
                <c:pt idx="6265">
                  <c:v>5874893.5252977796</c:v>
                </c:pt>
                <c:pt idx="6266">
                  <c:v>5861381.6451402958</c:v>
                </c:pt>
                <c:pt idx="6267">
                  <c:v>5847900.841444822</c:v>
                </c:pt>
                <c:pt idx="6268">
                  <c:v>5834451.0427374579</c:v>
                </c:pt>
                <c:pt idx="6269">
                  <c:v>5834451.0427374579</c:v>
                </c:pt>
                <c:pt idx="6270">
                  <c:v>5821032.1777087208</c:v>
                </c:pt>
                <c:pt idx="6271">
                  <c:v>5807644.175213133</c:v>
                </c:pt>
                <c:pt idx="6272">
                  <c:v>5794286.9642688194</c:v>
                </c:pt>
                <c:pt idx="6273">
                  <c:v>5794286.9642688194</c:v>
                </c:pt>
                <c:pt idx="6274">
                  <c:v>5780960.4740571855</c:v>
                </c:pt>
                <c:pt idx="6275">
                  <c:v>5767664.6339225182</c:v>
                </c:pt>
                <c:pt idx="6276">
                  <c:v>5754399.373371576</c:v>
                </c:pt>
                <c:pt idx="6277">
                  <c:v>5754399.373371576</c:v>
                </c:pt>
                <c:pt idx="6278">
                  <c:v>5741164.6220732881</c:v>
                </c:pt>
                <c:pt idx="6279">
                  <c:v>5727960.3098583007</c:v>
                </c:pt>
                <c:pt idx="6280">
                  <c:v>5714786.366718675</c:v>
                </c:pt>
                <c:pt idx="6281">
                  <c:v>5714786.366718675</c:v>
                </c:pt>
                <c:pt idx="6282">
                  <c:v>5701642.7228074856</c:v>
                </c:pt>
                <c:pt idx="6283">
                  <c:v>5688529.3084384212</c:v>
                </c:pt>
                <c:pt idx="6284">
                  <c:v>5675446.0540854745</c:v>
                </c:pt>
                <c:pt idx="6285">
                  <c:v>5675446.0540854745</c:v>
                </c:pt>
                <c:pt idx="6286">
                  <c:v>5662392.8903825423</c:v>
                </c:pt>
                <c:pt idx="6287">
                  <c:v>5649369.7481230302</c:v>
                </c:pt>
                <c:pt idx="6288">
                  <c:v>5636376.5582595551</c:v>
                </c:pt>
                <c:pt idx="6289">
                  <c:v>5636376.5582595551</c:v>
                </c:pt>
                <c:pt idx="6290">
                  <c:v>5623413.2519034976</c:v>
                </c:pt>
                <c:pt idx="6291">
                  <c:v>5610479.7603247082</c:v>
                </c:pt>
                <c:pt idx="6292">
                  <c:v>5597576.0149511108</c:v>
                </c:pt>
                <c:pt idx="6293">
                  <c:v>5597576.0149511108</c:v>
                </c:pt>
                <c:pt idx="6294">
                  <c:v>5584701.9473683126</c:v>
                </c:pt>
                <c:pt idx="6295">
                  <c:v>5571857.4893193096</c:v>
                </c:pt>
                <c:pt idx="6296">
                  <c:v>5559042.5727040432</c:v>
                </c:pt>
                <c:pt idx="6297">
                  <c:v>5559042.5727040432</c:v>
                </c:pt>
                <c:pt idx="6298">
                  <c:v>5546257.129579111</c:v>
                </c:pt>
                <c:pt idx="6299">
                  <c:v>5533501.092157376</c:v>
                </c:pt>
                <c:pt idx="6300">
                  <c:v>5520774.3928075787</c:v>
                </c:pt>
                <c:pt idx="6301">
                  <c:v>5520774.3928075787</c:v>
                </c:pt>
                <c:pt idx="6302">
                  <c:v>5508076.964054036</c:v>
                </c:pt>
                <c:pt idx="6303">
                  <c:v>5495408.7385762529</c:v>
                </c:pt>
                <c:pt idx="6304">
                  <c:v>5482769.649208541</c:v>
                </c:pt>
                <c:pt idx="6305">
                  <c:v>5482769.649208541</c:v>
                </c:pt>
                <c:pt idx="6306">
                  <c:v>5470159.6289397255</c:v>
                </c:pt>
                <c:pt idx="6307">
                  <c:v>5457578.6109127151</c:v>
                </c:pt>
                <c:pt idx="6308">
                  <c:v>5445026.5284242136</c:v>
                </c:pt>
                <c:pt idx="6309">
                  <c:v>5445026.5284242136</c:v>
                </c:pt>
                <c:pt idx="6310">
                  <c:v>5432503.3149243398</c:v>
                </c:pt>
                <c:pt idx="6311">
                  <c:v>5420008.9040162424</c:v>
                </c:pt>
                <c:pt idx="6312">
                  <c:v>5407543.2294558082</c:v>
                </c:pt>
                <c:pt idx="6313">
                  <c:v>5407543.2294558082</c:v>
                </c:pt>
                <c:pt idx="6314">
                  <c:v>5395106.2251512818</c:v>
                </c:pt>
                <c:pt idx="6315">
                  <c:v>5382697.8251628848</c:v>
                </c:pt>
                <c:pt idx="6316">
                  <c:v>5370317.9637025446</c:v>
                </c:pt>
                <c:pt idx="6317">
                  <c:v>5370317.9637025446</c:v>
                </c:pt>
                <c:pt idx="6318">
                  <c:v>5357966.5751334298</c:v>
                </c:pt>
                <c:pt idx="6319">
                  <c:v>5345643.5939697167</c:v>
                </c:pt>
                <c:pt idx="6320">
                  <c:v>5333348.9548762245</c:v>
                </c:pt>
                <c:pt idx="6321">
                  <c:v>5333348.9548762245</c:v>
                </c:pt>
                <c:pt idx="6322">
                  <c:v>5321082.592667954</c:v>
                </c:pt>
                <c:pt idx="6323">
                  <c:v>5308844.4423098918</c:v>
                </c:pt>
                <c:pt idx="6324">
                  <c:v>5296634.4389165919</c:v>
                </c:pt>
                <c:pt idx="6325">
                  <c:v>5284452.5177518139</c:v>
                </c:pt>
                <c:pt idx="6326">
                  <c:v>5284452.5177518139</c:v>
                </c:pt>
                <c:pt idx="6327">
                  <c:v>5272298.614228243</c:v>
                </c:pt>
                <c:pt idx="6328">
                  <c:v>5260172.6639070734</c:v>
                </c:pt>
                <c:pt idx="6329">
                  <c:v>5248074.6024977341</c:v>
                </c:pt>
                <c:pt idx="6330">
                  <c:v>5248074.6024977341</c:v>
                </c:pt>
                <c:pt idx="6331">
                  <c:v>5236004.3658575164</c:v>
                </c:pt>
                <c:pt idx="6332">
                  <c:v>5223961.889991208</c:v>
                </c:pt>
                <c:pt idx="6333">
                  <c:v>5211947.1110508107</c:v>
                </c:pt>
                <c:pt idx="6334">
                  <c:v>5211947.1110508107</c:v>
                </c:pt>
                <c:pt idx="6335">
                  <c:v>5199959.9653351717</c:v>
                </c:pt>
                <c:pt idx="6336">
                  <c:v>5188000.3892896194</c:v>
                </c:pt>
                <c:pt idx="6337">
                  <c:v>5176068.3195056906</c:v>
                </c:pt>
                <c:pt idx="6338">
                  <c:v>5176068.3195056906</c:v>
                </c:pt>
                <c:pt idx="6339">
                  <c:v>5164163.6927207196</c:v>
                </c:pt>
                <c:pt idx="6340">
                  <c:v>5152286.4458175711</c:v>
                </c:pt>
                <c:pt idx="6341">
                  <c:v>5140436.5158242723</c:v>
                </c:pt>
                <c:pt idx="6342">
                  <c:v>5140436.5158242723</c:v>
                </c:pt>
                <c:pt idx="6343">
                  <c:v>5128613.8399136569</c:v>
                </c:pt>
                <c:pt idx="6344">
                  <c:v>5116818.3554030824</c:v>
                </c:pt>
                <c:pt idx="6345">
                  <c:v>5105049.9997540731</c:v>
                </c:pt>
                <c:pt idx="6346">
                  <c:v>5105049.9997540731</c:v>
                </c:pt>
                <c:pt idx="6347">
                  <c:v>5093308.7105719605</c:v>
                </c:pt>
                <c:pt idx="6348">
                  <c:v>5081594.4256056175</c:v>
                </c:pt>
                <c:pt idx="6349">
                  <c:v>5069907.0827470524</c:v>
                </c:pt>
                <c:pt idx="6350">
                  <c:v>5069907.0827470524</c:v>
                </c:pt>
                <c:pt idx="6351">
                  <c:v>5058246.6200311454</c:v>
                </c:pt>
                <c:pt idx="6352">
                  <c:v>5046612.9756352939</c:v>
                </c:pt>
                <c:pt idx="6353">
                  <c:v>5035006.0878790552</c:v>
                </c:pt>
                <c:pt idx="6354">
                  <c:v>5035006.0878790552</c:v>
                </c:pt>
                <c:pt idx="6355">
                  <c:v>5023425.8952238737</c:v>
                </c:pt>
                <c:pt idx="6356">
                  <c:v>5011872.3362727314</c:v>
                </c:pt>
                <c:pt idx="6357">
                  <c:v>5000345.3497697897</c:v>
                </c:pt>
                <c:pt idx="6358">
                  <c:v>5000345.3497697897</c:v>
                </c:pt>
                <c:pt idx="6359">
                  <c:v>4988844.8746001329</c:v>
                </c:pt>
                <c:pt idx="6360">
                  <c:v>4977370.8497893671</c:v>
                </c:pt>
                <c:pt idx="6361">
                  <c:v>4965923.2145033646</c:v>
                </c:pt>
                <c:pt idx="6362">
                  <c:v>4965923.2145033646</c:v>
                </c:pt>
                <c:pt idx="6363">
                  <c:v>4954501.9080479108</c:v>
                </c:pt>
                <c:pt idx="6364">
                  <c:v>4943106.8698683595</c:v>
                </c:pt>
                <c:pt idx="6365">
                  <c:v>4931738.039549361</c:v>
                </c:pt>
                <c:pt idx="6366">
                  <c:v>4931738.039549361</c:v>
                </c:pt>
                <c:pt idx="6367">
                  <c:v>4920395.3568145167</c:v>
                </c:pt>
                <c:pt idx="6368">
                  <c:v>4909078.7615260342</c:v>
                </c:pt>
                <c:pt idx="6369">
                  <c:v>4897788.1936844708</c:v>
                </c:pt>
                <c:pt idx="6370">
                  <c:v>4897788.1936844708</c:v>
                </c:pt>
                <c:pt idx="6371">
                  <c:v>4886523.5934283417</c:v>
                </c:pt>
                <c:pt idx="6372">
                  <c:v>4875284.9010338653</c:v>
                </c:pt>
                <c:pt idx="6373">
                  <c:v>4864072.0569146229</c:v>
                </c:pt>
                <c:pt idx="6374">
                  <c:v>4864072.0569146229</c:v>
                </c:pt>
                <c:pt idx="6375">
                  <c:v>4852885.0016212147</c:v>
                </c:pt>
                <c:pt idx="6376">
                  <c:v>4841723.6758409934</c:v>
                </c:pt>
                <c:pt idx="6377">
                  <c:v>4830588.020397732</c:v>
                </c:pt>
                <c:pt idx="6378">
                  <c:v>4830588.020397732</c:v>
                </c:pt>
                <c:pt idx="6379">
                  <c:v>4819477.9762512753</c:v>
                </c:pt>
                <c:pt idx="6380">
                  <c:v>4808393.4844972929</c:v>
                </c:pt>
                <c:pt idx="6381">
                  <c:v>4797334.486366895</c:v>
                </c:pt>
                <c:pt idx="6382">
                  <c:v>4797334.486366895</c:v>
                </c:pt>
                <c:pt idx="6383">
                  <c:v>4786300.9232263844</c:v>
                </c:pt>
                <c:pt idx="6384">
                  <c:v>4775292.7365769148</c:v>
                </c:pt>
                <c:pt idx="6385">
                  <c:v>4764309.868054159</c:v>
                </c:pt>
                <c:pt idx="6386">
                  <c:v>4764309.868054159</c:v>
                </c:pt>
                <c:pt idx="6387">
                  <c:v>4753352.2594280522</c:v>
                </c:pt>
                <c:pt idx="6388">
                  <c:v>4742419.8526024595</c:v>
                </c:pt>
                <c:pt idx="6389">
                  <c:v>4731512.5896148058</c:v>
                </c:pt>
                <c:pt idx="6390">
                  <c:v>4731512.5896148058</c:v>
                </c:pt>
                <c:pt idx="6391">
                  <c:v>4720630.4126359196</c:v>
                </c:pt>
                <c:pt idx="6392">
                  <c:v>4709773.2639695397</c:v>
                </c:pt>
                <c:pt idx="6393">
                  <c:v>4698941.0860521616</c:v>
                </c:pt>
                <c:pt idx="6394">
                  <c:v>4698941.0860521616</c:v>
                </c:pt>
                <c:pt idx="6395">
                  <c:v>4688133.8214526651</c:v>
                </c:pt>
                <c:pt idx="6396">
                  <c:v>4677351.4128719913</c:v>
                </c:pt>
                <c:pt idx="6397">
                  <c:v>4666593.8031428922</c:v>
                </c:pt>
                <c:pt idx="6398">
                  <c:v>4666593.8031428922</c:v>
                </c:pt>
                <c:pt idx="6399">
                  <c:v>4655860.9352296004</c:v>
                </c:pt>
                <c:pt idx="6400">
                  <c:v>4645152.7522275019</c:v>
                </c:pt>
                <c:pt idx="6401">
                  <c:v>4634469.1973628933</c:v>
                </c:pt>
                <c:pt idx="6402">
                  <c:v>4634469.1973628933</c:v>
                </c:pt>
                <c:pt idx="6403">
                  <c:v>4623810.2139926124</c:v>
                </c:pt>
                <c:pt idx="6404">
                  <c:v>4613175.7456037998</c:v>
                </c:pt>
                <c:pt idx="6405">
                  <c:v>4602565.7358135711</c:v>
                </c:pt>
                <c:pt idx="6406">
                  <c:v>4602565.7358135711</c:v>
                </c:pt>
                <c:pt idx="6407">
                  <c:v>4591980.1283686943</c:v>
                </c:pt>
                <c:pt idx="6408">
                  <c:v>4581418.867145339</c:v>
                </c:pt>
                <c:pt idx="6409">
                  <c:v>4570881.8961487599</c:v>
                </c:pt>
                <c:pt idx="6410">
                  <c:v>4570881.8961487599</c:v>
                </c:pt>
                <c:pt idx="6411">
                  <c:v>4560369.1595129678</c:v>
                </c:pt>
                <c:pt idx="6412">
                  <c:v>4549880.6015004972</c:v>
                </c:pt>
                <c:pt idx="6413">
                  <c:v>4539416.1665020399</c:v>
                </c:pt>
                <c:pt idx="6414">
                  <c:v>4539416.1665020399</c:v>
                </c:pt>
                <c:pt idx="6415">
                  <c:v>4528975.7990362123</c:v>
                </c:pt>
                <c:pt idx="6416">
                  <c:v>4518559.4437492331</c:v>
                </c:pt>
                <c:pt idx="6417">
                  <c:v>4508167.045414608</c:v>
                </c:pt>
                <c:pt idx="6418">
                  <c:v>4497798.548932883</c:v>
                </c:pt>
                <c:pt idx="6419">
                  <c:v>4497798.548932883</c:v>
                </c:pt>
                <c:pt idx="6420">
                  <c:v>4487453.8993313294</c:v>
                </c:pt>
                <c:pt idx="6421">
                  <c:v>4477133.0417636307</c:v>
                </c:pt>
                <c:pt idx="6422">
                  <c:v>4466835.9215096412</c:v>
                </c:pt>
                <c:pt idx="6423">
                  <c:v>4466835.9215096412</c:v>
                </c:pt>
                <c:pt idx="6424">
                  <c:v>4456562.4839750398</c:v>
                </c:pt>
                <c:pt idx="6425">
                  <c:v>4446312.6746910904</c:v>
                </c:pt>
                <c:pt idx="6426">
                  <c:v>4436086.4393143337</c:v>
                </c:pt>
                <c:pt idx="6427">
                  <c:v>4436086.4393143337</c:v>
                </c:pt>
                <c:pt idx="6428">
                  <c:v>4425883.7236262709</c:v>
                </c:pt>
                <c:pt idx="6429">
                  <c:v>4415704.4735331275</c:v>
                </c:pt>
                <c:pt idx="6430">
                  <c:v>4405548.6350655397</c:v>
                </c:pt>
                <c:pt idx="6431">
                  <c:v>4405548.6350655397</c:v>
                </c:pt>
                <c:pt idx="6432">
                  <c:v>4395416.1543782484</c:v>
                </c:pt>
                <c:pt idx="6433">
                  <c:v>4385306.9777498655</c:v>
                </c:pt>
                <c:pt idx="6434">
                  <c:v>4375221.0515825264</c:v>
                </c:pt>
                <c:pt idx="6435">
                  <c:v>4375221.0515825264</c:v>
                </c:pt>
                <c:pt idx="6436">
                  <c:v>4365158.3224016624</c:v>
                </c:pt>
                <c:pt idx="6437">
                  <c:v>4355118.7368556922</c:v>
                </c:pt>
                <c:pt idx="6438">
                  <c:v>4345102.241715719</c:v>
                </c:pt>
                <c:pt idx="6439">
                  <c:v>4345102.241715719</c:v>
                </c:pt>
                <c:pt idx="6440">
                  <c:v>4335108.7838752894</c:v>
                </c:pt>
                <c:pt idx="6441">
                  <c:v>4325138.3103500921</c:v>
                </c:pt>
                <c:pt idx="6442">
                  <c:v>4315190.7682776544</c:v>
                </c:pt>
                <c:pt idx="6443">
                  <c:v>4315190.7682776544</c:v>
                </c:pt>
                <c:pt idx="6444">
                  <c:v>4305266.1049171137</c:v>
                </c:pt>
                <c:pt idx="6445">
                  <c:v>4295364.2676488766</c:v>
                </c:pt>
                <c:pt idx="6446">
                  <c:v>4285485.203974396</c:v>
                </c:pt>
                <c:pt idx="6447">
                  <c:v>4285485.203974396</c:v>
                </c:pt>
                <c:pt idx="6448">
                  <c:v>4275628.8615158675</c:v>
                </c:pt>
                <c:pt idx="6449">
                  <c:v>4265795.1880159294</c:v>
                </c:pt>
                <c:pt idx="6450">
                  <c:v>4255984.1313374303</c:v>
                </c:pt>
                <c:pt idx="6451">
                  <c:v>4255984.1313374303</c:v>
                </c:pt>
                <c:pt idx="6452">
                  <c:v>4246195.6394631332</c:v>
                </c:pt>
                <c:pt idx="6453">
                  <c:v>4236429.6604954125</c:v>
                </c:pt>
                <c:pt idx="6454">
                  <c:v>4226686.1426560357</c:v>
                </c:pt>
                <c:pt idx="6455">
                  <c:v>4226686.1426560357</c:v>
                </c:pt>
                <c:pt idx="6456">
                  <c:v>4216965.0342858257</c:v>
                </c:pt>
                <c:pt idx="6457">
                  <c:v>4207266.2838444402</c:v>
                </c:pt>
                <c:pt idx="6458">
                  <c:v>4197589.8399100872</c:v>
                </c:pt>
                <c:pt idx="6459">
                  <c:v>4197589.8399100872</c:v>
                </c:pt>
                <c:pt idx="6460">
                  <c:v>4187935.6511791851</c:v>
                </c:pt>
                <c:pt idx="6461">
                  <c:v>4178303.666466231</c:v>
                </c:pt>
                <c:pt idx="6462">
                  <c:v>4168693.8347033644</c:v>
                </c:pt>
                <c:pt idx="6463">
                  <c:v>4168693.8347033644</c:v>
                </c:pt>
                <c:pt idx="6464">
                  <c:v>4159106.1049402282</c:v>
                </c:pt>
                <c:pt idx="6465">
                  <c:v>4149540.4263436412</c:v>
                </c:pt>
                <c:pt idx="6466">
                  <c:v>4139996.7481973129</c:v>
                </c:pt>
                <c:pt idx="6467">
                  <c:v>4139996.7481973129</c:v>
                </c:pt>
                <c:pt idx="6468">
                  <c:v>4130475.0199016198</c:v>
                </c:pt>
                <c:pt idx="6469">
                  <c:v>4120975.1909733126</c:v>
                </c:pt>
                <c:pt idx="6470">
                  <c:v>4111497.2110452298</c:v>
                </c:pt>
                <c:pt idx="6471">
                  <c:v>4111497.2110452298</c:v>
                </c:pt>
                <c:pt idx="6472">
                  <c:v>4102041.0298660803</c:v>
                </c:pt>
                <c:pt idx="6473">
                  <c:v>4092606.5973001178</c:v>
                </c:pt>
                <c:pt idx="6474">
                  <c:v>4083193.8633269272</c:v>
                </c:pt>
                <c:pt idx="6475">
                  <c:v>4083193.8633269272</c:v>
                </c:pt>
                <c:pt idx="6476">
                  <c:v>4073802.7780411378</c:v>
                </c:pt>
                <c:pt idx="6477">
                  <c:v>4064433.2916521356</c:v>
                </c:pt>
                <c:pt idx="6478">
                  <c:v>4055085.3544838428</c:v>
                </c:pt>
                <c:pt idx="6479">
                  <c:v>4055085.3544838428</c:v>
                </c:pt>
                <c:pt idx="6480">
                  <c:v>4045758.916974436</c:v>
                </c:pt>
                <c:pt idx="6481">
                  <c:v>4036453.9296760559</c:v>
                </c:pt>
                <c:pt idx="6482">
                  <c:v>4027170.3432546016</c:v>
                </c:pt>
                <c:pt idx="6483">
                  <c:v>4027170.3432546016</c:v>
                </c:pt>
                <c:pt idx="6484">
                  <c:v>4017908.1084894072</c:v>
                </c:pt>
                <c:pt idx="6485">
                  <c:v>4008667.176273033</c:v>
                </c:pt>
                <c:pt idx="6486">
                  <c:v>3999447.4976109839</c:v>
                </c:pt>
                <c:pt idx="6487">
                  <c:v>3999447.4976109839</c:v>
                </c:pt>
                <c:pt idx="6488">
                  <c:v>3990249.0236214269</c:v>
                </c:pt>
                <c:pt idx="6489">
                  <c:v>3981071.705534976</c:v>
                </c:pt>
                <c:pt idx="6490">
                  <c:v>3971915.4946944113</c:v>
                </c:pt>
                <c:pt idx="6491">
                  <c:v>3971915.4946944113</c:v>
                </c:pt>
                <c:pt idx="6492">
                  <c:v>3962780.3425543997</c:v>
                </c:pt>
                <c:pt idx="6493">
                  <c:v>3953666.2006812883</c:v>
                </c:pt>
                <c:pt idx="6494">
                  <c:v>3944573.0207527904</c:v>
                </c:pt>
                <c:pt idx="6495">
                  <c:v>3944573.0207527904</c:v>
                </c:pt>
                <c:pt idx="6496">
                  <c:v>3935500.7545577781</c:v>
                </c:pt>
                <c:pt idx="6497">
                  <c:v>3926449.3539960063</c:v>
                </c:pt>
                <c:pt idx="6498">
                  <c:v>3917418.7710778359</c:v>
                </c:pt>
                <c:pt idx="6499">
                  <c:v>3917418.7710778359</c:v>
                </c:pt>
                <c:pt idx="6500">
                  <c:v>3908408.9579240228</c:v>
                </c:pt>
                <c:pt idx="6501">
                  <c:v>3899419.8667654409</c:v>
                </c:pt>
                <c:pt idx="6502">
                  <c:v>3890451.44994281</c:v>
                </c:pt>
                <c:pt idx="6503">
                  <c:v>3890451.44994281</c:v>
                </c:pt>
                <c:pt idx="6504">
                  <c:v>3881503.6599064907</c:v>
                </c:pt>
                <c:pt idx="6505">
                  <c:v>3872576.4492161772</c:v>
                </c:pt>
                <c:pt idx="6506">
                  <c:v>3863669.7705406942</c:v>
                </c:pt>
                <c:pt idx="6507">
                  <c:v>3854783.5766577246</c:v>
                </c:pt>
                <c:pt idx="6508">
                  <c:v>3854783.5766577246</c:v>
                </c:pt>
                <c:pt idx="6509">
                  <c:v>3845917.8204535395</c:v>
                </c:pt>
                <c:pt idx="6510">
                  <c:v>3837072.4549227888</c:v>
                </c:pt>
                <c:pt idx="6511">
                  <c:v>3828247.433168232</c:v>
                </c:pt>
                <c:pt idx="6512">
                  <c:v>3828247.433168232</c:v>
                </c:pt>
                <c:pt idx="6513">
                  <c:v>3819442.7084004683</c:v>
                </c:pt>
                <c:pt idx="6514">
                  <c:v>3810658.2339377371</c:v>
                </c:pt>
                <c:pt idx="6515">
                  <c:v>3801893.963205616</c:v>
                </c:pt>
                <c:pt idx="6516">
                  <c:v>3801893.963205616</c:v>
                </c:pt>
                <c:pt idx="6517">
                  <c:v>3793149.8497368209</c:v>
                </c:pt>
                <c:pt idx="6518">
                  <c:v>3784425.8471709387</c:v>
                </c:pt>
                <c:pt idx="6519">
                  <c:v>3775721.909254163</c:v>
                </c:pt>
                <c:pt idx="6520">
                  <c:v>3775721.909254163</c:v>
                </c:pt>
                <c:pt idx="6521">
                  <c:v>3767037.9898390886</c:v>
                </c:pt>
                <c:pt idx="6522">
                  <c:v>3758374.0428844457</c:v>
                </c:pt>
                <c:pt idx="6523">
                  <c:v>3749730.0224548369</c:v>
                </c:pt>
                <c:pt idx="6524">
                  <c:v>3749730.0224548369</c:v>
                </c:pt>
                <c:pt idx="6525">
                  <c:v>3741105.8827205389</c:v>
                </c:pt>
                <c:pt idx="6526">
                  <c:v>3732501.5779572087</c:v>
                </c:pt>
                <c:pt idx="6527">
                  <c:v>3723917.0625456856</c:v>
                </c:pt>
                <c:pt idx="6528">
                  <c:v>3723917.0625456856</c:v>
                </c:pt>
                <c:pt idx="6529">
                  <c:v>3715352.2909717364</c:v>
                </c:pt>
                <c:pt idx="6530">
                  <c:v>3706807.217825762</c:v>
                </c:pt>
                <c:pt idx="6531">
                  <c:v>3698281.7978026615</c:v>
                </c:pt>
                <c:pt idx="6532">
                  <c:v>3698281.7978026615</c:v>
                </c:pt>
                <c:pt idx="6533">
                  <c:v>3689775.985701513</c:v>
                </c:pt>
                <c:pt idx="6534">
                  <c:v>3681289.7364253215</c:v>
                </c:pt>
                <c:pt idx="6535">
                  <c:v>3672823.0049808575</c:v>
                </c:pt>
                <c:pt idx="6536">
                  <c:v>3672823.0049808575</c:v>
                </c:pt>
                <c:pt idx="6537">
                  <c:v>3664375.7464783411</c:v>
                </c:pt>
                <c:pt idx="6538">
                  <c:v>3655947.9161312548</c:v>
                </c:pt>
                <c:pt idx="6539">
                  <c:v>3647539.4692560877</c:v>
                </c:pt>
                <c:pt idx="6540">
                  <c:v>3647539.4692560877</c:v>
                </c:pt>
                <c:pt idx="6541">
                  <c:v>3639150.3612720785</c:v>
                </c:pt>
                <c:pt idx="6542">
                  <c:v>3630780.5477010179</c:v>
                </c:pt>
                <c:pt idx="6543">
                  <c:v>3622429.9841669947</c:v>
                </c:pt>
                <c:pt idx="6544">
                  <c:v>3622429.9841669947</c:v>
                </c:pt>
                <c:pt idx="6545">
                  <c:v>3614098.6263961387</c:v>
                </c:pt>
                <c:pt idx="6546">
                  <c:v>3605786.4302164339</c:v>
                </c:pt>
                <c:pt idx="6547">
                  <c:v>3597493.3515574303</c:v>
                </c:pt>
                <c:pt idx="6548">
                  <c:v>3597493.3515574303</c:v>
                </c:pt>
                <c:pt idx="6549">
                  <c:v>3589219.3464500569</c:v>
                </c:pt>
                <c:pt idx="6550">
                  <c:v>3580964.3710263688</c:v>
                </c:pt>
                <c:pt idx="6551">
                  <c:v>3572728.3815192953</c:v>
                </c:pt>
                <c:pt idx="6552">
                  <c:v>3572728.3815192953</c:v>
                </c:pt>
                <c:pt idx="6553">
                  <c:v>3564511.334262446</c:v>
                </c:pt>
                <c:pt idx="6554">
                  <c:v>3556313.185689861</c:v>
                </c:pt>
                <c:pt idx="6555">
                  <c:v>3548133.8923357595</c:v>
                </c:pt>
                <c:pt idx="6556">
                  <c:v>3548133.8923357595</c:v>
                </c:pt>
                <c:pt idx="6557">
                  <c:v>3539973.4108343557</c:v>
                </c:pt>
                <c:pt idx="6558">
                  <c:v>3531831.697919576</c:v>
                </c:pt>
                <c:pt idx="6559">
                  <c:v>3523708.7104248754</c:v>
                </c:pt>
                <c:pt idx="6560">
                  <c:v>3523708.7104248754</c:v>
                </c:pt>
                <c:pt idx="6561">
                  <c:v>3515604.4052829887</c:v>
                </c:pt>
                <c:pt idx="6562">
                  <c:v>3507518.7395256851</c:v>
                </c:pt>
                <c:pt idx="6563">
                  <c:v>3499451.6702835751</c:v>
                </c:pt>
                <c:pt idx="6564">
                  <c:v>3499451.6702835751</c:v>
                </c:pt>
                <c:pt idx="6565">
                  <c:v>3491403.1547858678</c:v>
                </c:pt>
                <c:pt idx="6566">
                  <c:v>3483373.1503601219</c:v>
                </c:pt>
                <c:pt idx="6567">
                  <c:v>3475361.6144320657</c:v>
                </c:pt>
                <c:pt idx="6568">
                  <c:v>3475361.6144320657</c:v>
                </c:pt>
                <c:pt idx="6569">
                  <c:v>3467368.5045253215</c:v>
                </c:pt>
                <c:pt idx="6570">
                  <c:v>3459393.7782612219</c:v>
                </c:pt>
                <c:pt idx="6571">
                  <c:v>3451437.3933585687</c:v>
                </c:pt>
                <c:pt idx="6572">
                  <c:v>3451437.3933585687</c:v>
                </c:pt>
                <c:pt idx="6573">
                  <c:v>3443499.3076333888</c:v>
                </c:pt>
                <c:pt idx="6574">
                  <c:v>3435579.4789987477</c:v>
                </c:pt>
                <c:pt idx="6575">
                  <c:v>3427677.865464509</c:v>
                </c:pt>
                <c:pt idx="6576">
                  <c:v>3427677.865464509</c:v>
                </c:pt>
                <c:pt idx="6577">
                  <c:v>3419794.4251370914</c:v>
                </c:pt>
                <c:pt idx="6578">
                  <c:v>3411929.1162192919</c:v>
                </c:pt>
                <c:pt idx="6579">
                  <c:v>3404081.897010013</c:v>
                </c:pt>
                <c:pt idx="6580">
                  <c:v>3404081.897010013</c:v>
                </c:pt>
                <c:pt idx="6581">
                  <c:v>3396252.7259040857</c:v>
                </c:pt>
                <c:pt idx="6582">
                  <c:v>3388441.5613920307</c:v>
                </c:pt>
                <c:pt idx="6583">
                  <c:v>3380648.362059819</c:v>
                </c:pt>
                <c:pt idx="6584">
                  <c:v>3380648.362059819</c:v>
                </c:pt>
                <c:pt idx="6585">
                  <c:v>3372873.0865886891</c:v>
                </c:pt>
                <c:pt idx="6586">
                  <c:v>3365115.6937549114</c:v>
                </c:pt>
                <c:pt idx="6587">
                  <c:v>3357376.1424295483</c:v>
                </c:pt>
                <c:pt idx="6588">
                  <c:v>3357376.1424295483</c:v>
                </c:pt>
                <c:pt idx="6589">
                  <c:v>3349654.3915782822</c:v>
                </c:pt>
                <c:pt idx="6590">
                  <c:v>3341950.4002611456</c:v>
                </c:pt>
                <c:pt idx="6591">
                  <c:v>3334264.1276323502</c:v>
                </c:pt>
                <c:pt idx="6592">
                  <c:v>3334264.1276323502</c:v>
                </c:pt>
                <c:pt idx="6593">
                  <c:v>3326595.5329400497</c:v>
                </c:pt>
                <c:pt idx="6594">
                  <c:v>3318944.5755261057</c:v>
                </c:pt>
                <c:pt idx="6595">
                  <c:v>3311311.2148259105</c:v>
                </c:pt>
                <c:pt idx="6596">
                  <c:v>3311311.2148259105</c:v>
                </c:pt>
                <c:pt idx="6597">
                  <c:v>3303695.410368151</c:v>
                </c:pt>
                <c:pt idx="6598">
                  <c:v>3296097.1217745785</c:v>
                </c:pt>
                <c:pt idx="6599">
                  <c:v>3288516.3087598346</c:v>
                </c:pt>
                <c:pt idx="6600">
                  <c:v>3280952.9311311925</c:v>
                </c:pt>
                <c:pt idx="6601">
                  <c:v>3280952.9311311925</c:v>
                </c:pt>
                <c:pt idx="6602">
                  <c:v>3273406.9487883816</c:v>
                </c:pt>
                <c:pt idx="6603">
                  <c:v>3265878.3217233671</c:v>
                </c:pt>
                <c:pt idx="6604">
                  <c:v>3258367.0100200889</c:v>
                </c:pt>
                <c:pt idx="6605">
                  <c:v>3258367.0100200889</c:v>
                </c:pt>
                <c:pt idx="6606">
                  <c:v>3250872.9738543425</c:v>
                </c:pt>
                <c:pt idx="6607">
                  <c:v>3243396.1734935003</c:v>
                </c:pt>
                <c:pt idx="6608">
                  <c:v>3235936.5692962883</c:v>
                </c:pt>
                <c:pt idx="6609">
                  <c:v>3235936.5692962883</c:v>
                </c:pt>
                <c:pt idx="6610">
                  <c:v>3228494.1217126446</c:v>
                </c:pt>
                <c:pt idx="6611">
                  <c:v>3221068.7912834412</c:v>
                </c:pt>
                <c:pt idx="6612">
                  <c:v>3213660.5386403222</c:v>
                </c:pt>
                <c:pt idx="6613">
                  <c:v>3213660.5386403222</c:v>
                </c:pt>
                <c:pt idx="6614">
                  <c:v>3206269.3245054735</c:v>
                </c:pt>
                <c:pt idx="6615">
                  <c:v>3198895.1096914038</c:v>
                </c:pt>
                <c:pt idx="6616">
                  <c:v>3191537.8551007649</c:v>
                </c:pt>
                <c:pt idx="6617">
                  <c:v>3191537.8551007649</c:v>
                </c:pt>
                <c:pt idx="6618">
                  <c:v>3184197.5217261314</c:v>
                </c:pt>
                <c:pt idx="6619">
                  <c:v>3176874.0706497752</c:v>
                </c:pt>
                <c:pt idx="6620">
                  <c:v>3169567.4630434993</c:v>
                </c:pt>
                <c:pt idx="6621">
                  <c:v>3169567.4630434993</c:v>
                </c:pt>
                <c:pt idx="6622">
                  <c:v>3162277.6601683851</c:v>
                </c:pt>
                <c:pt idx="6623">
                  <c:v>3155004.6233746302</c:v>
                </c:pt>
                <c:pt idx="6624">
                  <c:v>3147748.314101323</c:v>
                </c:pt>
                <c:pt idx="6625">
                  <c:v>3147748.314101323</c:v>
                </c:pt>
                <c:pt idx="6626">
                  <c:v>3140508.6938762222</c:v>
                </c:pt>
                <c:pt idx="6627">
                  <c:v>3133285.724315594</c:v>
                </c:pt>
                <c:pt idx="6628">
                  <c:v>3126079.367123961</c:v>
                </c:pt>
                <c:pt idx="6629">
                  <c:v>3126079.367123961</c:v>
                </c:pt>
                <c:pt idx="6630">
                  <c:v>3118889.5840939409</c:v>
                </c:pt>
                <c:pt idx="6631">
                  <c:v>3111716.3371060248</c:v>
                </c:pt>
                <c:pt idx="6632">
                  <c:v>3104559.5881283605</c:v>
                </c:pt>
                <c:pt idx="6633">
                  <c:v>3104559.5881283605</c:v>
                </c:pt>
                <c:pt idx="6634">
                  <c:v>3097419.2992165829</c:v>
                </c:pt>
                <c:pt idx="6635">
                  <c:v>3090295.4325135965</c:v>
                </c:pt>
                <c:pt idx="6636">
                  <c:v>3083187.9502493581</c:v>
                </c:pt>
                <c:pt idx="6637">
                  <c:v>3083187.9502493581</c:v>
                </c:pt>
                <c:pt idx="6638">
                  <c:v>3076096.8147407151</c:v>
                </c:pt>
                <c:pt idx="6639">
                  <c:v>3069021.9883911624</c:v>
                </c:pt>
                <c:pt idx="6640">
                  <c:v>3061963.4336906802</c:v>
                </c:pt>
                <c:pt idx="6641">
                  <c:v>3061963.4336906802</c:v>
                </c:pt>
                <c:pt idx="6642">
                  <c:v>3054921.1132155191</c:v>
                </c:pt>
                <c:pt idx="6643">
                  <c:v>3047894.9896279871</c:v>
                </c:pt>
                <c:pt idx="6644">
                  <c:v>3040885.0256762812</c:v>
                </c:pt>
                <c:pt idx="6645">
                  <c:v>3040885.0256762812</c:v>
                </c:pt>
                <c:pt idx="6646">
                  <c:v>3033891.1841942756</c:v>
                </c:pt>
                <c:pt idx="6647">
                  <c:v>3026913.4281013086</c:v>
                </c:pt>
                <c:pt idx="6648">
                  <c:v>3019951.7204020224</c:v>
                </c:pt>
                <c:pt idx="6649">
                  <c:v>3019951.7204020224</c:v>
                </c:pt>
                <c:pt idx="6650">
                  <c:v>3013006.0241861255</c:v>
                </c:pt>
                <c:pt idx="6651">
                  <c:v>3006076.3026282326</c:v>
                </c:pt>
                <c:pt idx="6652">
                  <c:v>2999162.5189876561</c:v>
                </c:pt>
                <c:pt idx="6653">
                  <c:v>2999162.5189876561</c:v>
                </c:pt>
                <c:pt idx="6654">
                  <c:v>2992264.6366081922</c:v>
                </c:pt>
                <c:pt idx="6655">
                  <c:v>2985382.6189179607</c:v>
                </c:pt>
                <c:pt idx="6656">
                  <c:v>2978516.429429194</c:v>
                </c:pt>
                <c:pt idx="6657">
                  <c:v>2978516.429429194</c:v>
                </c:pt>
                <c:pt idx="6658">
                  <c:v>2971666.0317380284</c:v>
                </c:pt>
                <c:pt idx="6659">
                  <c:v>2964831.3895243476</c:v>
                </c:pt>
                <c:pt idx="6660">
                  <c:v>2958012.4665515493</c:v>
                </c:pt>
                <c:pt idx="6661">
                  <c:v>2958012.4665515493</c:v>
                </c:pt>
                <c:pt idx="6662">
                  <c:v>2951209.2266663867</c:v>
                </c:pt>
                <c:pt idx="6663">
                  <c:v>2944421.6337987655</c:v>
                </c:pt>
                <c:pt idx="6664">
                  <c:v>2937649.6519615329</c:v>
                </c:pt>
                <c:pt idx="6665">
                  <c:v>2937649.6519615329</c:v>
                </c:pt>
                <c:pt idx="6666">
                  <c:v>2930893.245250321</c:v>
                </c:pt>
                <c:pt idx="6667">
                  <c:v>2924152.3778433385</c:v>
                </c:pt>
                <c:pt idx="6668">
                  <c:v>2917427.0140011678</c:v>
                </c:pt>
                <c:pt idx="6669">
                  <c:v>2917427.0140011678</c:v>
                </c:pt>
                <c:pt idx="6670">
                  <c:v>2910717.1180666098</c:v>
                </c:pt>
                <c:pt idx="6671">
                  <c:v>2904022.654464453</c:v>
                </c:pt>
                <c:pt idx="6672">
                  <c:v>2897343.5877013234</c:v>
                </c:pt>
                <c:pt idx="6673">
                  <c:v>2897343.5877013234</c:v>
                </c:pt>
                <c:pt idx="6674">
                  <c:v>2890679.8823654843</c:v>
                </c:pt>
                <c:pt idx="6675">
                  <c:v>2884031.5031266073</c:v>
                </c:pt>
                <c:pt idx="6676">
                  <c:v>2877398.4147356683</c:v>
                </c:pt>
                <c:pt idx="6677">
                  <c:v>2877398.4147356683</c:v>
                </c:pt>
                <c:pt idx="6678">
                  <c:v>2870780.5820246981</c:v>
                </c:pt>
                <c:pt idx="6679">
                  <c:v>2864177.9699065862</c:v>
                </c:pt>
                <c:pt idx="6680">
                  <c:v>2857590.5433749552</c:v>
                </c:pt>
                <c:pt idx="6681">
                  <c:v>2857590.5433749552</c:v>
                </c:pt>
                <c:pt idx="6682">
                  <c:v>2851018.2675039158</c:v>
                </c:pt>
                <c:pt idx="6683">
                  <c:v>2844461.1074479204</c:v>
                </c:pt>
                <c:pt idx="6684">
                  <c:v>2837919.0284415637</c:v>
                </c:pt>
                <c:pt idx="6685">
                  <c:v>2837919.0284415637</c:v>
                </c:pt>
                <c:pt idx="6686">
                  <c:v>2831391.9957993845</c:v>
                </c:pt>
                <c:pt idx="6687">
                  <c:v>2824879.9749157107</c:v>
                </c:pt>
                <c:pt idx="6688">
                  <c:v>2818382.9312644606</c:v>
                </c:pt>
                <c:pt idx="6689">
                  <c:v>2811900.8303989451</c:v>
                </c:pt>
                <c:pt idx="6690">
                  <c:v>2811900.8303989451</c:v>
                </c:pt>
                <c:pt idx="6691">
                  <c:v>2805433.637951721</c:v>
                </c:pt>
                <c:pt idx="6692">
                  <c:v>2798981.3196343682</c:v>
                </c:pt>
                <c:pt idx="6693">
                  <c:v>2792543.8412373415</c:v>
                </c:pt>
                <c:pt idx="6694">
                  <c:v>2792543.8412373415</c:v>
                </c:pt>
                <c:pt idx="6695">
                  <c:v>2786121.1686297772</c:v>
                </c:pt>
                <c:pt idx="6696">
                  <c:v>2779713.2677592933</c:v>
                </c:pt>
                <c:pt idx="6697">
                  <c:v>2773320.1046518432</c:v>
                </c:pt>
                <c:pt idx="6698">
                  <c:v>2773320.1046518432</c:v>
                </c:pt>
                <c:pt idx="6699">
                  <c:v>2766941.6454115175</c:v>
                </c:pt>
                <c:pt idx="6700">
                  <c:v>2760577.8562203497</c:v>
                </c:pt>
                <c:pt idx="6701">
                  <c:v>2754228.7033381732</c:v>
                </c:pt>
                <c:pt idx="6702">
                  <c:v>2754228.7033381732</c:v>
                </c:pt>
                <c:pt idx="6703">
                  <c:v>2747894.1531024016</c:v>
                </c:pt>
                <c:pt idx="6704">
                  <c:v>2741574.1719278852</c:v>
                </c:pt>
                <c:pt idx="6705">
                  <c:v>2735268.7263067178</c:v>
                </c:pt>
                <c:pt idx="6706">
                  <c:v>2735268.7263067178</c:v>
                </c:pt>
                <c:pt idx="6707">
                  <c:v>2728977.7828080445</c:v>
                </c:pt>
                <c:pt idx="6708">
                  <c:v>2722701.3080779142</c:v>
                </c:pt>
                <c:pt idx="6709">
                  <c:v>2716439.2688390873</c:v>
                </c:pt>
                <c:pt idx="6710">
                  <c:v>2716439.2688390873</c:v>
                </c:pt>
                <c:pt idx="6711">
                  <c:v>2710191.6318908455</c:v>
                </c:pt>
                <c:pt idx="6712">
                  <c:v>2703958.3641088498</c:v>
                </c:pt>
                <c:pt idx="6713">
                  <c:v>2697739.432444924</c:v>
                </c:pt>
                <c:pt idx="6714">
                  <c:v>2697739.432444924</c:v>
                </c:pt>
                <c:pt idx="6715">
                  <c:v>2691534.8039269177</c:v>
                </c:pt>
                <c:pt idx="6716">
                  <c:v>2685344.4456585124</c:v>
                </c:pt>
                <c:pt idx="6717">
                  <c:v>2679168.3248190349</c:v>
                </c:pt>
                <c:pt idx="6718">
                  <c:v>2679168.3248190349</c:v>
                </c:pt>
                <c:pt idx="6719">
                  <c:v>2673006.4086633124</c:v>
                </c:pt>
                <c:pt idx="6720">
                  <c:v>2666858.6645214837</c:v>
                </c:pt>
                <c:pt idx="6721">
                  <c:v>2660725.0597988116</c:v>
                </c:pt>
                <c:pt idx="6722">
                  <c:v>2660725.0597988116</c:v>
                </c:pt>
                <c:pt idx="6723">
                  <c:v>2654605.5619755443</c:v>
                </c:pt>
                <c:pt idx="6724">
                  <c:v>2648500.1386067038</c:v>
                </c:pt>
                <c:pt idx="6725">
                  <c:v>2642408.7573219477</c:v>
                </c:pt>
                <c:pt idx="6726">
                  <c:v>2642408.7573219477</c:v>
                </c:pt>
                <c:pt idx="6727">
                  <c:v>2636331.3858253839</c:v>
                </c:pt>
                <c:pt idx="6728">
                  <c:v>2630267.9918953842</c:v>
                </c:pt>
                <c:pt idx="6729">
                  <c:v>2624218.5433844421</c:v>
                </c:pt>
                <c:pt idx="6730">
                  <c:v>2624218.5433844421</c:v>
                </c:pt>
                <c:pt idx="6731">
                  <c:v>2618183.0082189888</c:v>
                </c:pt>
                <c:pt idx="6732">
                  <c:v>2612161.3543992075</c:v>
                </c:pt>
                <c:pt idx="6733">
                  <c:v>2606153.5499988995</c:v>
                </c:pt>
                <c:pt idx="6734">
                  <c:v>2606153.5499988995</c:v>
                </c:pt>
                <c:pt idx="6735">
                  <c:v>2600159.5631652744</c:v>
                </c:pt>
                <c:pt idx="6736">
                  <c:v>2594179.3621188146</c:v>
                </c:pt>
                <c:pt idx="6737">
                  <c:v>2588212.915153095</c:v>
                </c:pt>
                <c:pt idx="6738">
                  <c:v>2588212.915153095</c:v>
                </c:pt>
                <c:pt idx="6739">
                  <c:v>2582260.1906345976</c:v>
                </c:pt>
                <c:pt idx="6740">
                  <c:v>2576321.1570025748</c:v>
                </c:pt>
                <c:pt idx="6741">
                  <c:v>2570395.782768866</c:v>
                </c:pt>
                <c:pt idx="6742">
                  <c:v>2570395.782768866</c:v>
                </c:pt>
                <c:pt idx="6743">
                  <c:v>2564484.0365177179</c:v>
                </c:pt>
                <c:pt idx="6744">
                  <c:v>2558585.8869056534</c:v>
                </c:pt>
                <c:pt idx="6745">
                  <c:v>2552701.3026612485</c:v>
                </c:pt>
                <c:pt idx="6746">
                  <c:v>2552701.3026612485</c:v>
                </c:pt>
                <c:pt idx="6747">
                  <c:v>2546830.2525850409</c:v>
                </c:pt>
                <c:pt idx="6748">
                  <c:v>2540972.7055493118</c:v>
                </c:pt>
                <c:pt idx="6749">
                  <c:v>2535128.6304979129</c:v>
                </c:pt>
                <c:pt idx="6750">
                  <c:v>2535128.6304979129</c:v>
                </c:pt>
                <c:pt idx="6751">
                  <c:v>2529297.9964461434</c:v>
                </c:pt>
                <c:pt idx="6752">
                  <c:v>2523480.772480581</c:v>
                </c:pt>
                <c:pt idx="6753">
                  <c:v>2517676.9277588599</c:v>
                </c:pt>
                <c:pt idx="6754">
                  <c:v>2517676.9277588599</c:v>
                </c:pt>
                <c:pt idx="6755">
                  <c:v>2511886.431509587</c:v>
                </c:pt>
                <c:pt idx="6756">
                  <c:v>2506109.253032119</c:v>
                </c:pt>
                <c:pt idx="6757">
                  <c:v>2500345.3616964347</c:v>
                </c:pt>
                <c:pt idx="6758">
                  <c:v>2500345.3616964347</c:v>
                </c:pt>
                <c:pt idx="6759">
                  <c:v>2494594.7269429611</c:v>
                </c:pt>
                <c:pt idx="6760">
                  <c:v>2488857.3182823951</c:v>
                </c:pt>
                <c:pt idx="6761">
                  <c:v>2483133.1052955729</c:v>
                </c:pt>
                <c:pt idx="6762">
                  <c:v>2483133.1052955729</c:v>
                </c:pt>
                <c:pt idx="6763">
                  <c:v>2477422.057633291</c:v>
                </c:pt>
                <c:pt idx="6764">
                  <c:v>2471724.1450161338</c:v>
                </c:pt>
                <c:pt idx="6765">
                  <c:v>2466039.3372343453</c:v>
                </c:pt>
                <c:pt idx="6766">
                  <c:v>2466039.3372343453</c:v>
                </c:pt>
                <c:pt idx="6767">
                  <c:v>2460367.6041476317</c:v>
                </c:pt>
                <c:pt idx="6768">
                  <c:v>2454708.915685033</c:v>
                </c:pt>
                <c:pt idx="6769">
                  <c:v>2449063.2418447509</c:v>
                </c:pt>
                <c:pt idx="6770">
                  <c:v>2449063.2418447509</c:v>
                </c:pt>
                <c:pt idx="6771">
                  <c:v>2443430.5526939756</c:v>
                </c:pt>
                <c:pt idx="6772">
                  <c:v>2437810.8183687543</c:v>
                </c:pt>
                <c:pt idx="6773">
                  <c:v>2432204.00907382</c:v>
                </c:pt>
                <c:pt idx="6774">
                  <c:v>2432204.00907382</c:v>
                </c:pt>
                <c:pt idx="6775">
                  <c:v>2426610.0950824185</c:v>
                </c:pt>
                <c:pt idx="6776">
                  <c:v>2421029.0467361836</c:v>
                </c:pt>
                <c:pt idx="6777">
                  <c:v>2415460.8344449443</c:v>
                </c:pt>
                <c:pt idx="6778">
                  <c:v>2415460.8344449443</c:v>
                </c:pt>
                <c:pt idx="6779">
                  <c:v>2409905.4286865969</c:v>
                </c:pt>
                <c:pt idx="6780">
                  <c:v>2404362.8000069382</c:v>
                </c:pt>
                <c:pt idx="6781">
                  <c:v>2398832.9190194933</c:v>
                </c:pt>
                <c:pt idx="6782">
                  <c:v>2393315.7564053889</c:v>
                </c:pt>
                <c:pt idx="6783">
                  <c:v>2393315.7564053889</c:v>
                </c:pt>
                <c:pt idx="6784">
                  <c:v>2387811.2829131815</c:v>
                </c:pt>
                <c:pt idx="6785">
                  <c:v>2382319.4693586924</c:v>
                </c:pt>
                <c:pt idx="6786">
                  <c:v>2376840.2866248814</c:v>
                </c:pt>
                <c:pt idx="6787">
                  <c:v>2376840.2866248814</c:v>
                </c:pt>
                <c:pt idx="6788">
                  <c:v>2371373.7056616582</c:v>
                </c:pt>
                <c:pt idx="6789">
                  <c:v>2365919.6974857594</c:v>
                </c:pt>
                <c:pt idx="6790">
                  <c:v>2360478.2331805811</c:v>
                </c:pt>
                <c:pt idx="6791">
                  <c:v>2360478.2331805811</c:v>
                </c:pt>
                <c:pt idx="6792">
                  <c:v>2355049.2838960118</c:v>
                </c:pt>
                <c:pt idx="6793">
                  <c:v>2349632.8208483118</c:v>
                </c:pt>
                <c:pt idx="6794">
                  <c:v>2344228.8153199251</c:v>
                </c:pt>
                <c:pt idx="6795">
                  <c:v>2344228.8153199251</c:v>
                </c:pt>
                <c:pt idx="6796">
                  <c:v>2338837.2386593563</c:v>
                </c:pt>
                <c:pt idx="6797">
                  <c:v>2333458.0622810065</c:v>
                </c:pt>
                <c:pt idx="6798">
                  <c:v>2328091.2576650102</c:v>
                </c:pt>
                <c:pt idx="6799">
                  <c:v>2328091.2576650102</c:v>
                </c:pt>
                <c:pt idx="6800">
                  <c:v>2322736.7963571073</c:v>
                </c:pt>
                <c:pt idx="6801">
                  <c:v>2317394.6499684816</c:v>
                </c:pt>
                <c:pt idx="6802">
                  <c:v>2312064.7901755963</c:v>
                </c:pt>
                <c:pt idx="6803">
                  <c:v>2312064.7901755963</c:v>
                </c:pt>
                <c:pt idx="6804">
                  <c:v>2306747.1887200731</c:v>
                </c:pt>
                <c:pt idx="6805">
                  <c:v>2301441.8174085109</c:v>
                </c:pt>
                <c:pt idx="6806">
                  <c:v>2296148.6481123627</c:v>
                </c:pt>
                <c:pt idx="6807">
                  <c:v>2296148.6481123627</c:v>
                </c:pt>
                <c:pt idx="6808">
                  <c:v>2290867.6527677765</c:v>
                </c:pt>
                <c:pt idx="6809">
                  <c:v>2285598.8033754318</c:v>
                </c:pt>
                <c:pt idx="6810">
                  <c:v>2280342.0720004183</c:v>
                </c:pt>
                <c:pt idx="6811">
                  <c:v>2280342.0720004183</c:v>
                </c:pt>
                <c:pt idx="6812">
                  <c:v>2275097.4307720731</c:v>
                </c:pt>
                <c:pt idx="6813">
                  <c:v>2269864.8518838226</c:v>
                </c:pt>
                <c:pt idx="6814">
                  <c:v>2264644.3075930672</c:v>
                </c:pt>
                <c:pt idx="6815">
                  <c:v>2264644.3075930672</c:v>
                </c:pt>
                <c:pt idx="6816">
                  <c:v>2259435.7702209796</c:v>
                </c:pt>
                <c:pt idx="6817">
                  <c:v>2254239.2121524294</c:v>
                </c:pt>
                <c:pt idx="6818">
                  <c:v>2249054.6058357875</c:v>
                </c:pt>
                <c:pt idx="6819">
                  <c:v>2249054.6058357875</c:v>
                </c:pt>
                <c:pt idx="6820">
                  <c:v>2243881.9237827715</c:v>
                </c:pt>
                <c:pt idx="6821">
                  <c:v>2238721.1385683389</c:v>
                </c:pt>
                <c:pt idx="6822">
                  <c:v>2233572.2228305372</c:v>
                </c:pt>
                <c:pt idx="6823">
                  <c:v>2233572.2228305372</c:v>
                </c:pt>
                <c:pt idx="6824">
                  <c:v>2228435.1492703077</c:v>
                </c:pt>
                <c:pt idx="6825">
                  <c:v>2223309.8906514095</c:v>
                </c:pt>
                <c:pt idx="6826">
                  <c:v>2218196.4198002238</c:v>
                </c:pt>
                <c:pt idx="6827">
                  <c:v>2218196.4198002238</c:v>
                </c:pt>
                <c:pt idx="6828">
                  <c:v>2213094.7096056412</c:v>
                </c:pt>
                <c:pt idx="6829">
                  <c:v>2208004.7330189059</c:v>
                </c:pt>
                <c:pt idx="6830">
                  <c:v>2202926.4630534602</c:v>
                </c:pt>
                <c:pt idx="6831">
                  <c:v>2202926.4630534602</c:v>
                </c:pt>
                <c:pt idx="6832">
                  <c:v>2197859.8727848274</c:v>
                </c:pt>
                <c:pt idx="6833">
                  <c:v>2192804.9353504539</c:v>
                </c:pt>
                <c:pt idx="6834">
                  <c:v>2187761.6239495561</c:v>
                </c:pt>
                <c:pt idx="6835">
                  <c:v>2187761.6239495561</c:v>
                </c:pt>
                <c:pt idx="6836">
                  <c:v>2182729.9118430074</c:v>
                </c:pt>
                <c:pt idx="6837">
                  <c:v>2177709.772353163</c:v>
                </c:pt>
                <c:pt idx="6838">
                  <c:v>2172701.1788637475</c:v>
                </c:pt>
                <c:pt idx="6839">
                  <c:v>2172701.1788637475</c:v>
                </c:pt>
                <c:pt idx="6840">
                  <c:v>2167704.1048196997</c:v>
                </c:pt>
                <c:pt idx="6841">
                  <c:v>2162718.523727024</c:v>
                </c:pt>
                <c:pt idx="6842">
                  <c:v>2157744.4091526684</c:v>
                </c:pt>
                <c:pt idx="6843">
                  <c:v>2157744.4091526684</c:v>
                </c:pt>
                <c:pt idx="6844">
                  <c:v>2152781.7347243773</c:v>
                </c:pt>
                <c:pt idx="6845">
                  <c:v>2147830.4741305369</c:v>
                </c:pt>
                <c:pt idx="6846">
                  <c:v>2142890.6011200636</c:v>
                </c:pt>
                <c:pt idx="6847">
                  <c:v>2142890.6011200636</c:v>
                </c:pt>
                <c:pt idx="6848">
                  <c:v>2137962.0895022359</c:v>
                </c:pt>
                <c:pt idx="6849">
                  <c:v>2133044.9131465787</c:v>
                </c:pt>
                <c:pt idx="6850">
                  <c:v>2128139.0459827166</c:v>
                </c:pt>
                <c:pt idx="6851">
                  <c:v>2128139.0459827166</c:v>
                </c:pt>
                <c:pt idx="6852">
                  <c:v>2123244.4620002224</c:v>
                </c:pt>
                <c:pt idx="6853">
                  <c:v>2118361.1352485032</c:v>
                </c:pt>
                <c:pt idx="6854">
                  <c:v>2113489.0398366507</c:v>
                </c:pt>
                <c:pt idx="6855">
                  <c:v>2113489.0398366507</c:v>
                </c:pt>
                <c:pt idx="6856">
                  <c:v>2108628.1499332916</c:v>
                </c:pt>
                <c:pt idx="6857">
                  <c:v>2103778.4397664797</c:v>
                </c:pt>
                <c:pt idx="6858">
                  <c:v>2098939.8836235274</c:v>
                </c:pt>
                <c:pt idx="6859">
                  <c:v>2098939.8836235274</c:v>
                </c:pt>
                <c:pt idx="6860">
                  <c:v>2094112.4558508941</c:v>
                </c:pt>
                <c:pt idx="6861">
                  <c:v>2089296.1308540432</c:v>
                </c:pt>
                <c:pt idx="6862">
                  <c:v>2084490.8830972912</c:v>
                </c:pt>
                <c:pt idx="6863">
                  <c:v>2084490.8830972912</c:v>
                </c:pt>
                <c:pt idx="6864">
                  <c:v>2079696.6871036964</c:v>
                </c:pt>
                <c:pt idx="6865">
                  <c:v>2074913.5174549129</c:v>
                </c:pt>
                <c:pt idx="6866">
                  <c:v>2070141.3487910437</c:v>
                </c:pt>
                <c:pt idx="6867">
                  <c:v>2070141.3487910437</c:v>
                </c:pt>
                <c:pt idx="6868">
                  <c:v>2065380.1558105331</c:v>
                </c:pt>
                <c:pt idx="6869">
                  <c:v>2060629.9132700027</c:v>
                </c:pt>
                <c:pt idx="6870">
                  <c:v>2055890.5959841427</c:v>
                </c:pt>
                <c:pt idx="6871">
                  <c:v>2051162.1788255686</c:v>
                </c:pt>
                <c:pt idx="6872">
                  <c:v>2051162.1788255686</c:v>
                </c:pt>
                <c:pt idx="6873">
                  <c:v>2046444.6367246758</c:v>
                </c:pt>
                <c:pt idx="6874">
                  <c:v>2041737.9446695296</c:v>
                </c:pt>
                <c:pt idx="6875">
                  <c:v>2037042.0777057207</c:v>
                </c:pt>
                <c:pt idx="6876">
                  <c:v>2037042.0777057207</c:v>
                </c:pt>
                <c:pt idx="6877">
                  <c:v>2032357.0109362227</c:v>
                </c:pt>
                <c:pt idx="6878">
                  <c:v>2027682.7195212853</c:v>
                </c:pt>
                <c:pt idx="6879">
                  <c:v>2023019.1786782735</c:v>
                </c:pt>
                <c:pt idx="6880">
                  <c:v>2023019.1786782735</c:v>
                </c:pt>
                <c:pt idx="6881">
                  <c:v>2018366.3636815613</c:v>
                </c:pt>
                <c:pt idx="6882">
                  <c:v>2013724.2498623908</c:v>
                </c:pt>
                <c:pt idx="6883">
                  <c:v>2009092.8126087291</c:v>
                </c:pt>
                <c:pt idx="6884">
                  <c:v>2009092.8126087291</c:v>
                </c:pt>
                <c:pt idx="6885">
                  <c:v>2004472.0273651609</c:v>
                </c:pt>
                <c:pt idx="6886">
                  <c:v>1999861.8696327459</c:v>
                </c:pt>
                <c:pt idx="6887">
                  <c:v>1995262.31496888</c:v>
                </c:pt>
                <c:pt idx="6888">
                  <c:v>1995262.31496888</c:v>
                </c:pt>
                <c:pt idx="6889">
                  <c:v>1990673.3389871928</c:v>
                </c:pt>
                <c:pt idx="6890">
                  <c:v>1986094.9173573726</c:v>
                </c:pt>
                <c:pt idx="6891">
                  <c:v>1981527.025805098</c:v>
                </c:pt>
                <c:pt idx="6892">
                  <c:v>1981527.025805098</c:v>
                </c:pt>
                <c:pt idx="6893">
                  <c:v>1976969.6401118662</c:v>
                </c:pt>
                <c:pt idx="6894">
                  <c:v>1972422.7361148577</c:v>
                </c:pt>
                <c:pt idx="6895">
                  <c:v>1967886.2897068439</c:v>
                </c:pt>
                <c:pt idx="6896">
                  <c:v>1967886.2897068439</c:v>
                </c:pt>
                <c:pt idx="6897">
                  <c:v>1963360.2768360514</c:v>
                </c:pt>
                <c:pt idx="6898">
                  <c:v>1958844.6735059931</c:v>
                </c:pt>
                <c:pt idx="6899">
                  <c:v>1954339.4557754002</c:v>
                </c:pt>
                <c:pt idx="6900">
                  <c:v>1954339.4557754002</c:v>
                </c:pt>
                <c:pt idx="6901">
                  <c:v>1949844.5997580495</c:v>
                </c:pt>
                <c:pt idx="6902">
                  <c:v>1945360.0816226655</c:v>
                </c:pt>
                <c:pt idx="6903">
                  <c:v>1940885.877592783</c:v>
                </c:pt>
                <c:pt idx="6904">
                  <c:v>1940885.877592783</c:v>
                </c:pt>
                <c:pt idx="6905">
                  <c:v>1936421.9639466107</c:v>
                </c:pt>
                <c:pt idx="6906">
                  <c:v>1931968.3170169261</c:v>
                </c:pt>
                <c:pt idx="6907">
                  <c:v>1927524.9131909402</c:v>
                </c:pt>
                <c:pt idx="6908">
                  <c:v>1927524.9131909402</c:v>
                </c:pt>
                <c:pt idx="6909">
                  <c:v>1923091.7289101612</c:v>
                </c:pt>
                <c:pt idx="6910">
                  <c:v>1918668.7406702943</c:v>
                </c:pt>
                <c:pt idx="6911">
                  <c:v>1914255.9250210891</c:v>
                </c:pt>
                <c:pt idx="6912">
                  <c:v>1914255.9250210891</c:v>
                </c:pt>
                <c:pt idx="6913">
                  <c:v>1909853.2585662403</c:v>
                </c:pt>
                <c:pt idx="6914">
                  <c:v>1905460.7179632513</c:v>
                </c:pt>
                <c:pt idx="6915">
                  <c:v>1901078.2799233028</c:v>
                </c:pt>
                <c:pt idx="6916">
                  <c:v>1901078.2799233028</c:v>
                </c:pt>
                <c:pt idx="6917">
                  <c:v>1896705.9212111477</c:v>
                </c:pt>
                <c:pt idx="6918">
                  <c:v>1892343.6186449789</c:v>
                </c:pt>
                <c:pt idx="6919">
                  <c:v>1887991.3490962957</c:v>
                </c:pt>
                <c:pt idx="6920">
                  <c:v>1887991.3490962957</c:v>
                </c:pt>
                <c:pt idx="6921">
                  <c:v>1883649.0894898048</c:v>
                </c:pt>
                <c:pt idx="6922">
                  <c:v>1879316.8168032714</c:v>
                </c:pt>
                <c:pt idx="6923">
                  <c:v>1874994.5080674202</c:v>
                </c:pt>
                <c:pt idx="6924">
                  <c:v>1874994.5080674202</c:v>
                </c:pt>
                <c:pt idx="6925">
                  <c:v>1870682.1403658041</c:v>
                </c:pt>
                <c:pt idx="6926">
                  <c:v>1866379.6908346722</c:v>
                </c:pt>
                <c:pt idx="6927">
                  <c:v>1862087.1366628683</c:v>
                </c:pt>
                <c:pt idx="6928">
                  <c:v>1862087.1366628683</c:v>
                </c:pt>
                <c:pt idx="6929">
                  <c:v>1857804.4550917014</c:v>
                </c:pt>
                <c:pt idx="6930">
                  <c:v>1853531.6234148131</c:v>
                </c:pt>
                <c:pt idx="6931">
                  <c:v>1849268.6189780817</c:v>
                </c:pt>
                <c:pt idx="6932">
                  <c:v>1849268.6189780817</c:v>
                </c:pt>
                <c:pt idx="6933">
                  <c:v>1845015.4191794759</c:v>
                </c:pt>
                <c:pt idx="6934">
                  <c:v>1840772.0014689569</c:v>
                </c:pt>
                <c:pt idx="6935">
                  <c:v>1836538.3433483494</c:v>
                </c:pt>
                <c:pt idx="6936">
                  <c:v>1836538.3433483494</c:v>
                </c:pt>
                <c:pt idx="6937">
                  <c:v>1832314.4223712133</c:v>
                </c:pt>
                <c:pt idx="6938">
                  <c:v>1828100.2161427431</c:v>
                </c:pt>
                <c:pt idx="6939">
                  <c:v>1823895.7023196402</c:v>
                </c:pt>
                <c:pt idx="6940">
                  <c:v>1823895.7023196402</c:v>
                </c:pt>
                <c:pt idx="6941">
                  <c:v>1819700.8586099846</c:v>
                </c:pt>
                <c:pt idx="6942">
                  <c:v>1815515.6627731386</c:v>
                </c:pt>
                <c:pt idx="6943">
                  <c:v>1811340.0926196042</c:v>
                </c:pt>
                <c:pt idx="6944">
                  <c:v>1811340.0926196042</c:v>
                </c:pt>
                <c:pt idx="6945">
                  <c:v>1807174.1260109276</c:v>
                </c:pt>
                <c:pt idx="6946">
                  <c:v>1803017.7408595714</c:v>
                </c:pt>
                <c:pt idx="6947">
                  <c:v>1798870.9151287889</c:v>
                </c:pt>
                <c:pt idx="6948">
                  <c:v>1798870.9151287889</c:v>
                </c:pt>
                <c:pt idx="6949">
                  <c:v>1794733.6268325264</c:v>
                </c:pt>
                <c:pt idx="6950">
                  <c:v>1790605.854035296</c:v>
                </c:pt>
                <c:pt idx="6951">
                  <c:v>1786487.5748520512</c:v>
                </c:pt>
                <c:pt idx="6952">
                  <c:v>1786487.5748520512</c:v>
                </c:pt>
                <c:pt idx="6953">
                  <c:v>1782378.7674480919</c:v>
                </c:pt>
                <c:pt idx="6954">
                  <c:v>1778279.4100389241</c:v>
                </c:pt>
                <c:pt idx="6955">
                  <c:v>1774189.4808901658</c:v>
                </c:pt>
                <c:pt idx="6956">
                  <c:v>1774189.4808901658</c:v>
                </c:pt>
                <c:pt idx="6957">
                  <c:v>1770108.958317423</c:v>
                </c:pt>
                <c:pt idx="6958">
                  <c:v>1766037.820686165</c:v>
                </c:pt>
                <c:pt idx="6959">
                  <c:v>1761976.0464116349</c:v>
                </c:pt>
                <c:pt idx="6960">
                  <c:v>1761976.0464116349</c:v>
                </c:pt>
                <c:pt idx="6961">
                  <c:v>1757923.6139586938</c:v>
                </c:pt>
                <c:pt idx="6962">
                  <c:v>1753880.5018417612</c:v>
                </c:pt>
                <c:pt idx="6963">
                  <c:v>1749846.6886246621</c:v>
                </c:pt>
                <c:pt idx="6964">
                  <c:v>1745822.1529205076</c:v>
                </c:pt>
                <c:pt idx="6965">
                  <c:v>1745822.1529205076</c:v>
                </c:pt>
                <c:pt idx="6966">
                  <c:v>1741806.8733916136</c:v>
                </c:pt>
                <c:pt idx="6967">
                  <c:v>1737800.8287493798</c:v>
                </c:pt>
                <c:pt idx="6968">
                  <c:v>1733803.9977541412</c:v>
                </c:pt>
                <c:pt idx="6969">
                  <c:v>1733803.9977541412</c:v>
                </c:pt>
                <c:pt idx="6970">
                  <c:v>1729816.3592151066</c:v>
                </c:pt>
                <c:pt idx="6971">
                  <c:v>1725837.8919902074</c:v>
                </c:pt>
                <c:pt idx="6972">
                  <c:v>1721868.5749860096</c:v>
                </c:pt>
                <c:pt idx="6973">
                  <c:v>1721868.5749860096</c:v>
                </c:pt>
                <c:pt idx="6974">
                  <c:v>1717908.3871575927</c:v>
                </c:pt>
                <c:pt idx="6975">
                  <c:v>1713957.3075084286</c:v>
                </c:pt>
                <c:pt idx="6976">
                  <c:v>1710015.3150902896</c:v>
                </c:pt>
                <c:pt idx="6977">
                  <c:v>1710015.3150902896</c:v>
                </c:pt>
                <c:pt idx="6978">
                  <c:v>1706082.3890031273</c:v>
                </c:pt>
                <c:pt idx="6979">
                  <c:v>1702158.5083949533</c:v>
                </c:pt>
                <c:pt idx="6980">
                  <c:v>1698243.6524617488</c:v>
                </c:pt>
                <c:pt idx="6981">
                  <c:v>1698243.6524617488</c:v>
                </c:pt>
                <c:pt idx="6982">
                  <c:v>1694337.8004473317</c:v>
                </c:pt>
                <c:pt idx="6983">
                  <c:v>1690440.9316432662</c:v>
                </c:pt>
                <c:pt idx="6984">
                  <c:v>1686553.0253887451</c:v>
                </c:pt>
                <c:pt idx="6985">
                  <c:v>1686553.0253887451</c:v>
                </c:pt>
                <c:pt idx="6986">
                  <c:v>1682674.0610704701</c:v>
                </c:pt>
                <c:pt idx="6987">
                  <c:v>1678804.018122562</c:v>
                </c:pt>
                <c:pt idx="6988">
                  <c:v>1674942.8760264406</c:v>
                </c:pt>
                <c:pt idx="6989">
                  <c:v>1674942.8760264406</c:v>
                </c:pt>
                <c:pt idx="6990">
                  <c:v>1671090.6143107098</c:v>
                </c:pt>
                <c:pt idx="6991">
                  <c:v>1667247.2125510667</c:v>
                </c:pt>
                <c:pt idx="6992">
                  <c:v>1663412.6503701722</c:v>
                </c:pt>
                <c:pt idx="6993">
                  <c:v>1663412.6503701722</c:v>
                </c:pt>
                <c:pt idx="6994">
                  <c:v>1659586.9074375622</c:v>
                </c:pt>
                <c:pt idx="6995">
                  <c:v>1655769.9634695316</c:v>
                </c:pt>
                <c:pt idx="6996">
                  <c:v>1651961.7982290173</c:v>
                </c:pt>
                <c:pt idx="6997">
                  <c:v>1651961.7982290173</c:v>
                </c:pt>
                <c:pt idx="6998">
                  <c:v>1648162.3915255093</c:v>
                </c:pt>
                <c:pt idx="6999">
                  <c:v>1644371.7232149346</c:v>
                </c:pt>
                <c:pt idx="7000">
                  <c:v>1640589.773199541</c:v>
                </c:pt>
                <c:pt idx="7001">
                  <c:v>1640589.773199541</c:v>
                </c:pt>
                <c:pt idx="7002">
                  <c:v>1636816.5214278121</c:v>
                </c:pt>
                <c:pt idx="7003">
                  <c:v>1633051.9478943367</c:v>
                </c:pt>
                <c:pt idx="7004">
                  <c:v>1629296.0326397235</c:v>
                </c:pt>
                <c:pt idx="7005">
                  <c:v>1629296.0326397235</c:v>
                </c:pt>
                <c:pt idx="7006">
                  <c:v>1625548.7557504869</c:v>
                </c:pt>
                <c:pt idx="7007">
                  <c:v>1621810.0973589318</c:v>
                </c:pt>
                <c:pt idx="7008">
                  <c:v>1618080.0376430664</c:v>
                </c:pt>
                <c:pt idx="7009">
                  <c:v>1618080.0376430664</c:v>
                </c:pt>
                <c:pt idx="7010">
                  <c:v>1614358.5568264886</c:v>
                </c:pt>
                <c:pt idx="7011">
                  <c:v>1610645.6351782717</c:v>
                </c:pt>
                <c:pt idx="7012">
                  <c:v>1606941.2530128802</c:v>
                </c:pt>
                <c:pt idx="7013">
                  <c:v>1606941.2530128802</c:v>
                </c:pt>
                <c:pt idx="7014">
                  <c:v>1603245.3906900433</c:v>
                </c:pt>
                <c:pt idx="7015">
                  <c:v>1599558.0286146696</c:v>
                </c:pt>
                <c:pt idx="7016">
                  <c:v>1595879.1472367351</c:v>
                </c:pt>
                <c:pt idx="7017">
                  <c:v>1595879.1472367351</c:v>
                </c:pt>
                <c:pt idx="7018">
                  <c:v>1592208.7270511715</c:v>
                </c:pt>
                <c:pt idx="7019">
                  <c:v>1588546.7485977791</c:v>
                </c:pt>
                <c:pt idx="7020">
                  <c:v>1584893.1924611153</c:v>
                </c:pt>
                <c:pt idx="7021">
                  <c:v>1584893.1924611153</c:v>
                </c:pt>
                <c:pt idx="7022">
                  <c:v>1581248.039270384</c:v>
                </c:pt>
                <c:pt idx="7023">
                  <c:v>1577611.2696993512</c:v>
                </c:pt>
                <c:pt idx="7024">
                  <c:v>1573982.8644662208</c:v>
                </c:pt>
                <c:pt idx="7025">
                  <c:v>1573982.8644662208</c:v>
                </c:pt>
                <c:pt idx="7026">
                  <c:v>1570362.8043335527</c:v>
                </c:pt>
                <c:pt idx="7027">
                  <c:v>1566751.0701081511</c:v>
                </c:pt>
                <c:pt idx="7028">
                  <c:v>1563147.6426409548</c:v>
                </c:pt>
                <c:pt idx="7029">
                  <c:v>1563147.6426409548</c:v>
                </c:pt>
                <c:pt idx="7030">
                  <c:v>1559552.5028269533</c:v>
                </c:pt>
                <c:pt idx="7031">
                  <c:v>1555965.6316050759</c:v>
                </c:pt>
                <c:pt idx="7032">
                  <c:v>1552387.0099580826</c:v>
                </c:pt>
                <c:pt idx="7033">
                  <c:v>1552387.0099580826</c:v>
                </c:pt>
                <c:pt idx="7034">
                  <c:v>1548816.6189124861</c:v>
                </c:pt>
                <c:pt idx="7035">
                  <c:v>1545254.4395384174</c:v>
                </c:pt>
                <c:pt idx="7036">
                  <c:v>1541700.4529495591</c:v>
                </c:pt>
                <c:pt idx="7037">
                  <c:v>1541700.4529495591</c:v>
                </c:pt>
                <c:pt idx="7038">
                  <c:v>1538154.640303039</c:v>
                </c:pt>
                <c:pt idx="7039">
                  <c:v>1534616.9827992974</c:v>
                </c:pt>
                <c:pt idx="7040">
                  <c:v>1531087.4616820321</c:v>
                </c:pt>
                <c:pt idx="7041">
                  <c:v>1531087.4616820321</c:v>
                </c:pt>
                <c:pt idx="7042">
                  <c:v>1527566.0582380763</c:v>
                </c:pt>
                <c:pt idx="7043">
                  <c:v>1524052.7537972939</c:v>
                </c:pt>
                <c:pt idx="7044">
                  <c:v>1520547.5297324997</c:v>
                </c:pt>
                <c:pt idx="7045">
                  <c:v>1520547.5297324997</c:v>
                </c:pt>
                <c:pt idx="7046">
                  <c:v>1517050.3674593398</c:v>
                </c:pt>
                <c:pt idx="7047">
                  <c:v>1513561.2484362102</c:v>
                </c:pt>
                <c:pt idx="7048">
                  <c:v>1510080.154164152</c:v>
                </c:pt>
                <c:pt idx="7049">
                  <c:v>1510080.154164152</c:v>
                </c:pt>
                <c:pt idx="7050">
                  <c:v>1506607.0661867445</c:v>
                </c:pt>
                <c:pt idx="7051">
                  <c:v>1503141.9660900238</c:v>
                </c:pt>
                <c:pt idx="7052">
                  <c:v>1499684.8355023765</c:v>
                </c:pt>
                <c:pt idx="7053">
                  <c:v>1496235.6560944356</c:v>
                </c:pt>
                <c:pt idx="7054">
                  <c:v>1496235.6560944356</c:v>
                </c:pt>
                <c:pt idx="7055">
                  <c:v>1492794.409579</c:v>
                </c:pt>
                <c:pt idx="7056">
                  <c:v>1489361.0777109179</c:v>
                </c:pt>
                <c:pt idx="7057">
                  <c:v>1485935.6422870085</c:v>
                </c:pt>
                <c:pt idx="7058">
                  <c:v>1485935.6422870085</c:v>
                </c:pt>
                <c:pt idx="7059">
                  <c:v>1482518.0851459568</c:v>
                </c:pt>
                <c:pt idx="7060">
                  <c:v>1479108.3881682095</c:v>
                </c:pt>
                <c:pt idx="7061">
                  <c:v>1475706.5332758955</c:v>
                </c:pt>
                <c:pt idx="7062">
                  <c:v>1475706.5332758955</c:v>
                </c:pt>
                <c:pt idx="7063">
                  <c:v>1472312.5024327214</c:v>
                </c:pt>
                <c:pt idx="7064">
                  <c:v>1468926.2776438685</c:v>
                </c:pt>
                <c:pt idx="7065">
                  <c:v>1465547.8409559147</c:v>
                </c:pt>
                <c:pt idx="7066">
                  <c:v>1465547.8409559147</c:v>
                </c:pt>
                <c:pt idx="7067">
                  <c:v>1462177.1744567205</c:v>
                </c:pt>
                <c:pt idx="7068">
                  <c:v>1458814.2602753495</c:v>
                </c:pt>
                <c:pt idx="7069">
                  <c:v>1455459.0805819687</c:v>
                </c:pt>
                <c:pt idx="7070">
                  <c:v>1455459.0805819687</c:v>
                </c:pt>
                <c:pt idx="7071">
                  <c:v>1452111.617587744</c:v>
                </c:pt>
                <c:pt idx="7072">
                  <c:v>1448771.8535447624</c:v>
                </c:pt>
                <c:pt idx="7073">
                  <c:v>1445439.7707459298</c:v>
                </c:pt>
                <c:pt idx="7074">
                  <c:v>1445439.7707459298</c:v>
                </c:pt>
                <c:pt idx="7075">
                  <c:v>1442115.3515248699</c:v>
                </c:pt>
                <c:pt idx="7076">
                  <c:v>1438798.5782558483</c:v>
                </c:pt>
                <c:pt idx="7077">
                  <c:v>1435489.4333536576</c:v>
                </c:pt>
                <c:pt idx="7078">
                  <c:v>1435489.4333536576</c:v>
                </c:pt>
                <c:pt idx="7079">
                  <c:v>1432187.8992735441</c:v>
                </c:pt>
                <c:pt idx="7080">
                  <c:v>1428893.958511105</c:v>
                </c:pt>
                <c:pt idx="7081">
                  <c:v>1425607.5936021896</c:v>
                </c:pt>
                <c:pt idx="7082">
                  <c:v>1425607.5936021896</c:v>
                </c:pt>
                <c:pt idx="7083">
                  <c:v>1422328.78712282</c:v>
                </c:pt>
                <c:pt idx="7084">
                  <c:v>1419057.5216890939</c:v>
                </c:pt>
                <c:pt idx="7085">
                  <c:v>1415793.7799570824</c:v>
                </c:pt>
                <c:pt idx="7086">
                  <c:v>1415793.7799570824</c:v>
                </c:pt>
                <c:pt idx="7087">
                  <c:v>1412537.5446227565</c:v>
                </c:pt>
                <c:pt idx="7088">
                  <c:v>1409288.798421876</c:v>
                </c:pt>
                <c:pt idx="7089">
                  <c:v>1406047.5241299141</c:v>
                </c:pt>
                <c:pt idx="7090">
                  <c:v>1406047.5241299141</c:v>
                </c:pt>
                <c:pt idx="7091">
                  <c:v>1402813.70456196</c:v>
                </c:pt>
                <c:pt idx="7092">
                  <c:v>1399587.322572619</c:v>
                </c:pt>
                <c:pt idx="7093">
                  <c:v>1396368.3610559376</c:v>
                </c:pt>
                <c:pt idx="7094">
                  <c:v>1396368.3610559376</c:v>
                </c:pt>
                <c:pt idx="7095">
                  <c:v>1393156.8029453044</c:v>
                </c:pt>
                <c:pt idx="7096">
                  <c:v>1389952.6312133537</c:v>
                </c:pt>
                <c:pt idx="7097">
                  <c:v>1386755.8288718904</c:v>
                </c:pt>
                <c:pt idx="7098">
                  <c:v>1386755.8288718904</c:v>
                </c:pt>
                <c:pt idx="7099">
                  <c:v>1383566.3789717818</c:v>
                </c:pt>
                <c:pt idx="7100">
                  <c:v>1380384.2646028849</c:v>
                </c:pt>
                <c:pt idx="7101">
                  <c:v>1377209.468893948</c:v>
                </c:pt>
                <c:pt idx="7102">
                  <c:v>1377209.468893948</c:v>
                </c:pt>
                <c:pt idx="7103">
                  <c:v>1374041.9750125157</c:v>
                </c:pt>
                <c:pt idx="7104">
                  <c:v>1370881.7661648532</c:v>
                </c:pt>
                <c:pt idx="7105">
                  <c:v>1367728.8255958525</c:v>
                </c:pt>
                <c:pt idx="7106">
                  <c:v>1367728.8255958525</c:v>
                </c:pt>
                <c:pt idx="7107">
                  <c:v>1364583.1365889246</c:v>
                </c:pt>
                <c:pt idx="7108">
                  <c:v>1361444.682465954</c:v>
                </c:pt>
                <c:pt idx="7109">
                  <c:v>1358313.446587157</c:v>
                </c:pt>
                <c:pt idx="7110">
                  <c:v>1358313.446587157</c:v>
                </c:pt>
                <c:pt idx="7111">
                  <c:v>1355189.4123510381</c:v>
                </c:pt>
                <c:pt idx="7112">
                  <c:v>1352072.5631942807</c:v>
                </c:pt>
                <c:pt idx="7113">
                  <c:v>1348962.8825916562</c:v>
                </c:pt>
                <c:pt idx="7114">
                  <c:v>1348962.8825916562</c:v>
                </c:pt>
                <c:pt idx="7115">
                  <c:v>1345860.3540559497</c:v>
                </c:pt>
                <c:pt idx="7116">
                  <c:v>1342764.9611378668</c:v>
                </c:pt>
                <c:pt idx="7117">
                  <c:v>1339676.687425937</c:v>
                </c:pt>
                <c:pt idx="7118">
                  <c:v>1339676.687425937</c:v>
                </c:pt>
                <c:pt idx="7119">
                  <c:v>1336595.5165464457</c:v>
                </c:pt>
                <c:pt idx="7120">
                  <c:v>1333521.4321633265</c:v>
                </c:pt>
                <c:pt idx="7121">
                  <c:v>1330454.4179780926</c:v>
                </c:pt>
                <c:pt idx="7122">
                  <c:v>1330454.4179780926</c:v>
                </c:pt>
                <c:pt idx="7123">
                  <c:v>1327394.4577297424</c:v>
                </c:pt>
                <c:pt idx="7124">
                  <c:v>1324341.5351946668</c:v>
                </c:pt>
                <c:pt idx="7125">
                  <c:v>1321295.6341865787</c:v>
                </c:pt>
                <c:pt idx="7126">
                  <c:v>1321295.6341865787</c:v>
                </c:pt>
                <c:pt idx="7127">
                  <c:v>1318256.7385564097</c:v>
                </c:pt>
                <c:pt idx="7128">
                  <c:v>1315224.8321922401</c:v>
                </c:pt>
                <c:pt idx="7129">
                  <c:v>1312199.8990192062</c:v>
                </c:pt>
                <c:pt idx="7130">
                  <c:v>1312199.8990192062</c:v>
                </c:pt>
                <c:pt idx="7131">
                  <c:v>1309181.922999409</c:v>
                </c:pt>
                <c:pt idx="7132">
                  <c:v>1306170.8881318427</c:v>
                </c:pt>
                <c:pt idx="7133">
                  <c:v>1303166.7784523019</c:v>
                </c:pt>
                <c:pt idx="7134">
                  <c:v>1303166.7784523019</c:v>
                </c:pt>
                <c:pt idx="7135">
                  <c:v>1300169.578033292</c:v>
                </c:pt>
                <c:pt idx="7136">
                  <c:v>1297179.2709839591</c:v>
                </c:pt>
                <c:pt idx="7137">
                  <c:v>1294195.8414499881</c:v>
                </c:pt>
                <c:pt idx="7138">
                  <c:v>1294195.8414499881</c:v>
                </c:pt>
                <c:pt idx="7139">
                  <c:v>1291219.2736135353</c:v>
                </c:pt>
                <c:pt idx="7140">
                  <c:v>1288249.5516931366</c:v>
                </c:pt>
                <c:pt idx="7141">
                  <c:v>1285286.6599436172</c:v>
                </c:pt>
                <c:pt idx="7142">
                  <c:v>1285286.6599436172</c:v>
                </c:pt>
                <c:pt idx="7143">
                  <c:v>1282330.5826560224</c:v>
                </c:pt>
                <c:pt idx="7144">
                  <c:v>1279381.3041575269</c:v>
                </c:pt>
                <c:pt idx="7145">
                  <c:v>1276438.8088113451</c:v>
                </c:pt>
                <c:pt idx="7146">
                  <c:v>1273503.0810166644</c:v>
                </c:pt>
                <c:pt idx="7147">
                  <c:v>1273503.0810166644</c:v>
                </c:pt>
                <c:pt idx="7148">
                  <c:v>1270574.1052085434</c:v>
                </c:pt>
                <c:pt idx="7149">
                  <c:v>1267651.8658578463</c:v>
                </c:pt>
                <c:pt idx="7150">
                  <c:v>1264736.3474711536</c:v>
                </c:pt>
                <c:pt idx="7151">
                  <c:v>1264736.3474711536</c:v>
                </c:pt>
                <c:pt idx="7152">
                  <c:v>1261827.534590672</c:v>
                </c:pt>
                <c:pt idx="7153">
                  <c:v>1258925.4117941677</c:v>
                </c:pt>
                <c:pt idx="7154">
                  <c:v>1256029.9636948765</c:v>
                </c:pt>
                <c:pt idx="7155">
                  <c:v>1256029.9636948765</c:v>
                </c:pt>
                <c:pt idx="7156">
                  <c:v>1253141.1749414168</c:v>
                </c:pt>
                <c:pt idx="7157">
                  <c:v>1250259.0302177223</c:v>
                </c:pt>
                <c:pt idx="7158">
                  <c:v>1247383.5142429443</c:v>
                </c:pt>
                <c:pt idx="7159">
                  <c:v>1247383.5142429443</c:v>
                </c:pt>
                <c:pt idx="7160">
                  <c:v>1244514.6117713857</c:v>
                </c:pt>
                <c:pt idx="7161">
                  <c:v>1241652.3075924129</c:v>
                </c:pt>
                <c:pt idx="7162">
                  <c:v>1238796.5865303702</c:v>
                </c:pt>
                <c:pt idx="7163">
                  <c:v>1238796.5865303702</c:v>
                </c:pt>
                <c:pt idx="7164">
                  <c:v>1235947.4334445104</c:v>
                </c:pt>
                <c:pt idx="7165">
                  <c:v>1233104.8332289106</c:v>
                </c:pt>
                <c:pt idx="7166">
                  <c:v>1230268.770812382</c:v>
                </c:pt>
                <c:pt idx="7167">
                  <c:v>1230268.770812382</c:v>
                </c:pt>
                <c:pt idx="7168">
                  <c:v>1227439.231158409</c:v>
                </c:pt>
                <c:pt idx="7169">
                  <c:v>1224616.1992650498</c:v>
                </c:pt>
                <c:pt idx="7170">
                  <c:v>1221799.660164872</c:v>
                </c:pt>
                <c:pt idx="7171">
                  <c:v>1221799.660164872</c:v>
                </c:pt>
                <c:pt idx="7172">
                  <c:v>1218989.598924868</c:v>
                </c:pt>
                <c:pt idx="7173">
                  <c:v>1216186.0006463686</c:v>
                </c:pt>
                <c:pt idx="7174">
                  <c:v>1213388.8504649769</c:v>
                </c:pt>
                <c:pt idx="7175">
                  <c:v>1213388.8504649769</c:v>
                </c:pt>
                <c:pt idx="7176">
                  <c:v>1210598.1335504835</c:v>
                </c:pt>
                <c:pt idx="7177">
                  <c:v>1207813.8351067803</c:v>
                </c:pt>
                <c:pt idx="7178">
                  <c:v>1205035.9403718011</c:v>
                </c:pt>
                <c:pt idx="7179">
                  <c:v>1205035.9403718011</c:v>
                </c:pt>
                <c:pt idx="7180">
                  <c:v>1202264.4346174158</c:v>
                </c:pt>
                <c:pt idx="7181">
                  <c:v>1199499.3031493786</c:v>
                </c:pt>
                <c:pt idx="7182">
                  <c:v>1196740.5313072468</c:v>
                </c:pt>
                <c:pt idx="7183">
                  <c:v>1196740.5313072468</c:v>
                </c:pt>
                <c:pt idx="7184">
                  <c:v>1193988.1044642755</c:v>
                </c:pt>
                <c:pt idx="7185">
                  <c:v>1191242.0080273764</c:v>
                </c:pt>
                <c:pt idx="7186">
                  <c:v>1188502.2274370212</c:v>
                </c:pt>
                <c:pt idx="7187">
                  <c:v>1188502.2274370212</c:v>
                </c:pt>
                <c:pt idx="7188">
                  <c:v>1185768.7481671621</c:v>
                </c:pt>
                <c:pt idx="7189">
                  <c:v>1183041.555725168</c:v>
                </c:pt>
                <c:pt idx="7190">
                  <c:v>1180320.6356517321</c:v>
                </c:pt>
                <c:pt idx="7191">
                  <c:v>1180320.6356517321</c:v>
                </c:pt>
                <c:pt idx="7192">
                  <c:v>1177605.9735208089</c:v>
                </c:pt>
                <c:pt idx="7193">
                  <c:v>1174897.5549395324</c:v>
                </c:pt>
                <c:pt idx="7194">
                  <c:v>1172195.3655481325</c:v>
                </c:pt>
                <c:pt idx="7195">
                  <c:v>1172195.3655481325</c:v>
                </c:pt>
                <c:pt idx="7196">
                  <c:v>1169499.3910198722</c:v>
                </c:pt>
                <c:pt idx="7197">
                  <c:v>1166809.6170609649</c:v>
                </c:pt>
                <c:pt idx="7198">
                  <c:v>1164126.0294104929</c:v>
                </c:pt>
                <c:pt idx="7199">
                  <c:v>1164126.0294104929</c:v>
                </c:pt>
                <c:pt idx="7200">
                  <c:v>1161448.6138403455</c:v>
                </c:pt>
                <c:pt idx="7201">
                  <c:v>1158777.356155128</c:v>
                </c:pt>
                <c:pt idx="7202">
                  <c:v>1156112.2421921</c:v>
                </c:pt>
                <c:pt idx="7203">
                  <c:v>1156112.2421921</c:v>
                </c:pt>
                <c:pt idx="7204">
                  <c:v>1153453.2578210947</c:v>
                </c:pt>
                <c:pt idx="7205">
                  <c:v>1150800.3889444375</c:v>
                </c:pt>
                <c:pt idx="7206">
                  <c:v>1148153.6214968837</c:v>
                </c:pt>
                <c:pt idx="7207">
                  <c:v>1148153.6214968837</c:v>
                </c:pt>
                <c:pt idx="7208">
                  <c:v>1145512.9414455376</c:v>
                </c:pt>
                <c:pt idx="7209">
                  <c:v>1142878.334789773</c:v>
                </c:pt>
                <c:pt idx="7210">
                  <c:v>1140249.7875611712</c:v>
                </c:pt>
                <c:pt idx="7211">
                  <c:v>1140249.7875611712</c:v>
                </c:pt>
                <c:pt idx="7212">
                  <c:v>1137627.2858234325</c:v>
                </c:pt>
                <c:pt idx="7213">
                  <c:v>1135010.8156723159</c:v>
                </c:pt>
                <c:pt idx="7214">
                  <c:v>1132400.3632355591</c:v>
                </c:pt>
                <c:pt idx="7215">
                  <c:v>1132400.3632355591</c:v>
                </c:pt>
                <c:pt idx="7216">
                  <c:v>1129795.9146727992</c:v>
                </c:pt>
                <c:pt idx="7217">
                  <c:v>1127197.456175511</c:v>
                </c:pt>
                <c:pt idx="7218">
                  <c:v>1124604.9739669282</c:v>
                </c:pt>
                <c:pt idx="7219">
                  <c:v>1124604.9739669282</c:v>
                </c:pt>
                <c:pt idx="7220">
                  <c:v>1122018.4543019643</c:v>
                </c:pt>
                <c:pt idx="7221">
                  <c:v>1119437.8834671536</c:v>
                </c:pt>
                <c:pt idx="7222">
                  <c:v>1116863.2477805624</c:v>
                </c:pt>
                <c:pt idx="7223">
                  <c:v>1116863.2477805624</c:v>
                </c:pt>
                <c:pt idx="7224">
                  <c:v>1114294.5335917305</c:v>
                </c:pt>
                <c:pt idx="7225">
                  <c:v>1111731.727281593</c:v>
                </c:pt>
                <c:pt idx="7226">
                  <c:v>1109174.8152624019</c:v>
                </c:pt>
                <c:pt idx="7227">
                  <c:v>1109174.8152624019</c:v>
                </c:pt>
                <c:pt idx="7228">
                  <c:v>1106623.7839776664</c:v>
                </c:pt>
                <c:pt idx="7229">
                  <c:v>1104078.6199020746</c:v>
                </c:pt>
                <c:pt idx="7230">
                  <c:v>1101539.3095414157</c:v>
                </c:pt>
                <c:pt idx="7231">
                  <c:v>1101539.3095414157</c:v>
                </c:pt>
                <c:pt idx="7232">
                  <c:v>1099005.8394325229</c:v>
                </c:pt>
                <c:pt idx="7233">
                  <c:v>1096478.196143186</c:v>
                </c:pt>
                <c:pt idx="7234">
                  <c:v>1093956.366272094</c:v>
                </c:pt>
                <c:pt idx="7235">
                  <c:v>1091440.3364487579</c:v>
                </c:pt>
                <c:pt idx="7236">
                  <c:v>1091440.3364487579</c:v>
                </c:pt>
                <c:pt idx="7237">
                  <c:v>1088930.0933334341</c:v>
                </c:pt>
                <c:pt idx="7238">
                  <c:v>1086425.6236170654</c:v>
                </c:pt>
                <c:pt idx="7239">
                  <c:v>1083926.9140212047</c:v>
                </c:pt>
                <c:pt idx="7240">
                  <c:v>1083926.9140212047</c:v>
                </c:pt>
                <c:pt idx="7241">
                  <c:v>1081433.9512979384</c:v>
                </c:pt>
                <c:pt idx="7242">
                  <c:v>1078946.7222298302</c:v>
                </c:pt>
                <c:pt idx="7243">
                  <c:v>1076465.2136298355</c:v>
                </c:pt>
                <c:pt idx="7244">
                  <c:v>1076465.2136298355</c:v>
                </c:pt>
                <c:pt idx="7245">
                  <c:v>1073989.4123412448</c:v>
                </c:pt>
                <c:pt idx="7246">
                  <c:v>1071519.3052376076</c:v>
                </c:pt>
                <c:pt idx="7247">
                  <c:v>1069054.8792226582</c:v>
                </c:pt>
                <c:pt idx="7248">
                  <c:v>1069054.8792226582</c:v>
                </c:pt>
                <c:pt idx="7249">
                  <c:v>1066596.1212302574</c:v>
                </c:pt>
                <c:pt idx="7250">
                  <c:v>1064143.0182243187</c:v>
                </c:pt>
                <c:pt idx="7251">
                  <c:v>1061695.5571987247</c:v>
                </c:pt>
                <c:pt idx="7252">
                  <c:v>1061695.5571987247</c:v>
                </c:pt>
                <c:pt idx="7253">
                  <c:v>1059253.7251772918</c:v>
                </c:pt>
                <c:pt idx="7254">
                  <c:v>1056817.5092136606</c:v>
                </c:pt>
                <c:pt idx="7255">
                  <c:v>1054386.8963912604</c:v>
                </c:pt>
                <c:pt idx="7256">
                  <c:v>1054386.8963912604</c:v>
                </c:pt>
                <c:pt idx="7257">
                  <c:v>1051961.8738232255</c:v>
                </c:pt>
                <c:pt idx="7258">
                  <c:v>1049542.4286523242</c:v>
                </c:pt>
                <c:pt idx="7259">
                  <c:v>1047128.5480509007</c:v>
                </c:pt>
                <c:pt idx="7260">
                  <c:v>1047128.5480509007</c:v>
                </c:pt>
                <c:pt idx="7261">
                  <c:v>1044720.2192208023</c:v>
                </c:pt>
                <c:pt idx="7262">
                  <c:v>1042317.4293933057</c:v>
                </c:pt>
                <c:pt idx="7263">
                  <c:v>1039920.1658290619</c:v>
                </c:pt>
                <c:pt idx="7264">
                  <c:v>1039920.1658290619</c:v>
                </c:pt>
                <c:pt idx="7265">
                  <c:v>1037528.4158180145</c:v>
                </c:pt>
                <c:pt idx="7266">
                  <c:v>1035142.1666793451</c:v>
                </c:pt>
                <c:pt idx="7267">
                  <c:v>1032761.4057613998</c:v>
                </c:pt>
                <c:pt idx="7268">
                  <c:v>1032761.4057613998</c:v>
                </c:pt>
                <c:pt idx="7269">
                  <c:v>1030386.1204416177</c:v>
                </c:pt>
                <c:pt idx="7270">
                  <c:v>1028016.2981264744</c:v>
                </c:pt>
                <c:pt idx="7271">
                  <c:v>1025651.9262514096</c:v>
                </c:pt>
                <c:pt idx="7272">
                  <c:v>1025651.9262514096</c:v>
                </c:pt>
                <c:pt idx="7273">
                  <c:v>1023292.9922807553</c:v>
                </c:pt>
                <c:pt idx="7274">
                  <c:v>1020939.4837076822</c:v>
                </c:pt>
                <c:pt idx="7275">
                  <c:v>1018591.3880541185</c:v>
                </c:pt>
                <c:pt idx="7276">
                  <c:v>1018591.3880541185</c:v>
                </c:pt>
                <c:pt idx="7277">
                  <c:v>1016248.6928706965</c:v>
                </c:pt>
                <c:pt idx="7278">
                  <c:v>1013911.3857366814</c:v>
                </c:pt>
                <c:pt idx="7279">
                  <c:v>1011579.4542598998</c:v>
                </c:pt>
                <c:pt idx="7280">
                  <c:v>1011579.4542598998</c:v>
                </c:pt>
                <c:pt idx="7281">
                  <c:v>1009252.8860766849</c:v>
                </c:pt>
                <c:pt idx="7282">
                  <c:v>1006931.6688518059</c:v>
                </c:pt>
                <c:pt idx="7283">
                  <c:v>1004615.7902783961</c:v>
                </c:pt>
                <c:pt idx="7284">
                  <c:v>1004615.7902783961</c:v>
                </c:pt>
                <c:pt idx="7285">
                  <c:v>1002305.2380779017</c:v>
                </c:pt>
                <c:pt idx="7286">
                  <c:v>1000000</c:v>
                </c:pt>
                <c:pt idx="7287">
                  <c:v>997700.06382255396</c:v>
                </c:pt>
                <c:pt idx="7288">
                  <c:v>997700.06382255396</c:v>
                </c:pt>
                <c:pt idx="7289">
                  <c:v>995405.41735152865</c:v>
                </c:pt>
                <c:pt idx="7290">
                  <c:v>993116.04842093471</c:v>
                </c:pt>
                <c:pt idx="7291">
                  <c:v>990831.94489276956</c:v>
                </c:pt>
                <c:pt idx="7292">
                  <c:v>990831.94489276956</c:v>
                </c:pt>
                <c:pt idx="7293">
                  <c:v>988553.0946569402</c:v>
                </c:pt>
                <c:pt idx="7294">
                  <c:v>986279.48563121108</c:v>
                </c:pt>
                <c:pt idx="7295">
                  <c:v>984011.10576113546</c:v>
                </c:pt>
                <c:pt idx="7296">
                  <c:v>984011.10576113546</c:v>
                </c:pt>
                <c:pt idx="7297">
                  <c:v>981747.94301998545</c:v>
                </c:pt>
                <c:pt idx="7298">
                  <c:v>979489.98540869914</c:v>
                </c:pt>
                <c:pt idx="7299">
                  <c:v>977237.22095581202</c:v>
                </c:pt>
                <c:pt idx="7300">
                  <c:v>977237.22095581202</c:v>
                </c:pt>
                <c:pt idx="7301">
                  <c:v>974989.63771738764</c:v>
                </c:pt>
                <c:pt idx="7302">
                  <c:v>972747.2237769668</c:v>
                </c:pt>
                <c:pt idx="7303">
                  <c:v>970509.96724549064</c:v>
                </c:pt>
                <c:pt idx="7304">
                  <c:v>970509.96724549064</c:v>
                </c:pt>
                <c:pt idx="7305">
                  <c:v>968277.85626124952</c:v>
                </c:pt>
                <c:pt idx="7306">
                  <c:v>966050.87898981478</c:v>
                </c:pt>
                <c:pt idx="7307">
                  <c:v>963829.02362397127</c:v>
                </c:pt>
                <c:pt idx="7308">
                  <c:v>963829.02362397127</c:v>
                </c:pt>
                <c:pt idx="7309">
                  <c:v>961612.27838366467</c:v>
                </c:pt>
                <c:pt idx="7310">
                  <c:v>959400.63151593425</c:v>
                </c:pt>
                <c:pt idx="7311">
                  <c:v>957194.07129484485</c:v>
                </c:pt>
                <c:pt idx="7312">
                  <c:v>957194.07129484485</c:v>
                </c:pt>
                <c:pt idx="7313">
                  <c:v>954992.58602143743</c:v>
                </c:pt>
                <c:pt idx="7314">
                  <c:v>952796.16402365267</c:v>
                </c:pt>
                <c:pt idx="7315">
                  <c:v>950604.79365628154</c:v>
                </c:pt>
                <c:pt idx="7316">
                  <c:v>950604.79365628154</c:v>
                </c:pt>
                <c:pt idx="7317">
                  <c:v>948418.46330089821</c:v>
                </c:pt>
                <c:pt idx="7318">
                  <c:v>946237.16136579344</c:v>
                </c:pt>
                <c:pt idx="7319">
                  <c:v>944060.87628592318</c:v>
                </c:pt>
                <c:pt idx="7320">
                  <c:v>944060.87628592318</c:v>
                </c:pt>
                <c:pt idx="7321">
                  <c:v>941889.59652284381</c:v>
                </c:pt>
                <c:pt idx="7322">
                  <c:v>939723.310564638</c:v>
                </c:pt>
                <c:pt idx="7323">
                  <c:v>937562.006925883</c:v>
                </c:pt>
                <c:pt idx="7324">
                  <c:v>937562.006925883</c:v>
                </c:pt>
                <c:pt idx="7325">
                  <c:v>935405.67414755409</c:v>
                </c:pt>
                <c:pt idx="7326">
                  <c:v>933254.30079699249</c:v>
                </c:pt>
                <c:pt idx="7327">
                  <c:v>931107.87546783278</c:v>
                </c:pt>
                <c:pt idx="7328">
                  <c:v>928966.38677993813</c:v>
                </c:pt>
                <c:pt idx="7329">
                  <c:v>928966.38677993813</c:v>
                </c:pt>
                <c:pt idx="7330">
                  <c:v>926829.82337935036</c:v>
                </c:pt>
                <c:pt idx="7331">
                  <c:v>924698.17393822467</c:v>
                </c:pt>
                <c:pt idx="7332">
                  <c:v>922571.42715476465</c:v>
                </c:pt>
                <c:pt idx="7333">
                  <c:v>922571.42715476465</c:v>
                </c:pt>
                <c:pt idx="7334">
                  <c:v>920449.57175317383</c:v>
                </c:pt>
                <c:pt idx="7335">
                  <c:v>918332.59648358275</c:v>
                </c:pt>
                <c:pt idx="7336">
                  <c:v>916220.49012200092</c:v>
                </c:pt>
                <c:pt idx="7337">
                  <c:v>916220.49012200092</c:v>
                </c:pt>
                <c:pt idx="7338">
                  <c:v>914113.2414702524</c:v>
                </c:pt>
                <c:pt idx="7339">
                  <c:v>912010.83935591124</c:v>
                </c:pt>
                <c:pt idx="7340">
                  <c:v>909913.27263225242</c:v>
                </c:pt>
                <c:pt idx="7341">
                  <c:v>909913.27263225242</c:v>
                </c:pt>
                <c:pt idx="7342">
                  <c:v>907820.53017818765</c:v>
                </c:pt>
                <c:pt idx="7343">
                  <c:v>905732.60089820134</c:v>
                </c:pt>
                <c:pt idx="7344">
                  <c:v>903649.47372230364</c:v>
                </c:pt>
                <c:pt idx="7345">
                  <c:v>903649.47372230364</c:v>
                </c:pt>
                <c:pt idx="7346">
                  <c:v>901571.1376059585</c:v>
                </c:pt>
                <c:pt idx="7347">
                  <c:v>899497.58153003606</c:v>
                </c:pt>
                <c:pt idx="7348">
                  <c:v>897428.79450075037</c:v>
                </c:pt>
                <c:pt idx="7349">
                  <c:v>897428.79450075037</c:v>
                </c:pt>
                <c:pt idx="7350">
                  <c:v>895364.76554959512</c:v>
                </c:pt>
                <c:pt idx="7351">
                  <c:v>893305.48373329593</c:v>
                </c:pt>
                <c:pt idx="7352">
                  <c:v>891250.93813374708</c:v>
                </c:pt>
                <c:pt idx="7353">
                  <c:v>891250.93813374708</c:v>
                </c:pt>
                <c:pt idx="7354">
                  <c:v>889201.11785794934</c:v>
                </c:pt>
                <c:pt idx="7355">
                  <c:v>887156.01203796279</c:v>
                </c:pt>
                <c:pt idx="7356">
                  <c:v>885115.60983083677</c:v>
                </c:pt>
                <c:pt idx="7357">
                  <c:v>885115.60983083677</c:v>
                </c:pt>
                <c:pt idx="7358">
                  <c:v>883079.9004185634</c:v>
                </c:pt>
                <c:pt idx="7359">
                  <c:v>881048.87300801568</c:v>
                </c:pt>
                <c:pt idx="7360">
                  <c:v>879022.51683088532</c:v>
                </c:pt>
                <c:pt idx="7361">
                  <c:v>879022.51683088532</c:v>
                </c:pt>
                <c:pt idx="7362">
                  <c:v>877000.82114363508</c:v>
                </c:pt>
                <c:pt idx="7363">
                  <c:v>874983.77522743738</c:v>
                </c:pt>
                <c:pt idx="7364">
                  <c:v>872971.36838811229</c:v>
                </c:pt>
                <c:pt idx="7365">
                  <c:v>872971.36838811229</c:v>
                </c:pt>
                <c:pt idx="7366">
                  <c:v>870963.58995608229</c:v>
                </c:pt>
                <c:pt idx="7367">
                  <c:v>868960.42928630288</c:v>
                </c:pt>
                <c:pt idx="7368">
                  <c:v>866961.87575821707</c:v>
                </c:pt>
                <c:pt idx="7369">
                  <c:v>866961.87575821707</c:v>
                </c:pt>
                <c:pt idx="7370">
                  <c:v>864967.91877569468</c:v>
                </c:pt>
                <c:pt idx="7371">
                  <c:v>862978.54776697105</c:v>
                </c:pt>
                <c:pt idx="7372">
                  <c:v>860993.7521846008</c:v>
                </c:pt>
                <c:pt idx="7373">
                  <c:v>860993.7521846008</c:v>
                </c:pt>
                <c:pt idx="7374">
                  <c:v>859013.52150539681</c:v>
                </c:pt>
                <c:pt idx="7375">
                  <c:v>857037.84523037006</c:v>
                </c:pt>
                <c:pt idx="7376">
                  <c:v>855066.71288468468</c:v>
                </c:pt>
                <c:pt idx="7377">
                  <c:v>855066.71288468468</c:v>
                </c:pt>
                <c:pt idx="7378">
                  <c:v>853100.11401759018</c:v>
                </c:pt>
                <c:pt idx="7379">
                  <c:v>851138.03820237669</c:v>
                </c:pt>
                <c:pt idx="7380">
                  <c:v>849180.47503631492</c:v>
                </c:pt>
                <c:pt idx="7381">
                  <c:v>849180.47503631492</c:v>
                </c:pt>
                <c:pt idx="7382">
                  <c:v>847227.41414059699</c:v>
                </c:pt>
                <c:pt idx="7383">
                  <c:v>845278.84516028978</c:v>
                </c:pt>
                <c:pt idx="7384">
                  <c:v>843334.75776427623</c:v>
                </c:pt>
                <c:pt idx="7385">
                  <c:v>843334.75776427623</c:v>
                </c:pt>
                <c:pt idx="7386">
                  <c:v>841395.14164519531</c:v>
                </c:pt>
                <c:pt idx="7387">
                  <c:v>839459.98651939852</c:v>
                </c:pt>
                <c:pt idx="7388">
                  <c:v>837529.28212688304</c:v>
                </c:pt>
                <c:pt idx="7389">
                  <c:v>837529.28212688304</c:v>
                </c:pt>
                <c:pt idx="7390">
                  <c:v>835603.0182312479</c:v>
                </c:pt>
                <c:pt idx="7391">
                  <c:v>833681.18461963662</c:v>
                </c:pt>
                <c:pt idx="7392">
                  <c:v>831763.77110267128</c:v>
                </c:pt>
                <c:pt idx="7393">
                  <c:v>831763.77110267128</c:v>
                </c:pt>
                <c:pt idx="7394">
                  <c:v>829850.76751442219</c:v>
                </c:pt>
                <c:pt idx="7395">
                  <c:v>827942.16371233622</c:v>
                </c:pt>
                <c:pt idx="7396">
                  <c:v>826037.94957718009</c:v>
                </c:pt>
                <c:pt idx="7397">
                  <c:v>826037.94957718009</c:v>
                </c:pt>
                <c:pt idx="7398">
                  <c:v>824138.11501300463</c:v>
                </c:pt>
                <c:pt idx="7399">
                  <c:v>822242.64994707284</c:v>
                </c:pt>
                <c:pt idx="7400">
                  <c:v>820351.54432981939</c:v>
                </c:pt>
                <c:pt idx="7401">
                  <c:v>820351.54432981939</c:v>
                </c:pt>
                <c:pt idx="7402">
                  <c:v>818464.78813479189</c:v>
                </c:pt>
                <c:pt idx="7403">
                  <c:v>816582.37135859381</c:v>
                </c:pt>
                <c:pt idx="7404">
                  <c:v>814704.28402084042</c:v>
                </c:pt>
                <c:pt idx="7405">
                  <c:v>814704.28402084042</c:v>
                </c:pt>
                <c:pt idx="7406">
                  <c:v>812830.51616410096</c:v>
                </c:pt>
                <c:pt idx="7407">
                  <c:v>810961.05785384192</c:v>
                </c:pt>
                <c:pt idx="7408">
                  <c:v>809095.89917838434</c:v>
                </c:pt>
                <c:pt idx="7409">
                  <c:v>809095.89917838434</c:v>
                </c:pt>
                <c:pt idx="7410">
                  <c:v>807235.03024883964</c:v>
                </c:pt>
                <c:pt idx="7411">
                  <c:v>805378.44119906751</c:v>
                </c:pt>
                <c:pt idx="7412">
                  <c:v>803526.12218561908</c:v>
                </c:pt>
                <c:pt idx="7413">
                  <c:v>803526.12218561908</c:v>
                </c:pt>
                <c:pt idx="7414">
                  <c:v>801678.06338768033</c:v>
                </c:pt>
                <c:pt idx="7415">
                  <c:v>799834.25500702905</c:v>
                </c:pt>
                <c:pt idx="7416">
                  <c:v>797994.68726797809</c:v>
                </c:pt>
                <c:pt idx="7417">
                  <c:v>796159.35041731969</c:v>
                </c:pt>
                <c:pt idx="7418">
                  <c:v>796159.35041731969</c:v>
                </c:pt>
                <c:pt idx="7419">
                  <c:v>794328.23472428333</c:v>
                </c:pt>
                <c:pt idx="7420">
                  <c:v>792501.330480473</c:v>
                </c:pt>
                <c:pt idx="7421">
                  <c:v>790678.62799982575</c:v>
                </c:pt>
                <c:pt idx="7422">
                  <c:v>790678.62799982575</c:v>
                </c:pt>
                <c:pt idx="7423">
                  <c:v>788860.1176185559</c:v>
                </c:pt>
                <c:pt idx="7424">
                  <c:v>787045.78969509958</c:v>
                </c:pt>
                <c:pt idx="7425">
                  <c:v>785235.63461007224</c:v>
                </c:pt>
                <c:pt idx="7426">
                  <c:v>785235.63461007224</c:v>
                </c:pt>
                <c:pt idx="7427">
                  <c:v>783429.64276621304</c:v>
                </c:pt>
                <c:pt idx="7428">
                  <c:v>781627.80458833033</c:v>
                </c:pt>
                <c:pt idx="7429">
                  <c:v>779830.1105232602</c:v>
                </c:pt>
                <c:pt idx="7430">
                  <c:v>779830.1105232602</c:v>
                </c:pt>
                <c:pt idx="7431">
                  <c:v>778036.55103980505</c:v>
                </c:pt>
                <c:pt idx="7432">
                  <c:v>776247.11662869214</c:v>
                </c:pt>
                <c:pt idx="7433">
                  <c:v>774461.79780251998</c:v>
                </c:pt>
                <c:pt idx="7434">
                  <c:v>774461.79780251998</c:v>
                </c:pt>
                <c:pt idx="7435">
                  <c:v>772680.58509570302</c:v>
                </c:pt>
                <c:pt idx="7436">
                  <c:v>770903.46906443022</c:v>
                </c:pt>
                <c:pt idx="7437">
                  <c:v>769130.44028661062</c:v>
                </c:pt>
                <c:pt idx="7438">
                  <c:v>769130.44028661062</c:v>
                </c:pt>
                <c:pt idx="7439">
                  <c:v>767361.48936181946</c:v>
                </c:pt>
                <c:pt idx="7440">
                  <c:v>765596.60691125761</c:v>
                </c:pt>
                <c:pt idx="7441">
                  <c:v>763835.78357769141</c:v>
                </c:pt>
                <c:pt idx="7442">
                  <c:v>763835.78357769141</c:v>
                </c:pt>
                <c:pt idx="7443">
                  <c:v>762079.01002541231</c:v>
                </c:pt>
                <c:pt idx="7444">
                  <c:v>760326.2769401829</c:v>
                </c:pt>
                <c:pt idx="7445">
                  <c:v>758577.57502918423</c:v>
                </c:pt>
                <c:pt idx="7446">
                  <c:v>758577.57502918423</c:v>
                </c:pt>
                <c:pt idx="7447">
                  <c:v>756832.89502097433</c:v>
                </c:pt>
                <c:pt idx="7448">
                  <c:v>755092.22766543471</c:v>
                </c:pt>
                <c:pt idx="7449">
                  <c:v>753355.56373371766</c:v>
                </c:pt>
                <c:pt idx="7450">
                  <c:v>753355.56373371766</c:v>
                </c:pt>
                <c:pt idx="7451">
                  <c:v>751622.89401820651</c:v>
                </c:pt>
                <c:pt idx="7452">
                  <c:v>749894.20933245635</c:v>
                </c:pt>
                <c:pt idx="7453">
                  <c:v>748169.5005111543</c:v>
                </c:pt>
                <c:pt idx="7454">
                  <c:v>748169.5005111543</c:v>
                </c:pt>
                <c:pt idx="7455">
                  <c:v>746448.7584100673</c:v>
                </c:pt>
                <c:pt idx="7456">
                  <c:v>744731.97390598932</c:v>
                </c:pt>
                <c:pt idx="7457">
                  <c:v>743019.13789670251</c:v>
                </c:pt>
                <c:pt idx="7458">
                  <c:v>743019.13789670251</c:v>
                </c:pt>
                <c:pt idx="7459">
                  <c:v>741310.24130091805</c:v>
                </c:pt>
                <c:pt idx="7460">
                  <c:v>739605.27505823784</c:v>
                </c:pt>
                <c:pt idx="7461">
                  <c:v>737904.23012910178</c:v>
                </c:pt>
                <c:pt idx="7462">
                  <c:v>737904.23012910178</c:v>
                </c:pt>
                <c:pt idx="7463">
                  <c:v>736207.09749473643</c:v>
                </c:pt>
                <c:pt idx="7464">
                  <c:v>734513.86815711472</c:v>
                </c:pt>
                <c:pt idx="7465">
                  <c:v>732824.533138906</c:v>
                </c:pt>
                <c:pt idx="7466">
                  <c:v>732824.533138906</c:v>
                </c:pt>
                <c:pt idx="7467">
                  <c:v>731139.08348341752</c:v>
                </c:pt>
                <c:pt idx="7468">
                  <c:v>729457.51025457087</c:v>
                </c:pt>
                <c:pt idx="7469">
                  <c:v>727779.80453682574</c:v>
                </c:pt>
                <c:pt idx="7470">
                  <c:v>727779.80453682574</c:v>
                </c:pt>
                <c:pt idx="7471">
                  <c:v>726105.95743515587</c:v>
                </c:pt>
                <c:pt idx="7472">
                  <c:v>724435.96007499192</c:v>
                </c:pt>
                <c:pt idx="7473">
                  <c:v>722769.80360217171</c:v>
                </c:pt>
                <c:pt idx="7474">
                  <c:v>722769.80360217171</c:v>
                </c:pt>
                <c:pt idx="7475">
                  <c:v>721107.47918290051</c:v>
                </c:pt>
                <c:pt idx="7476">
                  <c:v>719448.9780037012</c:v>
                </c:pt>
                <c:pt idx="7477">
                  <c:v>717794.29127136292</c:v>
                </c:pt>
                <c:pt idx="7478">
                  <c:v>717794.29127136292</c:v>
                </c:pt>
                <c:pt idx="7479">
                  <c:v>716143.41021290398</c:v>
                </c:pt>
                <c:pt idx="7480">
                  <c:v>714496.32607551478</c:v>
                </c:pt>
                <c:pt idx="7481">
                  <c:v>712853.03012652043</c:v>
                </c:pt>
                <c:pt idx="7482">
                  <c:v>712853.03012652043</c:v>
                </c:pt>
                <c:pt idx="7483">
                  <c:v>711213.51365333074</c:v>
                </c:pt>
                <c:pt idx="7484">
                  <c:v>709577.76796338998</c:v>
                </c:pt>
                <c:pt idx="7485">
                  <c:v>707945.78438413853</c:v>
                </c:pt>
                <c:pt idx="7486">
                  <c:v>707945.78438413853</c:v>
                </c:pt>
                <c:pt idx="7487">
                  <c:v>706317.55426296336</c:v>
                </c:pt>
                <c:pt idx="7488">
                  <c:v>704693.06896714785</c:v>
                </c:pt>
                <c:pt idx="7489">
                  <c:v>703072.31988383515</c:v>
                </c:pt>
                <c:pt idx="7490">
                  <c:v>703072.31988383515</c:v>
                </c:pt>
                <c:pt idx="7491">
                  <c:v>701455.29841997242</c:v>
                </c:pt>
                <c:pt idx="7492">
                  <c:v>699841.99600227422</c:v>
                </c:pt>
                <c:pt idx="7493">
                  <c:v>698232.40407717286</c:v>
                </c:pt>
                <c:pt idx="7494">
                  <c:v>698232.40407717286</c:v>
                </c:pt>
                <c:pt idx="7495">
                  <c:v>696626.51411076973</c:v>
                </c:pt>
                <c:pt idx="7496">
                  <c:v>695024.3175887973</c:v>
                </c:pt>
                <c:pt idx="7497">
                  <c:v>693425.80601657031</c:v>
                </c:pt>
                <c:pt idx="7498">
                  <c:v>693425.80601657031</c:v>
                </c:pt>
                <c:pt idx="7499">
                  <c:v>691830.97091893724</c:v>
                </c:pt>
                <c:pt idx="7500">
                  <c:v>690239.80384024337</c:v>
                </c:pt>
                <c:pt idx="7501">
                  <c:v>688652.2963442771</c:v>
                </c:pt>
                <c:pt idx="7502">
                  <c:v>688652.2963442771</c:v>
                </c:pt>
                <c:pt idx="7503">
                  <c:v>687068.44001423265</c:v>
                </c:pt>
                <c:pt idx="7504">
                  <c:v>685488.22645266284</c:v>
                </c:pt>
                <c:pt idx="7505">
                  <c:v>683911.64728143008</c:v>
                </c:pt>
                <c:pt idx="7506">
                  <c:v>683911.64728143008</c:v>
                </c:pt>
                <c:pt idx="7507">
                  <c:v>682338.6941416699</c:v>
                </c:pt>
                <c:pt idx="7508">
                  <c:v>680769.35869374243</c:v>
                </c:pt>
                <c:pt idx="7509">
                  <c:v>679203.63261718513</c:v>
                </c:pt>
                <c:pt idx="7510">
                  <c:v>677641.50761067634</c:v>
                </c:pt>
                <c:pt idx="7511">
                  <c:v>677641.50761067634</c:v>
                </c:pt>
                <c:pt idx="7512">
                  <c:v>676082.97539198259</c:v>
                </c:pt>
                <c:pt idx="7513">
                  <c:v>674528.02769792231</c:v>
                </c:pt>
                <c:pt idx="7514">
                  <c:v>672976.65628431877</c:v>
                </c:pt>
                <c:pt idx="7515">
                  <c:v>672976.65628431877</c:v>
                </c:pt>
                <c:pt idx="7516">
                  <c:v>671428.85292595287</c:v>
                </c:pt>
                <c:pt idx="7517">
                  <c:v>669884.60941652651</c:v>
                </c:pt>
                <c:pt idx="7518">
                  <c:v>668343.9175686154</c:v>
                </c:pt>
                <c:pt idx="7519">
                  <c:v>668343.9175686154</c:v>
                </c:pt>
                <c:pt idx="7520">
                  <c:v>666806.76921362244</c:v>
                </c:pt>
                <c:pt idx="7521">
                  <c:v>665273.15620174236</c:v>
                </c:pt>
                <c:pt idx="7522">
                  <c:v>663743.07040190941</c:v>
                </c:pt>
                <c:pt idx="7523">
                  <c:v>663743.07040190941</c:v>
                </c:pt>
                <c:pt idx="7524">
                  <c:v>662216.50370176206</c:v>
                </c:pt>
                <c:pt idx="7525">
                  <c:v>660693.44800759677</c:v>
                </c:pt>
                <c:pt idx="7526">
                  <c:v>659173.89524432167</c:v>
                </c:pt>
                <c:pt idx="7527">
                  <c:v>659173.89524432167</c:v>
                </c:pt>
                <c:pt idx="7528">
                  <c:v>657657.83735542034</c:v>
                </c:pt>
                <c:pt idx="7529">
                  <c:v>656145.26630290598</c:v>
                </c:pt>
                <c:pt idx="7530">
                  <c:v>654636.17406727513</c:v>
                </c:pt>
                <c:pt idx="7531">
                  <c:v>654636.17406727513</c:v>
                </c:pt>
                <c:pt idx="7532">
                  <c:v>653130.55264747317</c:v>
                </c:pt>
                <c:pt idx="7533">
                  <c:v>651628.39406084304</c:v>
                </c:pt>
                <c:pt idx="7534">
                  <c:v>650129.69034309057</c:v>
                </c:pt>
                <c:pt idx="7535">
                  <c:v>650129.69034309057</c:v>
                </c:pt>
                <c:pt idx="7536">
                  <c:v>648634.43354824022</c:v>
                </c:pt>
                <c:pt idx="7537">
                  <c:v>647142.61574858334</c:v>
                </c:pt>
                <c:pt idx="7538">
                  <c:v>645654.22903465526</c:v>
                </c:pt>
                <c:pt idx="7539">
                  <c:v>645654.22903465526</c:v>
                </c:pt>
                <c:pt idx="7540">
                  <c:v>644169.26551517879</c:v>
                </c:pt>
                <c:pt idx="7541">
                  <c:v>642687.71731702075</c:v>
                </c:pt>
                <c:pt idx="7542">
                  <c:v>641209.57658516336</c:v>
                </c:pt>
                <c:pt idx="7543">
                  <c:v>641209.57658516336</c:v>
                </c:pt>
                <c:pt idx="7544">
                  <c:v>639734.83548264951</c:v>
                </c:pt>
                <c:pt idx="7545">
                  <c:v>638263.48619054956</c:v>
                </c:pt>
                <c:pt idx="7546">
                  <c:v>636795.52090791741</c:v>
                </c:pt>
                <c:pt idx="7547">
                  <c:v>636795.52090791741</c:v>
                </c:pt>
                <c:pt idx="7548">
                  <c:v>635330.93185174477</c:v>
                </c:pt>
                <c:pt idx="7549">
                  <c:v>633869.71125692758</c:v>
                </c:pt>
                <c:pt idx="7550">
                  <c:v>632411.85137622082</c:v>
                </c:pt>
                <c:pt idx="7551">
                  <c:v>632411.85137622082</c:v>
                </c:pt>
                <c:pt idx="7552">
                  <c:v>630957.34448019415</c:v>
                </c:pt>
                <c:pt idx="7553">
                  <c:v>629506.18285719911</c:v>
                </c:pt>
                <c:pt idx="7554">
                  <c:v>628058.35881331912</c:v>
                </c:pt>
                <c:pt idx="7555">
                  <c:v>628058.35881331912</c:v>
                </c:pt>
                <c:pt idx="7556">
                  <c:v>626613.86467233603</c:v>
                </c:pt>
                <c:pt idx="7557">
                  <c:v>625172.6927756872</c:v>
                </c:pt>
                <c:pt idx="7558">
                  <c:v>623734.83548242017</c:v>
                </c:pt>
                <c:pt idx="7559">
                  <c:v>623734.83548242017</c:v>
                </c:pt>
                <c:pt idx="7560">
                  <c:v>622300.28516915999</c:v>
                </c:pt>
                <c:pt idx="7561">
                  <c:v>620869.03423006472</c:v>
                </c:pt>
                <c:pt idx="7562">
                  <c:v>619441.07507678214</c:v>
                </c:pt>
                <c:pt idx="7563">
                  <c:v>619441.07507678214</c:v>
                </c:pt>
                <c:pt idx="7564">
                  <c:v>618016.40013841726</c:v>
                </c:pt>
                <c:pt idx="7565">
                  <c:v>616595.00186148309</c:v>
                </c:pt>
                <c:pt idx="7566">
                  <c:v>615176.87270986871</c:v>
                </c:pt>
                <c:pt idx="7567">
                  <c:v>615176.87270986871</c:v>
                </c:pt>
                <c:pt idx="7568">
                  <c:v>613762.00516479532</c:v>
                </c:pt>
                <c:pt idx="7569">
                  <c:v>612350.39172477426</c:v>
                </c:pt>
                <c:pt idx="7570">
                  <c:v>610942.0249055723</c:v>
                </c:pt>
                <c:pt idx="7571">
                  <c:v>610942.0249055723</c:v>
                </c:pt>
                <c:pt idx="7572">
                  <c:v>609536.89724017016</c:v>
                </c:pt>
                <c:pt idx="7573">
                  <c:v>608135.00127871847</c:v>
                </c:pt>
                <c:pt idx="7574">
                  <c:v>606736.3295885066</c:v>
                </c:pt>
                <c:pt idx="7575">
                  <c:v>606736.3295885066</c:v>
                </c:pt>
                <c:pt idx="7576">
                  <c:v>605340.87475391431</c:v>
                </c:pt>
                <c:pt idx="7577">
                  <c:v>603948.62937638012</c:v>
                </c:pt>
                <c:pt idx="7578">
                  <c:v>602559.58607435878</c:v>
                </c:pt>
                <c:pt idx="7579">
                  <c:v>602559.58607435878</c:v>
                </c:pt>
                <c:pt idx="7580">
                  <c:v>601173.73748327862</c:v>
                </c:pt>
                <c:pt idx="7581">
                  <c:v>599791.07625550951</c:v>
                </c:pt>
                <c:pt idx="7582">
                  <c:v>598411.59506032045</c:v>
                </c:pt>
                <c:pt idx="7583">
                  <c:v>598411.59506032045</c:v>
                </c:pt>
                <c:pt idx="7584">
                  <c:v>597035.28658383724</c:v>
                </c:pt>
                <c:pt idx="7585">
                  <c:v>595662.1435290114</c:v>
                </c:pt>
                <c:pt idx="7586">
                  <c:v>594292.15861557319</c:v>
                </c:pt>
                <c:pt idx="7587">
                  <c:v>594292.15861557319</c:v>
                </c:pt>
                <c:pt idx="7588">
                  <c:v>592925.32458000001</c:v>
                </c:pt>
                <c:pt idx="7589">
                  <c:v>591561.63417547476</c:v>
                </c:pt>
                <c:pt idx="7590">
                  <c:v>590201.08017184469</c:v>
                </c:pt>
                <c:pt idx="7591">
                  <c:v>590201.08017184469</c:v>
                </c:pt>
                <c:pt idx="7592">
                  <c:v>588843.65535558888</c:v>
                </c:pt>
                <c:pt idx="7593">
                  <c:v>587489.35252977733</c:v>
                </c:pt>
                <c:pt idx="7594">
                  <c:v>586138.16451402893</c:v>
                </c:pt>
                <c:pt idx="7595">
                  <c:v>586138.16451402893</c:v>
                </c:pt>
                <c:pt idx="7596">
                  <c:v>584790.08414448157</c:v>
                </c:pt>
                <c:pt idx="7597">
                  <c:v>583445.10427374521</c:v>
                </c:pt>
                <c:pt idx="7598">
                  <c:v>582103.21777087136</c:v>
                </c:pt>
                <c:pt idx="7599">
                  <c:v>580764.41752131272</c:v>
                </c:pt>
                <c:pt idx="7600">
                  <c:v>580764.41752131272</c:v>
                </c:pt>
                <c:pt idx="7601">
                  <c:v>579428.69642688124</c:v>
                </c:pt>
                <c:pt idx="7602">
                  <c:v>578096.04740571789</c:v>
                </c:pt>
                <c:pt idx="7603">
                  <c:v>576766.46339225117</c:v>
                </c:pt>
                <c:pt idx="7604">
                  <c:v>576766.46339225117</c:v>
                </c:pt>
                <c:pt idx="7605">
                  <c:v>575439.93733715697</c:v>
                </c:pt>
                <c:pt idx="7606">
                  <c:v>574116.46220732923</c:v>
                </c:pt>
                <c:pt idx="7607">
                  <c:v>572796.03098582942</c:v>
                </c:pt>
                <c:pt idx="7608">
                  <c:v>572796.03098582942</c:v>
                </c:pt>
                <c:pt idx="7609">
                  <c:v>571478.63667186687</c:v>
                </c:pt>
                <c:pt idx="7610">
                  <c:v>570164.27228074893</c:v>
                </c:pt>
                <c:pt idx="7611">
                  <c:v>568852.93084384257</c:v>
                </c:pt>
                <c:pt idx="7612">
                  <c:v>568852.93084384257</c:v>
                </c:pt>
                <c:pt idx="7613">
                  <c:v>567544.60540854675</c:v>
                </c:pt>
                <c:pt idx="7614">
                  <c:v>566239.28903825453</c:v>
                </c:pt>
                <c:pt idx="7615">
                  <c:v>564936.97481230344</c:v>
                </c:pt>
                <c:pt idx="7616">
                  <c:v>564936.97481230344</c:v>
                </c:pt>
                <c:pt idx="7617">
                  <c:v>563637.65582595591</c:v>
                </c:pt>
                <c:pt idx="7618">
                  <c:v>562341.32519035018</c:v>
                </c:pt>
                <c:pt idx="7619">
                  <c:v>561047.97603247117</c:v>
                </c:pt>
                <c:pt idx="7620">
                  <c:v>561047.97603247117</c:v>
                </c:pt>
                <c:pt idx="7621">
                  <c:v>559757.60149511148</c:v>
                </c:pt>
                <c:pt idx="7622">
                  <c:v>558470.19473683171</c:v>
                </c:pt>
                <c:pt idx="7623">
                  <c:v>557185.74893193133</c:v>
                </c:pt>
                <c:pt idx="7624">
                  <c:v>557185.74893193133</c:v>
                </c:pt>
                <c:pt idx="7625">
                  <c:v>555904.25727040472</c:v>
                </c:pt>
                <c:pt idx="7626">
                  <c:v>554625.71295791143</c:v>
                </c:pt>
                <c:pt idx="7627">
                  <c:v>553350.10921573802</c:v>
                </c:pt>
                <c:pt idx="7628">
                  <c:v>553350.10921573802</c:v>
                </c:pt>
                <c:pt idx="7629">
                  <c:v>552077.43928075826</c:v>
                </c:pt>
                <c:pt idx="7630">
                  <c:v>550807.6964054039</c:v>
                </c:pt>
                <c:pt idx="7631">
                  <c:v>549540.87385762564</c:v>
                </c:pt>
                <c:pt idx="7632">
                  <c:v>549540.87385762564</c:v>
                </c:pt>
                <c:pt idx="7633">
                  <c:v>548276.96492085443</c:v>
                </c:pt>
                <c:pt idx="7634">
                  <c:v>547015.96289397287</c:v>
                </c:pt>
                <c:pt idx="7635">
                  <c:v>545757.86109127186</c:v>
                </c:pt>
                <c:pt idx="7636">
                  <c:v>545757.86109127186</c:v>
                </c:pt>
                <c:pt idx="7637">
                  <c:v>544502.65284242167</c:v>
                </c:pt>
                <c:pt idx="7638">
                  <c:v>543250.33149243437</c:v>
                </c:pt>
                <c:pt idx="7639">
                  <c:v>542000.89040162461</c:v>
                </c:pt>
                <c:pt idx="7640">
                  <c:v>542000.89040162461</c:v>
                </c:pt>
                <c:pt idx="7641">
                  <c:v>540754.32294558117</c:v>
                </c:pt>
                <c:pt idx="7642">
                  <c:v>539510.62251512858</c:v>
                </c:pt>
                <c:pt idx="7643">
                  <c:v>538269.7825162888</c:v>
                </c:pt>
                <c:pt idx="7644">
                  <c:v>538269.7825162888</c:v>
                </c:pt>
                <c:pt idx="7645">
                  <c:v>537031.7963702539</c:v>
                </c:pt>
                <c:pt idx="7646">
                  <c:v>535796.65751334233</c:v>
                </c:pt>
                <c:pt idx="7647">
                  <c:v>534564.359396972</c:v>
                </c:pt>
                <c:pt idx="7648">
                  <c:v>534564.359396972</c:v>
                </c:pt>
                <c:pt idx="7649">
                  <c:v>533334.89548762189</c:v>
                </c:pt>
                <c:pt idx="7650">
                  <c:v>532108.25926679478</c:v>
                </c:pt>
                <c:pt idx="7651">
                  <c:v>530884.44423098851</c:v>
                </c:pt>
                <c:pt idx="7652">
                  <c:v>530884.44423098851</c:v>
                </c:pt>
                <c:pt idx="7653">
                  <c:v>529663.44389165856</c:v>
                </c:pt>
                <c:pt idx="7654">
                  <c:v>528445.2517751808</c:v>
                </c:pt>
                <c:pt idx="7655">
                  <c:v>527229.86142282374</c:v>
                </c:pt>
                <c:pt idx="7656">
                  <c:v>527229.86142282374</c:v>
                </c:pt>
                <c:pt idx="7657">
                  <c:v>526017.26639070676</c:v>
                </c:pt>
                <c:pt idx="7658">
                  <c:v>524807.46024977288</c:v>
                </c:pt>
                <c:pt idx="7659">
                  <c:v>523600.43658575101</c:v>
                </c:pt>
                <c:pt idx="7660">
                  <c:v>523600.43658575101</c:v>
                </c:pt>
                <c:pt idx="7661">
                  <c:v>522396.1889991202</c:v>
                </c:pt>
                <c:pt idx="7662">
                  <c:v>521194.7111050805</c:v>
                </c:pt>
                <c:pt idx="7663">
                  <c:v>519995.99653351662</c:v>
                </c:pt>
                <c:pt idx="7664">
                  <c:v>519995.99653351662</c:v>
                </c:pt>
                <c:pt idx="7665">
                  <c:v>518800.03892896138</c:v>
                </c:pt>
                <c:pt idx="7666">
                  <c:v>517606.83195056848</c:v>
                </c:pt>
                <c:pt idx="7667">
                  <c:v>516416.3692720714</c:v>
                </c:pt>
                <c:pt idx="7668">
                  <c:v>516416.3692720714</c:v>
                </c:pt>
                <c:pt idx="7669">
                  <c:v>515228.64458175655</c:v>
                </c:pt>
                <c:pt idx="7670">
                  <c:v>514043.65158242668</c:v>
                </c:pt>
                <c:pt idx="7671">
                  <c:v>512861.38399136515</c:v>
                </c:pt>
                <c:pt idx="7672">
                  <c:v>512861.38399136515</c:v>
                </c:pt>
                <c:pt idx="7673">
                  <c:v>511681.83554030763</c:v>
                </c:pt>
                <c:pt idx="7674">
                  <c:v>510504.99997540674</c:v>
                </c:pt>
                <c:pt idx="7675">
                  <c:v>509330.87105719553</c:v>
                </c:pt>
                <c:pt idx="7676">
                  <c:v>509330.87105719553</c:v>
                </c:pt>
                <c:pt idx="7677">
                  <c:v>508159.44256056211</c:v>
                </c:pt>
                <c:pt idx="7678">
                  <c:v>506990.70827470464</c:v>
                </c:pt>
                <c:pt idx="7679">
                  <c:v>505824.662003114</c:v>
                </c:pt>
                <c:pt idx="7680">
                  <c:v>505824.662003114</c:v>
                </c:pt>
                <c:pt idx="7681">
                  <c:v>504661.29756352975</c:v>
                </c:pt>
                <c:pt idx="7682">
                  <c:v>503500.60878790583</c:v>
                </c:pt>
                <c:pt idx="7683">
                  <c:v>502342.58952238684</c:v>
                </c:pt>
                <c:pt idx="7684">
                  <c:v>502342.58952238684</c:v>
                </c:pt>
                <c:pt idx="7685">
                  <c:v>501187.23362727347</c:v>
                </c:pt>
                <c:pt idx="7686">
                  <c:v>500034.53497697937</c:v>
                </c:pt>
                <c:pt idx="7687">
                  <c:v>498884.4874600136</c:v>
                </c:pt>
                <c:pt idx="7688">
                  <c:v>498884.4874600136</c:v>
                </c:pt>
                <c:pt idx="7689">
                  <c:v>497737.084978937</c:v>
                </c:pt>
                <c:pt idx="7690">
                  <c:v>496592.32145033678</c:v>
                </c:pt>
                <c:pt idx="7691">
                  <c:v>495450.1908047914</c:v>
                </c:pt>
                <c:pt idx="7692">
                  <c:v>494310.68698683626</c:v>
                </c:pt>
                <c:pt idx="7693">
                  <c:v>494310.68698683626</c:v>
                </c:pt>
                <c:pt idx="7694">
                  <c:v>493173.80395493639</c:v>
                </c:pt>
                <c:pt idx="7695">
                  <c:v>492039.53568145196</c:v>
                </c:pt>
                <c:pt idx="7696">
                  <c:v>490907.87615260377</c:v>
                </c:pt>
                <c:pt idx="7697">
                  <c:v>490907.87615260377</c:v>
                </c:pt>
                <c:pt idx="7698">
                  <c:v>489778.81936844741</c:v>
                </c:pt>
                <c:pt idx="7699">
                  <c:v>488652.35934283445</c:v>
                </c:pt>
                <c:pt idx="7700">
                  <c:v>487528.49010338687</c:v>
                </c:pt>
                <c:pt idx="7701">
                  <c:v>487528.49010338687</c:v>
                </c:pt>
                <c:pt idx="7702">
                  <c:v>486407.20569146262</c:v>
                </c:pt>
                <c:pt idx="7703">
                  <c:v>485288.50016212178</c:v>
                </c:pt>
                <c:pt idx="7704">
                  <c:v>484172.3675840997</c:v>
                </c:pt>
                <c:pt idx="7705">
                  <c:v>484172.3675840997</c:v>
                </c:pt>
                <c:pt idx="7706">
                  <c:v>483058.80203977355</c:v>
                </c:pt>
                <c:pt idx="7707">
                  <c:v>481947.79762512789</c:v>
                </c:pt>
                <c:pt idx="7708">
                  <c:v>480839.34844972962</c:v>
                </c:pt>
                <c:pt idx="7709">
                  <c:v>480839.34844972962</c:v>
                </c:pt>
                <c:pt idx="7710">
                  <c:v>479733.44863668986</c:v>
                </c:pt>
                <c:pt idx="7711">
                  <c:v>478630.09232263872</c:v>
                </c:pt>
                <c:pt idx="7712">
                  <c:v>477529.27365769178</c:v>
                </c:pt>
                <c:pt idx="7713">
                  <c:v>477529.27365769178</c:v>
                </c:pt>
                <c:pt idx="7714">
                  <c:v>476430.98680541624</c:v>
                </c:pt>
                <c:pt idx="7715">
                  <c:v>475335.22594280553</c:v>
                </c:pt>
                <c:pt idx="7716">
                  <c:v>474241.98526024539</c:v>
                </c:pt>
                <c:pt idx="7717">
                  <c:v>474241.98526024539</c:v>
                </c:pt>
                <c:pt idx="7718">
                  <c:v>473151.25896148087</c:v>
                </c:pt>
                <c:pt idx="7719">
                  <c:v>472063.04126359144</c:v>
                </c:pt>
                <c:pt idx="7720">
                  <c:v>470977.32639695349</c:v>
                </c:pt>
                <c:pt idx="7721">
                  <c:v>470977.32639695349</c:v>
                </c:pt>
                <c:pt idx="7722">
                  <c:v>469894.10860521568</c:v>
                </c:pt>
                <c:pt idx="7723">
                  <c:v>468813.38214526599</c:v>
                </c:pt>
                <c:pt idx="7724">
                  <c:v>467735.14128719864</c:v>
                </c:pt>
                <c:pt idx="7725">
                  <c:v>467735.14128719864</c:v>
                </c:pt>
                <c:pt idx="7726">
                  <c:v>466659.38031428872</c:v>
                </c:pt>
                <c:pt idx="7727">
                  <c:v>465586.09352295956</c:v>
                </c:pt>
                <c:pt idx="7728">
                  <c:v>464515.27522274968</c:v>
                </c:pt>
                <c:pt idx="7729">
                  <c:v>464515.27522274968</c:v>
                </c:pt>
                <c:pt idx="7730">
                  <c:v>463446.91973628878</c:v>
                </c:pt>
                <c:pt idx="7731">
                  <c:v>462381.02139926073</c:v>
                </c:pt>
                <c:pt idx="7732">
                  <c:v>461317.57456037949</c:v>
                </c:pt>
                <c:pt idx="7733">
                  <c:v>461317.57456037949</c:v>
                </c:pt>
                <c:pt idx="7734">
                  <c:v>460256.57358135661</c:v>
                </c:pt>
                <c:pt idx="7735">
                  <c:v>459198.01283686887</c:v>
                </c:pt>
                <c:pt idx="7736">
                  <c:v>458141.88671453344</c:v>
                </c:pt>
                <c:pt idx="7737">
                  <c:v>458141.88671453344</c:v>
                </c:pt>
                <c:pt idx="7738">
                  <c:v>457088.18961487547</c:v>
                </c:pt>
                <c:pt idx="7739">
                  <c:v>456036.91595129628</c:v>
                </c:pt>
                <c:pt idx="7740">
                  <c:v>454988.06015004922</c:v>
                </c:pt>
                <c:pt idx="7741">
                  <c:v>454988.06015004922</c:v>
                </c:pt>
                <c:pt idx="7742">
                  <c:v>453941.61665020348</c:v>
                </c:pt>
                <c:pt idx="7743">
                  <c:v>452897.57990362076</c:v>
                </c:pt>
                <c:pt idx="7744">
                  <c:v>451855.94437492284</c:v>
                </c:pt>
                <c:pt idx="7745">
                  <c:v>451855.94437492284</c:v>
                </c:pt>
                <c:pt idx="7746">
                  <c:v>450816.70454146032</c:v>
                </c:pt>
                <c:pt idx="7747">
                  <c:v>449779.85489328776</c:v>
                </c:pt>
                <c:pt idx="7748">
                  <c:v>448745.38993313245</c:v>
                </c:pt>
                <c:pt idx="7749">
                  <c:v>448745.38993313245</c:v>
                </c:pt>
                <c:pt idx="7750">
                  <c:v>447713.30417636252</c:v>
                </c:pt>
                <c:pt idx="7751">
                  <c:v>446683.59215096442</c:v>
                </c:pt>
                <c:pt idx="7752">
                  <c:v>445656.24839750346</c:v>
                </c:pt>
                <c:pt idx="7753">
                  <c:v>445656.24839750346</c:v>
                </c:pt>
                <c:pt idx="7754">
                  <c:v>444631.26746910857</c:v>
                </c:pt>
                <c:pt idx="7755">
                  <c:v>443608.64393143367</c:v>
                </c:pt>
                <c:pt idx="7756">
                  <c:v>442588.37236262736</c:v>
                </c:pt>
                <c:pt idx="7757">
                  <c:v>442588.37236262736</c:v>
                </c:pt>
                <c:pt idx="7758">
                  <c:v>441570.44735331222</c:v>
                </c:pt>
                <c:pt idx="7759">
                  <c:v>440554.86350655428</c:v>
                </c:pt>
                <c:pt idx="7760">
                  <c:v>439541.61543782515</c:v>
                </c:pt>
                <c:pt idx="7761">
                  <c:v>439541.61543782515</c:v>
                </c:pt>
                <c:pt idx="7762">
                  <c:v>438530.69777498685</c:v>
                </c:pt>
                <c:pt idx="7763">
                  <c:v>437522.10515825287</c:v>
                </c:pt>
                <c:pt idx="7764">
                  <c:v>436515.83224016649</c:v>
                </c:pt>
                <c:pt idx="7765">
                  <c:v>436515.83224016649</c:v>
                </c:pt>
                <c:pt idx="7766">
                  <c:v>435511.87368556956</c:v>
                </c:pt>
                <c:pt idx="7767">
                  <c:v>434510.22417157219</c:v>
                </c:pt>
                <c:pt idx="7768">
                  <c:v>433510.87838752923</c:v>
                </c:pt>
                <c:pt idx="7769">
                  <c:v>433510.87838752923</c:v>
                </c:pt>
                <c:pt idx="7770">
                  <c:v>432513.83103500953</c:v>
                </c:pt>
                <c:pt idx="7771">
                  <c:v>431519.07682776573</c:v>
                </c:pt>
                <c:pt idx="7772">
                  <c:v>430526.61049171165</c:v>
                </c:pt>
                <c:pt idx="7773">
                  <c:v>430526.61049171165</c:v>
                </c:pt>
                <c:pt idx="7774">
                  <c:v>429536.42676488793</c:v>
                </c:pt>
                <c:pt idx="7775">
                  <c:v>428548.52039743989</c:v>
                </c:pt>
                <c:pt idx="7776">
                  <c:v>427562.88615158707</c:v>
                </c:pt>
                <c:pt idx="7777">
                  <c:v>427562.88615158707</c:v>
                </c:pt>
                <c:pt idx="7778">
                  <c:v>426579.51880159322</c:v>
                </c:pt>
                <c:pt idx="7779">
                  <c:v>425598.41313374334</c:v>
                </c:pt>
                <c:pt idx="7780">
                  <c:v>424619.56394631357</c:v>
                </c:pt>
                <c:pt idx="7781">
                  <c:v>423642.96604954154</c:v>
                </c:pt>
                <c:pt idx="7782">
                  <c:v>423642.96604954154</c:v>
                </c:pt>
                <c:pt idx="7783">
                  <c:v>422668.61426560383</c:v>
                </c:pt>
                <c:pt idx="7784">
                  <c:v>421696.5034285828</c:v>
                </c:pt>
                <c:pt idx="7785">
                  <c:v>420726.62838444434</c:v>
                </c:pt>
                <c:pt idx="7786">
                  <c:v>420726.62838444434</c:v>
                </c:pt>
                <c:pt idx="7787">
                  <c:v>419758.98399100825</c:v>
                </c:pt>
                <c:pt idx="7788">
                  <c:v>418793.56511791877</c:v>
                </c:pt>
                <c:pt idx="7789">
                  <c:v>417830.36664662266</c:v>
                </c:pt>
                <c:pt idx="7790">
                  <c:v>417830.36664662266</c:v>
                </c:pt>
                <c:pt idx="7791">
                  <c:v>416869.38347033598</c:v>
                </c:pt>
                <c:pt idx="7792">
                  <c:v>415910.61049402237</c:v>
                </c:pt>
                <c:pt idx="7793">
                  <c:v>414954.04263436369</c:v>
                </c:pt>
                <c:pt idx="7794">
                  <c:v>414954.04263436369</c:v>
                </c:pt>
                <c:pt idx="7795">
                  <c:v>413999.67481973086</c:v>
                </c:pt>
                <c:pt idx="7796">
                  <c:v>413047.50199016149</c:v>
                </c:pt>
                <c:pt idx="7797">
                  <c:v>412097.51909733081</c:v>
                </c:pt>
                <c:pt idx="7798">
                  <c:v>412097.51909733081</c:v>
                </c:pt>
                <c:pt idx="7799">
                  <c:v>411149.72110452253</c:v>
                </c:pt>
                <c:pt idx="7800">
                  <c:v>410204.10298660758</c:v>
                </c:pt>
                <c:pt idx="7801">
                  <c:v>409260.65973001131</c:v>
                </c:pt>
                <c:pt idx="7802">
                  <c:v>409260.65973001131</c:v>
                </c:pt>
                <c:pt idx="7803">
                  <c:v>408319.38633269229</c:v>
                </c:pt>
                <c:pt idx="7804">
                  <c:v>407380.27780411334</c:v>
                </c:pt>
                <c:pt idx="7805">
                  <c:v>406443.3291652131</c:v>
                </c:pt>
                <c:pt idx="7806">
                  <c:v>406443.3291652131</c:v>
                </c:pt>
                <c:pt idx="7807">
                  <c:v>405508.53544838383</c:v>
                </c:pt>
                <c:pt idx="7808">
                  <c:v>404575.89169744315</c:v>
                </c:pt>
                <c:pt idx="7809">
                  <c:v>403645.39296760515</c:v>
                </c:pt>
                <c:pt idx="7810">
                  <c:v>403645.39296760515</c:v>
                </c:pt>
                <c:pt idx="7811">
                  <c:v>402717.03432545968</c:v>
                </c:pt>
                <c:pt idx="7812">
                  <c:v>401790.81084894028</c:v>
                </c:pt>
                <c:pt idx="7813">
                  <c:v>400866.71762730286</c:v>
                </c:pt>
                <c:pt idx="7814">
                  <c:v>400866.71762730286</c:v>
                </c:pt>
                <c:pt idx="7815">
                  <c:v>399944.74976109795</c:v>
                </c:pt>
                <c:pt idx="7816">
                  <c:v>399024.90236214228</c:v>
                </c:pt>
                <c:pt idx="7817">
                  <c:v>398107.17055349716</c:v>
                </c:pt>
                <c:pt idx="7818">
                  <c:v>398107.17055349716</c:v>
                </c:pt>
                <c:pt idx="7819">
                  <c:v>397191.54946944065</c:v>
                </c:pt>
                <c:pt idx="7820">
                  <c:v>396278.03425543953</c:v>
                </c:pt>
                <c:pt idx="7821">
                  <c:v>395366.62006812909</c:v>
                </c:pt>
                <c:pt idx="7822">
                  <c:v>395366.62006812909</c:v>
                </c:pt>
                <c:pt idx="7823">
                  <c:v>394457.3020752786</c:v>
                </c:pt>
                <c:pt idx="7824">
                  <c:v>393550.07545577741</c:v>
                </c:pt>
                <c:pt idx="7825">
                  <c:v>392644.93539960089</c:v>
                </c:pt>
                <c:pt idx="7826">
                  <c:v>392644.93539960089</c:v>
                </c:pt>
                <c:pt idx="7827">
                  <c:v>391741.87710778386</c:v>
                </c:pt>
                <c:pt idx="7828">
                  <c:v>390840.89579240186</c:v>
                </c:pt>
                <c:pt idx="7829">
                  <c:v>389941.98667654436</c:v>
                </c:pt>
                <c:pt idx="7830">
                  <c:v>389941.98667654436</c:v>
                </c:pt>
                <c:pt idx="7831">
                  <c:v>389045.14499428123</c:v>
                </c:pt>
                <c:pt idx="7832">
                  <c:v>388150.36599064933</c:v>
                </c:pt>
                <c:pt idx="7833">
                  <c:v>387257.64492161799</c:v>
                </c:pt>
                <c:pt idx="7834">
                  <c:v>387257.64492161799</c:v>
                </c:pt>
                <c:pt idx="7835">
                  <c:v>386366.97705406969</c:v>
                </c:pt>
                <c:pt idx="7836">
                  <c:v>385478.35766577272</c:v>
                </c:pt>
                <c:pt idx="7837">
                  <c:v>384591.78204535425</c:v>
                </c:pt>
                <c:pt idx="7838">
                  <c:v>384591.78204535425</c:v>
                </c:pt>
                <c:pt idx="7839">
                  <c:v>383707.24549227918</c:v>
                </c:pt>
                <c:pt idx="7840">
                  <c:v>382824.74331682344</c:v>
                </c:pt>
                <c:pt idx="7841">
                  <c:v>381944.2708400471</c:v>
                </c:pt>
                <c:pt idx="7842">
                  <c:v>381944.2708400471</c:v>
                </c:pt>
                <c:pt idx="7843">
                  <c:v>381065.82339377399</c:v>
                </c:pt>
                <c:pt idx="7844">
                  <c:v>380189.39632056188</c:v>
                </c:pt>
                <c:pt idx="7845">
                  <c:v>379314.98497368232</c:v>
                </c:pt>
                <c:pt idx="7846">
                  <c:v>379314.98497368232</c:v>
                </c:pt>
                <c:pt idx="7847">
                  <c:v>378442.58471709414</c:v>
                </c:pt>
                <c:pt idx="7848">
                  <c:v>377572.19092541659</c:v>
                </c:pt>
                <c:pt idx="7849">
                  <c:v>376703.79898390913</c:v>
                </c:pt>
                <c:pt idx="7850">
                  <c:v>376703.79898390913</c:v>
                </c:pt>
                <c:pt idx="7851">
                  <c:v>375837.40428844484</c:v>
                </c:pt>
                <c:pt idx="7852">
                  <c:v>374973.00224548392</c:v>
                </c:pt>
                <c:pt idx="7853">
                  <c:v>374110.58827205416</c:v>
                </c:pt>
                <c:pt idx="7854">
                  <c:v>374110.58827205416</c:v>
                </c:pt>
                <c:pt idx="7855">
                  <c:v>373250.15779572114</c:v>
                </c:pt>
                <c:pt idx="7856">
                  <c:v>372391.70625456882</c:v>
                </c:pt>
                <c:pt idx="7857">
                  <c:v>371535.2290971732</c:v>
                </c:pt>
                <c:pt idx="7858">
                  <c:v>371535.2290971732</c:v>
                </c:pt>
                <c:pt idx="7859">
                  <c:v>370680.72178257647</c:v>
                </c:pt>
                <c:pt idx="7860">
                  <c:v>369828.17978026636</c:v>
                </c:pt>
                <c:pt idx="7861">
                  <c:v>368977.59857015091</c:v>
                </c:pt>
                <c:pt idx="7862">
                  <c:v>368977.59857015091</c:v>
                </c:pt>
                <c:pt idx="7863">
                  <c:v>368128.97364253172</c:v>
                </c:pt>
                <c:pt idx="7864">
                  <c:v>367282.30049808539</c:v>
                </c:pt>
                <c:pt idx="7865">
                  <c:v>366437.57464783371</c:v>
                </c:pt>
                <c:pt idx="7866">
                  <c:v>366437.57464783371</c:v>
                </c:pt>
                <c:pt idx="7867">
                  <c:v>365594.79161312507</c:v>
                </c:pt>
                <c:pt idx="7868">
                  <c:v>364753.94692560838</c:v>
                </c:pt>
                <c:pt idx="7869">
                  <c:v>363915.03612720745</c:v>
                </c:pt>
                <c:pt idx="7870">
                  <c:v>363915.03612720745</c:v>
                </c:pt>
                <c:pt idx="7871">
                  <c:v>363078.05477010139</c:v>
                </c:pt>
                <c:pt idx="7872">
                  <c:v>362242.99841669906</c:v>
                </c:pt>
                <c:pt idx="7873">
                  <c:v>361409.86263961351</c:v>
                </c:pt>
                <c:pt idx="7874">
                  <c:v>360578.64302164299</c:v>
                </c:pt>
                <c:pt idx="7875">
                  <c:v>360578.64302164299</c:v>
                </c:pt>
                <c:pt idx="7876">
                  <c:v>359749.33515574265</c:v>
                </c:pt>
                <c:pt idx="7877">
                  <c:v>358921.93464500527</c:v>
                </c:pt>
                <c:pt idx="7878">
                  <c:v>358096.4371026365</c:v>
                </c:pt>
                <c:pt idx="7879">
                  <c:v>358096.4371026365</c:v>
                </c:pt>
                <c:pt idx="7880">
                  <c:v>357272.83815192914</c:v>
                </c:pt>
                <c:pt idx="7881">
                  <c:v>356451.1334262442</c:v>
                </c:pt>
                <c:pt idx="7882">
                  <c:v>355631.31856898568</c:v>
                </c:pt>
                <c:pt idx="7883">
                  <c:v>355631.31856898568</c:v>
                </c:pt>
                <c:pt idx="7884">
                  <c:v>354813.38923357555</c:v>
                </c:pt>
                <c:pt idx="7885">
                  <c:v>353997.34108343517</c:v>
                </c:pt>
                <c:pt idx="7886">
                  <c:v>353183.16979195719</c:v>
                </c:pt>
                <c:pt idx="7887">
                  <c:v>353183.16979195719</c:v>
                </c:pt>
                <c:pt idx="7888">
                  <c:v>352370.87104248715</c:v>
                </c:pt>
                <c:pt idx="7889">
                  <c:v>351560.4405282985</c:v>
                </c:pt>
                <c:pt idx="7890">
                  <c:v>350751.8739525681</c:v>
                </c:pt>
                <c:pt idx="7891">
                  <c:v>350751.8739525681</c:v>
                </c:pt>
                <c:pt idx="7892">
                  <c:v>349945.16702835716</c:v>
                </c:pt>
                <c:pt idx="7893">
                  <c:v>349140.31547858636</c:v>
                </c:pt>
                <c:pt idx="7894">
                  <c:v>348337.3150360118</c:v>
                </c:pt>
                <c:pt idx="7895">
                  <c:v>348337.3150360118</c:v>
                </c:pt>
                <c:pt idx="7896">
                  <c:v>347536.16144320683</c:v>
                </c:pt>
                <c:pt idx="7897">
                  <c:v>346736.85045253241</c:v>
                </c:pt>
                <c:pt idx="7898">
                  <c:v>345939.37782612181</c:v>
                </c:pt>
                <c:pt idx="7899">
                  <c:v>345939.37782612181</c:v>
                </c:pt>
                <c:pt idx="7900">
                  <c:v>345143.7393358571</c:v>
                </c:pt>
                <c:pt idx="7901">
                  <c:v>344349.9307633391</c:v>
                </c:pt>
                <c:pt idx="7902">
                  <c:v>343557.947899875</c:v>
                </c:pt>
                <c:pt idx="7903">
                  <c:v>343557.947899875</c:v>
                </c:pt>
                <c:pt idx="7904">
                  <c:v>342767.7865464511</c:v>
                </c:pt>
                <c:pt idx="7905">
                  <c:v>341979.44251370936</c:v>
                </c:pt>
                <c:pt idx="7906">
                  <c:v>341192.91162192938</c:v>
                </c:pt>
                <c:pt idx="7907">
                  <c:v>341192.91162192938</c:v>
                </c:pt>
                <c:pt idx="7908">
                  <c:v>340408.18970100151</c:v>
                </c:pt>
                <c:pt idx="7909">
                  <c:v>339625.2725904088</c:v>
                </c:pt>
                <c:pt idx="7910">
                  <c:v>338844.15613920329</c:v>
                </c:pt>
                <c:pt idx="7911">
                  <c:v>338844.15613920329</c:v>
                </c:pt>
                <c:pt idx="7912">
                  <c:v>338064.83620598214</c:v>
                </c:pt>
                <c:pt idx="7913">
                  <c:v>337287.30865886918</c:v>
                </c:pt>
                <c:pt idx="7914">
                  <c:v>336511.56937549135</c:v>
                </c:pt>
                <c:pt idx="7915">
                  <c:v>336511.56937549135</c:v>
                </c:pt>
                <c:pt idx="7916">
                  <c:v>335737.61424295505</c:v>
                </c:pt>
                <c:pt idx="7917">
                  <c:v>334965.4391578284</c:v>
                </c:pt>
                <c:pt idx="7918">
                  <c:v>334195.04002611479</c:v>
                </c:pt>
                <c:pt idx="7919">
                  <c:v>334195.04002611479</c:v>
                </c:pt>
                <c:pt idx="7920">
                  <c:v>333426.41276323528</c:v>
                </c:pt>
                <c:pt idx="7921">
                  <c:v>332659.55329400516</c:v>
                </c:pt>
                <c:pt idx="7922">
                  <c:v>331894.45755261078</c:v>
                </c:pt>
                <c:pt idx="7923">
                  <c:v>331894.45755261078</c:v>
                </c:pt>
                <c:pt idx="7924">
                  <c:v>331131.12148259126</c:v>
                </c:pt>
                <c:pt idx="7925">
                  <c:v>330369.54103681532</c:v>
                </c:pt>
                <c:pt idx="7926">
                  <c:v>329609.71217745804</c:v>
                </c:pt>
                <c:pt idx="7927">
                  <c:v>329609.71217745804</c:v>
                </c:pt>
                <c:pt idx="7928">
                  <c:v>328851.63087598368</c:v>
                </c:pt>
                <c:pt idx="7929">
                  <c:v>328095.29311311943</c:v>
                </c:pt>
                <c:pt idx="7930">
                  <c:v>327340.69487883837</c:v>
                </c:pt>
                <c:pt idx="7931">
                  <c:v>327340.69487883837</c:v>
                </c:pt>
                <c:pt idx="7932">
                  <c:v>326587.83217233635</c:v>
                </c:pt>
                <c:pt idx="7933">
                  <c:v>325836.7010020091</c:v>
                </c:pt>
                <c:pt idx="7934">
                  <c:v>325087.29738543445</c:v>
                </c:pt>
                <c:pt idx="7935">
                  <c:v>325087.29738543445</c:v>
                </c:pt>
                <c:pt idx="7936">
                  <c:v>324339.61734934966</c:v>
                </c:pt>
                <c:pt idx="7937">
                  <c:v>323593.65692962846</c:v>
                </c:pt>
                <c:pt idx="7938">
                  <c:v>322849.41217126412</c:v>
                </c:pt>
                <c:pt idx="7939">
                  <c:v>322849.41217126412</c:v>
                </c:pt>
                <c:pt idx="7940">
                  <c:v>322106.87912834377</c:v>
                </c:pt>
                <c:pt idx="7941">
                  <c:v>321366.05386403186</c:v>
                </c:pt>
                <c:pt idx="7942">
                  <c:v>320626.932450547</c:v>
                </c:pt>
                <c:pt idx="7943">
                  <c:v>320626.932450547</c:v>
                </c:pt>
                <c:pt idx="7944">
                  <c:v>319889.51096914004</c:v>
                </c:pt>
                <c:pt idx="7945">
                  <c:v>319153.78551007615</c:v>
                </c:pt>
                <c:pt idx="7946">
                  <c:v>318419.75217261282</c:v>
                </c:pt>
                <c:pt idx="7947">
                  <c:v>318419.75217261282</c:v>
                </c:pt>
                <c:pt idx="7948">
                  <c:v>317687.40706497716</c:v>
                </c:pt>
                <c:pt idx="7949">
                  <c:v>316956.74630434957</c:v>
                </c:pt>
                <c:pt idx="7950">
                  <c:v>316227.7660168382</c:v>
                </c:pt>
                <c:pt idx="7951">
                  <c:v>316227.7660168382</c:v>
                </c:pt>
                <c:pt idx="7952">
                  <c:v>315500.4623374627</c:v>
                </c:pt>
                <c:pt idx="7953">
                  <c:v>314774.83141013194</c:v>
                </c:pt>
                <c:pt idx="7954">
                  <c:v>314050.86938762187</c:v>
                </c:pt>
                <c:pt idx="7955">
                  <c:v>314050.86938762187</c:v>
                </c:pt>
                <c:pt idx="7956">
                  <c:v>313328.57243155903</c:v>
                </c:pt>
                <c:pt idx="7957">
                  <c:v>312607.93671239575</c:v>
                </c:pt>
                <c:pt idx="7958">
                  <c:v>311888.95840939373</c:v>
                </c:pt>
                <c:pt idx="7959">
                  <c:v>311888.95840939373</c:v>
                </c:pt>
                <c:pt idx="7960">
                  <c:v>311171.63371060212</c:v>
                </c:pt>
                <c:pt idx="7961">
                  <c:v>310455.95881283568</c:v>
                </c:pt>
                <c:pt idx="7962">
                  <c:v>309741.92992165795</c:v>
                </c:pt>
                <c:pt idx="7963">
                  <c:v>309029.54325135931</c:v>
                </c:pt>
                <c:pt idx="7964">
                  <c:v>309029.54325135931</c:v>
                </c:pt>
                <c:pt idx="7965">
                  <c:v>308318.79502493545</c:v>
                </c:pt>
                <c:pt idx="7966">
                  <c:v>307609.68147407175</c:v>
                </c:pt>
                <c:pt idx="7967">
                  <c:v>306902.19883911643</c:v>
                </c:pt>
                <c:pt idx="7968">
                  <c:v>306902.19883911643</c:v>
                </c:pt>
                <c:pt idx="7969">
                  <c:v>306196.34336906765</c:v>
                </c:pt>
                <c:pt idx="7970">
                  <c:v>305492.11132155213</c:v>
                </c:pt>
                <c:pt idx="7971">
                  <c:v>304789.49896279891</c:v>
                </c:pt>
                <c:pt idx="7972">
                  <c:v>304789.49896279891</c:v>
                </c:pt>
                <c:pt idx="7973">
                  <c:v>304088.50256762834</c:v>
                </c:pt>
                <c:pt idx="7974">
                  <c:v>303389.11841942777</c:v>
                </c:pt>
                <c:pt idx="7975">
                  <c:v>302691.34281013103</c:v>
                </c:pt>
                <c:pt idx="7976">
                  <c:v>302691.34281013103</c:v>
                </c:pt>
                <c:pt idx="7977">
                  <c:v>301995.17204020242</c:v>
                </c:pt>
                <c:pt idx="7978">
                  <c:v>301300.60241861275</c:v>
                </c:pt>
                <c:pt idx="7979">
                  <c:v>300607.63026282348</c:v>
                </c:pt>
                <c:pt idx="7980">
                  <c:v>300607.63026282348</c:v>
                </c:pt>
                <c:pt idx="7981">
                  <c:v>299916.2518987658</c:v>
                </c:pt>
                <c:pt idx="7982">
                  <c:v>299226.4636608194</c:v>
                </c:pt>
                <c:pt idx="7983">
                  <c:v>298538.26189179625</c:v>
                </c:pt>
                <c:pt idx="7984">
                  <c:v>298538.26189179625</c:v>
                </c:pt>
                <c:pt idx="7985">
                  <c:v>297851.64294291957</c:v>
                </c:pt>
                <c:pt idx="7986">
                  <c:v>297166.60317380301</c:v>
                </c:pt>
                <c:pt idx="7987">
                  <c:v>296483.13895243499</c:v>
                </c:pt>
                <c:pt idx="7988">
                  <c:v>296483.13895243499</c:v>
                </c:pt>
                <c:pt idx="7989">
                  <c:v>295801.24665515509</c:v>
                </c:pt>
                <c:pt idx="7990">
                  <c:v>295120.92266663886</c:v>
                </c:pt>
                <c:pt idx="7991">
                  <c:v>294442.16337987676</c:v>
                </c:pt>
                <c:pt idx="7992">
                  <c:v>294442.16337987676</c:v>
                </c:pt>
                <c:pt idx="7993">
                  <c:v>293764.9651961535</c:v>
                </c:pt>
                <c:pt idx="7994">
                  <c:v>293089.32452503231</c:v>
                </c:pt>
                <c:pt idx="7995">
                  <c:v>292415.23778433405</c:v>
                </c:pt>
                <c:pt idx="7996">
                  <c:v>292415.23778433405</c:v>
                </c:pt>
                <c:pt idx="7997">
                  <c:v>291742.70140011702</c:v>
                </c:pt>
                <c:pt idx="7998">
                  <c:v>291071.71180666116</c:v>
                </c:pt>
                <c:pt idx="7999">
                  <c:v>290402.2654464455</c:v>
                </c:pt>
                <c:pt idx="8000">
                  <c:v>290402.2654464455</c:v>
                </c:pt>
                <c:pt idx="8001">
                  <c:v>289734.35877013253</c:v>
                </c:pt>
                <c:pt idx="8002">
                  <c:v>289067.98823654809</c:v>
                </c:pt>
                <c:pt idx="8003">
                  <c:v>288403.1503126609</c:v>
                </c:pt>
                <c:pt idx="8004">
                  <c:v>288403.1503126609</c:v>
                </c:pt>
                <c:pt idx="8005">
                  <c:v>287739.84147356701</c:v>
                </c:pt>
                <c:pt idx="8006">
                  <c:v>287078.05820246949</c:v>
                </c:pt>
                <c:pt idx="8007">
                  <c:v>286417.79699065833</c:v>
                </c:pt>
                <c:pt idx="8008">
                  <c:v>286417.79699065833</c:v>
                </c:pt>
                <c:pt idx="8009">
                  <c:v>285759.05433749524</c:v>
                </c:pt>
                <c:pt idx="8010">
                  <c:v>285101.82675039128</c:v>
                </c:pt>
                <c:pt idx="8011">
                  <c:v>284446.11074479169</c:v>
                </c:pt>
                <c:pt idx="8012">
                  <c:v>284446.11074479169</c:v>
                </c:pt>
                <c:pt idx="8013">
                  <c:v>283791.90284415608</c:v>
                </c:pt>
                <c:pt idx="8014">
                  <c:v>283139.19957993814</c:v>
                </c:pt>
                <c:pt idx="8015">
                  <c:v>282487.99749157077</c:v>
                </c:pt>
                <c:pt idx="8016">
                  <c:v>282487.99749157077</c:v>
                </c:pt>
                <c:pt idx="8017">
                  <c:v>281838.29312644573</c:v>
                </c:pt>
                <c:pt idx="8018">
                  <c:v>281190.08303989418</c:v>
                </c:pt>
                <c:pt idx="8019">
                  <c:v>280543.36379517178</c:v>
                </c:pt>
                <c:pt idx="8020">
                  <c:v>280543.36379517178</c:v>
                </c:pt>
                <c:pt idx="8021">
                  <c:v>279898.13196343649</c:v>
                </c:pt>
                <c:pt idx="8022">
                  <c:v>279254.38412373385</c:v>
                </c:pt>
                <c:pt idx="8023">
                  <c:v>278612.11686297739</c:v>
                </c:pt>
                <c:pt idx="8024">
                  <c:v>278612.11686297739</c:v>
                </c:pt>
                <c:pt idx="8025">
                  <c:v>277971.32677592902</c:v>
                </c:pt>
                <c:pt idx="8026">
                  <c:v>277332.01046518405</c:v>
                </c:pt>
                <c:pt idx="8027">
                  <c:v>276694.16454115143</c:v>
                </c:pt>
                <c:pt idx="8028">
                  <c:v>276694.16454115143</c:v>
                </c:pt>
                <c:pt idx="8029">
                  <c:v>276057.78562203463</c:v>
                </c:pt>
                <c:pt idx="8030">
                  <c:v>275422.87033381703</c:v>
                </c:pt>
                <c:pt idx="8031">
                  <c:v>274789.41531023989</c:v>
                </c:pt>
                <c:pt idx="8032">
                  <c:v>274789.41531023989</c:v>
                </c:pt>
                <c:pt idx="8033">
                  <c:v>274157.41719278821</c:v>
                </c:pt>
                <c:pt idx="8034">
                  <c:v>273526.87263067148</c:v>
                </c:pt>
                <c:pt idx="8035">
                  <c:v>272897.77828080417</c:v>
                </c:pt>
                <c:pt idx="8036">
                  <c:v>272897.77828080417</c:v>
                </c:pt>
                <c:pt idx="8037">
                  <c:v>272270.13080779114</c:v>
                </c:pt>
                <c:pt idx="8038">
                  <c:v>271643.92688390845</c:v>
                </c:pt>
                <c:pt idx="8039">
                  <c:v>271019.16318908427</c:v>
                </c:pt>
                <c:pt idx="8040">
                  <c:v>271019.16318908427</c:v>
                </c:pt>
                <c:pt idx="8041">
                  <c:v>270395.83641088515</c:v>
                </c:pt>
                <c:pt idx="8042">
                  <c:v>269773.94324449258</c:v>
                </c:pt>
                <c:pt idx="8043">
                  <c:v>269153.48039269145</c:v>
                </c:pt>
                <c:pt idx="8044">
                  <c:v>269153.48039269145</c:v>
                </c:pt>
                <c:pt idx="8045">
                  <c:v>268534.44456585142</c:v>
                </c:pt>
                <c:pt idx="8046">
                  <c:v>267916.83248190366</c:v>
                </c:pt>
                <c:pt idx="8047">
                  <c:v>267300.64086633141</c:v>
                </c:pt>
                <c:pt idx="8048">
                  <c:v>267300.64086633141</c:v>
                </c:pt>
                <c:pt idx="8049">
                  <c:v>266685.86645214853</c:v>
                </c:pt>
                <c:pt idx="8050">
                  <c:v>266072.50597988133</c:v>
                </c:pt>
                <c:pt idx="8051">
                  <c:v>265460.55619755463</c:v>
                </c:pt>
                <c:pt idx="8052">
                  <c:v>264850.01386067056</c:v>
                </c:pt>
                <c:pt idx="8053">
                  <c:v>264850.01386067056</c:v>
                </c:pt>
                <c:pt idx="8054">
                  <c:v>264240.87573219498</c:v>
                </c:pt>
                <c:pt idx="8055">
                  <c:v>263633.13858253858</c:v>
                </c:pt>
                <c:pt idx="8056">
                  <c:v>263026.79918953858</c:v>
                </c:pt>
                <c:pt idx="8057">
                  <c:v>263026.79918953858</c:v>
                </c:pt>
                <c:pt idx="8058">
                  <c:v>262421.85433844436</c:v>
                </c:pt>
                <c:pt idx="8059">
                  <c:v>261818.30082189903</c:v>
                </c:pt>
                <c:pt idx="8060">
                  <c:v>261216.13543992094</c:v>
                </c:pt>
                <c:pt idx="8061">
                  <c:v>261216.13543992094</c:v>
                </c:pt>
                <c:pt idx="8062">
                  <c:v>260615.35499989014</c:v>
                </c:pt>
                <c:pt idx="8063">
                  <c:v>260015.95631652759</c:v>
                </c:pt>
                <c:pt idx="8064">
                  <c:v>259417.93621188164</c:v>
                </c:pt>
                <c:pt idx="8065">
                  <c:v>259417.93621188164</c:v>
                </c:pt>
                <c:pt idx="8066">
                  <c:v>258821.29151530965</c:v>
                </c:pt>
                <c:pt idx="8067">
                  <c:v>258226.01906345994</c:v>
                </c:pt>
                <c:pt idx="8068">
                  <c:v>257632.11570025768</c:v>
                </c:pt>
                <c:pt idx="8069">
                  <c:v>257632.11570025768</c:v>
                </c:pt>
                <c:pt idx="8070">
                  <c:v>257039.57827688678</c:v>
                </c:pt>
                <c:pt idx="8071">
                  <c:v>256448.40365177195</c:v>
                </c:pt>
                <c:pt idx="8072">
                  <c:v>255858.58869056508</c:v>
                </c:pt>
                <c:pt idx="8073">
                  <c:v>255858.58869056508</c:v>
                </c:pt>
                <c:pt idx="8074">
                  <c:v>255270.13026612502</c:v>
                </c:pt>
                <c:pt idx="8075">
                  <c:v>254683.02525850426</c:v>
                </c:pt>
                <c:pt idx="8076">
                  <c:v>254097.27055493093</c:v>
                </c:pt>
                <c:pt idx="8077">
                  <c:v>254097.27055493093</c:v>
                </c:pt>
                <c:pt idx="8078">
                  <c:v>253512.86304979099</c:v>
                </c:pt>
                <c:pt idx="8079">
                  <c:v>252929.79964461451</c:v>
                </c:pt>
                <c:pt idx="8080">
                  <c:v>252348.07724805782</c:v>
                </c:pt>
                <c:pt idx="8081">
                  <c:v>252348.07724805782</c:v>
                </c:pt>
                <c:pt idx="8082">
                  <c:v>251767.69277588572</c:v>
                </c:pt>
                <c:pt idx="8083">
                  <c:v>251188.64315095844</c:v>
                </c:pt>
                <c:pt idx="8084">
                  <c:v>250610.92530321164</c:v>
                </c:pt>
                <c:pt idx="8085">
                  <c:v>250610.92530321164</c:v>
                </c:pt>
                <c:pt idx="8086">
                  <c:v>250034.53616964322</c:v>
                </c:pt>
                <c:pt idx="8087">
                  <c:v>249459.47269429581</c:v>
                </c:pt>
                <c:pt idx="8088">
                  <c:v>248885.73182823925</c:v>
                </c:pt>
                <c:pt idx="8089">
                  <c:v>248885.73182823925</c:v>
                </c:pt>
                <c:pt idx="8090">
                  <c:v>248313.31052955703</c:v>
                </c:pt>
                <c:pt idx="8091">
                  <c:v>247742.20576332882</c:v>
                </c:pt>
                <c:pt idx="8092">
                  <c:v>247172.41450161312</c:v>
                </c:pt>
                <c:pt idx="8093">
                  <c:v>247172.41450161312</c:v>
                </c:pt>
                <c:pt idx="8094">
                  <c:v>246603.93372343428</c:v>
                </c:pt>
                <c:pt idx="8095">
                  <c:v>246036.76041476292</c:v>
                </c:pt>
                <c:pt idx="8096">
                  <c:v>245470.89156850305</c:v>
                </c:pt>
                <c:pt idx="8097">
                  <c:v>245470.89156850305</c:v>
                </c:pt>
                <c:pt idx="8098">
                  <c:v>244906.32418447483</c:v>
                </c:pt>
                <c:pt idx="8099">
                  <c:v>244343.05526939727</c:v>
                </c:pt>
                <c:pt idx="8100">
                  <c:v>243781.08183687518</c:v>
                </c:pt>
                <c:pt idx="8101">
                  <c:v>243781.08183687518</c:v>
                </c:pt>
                <c:pt idx="8102">
                  <c:v>243220.4009073817</c:v>
                </c:pt>
                <c:pt idx="8103">
                  <c:v>242661.00950824158</c:v>
                </c:pt>
                <c:pt idx="8104">
                  <c:v>242102.90467361809</c:v>
                </c:pt>
                <c:pt idx="8105">
                  <c:v>242102.90467361809</c:v>
                </c:pt>
                <c:pt idx="8106">
                  <c:v>241546.08344449414</c:v>
                </c:pt>
                <c:pt idx="8107">
                  <c:v>240990.54286865942</c:v>
                </c:pt>
                <c:pt idx="8108">
                  <c:v>240436.28000069354</c:v>
                </c:pt>
                <c:pt idx="8109">
                  <c:v>240436.28000069354</c:v>
                </c:pt>
                <c:pt idx="8110">
                  <c:v>239883.29190194907</c:v>
                </c:pt>
                <c:pt idx="8111">
                  <c:v>239331.57564053862</c:v>
                </c:pt>
                <c:pt idx="8112">
                  <c:v>238781.12829131831</c:v>
                </c:pt>
                <c:pt idx="8113">
                  <c:v>238781.12829131831</c:v>
                </c:pt>
                <c:pt idx="8114">
                  <c:v>238231.94693586897</c:v>
                </c:pt>
                <c:pt idx="8115">
                  <c:v>237684.02866248827</c:v>
                </c:pt>
                <c:pt idx="8116">
                  <c:v>237137.37056616598</c:v>
                </c:pt>
                <c:pt idx="8117">
                  <c:v>237137.37056616598</c:v>
                </c:pt>
                <c:pt idx="8118">
                  <c:v>236591.96974857611</c:v>
                </c:pt>
                <c:pt idx="8119">
                  <c:v>236047.82331805825</c:v>
                </c:pt>
                <c:pt idx="8120">
                  <c:v>235504.92838960135</c:v>
                </c:pt>
                <c:pt idx="8121">
                  <c:v>235504.92838960135</c:v>
                </c:pt>
                <c:pt idx="8122">
                  <c:v>234963.28208483136</c:v>
                </c:pt>
                <c:pt idx="8123">
                  <c:v>234422.88153199267</c:v>
                </c:pt>
                <c:pt idx="8124">
                  <c:v>233883.72386593578</c:v>
                </c:pt>
                <c:pt idx="8125">
                  <c:v>233883.72386593578</c:v>
                </c:pt>
                <c:pt idx="8126">
                  <c:v>233345.80622810082</c:v>
                </c:pt>
                <c:pt idx="8127">
                  <c:v>232809.12576650118</c:v>
                </c:pt>
                <c:pt idx="8128">
                  <c:v>232273.67963571093</c:v>
                </c:pt>
                <c:pt idx="8129">
                  <c:v>232273.67963571093</c:v>
                </c:pt>
                <c:pt idx="8130">
                  <c:v>231739.46499684834</c:v>
                </c:pt>
                <c:pt idx="8131">
                  <c:v>231206.47901755979</c:v>
                </c:pt>
                <c:pt idx="8132">
                  <c:v>230674.71887200748</c:v>
                </c:pt>
                <c:pt idx="8133">
                  <c:v>230674.71887200748</c:v>
                </c:pt>
                <c:pt idx="8134">
                  <c:v>230144.18174085123</c:v>
                </c:pt>
                <c:pt idx="8135">
                  <c:v>229614.86481123642</c:v>
                </c:pt>
                <c:pt idx="8136">
                  <c:v>229086.76527677779</c:v>
                </c:pt>
                <c:pt idx="8137">
                  <c:v>229086.76527677779</c:v>
                </c:pt>
                <c:pt idx="8138">
                  <c:v>228559.88033754332</c:v>
                </c:pt>
                <c:pt idx="8139">
                  <c:v>228034.20720004197</c:v>
                </c:pt>
                <c:pt idx="8140">
                  <c:v>227509.74307720747</c:v>
                </c:pt>
                <c:pt idx="8141">
                  <c:v>227509.74307720747</c:v>
                </c:pt>
                <c:pt idx="8142">
                  <c:v>226986.48518838244</c:v>
                </c:pt>
                <c:pt idx="8143">
                  <c:v>226464.43075930644</c:v>
                </c:pt>
                <c:pt idx="8144">
                  <c:v>225943.57702209809</c:v>
                </c:pt>
                <c:pt idx="8145">
                  <c:v>225423.92121524311</c:v>
                </c:pt>
                <c:pt idx="8146">
                  <c:v>225423.92121524311</c:v>
                </c:pt>
                <c:pt idx="8147">
                  <c:v>224905.4605835785</c:v>
                </c:pt>
                <c:pt idx="8148">
                  <c:v>224388.19237827687</c:v>
                </c:pt>
                <c:pt idx="8149">
                  <c:v>223872.11385683404</c:v>
                </c:pt>
                <c:pt idx="8150">
                  <c:v>223872.11385683404</c:v>
                </c:pt>
                <c:pt idx="8151">
                  <c:v>223357.2222830535</c:v>
                </c:pt>
                <c:pt idx="8152">
                  <c:v>222843.51492703054</c:v>
                </c:pt>
                <c:pt idx="8153">
                  <c:v>222330.98906514072</c:v>
                </c:pt>
                <c:pt idx="8154">
                  <c:v>222330.98906514072</c:v>
                </c:pt>
                <c:pt idx="8155">
                  <c:v>221819.64198002216</c:v>
                </c:pt>
                <c:pt idx="8156">
                  <c:v>221309.47096056386</c:v>
                </c:pt>
                <c:pt idx="8157">
                  <c:v>220800.47330189034</c:v>
                </c:pt>
                <c:pt idx="8158">
                  <c:v>220800.47330189034</c:v>
                </c:pt>
                <c:pt idx="8159">
                  <c:v>220292.64630534581</c:v>
                </c:pt>
                <c:pt idx="8160">
                  <c:v>219785.98727848253</c:v>
                </c:pt>
                <c:pt idx="8161">
                  <c:v>219280.49353504513</c:v>
                </c:pt>
                <c:pt idx="8162">
                  <c:v>219280.49353504513</c:v>
                </c:pt>
                <c:pt idx="8163">
                  <c:v>218776.16239495538</c:v>
                </c:pt>
                <c:pt idx="8164">
                  <c:v>218272.99118430048</c:v>
                </c:pt>
                <c:pt idx="8165">
                  <c:v>217770.97723531607</c:v>
                </c:pt>
                <c:pt idx="8166">
                  <c:v>217770.97723531607</c:v>
                </c:pt>
                <c:pt idx="8167">
                  <c:v>217270.1178863745</c:v>
                </c:pt>
                <c:pt idx="8168">
                  <c:v>216770.41048196974</c:v>
                </c:pt>
                <c:pt idx="8169">
                  <c:v>216271.85237270215</c:v>
                </c:pt>
                <c:pt idx="8170">
                  <c:v>216271.85237270215</c:v>
                </c:pt>
                <c:pt idx="8171">
                  <c:v>215774.4409152666</c:v>
                </c:pt>
                <c:pt idx="8172">
                  <c:v>215278.17347243748</c:v>
                </c:pt>
                <c:pt idx="8173">
                  <c:v>214783.04741305343</c:v>
                </c:pt>
                <c:pt idx="8174">
                  <c:v>214783.04741305343</c:v>
                </c:pt>
                <c:pt idx="8175">
                  <c:v>214289.06011200615</c:v>
                </c:pt>
                <c:pt idx="8176">
                  <c:v>213796.20895022334</c:v>
                </c:pt>
                <c:pt idx="8177">
                  <c:v>213304.49131465761</c:v>
                </c:pt>
                <c:pt idx="8178">
                  <c:v>213304.49131465761</c:v>
                </c:pt>
                <c:pt idx="8179">
                  <c:v>212813.90459827142</c:v>
                </c:pt>
                <c:pt idx="8180">
                  <c:v>212324.44620002201</c:v>
                </c:pt>
                <c:pt idx="8181">
                  <c:v>211836.11352485008</c:v>
                </c:pt>
                <c:pt idx="8182">
                  <c:v>211836.11352485008</c:v>
                </c:pt>
                <c:pt idx="8183">
                  <c:v>211348.90398366519</c:v>
                </c:pt>
                <c:pt idx="8184">
                  <c:v>210862.81499332894</c:v>
                </c:pt>
                <c:pt idx="8185">
                  <c:v>210377.84397664812</c:v>
                </c:pt>
                <c:pt idx="8186">
                  <c:v>210377.84397664812</c:v>
                </c:pt>
                <c:pt idx="8187">
                  <c:v>209893.98836235286</c:v>
                </c:pt>
                <c:pt idx="8188">
                  <c:v>209411.24558508955</c:v>
                </c:pt>
                <c:pt idx="8189">
                  <c:v>208929.61308540447</c:v>
                </c:pt>
                <c:pt idx="8190">
                  <c:v>208929.61308540447</c:v>
                </c:pt>
                <c:pt idx="8191">
                  <c:v>208449.08830972927</c:v>
                </c:pt>
                <c:pt idx="8192">
                  <c:v>207969.66871036979</c:v>
                </c:pt>
                <c:pt idx="8193">
                  <c:v>207491.35174549144</c:v>
                </c:pt>
                <c:pt idx="8194">
                  <c:v>207491.35174549144</c:v>
                </c:pt>
                <c:pt idx="8195">
                  <c:v>207014.1348791045</c:v>
                </c:pt>
                <c:pt idx="8196">
                  <c:v>206538.01558105345</c:v>
                </c:pt>
                <c:pt idx="8197">
                  <c:v>206062.9913270004</c:v>
                </c:pt>
                <c:pt idx="8198">
                  <c:v>206062.9913270004</c:v>
                </c:pt>
                <c:pt idx="8199">
                  <c:v>205589.0595984144</c:v>
                </c:pt>
                <c:pt idx="8200">
                  <c:v>205116.21788255699</c:v>
                </c:pt>
                <c:pt idx="8201">
                  <c:v>204644.46367246771</c:v>
                </c:pt>
                <c:pt idx="8202">
                  <c:v>204644.46367246771</c:v>
                </c:pt>
                <c:pt idx="8203">
                  <c:v>204173.79446695308</c:v>
                </c:pt>
                <c:pt idx="8204">
                  <c:v>203704.20777057222</c:v>
                </c:pt>
                <c:pt idx="8205">
                  <c:v>203235.7010936224</c:v>
                </c:pt>
                <c:pt idx="8206">
                  <c:v>203235.7010936224</c:v>
                </c:pt>
                <c:pt idx="8207">
                  <c:v>202768.27195212865</c:v>
                </c:pt>
                <c:pt idx="8208">
                  <c:v>202301.91786782746</c:v>
                </c:pt>
                <c:pt idx="8209">
                  <c:v>201836.63636815627</c:v>
                </c:pt>
                <c:pt idx="8210">
                  <c:v>201836.63636815627</c:v>
                </c:pt>
                <c:pt idx="8211">
                  <c:v>201372.4249862392</c:v>
                </c:pt>
                <c:pt idx="8212">
                  <c:v>200909.28126087305</c:v>
                </c:pt>
                <c:pt idx="8213">
                  <c:v>200447.20273651622</c:v>
                </c:pt>
                <c:pt idx="8214">
                  <c:v>200447.20273651622</c:v>
                </c:pt>
                <c:pt idx="8215">
                  <c:v>199986.18696327473</c:v>
                </c:pt>
                <c:pt idx="8216">
                  <c:v>199526.23149688813</c:v>
                </c:pt>
                <c:pt idx="8217">
                  <c:v>199067.33389871905</c:v>
                </c:pt>
                <c:pt idx="8218">
                  <c:v>199067.33389871905</c:v>
                </c:pt>
                <c:pt idx="8219">
                  <c:v>198609.49173573739</c:v>
                </c:pt>
                <c:pt idx="8220">
                  <c:v>198152.70258050994</c:v>
                </c:pt>
                <c:pt idx="8221">
                  <c:v>197696.96401118641</c:v>
                </c:pt>
                <c:pt idx="8222">
                  <c:v>197696.96401118641</c:v>
                </c:pt>
                <c:pt idx="8223">
                  <c:v>197242.27361148555</c:v>
                </c:pt>
                <c:pt idx="8224">
                  <c:v>196788.62897068454</c:v>
                </c:pt>
                <c:pt idx="8225">
                  <c:v>196336.02768360492</c:v>
                </c:pt>
                <c:pt idx="8226">
                  <c:v>196336.02768360492</c:v>
                </c:pt>
                <c:pt idx="8227">
                  <c:v>195884.46735059909</c:v>
                </c:pt>
                <c:pt idx="8228">
                  <c:v>195433.94557753979</c:v>
                </c:pt>
                <c:pt idx="8229">
                  <c:v>194984.45997580473</c:v>
                </c:pt>
                <c:pt idx="8230">
                  <c:v>194984.45997580473</c:v>
                </c:pt>
                <c:pt idx="8231">
                  <c:v>194536.00816226634</c:v>
                </c:pt>
                <c:pt idx="8232">
                  <c:v>194088.58775927807</c:v>
                </c:pt>
                <c:pt idx="8233">
                  <c:v>193642.19639466083</c:v>
                </c:pt>
                <c:pt idx="8234">
                  <c:v>193196.8317016924</c:v>
                </c:pt>
                <c:pt idx="8235">
                  <c:v>193196.8317016924</c:v>
                </c:pt>
                <c:pt idx="8236">
                  <c:v>192752.4913190938</c:v>
                </c:pt>
                <c:pt idx="8237">
                  <c:v>192309.17289101591</c:v>
                </c:pt>
                <c:pt idx="8238">
                  <c:v>191866.87406702922</c:v>
                </c:pt>
                <c:pt idx="8239">
                  <c:v>191866.87406702922</c:v>
                </c:pt>
                <c:pt idx="8240">
                  <c:v>191425.59250210872</c:v>
                </c:pt>
                <c:pt idx="8241">
                  <c:v>190985.32585662382</c:v>
                </c:pt>
                <c:pt idx="8242">
                  <c:v>190546.07179632492</c:v>
                </c:pt>
                <c:pt idx="8243">
                  <c:v>190546.07179632492</c:v>
                </c:pt>
                <c:pt idx="8244">
                  <c:v>190107.82799233007</c:v>
                </c:pt>
                <c:pt idx="8245">
                  <c:v>189670.59212111458</c:v>
                </c:pt>
                <c:pt idx="8246">
                  <c:v>189234.36186449768</c:v>
                </c:pt>
                <c:pt idx="8247">
                  <c:v>189234.36186449768</c:v>
                </c:pt>
                <c:pt idx="8248">
                  <c:v>188799.13490962936</c:v>
                </c:pt>
                <c:pt idx="8249">
                  <c:v>188364.90894898027</c:v>
                </c:pt>
                <c:pt idx="8250">
                  <c:v>187931.68168032693</c:v>
                </c:pt>
                <c:pt idx="8251">
                  <c:v>187931.68168032693</c:v>
                </c:pt>
                <c:pt idx="8252">
                  <c:v>187499.45080674181</c:v>
                </c:pt>
                <c:pt idx="8253">
                  <c:v>187068.21403658052</c:v>
                </c:pt>
                <c:pt idx="8254">
                  <c:v>186637.969083467</c:v>
                </c:pt>
                <c:pt idx="8255">
                  <c:v>186637.969083467</c:v>
                </c:pt>
                <c:pt idx="8256">
                  <c:v>186208.71366628664</c:v>
                </c:pt>
                <c:pt idx="8257">
                  <c:v>185780.44550917027</c:v>
                </c:pt>
                <c:pt idx="8258">
                  <c:v>185353.16234148142</c:v>
                </c:pt>
                <c:pt idx="8259">
                  <c:v>185353.16234148142</c:v>
                </c:pt>
                <c:pt idx="8260">
                  <c:v>184926.8618978083</c:v>
                </c:pt>
                <c:pt idx="8261">
                  <c:v>184501.54191794773</c:v>
                </c:pt>
                <c:pt idx="8262">
                  <c:v>184077.2001468958</c:v>
                </c:pt>
                <c:pt idx="8263">
                  <c:v>184077.2001468958</c:v>
                </c:pt>
                <c:pt idx="8264">
                  <c:v>183653.83433483506</c:v>
                </c:pt>
                <c:pt idx="8265">
                  <c:v>183231.44223712146</c:v>
                </c:pt>
                <c:pt idx="8266">
                  <c:v>182810.02161427445</c:v>
                </c:pt>
                <c:pt idx="8267">
                  <c:v>182810.02161427445</c:v>
                </c:pt>
                <c:pt idx="8268">
                  <c:v>182389.57023196414</c:v>
                </c:pt>
                <c:pt idx="8269">
                  <c:v>181970.08586099857</c:v>
                </c:pt>
                <c:pt idx="8270">
                  <c:v>181551.56627731398</c:v>
                </c:pt>
                <c:pt idx="8271">
                  <c:v>181551.56627731398</c:v>
                </c:pt>
                <c:pt idx="8272">
                  <c:v>181134.00926196054</c:v>
                </c:pt>
                <c:pt idx="8273">
                  <c:v>180717.41260109289</c:v>
                </c:pt>
                <c:pt idx="8274">
                  <c:v>180301.77408595727</c:v>
                </c:pt>
                <c:pt idx="8275">
                  <c:v>180301.77408595727</c:v>
                </c:pt>
                <c:pt idx="8276">
                  <c:v>179887.09151287901</c:v>
                </c:pt>
                <c:pt idx="8277">
                  <c:v>179473.36268325275</c:v>
                </c:pt>
                <c:pt idx="8278">
                  <c:v>179060.58540352972</c:v>
                </c:pt>
                <c:pt idx="8279">
                  <c:v>179060.58540352972</c:v>
                </c:pt>
                <c:pt idx="8280">
                  <c:v>178648.75748520525</c:v>
                </c:pt>
                <c:pt idx="8281">
                  <c:v>178237.87674480933</c:v>
                </c:pt>
                <c:pt idx="8282">
                  <c:v>177827.94100389251</c:v>
                </c:pt>
                <c:pt idx="8283">
                  <c:v>177827.94100389251</c:v>
                </c:pt>
                <c:pt idx="8284">
                  <c:v>177418.94808901669</c:v>
                </c:pt>
                <c:pt idx="8285">
                  <c:v>177010.89583174241</c:v>
                </c:pt>
                <c:pt idx="8286">
                  <c:v>176603.78206861662</c:v>
                </c:pt>
                <c:pt idx="8287">
                  <c:v>176603.78206861662</c:v>
                </c:pt>
                <c:pt idx="8288">
                  <c:v>176197.60464116329</c:v>
                </c:pt>
                <c:pt idx="8289">
                  <c:v>175792.36139586952</c:v>
                </c:pt>
                <c:pt idx="8290">
                  <c:v>175388.05018417625</c:v>
                </c:pt>
                <c:pt idx="8291">
                  <c:v>175388.05018417625</c:v>
                </c:pt>
                <c:pt idx="8292">
                  <c:v>174984.668862466</c:v>
                </c:pt>
                <c:pt idx="8293">
                  <c:v>174582.21529205056</c:v>
                </c:pt>
                <c:pt idx="8294">
                  <c:v>174180.68733916149</c:v>
                </c:pt>
                <c:pt idx="8295">
                  <c:v>174180.68733916149</c:v>
                </c:pt>
                <c:pt idx="8296">
                  <c:v>173780.0828749378</c:v>
                </c:pt>
                <c:pt idx="8297">
                  <c:v>173380.39977541391</c:v>
                </c:pt>
                <c:pt idx="8298">
                  <c:v>172981.63592151046</c:v>
                </c:pt>
                <c:pt idx="8299">
                  <c:v>172981.63592151046</c:v>
                </c:pt>
                <c:pt idx="8300">
                  <c:v>172583.78919902057</c:v>
                </c:pt>
                <c:pt idx="8301">
                  <c:v>172186.85749860079</c:v>
                </c:pt>
                <c:pt idx="8302">
                  <c:v>171790.83871575908</c:v>
                </c:pt>
                <c:pt idx="8303">
                  <c:v>171790.83871575908</c:v>
                </c:pt>
                <c:pt idx="8304">
                  <c:v>171395.73075084266</c:v>
                </c:pt>
                <c:pt idx="8305">
                  <c:v>171001.53150902878</c:v>
                </c:pt>
                <c:pt idx="8306">
                  <c:v>170608.23890031254</c:v>
                </c:pt>
                <c:pt idx="8307">
                  <c:v>170608.23890031254</c:v>
                </c:pt>
                <c:pt idx="8308">
                  <c:v>170215.85083949514</c:v>
                </c:pt>
                <c:pt idx="8309">
                  <c:v>169824.36524617471</c:v>
                </c:pt>
                <c:pt idx="8310">
                  <c:v>169433.78004473299</c:v>
                </c:pt>
                <c:pt idx="8311">
                  <c:v>169433.78004473299</c:v>
                </c:pt>
                <c:pt idx="8312">
                  <c:v>169044.09316432645</c:v>
                </c:pt>
                <c:pt idx="8313">
                  <c:v>168655.30253887433</c:v>
                </c:pt>
                <c:pt idx="8314">
                  <c:v>168267.40610704682</c:v>
                </c:pt>
                <c:pt idx="8315">
                  <c:v>168267.40610704682</c:v>
                </c:pt>
                <c:pt idx="8316">
                  <c:v>167880.40181225599</c:v>
                </c:pt>
                <c:pt idx="8317">
                  <c:v>167494.28760264389</c:v>
                </c:pt>
                <c:pt idx="8318">
                  <c:v>167109.06143107079</c:v>
                </c:pt>
                <c:pt idx="8319">
                  <c:v>167109.06143107079</c:v>
                </c:pt>
                <c:pt idx="8320">
                  <c:v>166724.7212551065</c:v>
                </c:pt>
                <c:pt idx="8321">
                  <c:v>166341.26503701703</c:v>
                </c:pt>
                <c:pt idx="8322">
                  <c:v>165958.69074375604</c:v>
                </c:pt>
                <c:pt idx="8323">
                  <c:v>165958.69074375604</c:v>
                </c:pt>
                <c:pt idx="8324">
                  <c:v>165576.99634695327</c:v>
                </c:pt>
                <c:pt idx="8325">
                  <c:v>165196.17982290153</c:v>
                </c:pt>
                <c:pt idx="8326">
                  <c:v>164816.23915255076</c:v>
                </c:pt>
                <c:pt idx="8327">
                  <c:v>164437.17232149356</c:v>
                </c:pt>
                <c:pt idx="8328">
                  <c:v>164437.17232149356</c:v>
                </c:pt>
                <c:pt idx="8329">
                  <c:v>164058.9773199539</c:v>
                </c:pt>
                <c:pt idx="8330">
                  <c:v>163681.65214278133</c:v>
                </c:pt>
                <c:pt idx="8331">
                  <c:v>163305.19478943376</c:v>
                </c:pt>
                <c:pt idx="8332">
                  <c:v>163305.19478943376</c:v>
                </c:pt>
                <c:pt idx="8333">
                  <c:v>162929.60326397247</c:v>
                </c:pt>
                <c:pt idx="8334">
                  <c:v>162554.87557504879</c:v>
                </c:pt>
                <c:pt idx="8335">
                  <c:v>162181.00973589328</c:v>
                </c:pt>
                <c:pt idx="8336">
                  <c:v>162181.00973589328</c:v>
                </c:pt>
                <c:pt idx="8337">
                  <c:v>161808.00376430675</c:v>
                </c:pt>
                <c:pt idx="8338">
                  <c:v>161435.85568264898</c:v>
                </c:pt>
                <c:pt idx="8339">
                  <c:v>161064.56351782728</c:v>
                </c:pt>
                <c:pt idx="8340">
                  <c:v>161064.56351782728</c:v>
                </c:pt>
                <c:pt idx="8341">
                  <c:v>160694.12530128812</c:v>
                </c:pt>
                <c:pt idx="8342">
                  <c:v>160324.53906900444</c:v>
                </c:pt>
                <c:pt idx="8343">
                  <c:v>159955.80286146706</c:v>
                </c:pt>
                <c:pt idx="8344">
                  <c:v>159955.80286146706</c:v>
                </c:pt>
                <c:pt idx="8345">
                  <c:v>159587.9147236736</c:v>
                </c:pt>
                <c:pt idx="8346">
                  <c:v>159220.87270511725</c:v>
                </c:pt>
                <c:pt idx="8347">
                  <c:v>158854.674859778</c:v>
                </c:pt>
                <c:pt idx="8348">
                  <c:v>158854.674859778</c:v>
                </c:pt>
                <c:pt idx="8349">
                  <c:v>158489.31924611164</c:v>
                </c:pt>
                <c:pt idx="8350">
                  <c:v>158124.80392703851</c:v>
                </c:pt>
                <c:pt idx="8351">
                  <c:v>157761.1269699352</c:v>
                </c:pt>
                <c:pt idx="8352">
                  <c:v>157761.1269699352</c:v>
                </c:pt>
                <c:pt idx="8353">
                  <c:v>157398.28644662219</c:v>
                </c:pt>
                <c:pt idx="8354">
                  <c:v>157036.28043335536</c:v>
                </c:pt>
                <c:pt idx="8355">
                  <c:v>156675.10701081521</c:v>
                </c:pt>
                <c:pt idx="8356">
                  <c:v>156675.10701081521</c:v>
                </c:pt>
                <c:pt idx="8357">
                  <c:v>156314.7642640956</c:v>
                </c:pt>
                <c:pt idx="8358">
                  <c:v>155955.25028269543</c:v>
                </c:pt>
                <c:pt idx="8359">
                  <c:v>155596.56316050768</c:v>
                </c:pt>
                <c:pt idx="8360">
                  <c:v>155596.56316050768</c:v>
                </c:pt>
                <c:pt idx="8361">
                  <c:v>155238.70099580835</c:v>
                </c:pt>
                <c:pt idx="8362">
                  <c:v>154881.66189124843</c:v>
                </c:pt>
                <c:pt idx="8363">
                  <c:v>154525.44395384158</c:v>
                </c:pt>
                <c:pt idx="8364">
                  <c:v>154525.44395384158</c:v>
                </c:pt>
                <c:pt idx="8365">
                  <c:v>154170.04529495601</c:v>
                </c:pt>
                <c:pt idx="8366">
                  <c:v>153815.46403030373</c:v>
                </c:pt>
                <c:pt idx="8367">
                  <c:v>153461.69827992958</c:v>
                </c:pt>
                <c:pt idx="8368">
                  <c:v>153461.69827992958</c:v>
                </c:pt>
                <c:pt idx="8369">
                  <c:v>153108.74616820304</c:v>
                </c:pt>
                <c:pt idx="8370">
                  <c:v>152756.60582380745</c:v>
                </c:pt>
                <c:pt idx="8371">
                  <c:v>152405.27537972922</c:v>
                </c:pt>
                <c:pt idx="8372">
                  <c:v>152405.27537972922</c:v>
                </c:pt>
                <c:pt idx="8373">
                  <c:v>152054.75297324982</c:v>
                </c:pt>
                <c:pt idx="8374">
                  <c:v>151705.03674593382</c:v>
                </c:pt>
                <c:pt idx="8375">
                  <c:v>151356.12484362084</c:v>
                </c:pt>
                <c:pt idx="8376">
                  <c:v>151356.12484362084</c:v>
                </c:pt>
                <c:pt idx="8377">
                  <c:v>151008.01541641503</c:v>
                </c:pt>
                <c:pt idx="8378">
                  <c:v>150660.7066186743</c:v>
                </c:pt>
                <c:pt idx="8379">
                  <c:v>150314.19660900222</c:v>
                </c:pt>
                <c:pt idx="8380">
                  <c:v>150314.19660900222</c:v>
                </c:pt>
                <c:pt idx="8381">
                  <c:v>149968.48355023749</c:v>
                </c:pt>
                <c:pt idx="8382">
                  <c:v>149623.56560944338</c:v>
                </c:pt>
                <c:pt idx="8383">
                  <c:v>149279.44095789982</c:v>
                </c:pt>
                <c:pt idx="8384">
                  <c:v>149279.44095789982</c:v>
                </c:pt>
                <c:pt idx="8385">
                  <c:v>148936.10777109163</c:v>
                </c:pt>
                <c:pt idx="8386">
                  <c:v>148593.56422870068</c:v>
                </c:pt>
                <c:pt idx="8387">
                  <c:v>148251.80851459553</c:v>
                </c:pt>
                <c:pt idx="8388">
                  <c:v>148251.80851459553</c:v>
                </c:pt>
                <c:pt idx="8389">
                  <c:v>147910.83881682079</c:v>
                </c:pt>
                <c:pt idx="8390">
                  <c:v>147570.65332758939</c:v>
                </c:pt>
                <c:pt idx="8391">
                  <c:v>147231.25024327199</c:v>
                </c:pt>
                <c:pt idx="8392">
                  <c:v>147231.25024327199</c:v>
                </c:pt>
                <c:pt idx="8393">
                  <c:v>146892.62776438668</c:v>
                </c:pt>
                <c:pt idx="8394">
                  <c:v>146554.78409559131</c:v>
                </c:pt>
                <c:pt idx="8395">
                  <c:v>146217.71744567188</c:v>
                </c:pt>
                <c:pt idx="8396">
                  <c:v>146217.71744567188</c:v>
                </c:pt>
                <c:pt idx="8397">
                  <c:v>145881.42602753479</c:v>
                </c:pt>
                <c:pt idx="8398">
                  <c:v>145545.90805819698</c:v>
                </c:pt>
                <c:pt idx="8399">
                  <c:v>145211.16175877425</c:v>
                </c:pt>
                <c:pt idx="8400">
                  <c:v>145211.16175877425</c:v>
                </c:pt>
                <c:pt idx="8401">
                  <c:v>144877.18535447607</c:v>
                </c:pt>
                <c:pt idx="8402">
                  <c:v>144543.97707459307</c:v>
                </c:pt>
                <c:pt idx="8403">
                  <c:v>144211.53515248708</c:v>
                </c:pt>
                <c:pt idx="8404">
                  <c:v>144211.53515248708</c:v>
                </c:pt>
                <c:pt idx="8405">
                  <c:v>143879.85782558491</c:v>
                </c:pt>
                <c:pt idx="8406">
                  <c:v>143548.94333536585</c:v>
                </c:pt>
                <c:pt idx="8407">
                  <c:v>143218.78992735452</c:v>
                </c:pt>
                <c:pt idx="8408">
                  <c:v>143218.78992735452</c:v>
                </c:pt>
                <c:pt idx="8409">
                  <c:v>142889.3958511106</c:v>
                </c:pt>
                <c:pt idx="8410">
                  <c:v>142560.75936021903</c:v>
                </c:pt>
                <c:pt idx="8411">
                  <c:v>142232.87871228211</c:v>
                </c:pt>
                <c:pt idx="8412">
                  <c:v>142232.87871228211</c:v>
                </c:pt>
                <c:pt idx="8413">
                  <c:v>141905.7521689095</c:v>
                </c:pt>
                <c:pt idx="8414">
                  <c:v>141579.37799570835</c:v>
                </c:pt>
                <c:pt idx="8415">
                  <c:v>141253.75446227577</c:v>
                </c:pt>
                <c:pt idx="8416">
                  <c:v>140928.87984218769</c:v>
                </c:pt>
                <c:pt idx="8417">
                  <c:v>140928.87984218769</c:v>
                </c:pt>
                <c:pt idx="8418">
                  <c:v>140604.75241299151</c:v>
                </c:pt>
                <c:pt idx="8419">
                  <c:v>140281.37045619611</c:v>
                </c:pt>
                <c:pt idx="8420">
                  <c:v>139958.73225726199</c:v>
                </c:pt>
                <c:pt idx="8421">
                  <c:v>139958.73225726199</c:v>
                </c:pt>
                <c:pt idx="8422">
                  <c:v>139636.83610559383</c:v>
                </c:pt>
                <c:pt idx="8423">
                  <c:v>139315.68029453055</c:v>
                </c:pt>
                <c:pt idx="8424">
                  <c:v>138995.26312133545</c:v>
                </c:pt>
                <c:pt idx="8425">
                  <c:v>138995.26312133545</c:v>
                </c:pt>
                <c:pt idx="8426">
                  <c:v>138675.58288718914</c:v>
                </c:pt>
                <c:pt idx="8427">
                  <c:v>138356.63789717827</c:v>
                </c:pt>
                <c:pt idx="8428">
                  <c:v>138038.42646028858</c:v>
                </c:pt>
                <c:pt idx="8429">
                  <c:v>138038.42646028858</c:v>
                </c:pt>
                <c:pt idx="8430">
                  <c:v>137720.94688939489</c:v>
                </c:pt>
                <c:pt idx="8431">
                  <c:v>137404.19750125165</c:v>
                </c:pt>
                <c:pt idx="8432">
                  <c:v>137088.17661648541</c:v>
                </c:pt>
                <c:pt idx="8433">
                  <c:v>137088.17661648541</c:v>
                </c:pt>
                <c:pt idx="8434">
                  <c:v>136772.88255958509</c:v>
                </c:pt>
                <c:pt idx="8435">
                  <c:v>136458.31365889256</c:v>
                </c:pt>
                <c:pt idx="8436">
                  <c:v>136144.46824659524</c:v>
                </c:pt>
                <c:pt idx="8437">
                  <c:v>136144.46824659524</c:v>
                </c:pt>
                <c:pt idx="8438">
                  <c:v>135831.34465871556</c:v>
                </c:pt>
                <c:pt idx="8439">
                  <c:v>135518.94123510364</c:v>
                </c:pt>
                <c:pt idx="8440">
                  <c:v>135207.25631942792</c:v>
                </c:pt>
                <c:pt idx="8441">
                  <c:v>135207.25631942792</c:v>
                </c:pt>
                <c:pt idx="8442">
                  <c:v>134896.28825916545</c:v>
                </c:pt>
                <c:pt idx="8443">
                  <c:v>134586.03540559483</c:v>
                </c:pt>
                <c:pt idx="8444">
                  <c:v>134276.49611378653</c:v>
                </c:pt>
                <c:pt idx="8445">
                  <c:v>134276.49611378653</c:v>
                </c:pt>
                <c:pt idx="8446">
                  <c:v>133967.66874259355</c:v>
                </c:pt>
                <c:pt idx="8447">
                  <c:v>133659.55165464443</c:v>
                </c:pt>
                <c:pt idx="8448">
                  <c:v>133352.14321633251</c:v>
                </c:pt>
                <c:pt idx="8449">
                  <c:v>133352.14321633251</c:v>
                </c:pt>
                <c:pt idx="8450">
                  <c:v>133045.44179780912</c:v>
                </c:pt>
                <c:pt idx="8451">
                  <c:v>132739.44577297411</c:v>
                </c:pt>
                <c:pt idx="8452">
                  <c:v>132434.15351946652</c:v>
                </c:pt>
                <c:pt idx="8453">
                  <c:v>132434.15351946652</c:v>
                </c:pt>
                <c:pt idx="8454">
                  <c:v>132129.56341865772</c:v>
                </c:pt>
                <c:pt idx="8455">
                  <c:v>131825.67385564081</c:v>
                </c:pt>
                <c:pt idx="8456">
                  <c:v>131522.48321922385</c:v>
                </c:pt>
                <c:pt idx="8457">
                  <c:v>131522.48321922385</c:v>
                </c:pt>
                <c:pt idx="8458">
                  <c:v>131219.98990192049</c:v>
                </c:pt>
                <c:pt idx="8459">
                  <c:v>130918.19229994077</c:v>
                </c:pt>
                <c:pt idx="8460">
                  <c:v>130617.08881318412</c:v>
                </c:pt>
                <c:pt idx="8461">
                  <c:v>130617.08881318412</c:v>
                </c:pt>
                <c:pt idx="8462">
                  <c:v>130316.67784523005</c:v>
                </c:pt>
                <c:pt idx="8463">
                  <c:v>130016.95780332905</c:v>
                </c:pt>
                <c:pt idx="8464">
                  <c:v>129717.92709839575</c:v>
                </c:pt>
                <c:pt idx="8465">
                  <c:v>129717.92709839575</c:v>
                </c:pt>
                <c:pt idx="8466">
                  <c:v>129419.58414499868</c:v>
                </c:pt>
                <c:pt idx="8467">
                  <c:v>129121.9273613534</c:v>
                </c:pt>
                <c:pt idx="8468">
                  <c:v>128824.95516931375</c:v>
                </c:pt>
                <c:pt idx="8469">
                  <c:v>128824.95516931375</c:v>
                </c:pt>
                <c:pt idx="8470">
                  <c:v>128528.66599436157</c:v>
                </c:pt>
                <c:pt idx="8471">
                  <c:v>128233.05826560209</c:v>
                </c:pt>
                <c:pt idx="8472">
                  <c:v>127938.13041575276</c:v>
                </c:pt>
                <c:pt idx="8473">
                  <c:v>127938.13041575276</c:v>
                </c:pt>
                <c:pt idx="8474">
                  <c:v>127643.8808811346</c:v>
                </c:pt>
                <c:pt idx="8475">
                  <c:v>127350.30810166652</c:v>
                </c:pt>
                <c:pt idx="8476">
                  <c:v>127057.41052085442</c:v>
                </c:pt>
                <c:pt idx="8477">
                  <c:v>127057.41052085442</c:v>
                </c:pt>
                <c:pt idx="8478">
                  <c:v>126765.18658578473</c:v>
                </c:pt>
                <c:pt idx="8479">
                  <c:v>126473.63474711544</c:v>
                </c:pt>
                <c:pt idx="8480">
                  <c:v>126182.75345906729</c:v>
                </c:pt>
                <c:pt idx="8481">
                  <c:v>126182.75345906729</c:v>
                </c:pt>
                <c:pt idx="8482">
                  <c:v>125892.54117941685</c:v>
                </c:pt>
                <c:pt idx="8483">
                  <c:v>125602.99636948775</c:v>
                </c:pt>
                <c:pt idx="8484">
                  <c:v>125314.11749414177</c:v>
                </c:pt>
                <c:pt idx="8485">
                  <c:v>125314.11749414177</c:v>
                </c:pt>
                <c:pt idx="8486">
                  <c:v>125025.90302177232</c:v>
                </c:pt>
                <c:pt idx="8487">
                  <c:v>124738.35142429452</c:v>
                </c:pt>
                <c:pt idx="8488">
                  <c:v>124451.46117713864</c:v>
                </c:pt>
                <c:pt idx="8489">
                  <c:v>124451.46117713864</c:v>
                </c:pt>
                <c:pt idx="8490">
                  <c:v>124165.23075924137</c:v>
                </c:pt>
                <c:pt idx="8491">
                  <c:v>123879.65865303708</c:v>
                </c:pt>
                <c:pt idx="8492">
                  <c:v>123594.74334445114</c:v>
                </c:pt>
                <c:pt idx="8493">
                  <c:v>123594.74334445114</c:v>
                </c:pt>
                <c:pt idx="8494">
                  <c:v>123310.48332289113</c:v>
                </c:pt>
                <c:pt idx="8495">
                  <c:v>123026.87708123829</c:v>
                </c:pt>
                <c:pt idx="8496">
                  <c:v>122743.923115841</c:v>
                </c:pt>
                <c:pt idx="8497">
                  <c:v>122743.923115841</c:v>
                </c:pt>
                <c:pt idx="8498">
                  <c:v>122461.61992650505</c:v>
                </c:pt>
                <c:pt idx="8499">
                  <c:v>122179.96601648728</c:v>
                </c:pt>
                <c:pt idx="8500">
                  <c:v>121898.95989248688</c:v>
                </c:pt>
                <c:pt idx="8501">
                  <c:v>121898.95989248688</c:v>
                </c:pt>
                <c:pt idx="8502">
                  <c:v>121618.60006463694</c:v>
                </c:pt>
                <c:pt idx="8503">
                  <c:v>121338.88504649777</c:v>
                </c:pt>
                <c:pt idx="8504">
                  <c:v>121059.81335504842</c:v>
                </c:pt>
                <c:pt idx="8505">
                  <c:v>121059.81335504842</c:v>
                </c:pt>
                <c:pt idx="8506">
                  <c:v>120781.38351067812</c:v>
                </c:pt>
                <c:pt idx="8507">
                  <c:v>120503.59403717998</c:v>
                </c:pt>
                <c:pt idx="8508">
                  <c:v>120226.44346174144</c:v>
                </c:pt>
                <c:pt idx="8509">
                  <c:v>119949.93031493794</c:v>
                </c:pt>
                <c:pt idx="8510">
                  <c:v>119949.93031493794</c:v>
                </c:pt>
                <c:pt idx="8511">
                  <c:v>119674.05313072454</c:v>
                </c:pt>
                <c:pt idx="8512">
                  <c:v>119398.81044642742</c:v>
                </c:pt>
                <c:pt idx="8513">
                  <c:v>119124.2008027375</c:v>
                </c:pt>
                <c:pt idx="8514">
                  <c:v>119124.2008027375</c:v>
                </c:pt>
                <c:pt idx="8515">
                  <c:v>118850.22274370199</c:v>
                </c:pt>
                <c:pt idx="8516">
                  <c:v>118576.87481671607</c:v>
                </c:pt>
                <c:pt idx="8517">
                  <c:v>118304.15557251667</c:v>
                </c:pt>
                <c:pt idx="8518">
                  <c:v>118304.15557251667</c:v>
                </c:pt>
                <c:pt idx="8519">
                  <c:v>118032.06356517307</c:v>
                </c:pt>
                <c:pt idx="8520">
                  <c:v>117760.59735208076</c:v>
                </c:pt>
                <c:pt idx="8521">
                  <c:v>117489.75549395311</c:v>
                </c:pt>
                <c:pt idx="8522">
                  <c:v>117489.75549395311</c:v>
                </c:pt>
                <c:pt idx="8523">
                  <c:v>117219.53655481312</c:v>
                </c:pt>
                <c:pt idx="8524">
                  <c:v>116949.93910198708</c:v>
                </c:pt>
                <c:pt idx="8525">
                  <c:v>116680.96170609636</c:v>
                </c:pt>
                <c:pt idx="8526">
                  <c:v>116680.96170609636</c:v>
                </c:pt>
                <c:pt idx="8527">
                  <c:v>116412.60294104916</c:v>
                </c:pt>
                <c:pt idx="8528">
                  <c:v>116144.86138403443</c:v>
                </c:pt>
                <c:pt idx="8529">
                  <c:v>115877.73561551268</c:v>
                </c:pt>
                <c:pt idx="8530">
                  <c:v>115877.73561551268</c:v>
                </c:pt>
                <c:pt idx="8531">
                  <c:v>115611.22421920988</c:v>
                </c:pt>
                <c:pt idx="8532">
                  <c:v>115345.32578210934</c:v>
                </c:pt>
                <c:pt idx="8533">
                  <c:v>115080.03889444361</c:v>
                </c:pt>
                <c:pt idx="8534">
                  <c:v>115080.03889444361</c:v>
                </c:pt>
                <c:pt idx="8535">
                  <c:v>114815.36214968823</c:v>
                </c:pt>
                <c:pt idx="8536">
                  <c:v>114551.29414455364</c:v>
                </c:pt>
                <c:pt idx="8537">
                  <c:v>114287.83347897718</c:v>
                </c:pt>
                <c:pt idx="8538">
                  <c:v>114287.83347897718</c:v>
                </c:pt>
                <c:pt idx="8539">
                  <c:v>114024.9787561172</c:v>
                </c:pt>
                <c:pt idx="8540">
                  <c:v>113762.72858234313</c:v>
                </c:pt>
                <c:pt idx="8541">
                  <c:v>113501.08156723146</c:v>
                </c:pt>
                <c:pt idx="8542">
                  <c:v>113501.08156723146</c:v>
                </c:pt>
                <c:pt idx="8543">
                  <c:v>113240.03632355599</c:v>
                </c:pt>
                <c:pt idx="8544">
                  <c:v>112979.59146727998</c:v>
                </c:pt>
                <c:pt idx="8545">
                  <c:v>112719.74561755096</c:v>
                </c:pt>
                <c:pt idx="8546">
                  <c:v>112719.74561755096</c:v>
                </c:pt>
                <c:pt idx="8547">
                  <c:v>112460.4973966929</c:v>
                </c:pt>
                <c:pt idx="8548">
                  <c:v>112201.84543019651</c:v>
                </c:pt>
                <c:pt idx="8549">
                  <c:v>111943.78834671545</c:v>
                </c:pt>
                <c:pt idx="8550">
                  <c:v>111943.78834671545</c:v>
                </c:pt>
                <c:pt idx="8551">
                  <c:v>111686.32477805633</c:v>
                </c:pt>
                <c:pt idx="8552">
                  <c:v>111429.45335917313</c:v>
                </c:pt>
                <c:pt idx="8553">
                  <c:v>111173.17272815938</c:v>
                </c:pt>
                <c:pt idx="8554">
                  <c:v>111173.17272815938</c:v>
                </c:pt>
                <c:pt idx="8555">
                  <c:v>110917.48152624028</c:v>
                </c:pt>
                <c:pt idx="8556">
                  <c:v>110662.37839776673</c:v>
                </c:pt>
                <c:pt idx="8557">
                  <c:v>110407.86199020753</c:v>
                </c:pt>
                <c:pt idx="8558">
                  <c:v>110407.86199020753</c:v>
                </c:pt>
                <c:pt idx="8559">
                  <c:v>110153.93095414163</c:v>
                </c:pt>
                <c:pt idx="8560">
                  <c:v>109900.58394325235</c:v>
                </c:pt>
                <c:pt idx="8561">
                  <c:v>109647.81961431868</c:v>
                </c:pt>
                <c:pt idx="8562">
                  <c:v>109647.81961431868</c:v>
                </c:pt>
                <c:pt idx="8563">
                  <c:v>109395.63662720947</c:v>
                </c:pt>
                <c:pt idx="8564">
                  <c:v>109144.03364487586</c:v>
                </c:pt>
                <c:pt idx="8565">
                  <c:v>108893.00933334348</c:v>
                </c:pt>
                <c:pt idx="8566">
                  <c:v>108893.00933334348</c:v>
                </c:pt>
                <c:pt idx="8567">
                  <c:v>108642.56236170662</c:v>
                </c:pt>
                <c:pt idx="8568">
                  <c:v>108392.69140212053</c:v>
                </c:pt>
                <c:pt idx="8569">
                  <c:v>108143.39512979391</c:v>
                </c:pt>
                <c:pt idx="8570">
                  <c:v>108143.39512979391</c:v>
                </c:pt>
                <c:pt idx="8571">
                  <c:v>107894.67222298309</c:v>
                </c:pt>
                <c:pt idx="8572">
                  <c:v>107646.52136298364</c:v>
                </c:pt>
                <c:pt idx="8573">
                  <c:v>107398.94123412453</c:v>
                </c:pt>
                <c:pt idx="8574">
                  <c:v>107398.94123412453</c:v>
                </c:pt>
                <c:pt idx="8575">
                  <c:v>107151.93052376082</c:v>
                </c:pt>
                <c:pt idx="8576">
                  <c:v>106905.48792226589</c:v>
                </c:pt>
                <c:pt idx="8577">
                  <c:v>106659.61212302581</c:v>
                </c:pt>
                <c:pt idx="8578">
                  <c:v>106659.61212302581</c:v>
                </c:pt>
                <c:pt idx="8579">
                  <c:v>106414.30182243175</c:v>
                </c:pt>
                <c:pt idx="8580">
                  <c:v>106169.55571987253</c:v>
                </c:pt>
                <c:pt idx="8581">
                  <c:v>105925.37251772908</c:v>
                </c:pt>
                <c:pt idx="8582">
                  <c:v>105925.37251772908</c:v>
                </c:pt>
                <c:pt idx="8583">
                  <c:v>105681.75092136595</c:v>
                </c:pt>
                <c:pt idx="8584">
                  <c:v>105438.68963912592</c:v>
                </c:pt>
                <c:pt idx="8585">
                  <c:v>105196.18738232245</c:v>
                </c:pt>
                <c:pt idx="8586">
                  <c:v>105196.18738232245</c:v>
                </c:pt>
                <c:pt idx="8587">
                  <c:v>104954.2428652323</c:v>
                </c:pt>
                <c:pt idx="8588">
                  <c:v>104712.85480508996</c:v>
                </c:pt>
                <c:pt idx="8589">
                  <c:v>104472.02192208012</c:v>
                </c:pt>
                <c:pt idx="8590">
                  <c:v>104472.02192208012</c:v>
                </c:pt>
                <c:pt idx="8591">
                  <c:v>104231.74293933045</c:v>
                </c:pt>
                <c:pt idx="8592">
                  <c:v>103992.01658290607</c:v>
                </c:pt>
                <c:pt idx="8593">
                  <c:v>103752.84158180135</c:v>
                </c:pt>
                <c:pt idx="8594">
                  <c:v>103752.84158180135</c:v>
                </c:pt>
                <c:pt idx="8595">
                  <c:v>103514.21666793439</c:v>
                </c:pt>
                <c:pt idx="8596">
                  <c:v>103276.14057613986</c:v>
                </c:pt>
                <c:pt idx="8597">
                  <c:v>103038.61204416165</c:v>
                </c:pt>
                <c:pt idx="8598">
                  <c:v>102801.62981264733</c:v>
                </c:pt>
                <c:pt idx="8599">
                  <c:v>102801.62981264733</c:v>
                </c:pt>
                <c:pt idx="8600">
                  <c:v>102565.19262514084</c:v>
                </c:pt>
                <c:pt idx="8601">
                  <c:v>102329.29922807543</c:v>
                </c:pt>
                <c:pt idx="8602">
                  <c:v>102093.94837076812</c:v>
                </c:pt>
                <c:pt idx="8603">
                  <c:v>102093.94837076812</c:v>
                </c:pt>
                <c:pt idx="8604">
                  <c:v>101859.13880541174</c:v>
                </c:pt>
                <c:pt idx="8605">
                  <c:v>101624.86928706954</c:v>
                </c:pt>
                <c:pt idx="8606">
                  <c:v>101391.13857366802</c:v>
                </c:pt>
                <c:pt idx="8607">
                  <c:v>101391.13857366802</c:v>
                </c:pt>
                <c:pt idx="8608">
                  <c:v>101157.94542598986</c:v>
                </c:pt>
                <c:pt idx="8609">
                  <c:v>100925.28860766838</c:v>
                </c:pt>
                <c:pt idx="8610">
                  <c:v>100693.16688518047</c:v>
                </c:pt>
                <c:pt idx="8611">
                  <c:v>100693.16688518047</c:v>
                </c:pt>
                <c:pt idx="8612">
                  <c:v>100461.5790278395</c:v>
                </c:pt>
                <c:pt idx="8613">
                  <c:v>100230.52380779023</c:v>
                </c:pt>
                <c:pt idx="8614">
                  <c:v>100000</c:v>
                </c:pt>
                <c:pt idx="8615">
                  <c:v>100000</c:v>
                </c:pt>
                <c:pt idx="8616">
                  <c:v>99770.006382255277</c:v>
                </c:pt>
                <c:pt idx="8617">
                  <c:v>99540.541735152932</c:v>
                </c:pt>
                <c:pt idx="8618">
                  <c:v>99311.60484209354</c:v>
                </c:pt>
                <c:pt idx="8619">
                  <c:v>99311.60484209354</c:v>
                </c:pt>
                <c:pt idx="8620">
                  <c:v>99083.194489277026</c:v>
                </c:pt>
                <c:pt idx="8621">
                  <c:v>98855.309465694081</c:v>
                </c:pt>
                <c:pt idx="8622">
                  <c:v>98627.948563121172</c:v>
                </c:pt>
                <c:pt idx="8623">
                  <c:v>98627.948563121172</c:v>
                </c:pt>
                <c:pt idx="8624">
                  <c:v>98401.110576113613</c:v>
                </c:pt>
                <c:pt idx="8625">
                  <c:v>98174.794301998612</c:v>
                </c:pt>
                <c:pt idx="8626">
                  <c:v>97948.998540869987</c:v>
                </c:pt>
                <c:pt idx="8627">
                  <c:v>97948.998540869987</c:v>
                </c:pt>
                <c:pt idx="8628">
                  <c:v>97723.722095581266</c:v>
                </c:pt>
                <c:pt idx="8629">
                  <c:v>97498.963771738825</c:v>
                </c:pt>
                <c:pt idx="8630">
                  <c:v>97274.722377696744</c:v>
                </c:pt>
                <c:pt idx="8631">
                  <c:v>97274.722377696744</c:v>
                </c:pt>
                <c:pt idx="8632">
                  <c:v>97050.996724549128</c:v>
                </c:pt>
                <c:pt idx="8633">
                  <c:v>96827.785626125013</c:v>
                </c:pt>
                <c:pt idx="8634">
                  <c:v>96605.087898981539</c:v>
                </c:pt>
                <c:pt idx="8635">
                  <c:v>96605.087898981539</c:v>
                </c:pt>
                <c:pt idx="8636">
                  <c:v>96382.902362397188</c:v>
                </c:pt>
                <c:pt idx="8637">
                  <c:v>96161.22783836654</c:v>
                </c:pt>
                <c:pt idx="8638">
                  <c:v>95940.06315159348</c:v>
                </c:pt>
                <c:pt idx="8639">
                  <c:v>95940.06315159348</c:v>
                </c:pt>
                <c:pt idx="8640">
                  <c:v>95719.407129484549</c:v>
                </c:pt>
                <c:pt idx="8641">
                  <c:v>95499.258602143804</c:v>
                </c:pt>
                <c:pt idx="8642">
                  <c:v>95279.616402365325</c:v>
                </c:pt>
                <c:pt idx="8643">
                  <c:v>95279.616402365325</c:v>
                </c:pt>
                <c:pt idx="8644">
                  <c:v>95060.479365628213</c:v>
                </c:pt>
                <c:pt idx="8645">
                  <c:v>94841.846330089887</c:v>
                </c:pt>
                <c:pt idx="8646">
                  <c:v>94623.716136579416</c:v>
                </c:pt>
                <c:pt idx="8647">
                  <c:v>94623.716136579416</c:v>
                </c:pt>
                <c:pt idx="8648">
                  <c:v>94406.087628592373</c:v>
                </c:pt>
                <c:pt idx="8649">
                  <c:v>94188.959652284277</c:v>
                </c:pt>
                <c:pt idx="8650">
                  <c:v>93972.331056463852</c:v>
                </c:pt>
                <c:pt idx="8651">
                  <c:v>93972.331056463852</c:v>
                </c:pt>
                <c:pt idx="8652">
                  <c:v>93756.200692588201</c:v>
                </c:pt>
                <c:pt idx="8653">
                  <c:v>93540.567414755307</c:v>
                </c:pt>
                <c:pt idx="8654">
                  <c:v>93325.430079699145</c:v>
                </c:pt>
                <c:pt idx="8655">
                  <c:v>93325.430079699145</c:v>
                </c:pt>
                <c:pt idx="8656">
                  <c:v>93110.787546783176</c:v>
                </c:pt>
                <c:pt idx="8657">
                  <c:v>92896.638677993717</c:v>
                </c:pt>
                <c:pt idx="8658">
                  <c:v>92682.98233793494</c:v>
                </c:pt>
                <c:pt idx="8659">
                  <c:v>92682.98233793494</c:v>
                </c:pt>
                <c:pt idx="8660">
                  <c:v>92469.817393822377</c:v>
                </c:pt>
                <c:pt idx="8661">
                  <c:v>92257.142715476366</c:v>
                </c:pt>
                <c:pt idx="8662">
                  <c:v>92044.957175317279</c:v>
                </c:pt>
                <c:pt idx="8663">
                  <c:v>92044.957175317279</c:v>
                </c:pt>
                <c:pt idx="8664">
                  <c:v>91833.259648358173</c:v>
                </c:pt>
                <c:pt idx="8665">
                  <c:v>91622.04901219999</c:v>
                </c:pt>
                <c:pt idx="8666">
                  <c:v>91411.324147025138</c:v>
                </c:pt>
                <c:pt idx="8667">
                  <c:v>91411.324147025138</c:v>
                </c:pt>
                <c:pt idx="8668">
                  <c:v>91201.083935591028</c:v>
                </c:pt>
                <c:pt idx="8669">
                  <c:v>90991.327263225146</c:v>
                </c:pt>
                <c:pt idx="8670">
                  <c:v>90782.05301781866</c:v>
                </c:pt>
                <c:pt idx="8671">
                  <c:v>90782.05301781866</c:v>
                </c:pt>
                <c:pt idx="8672">
                  <c:v>90573.260089820033</c:v>
                </c:pt>
                <c:pt idx="8673">
                  <c:v>90364.947372230265</c:v>
                </c:pt>
                <c:pt idx="8674">
                  <c:v>90157.113760595748</c:v>
                </c:pt>
                <c:pt idx="8675">
                  <c:v>90157.113760595748</c:v>
                </c:pt>
                <c:pt idx="8676">
                  <c:v>89949.75815300351</c:v>
                </c:pt>
                <c:pt idx="8677">
                  <c:v>89742.879450074935</c:v>
                </c:pt>
                <c:pt idx="8678">
                  <c:v>89536.476554959416</c:v>
                </c:pt>
                <c:pt idx="8679">
                  <c:v>89536.476554959416</c:v>
                </c:pt>
                <c:pt idx="8680">
                  <c:v>89330.548373329482</c:v>
                </c:pt>
                <c:pt idx="8681">
                  <c:v>89125.093813374609</c:v>
                </c:pt>
                <c:pt idx="8682">
                  <c:v>88920.111785794841</c:v>
                </c:pt>
                <c:pt idx="8683">
                  <c:v>88920.111785794841</c:v>
                </c:pt>
                <c:pt idx="8684">
                  <c:v>88715.601203796337</c:v>
                </c:pt>
                <c:pt idx="8685">
                  <c:v>88511.560983083575</c:v>
                </c:pt>
                <c:pt idx="8686">
                  <c:v>88307.990041856247</c:v>
                </c:pt>
                <c:pt idx="8687">
                  <c:v>88307.990041856247</c:v>
                </c:pt>
                <c:pt idx="8688">
                  <c:v>88104.887300801623</c:v>
                </c:pt>
                <c:pt idx="8689">
                  <c:v>87902.251683088587</c:v>
                </c:pt>
                <c:pt idx="8690">
                  <c:v>87700.082114363409</c:v>
                </c:pt>
                <c:pt idx="8691">
                  <c:v>87498.377522743802</c:v>
                </c:pt>
                <c:pt idx="8692">
                  <c:v>87498.377522743802</c:v>
                </c:pt>
                <c:pt idx="8693">
                  <c:v>87297.13683881129</c:v>
                </c:pt>
                <c:pt idx="8694">
                  <c:v>87096.358995608287</c:v>
                </c:pt>
                <c:pt idx="8695">
                  <c:v>86896.042928630341</c:v>
                </c:pt>
                <c:pt idx="8696">
                  <c:v>86896.042928630341</c:v>
                </c:pt>
                <c:pt idx="8697">
                  <c:v>86696.187575821765</c:v>
                </c:pt>
                <c:pt idx="8698">
                  <c:v>86496.791877569514</c:v>
                </c:pt>
                <c:pt idx="8699">
                  <c:v>86297.854776697161</c:v>
                </c:pt>
                <c:pt idx="8700">
                  <c:v>86297.854776697161</c:v>
                </c:pt>
                <c:pt idx="8701">
                  <c:v>86099.375218460133</c:v>
                </c:pt>
                <c:pt idx="8702">
                  <c:v>85901.352150539737</c:v>
                </c:pt>
                <c:pt idx="8703">
                  <c:v>85703.784523037059</c:v>
                </c:pt>
                <c:pt idx="8704">
                  <c:v>85703.784523037059</c:v>
                </c:pt>
                <c:pt idx="8705">
                  <c:v>85506.671288468526</c:v>
                </c:pt>
                <c:pt idx="8706">
                  <c:v>85310.011401759068</c:v>
                </c:pt>
                <c:pt idx="8707">
                  <c:v>85113.803820237721</c:v>
                </c:pt>
                <c:pt idx="8708">
                  <c:v>85113.803820237721</c:v>
                </c:pt>
                <c:pt idx="8709">
                  <c:v>84918.047503631547</c:v>
                </c:pt>
                <c:pt idx="8710">
                  <c:v>84722.741414059754</c:v>
                </c:pt>
                <c:pt idx="8711">
                  <c:v>84527.884516029037</c:v>
                </c:pt>
                <c:pt idx="8712">
                  <c:v>84527.884516029037</c:v>
                </c:pt>
                <c:pt idx="8713">
                  <c:v>84333.475776427673</c:v>
                </c:pt>
                <c:pt idx="8714">
                  <c:v>84139.514164519584</c:v>
                </c:pt>
                <c:pt idx="8715">
                  <c:v>83945.99865193991</c:v>
                </c:pt>
                <c:pt idx="8716">
                  <c:v>83945.99865193991</c:v>
                </c:pt>
                <c:pt idx="8717">
                  <c:v>83752.928212688363</c:v>
                </c:pt>
                <c:pt idx="8718">
                  <c:v>83560.301823124842</c:v>
                </c:pt>
                <c:pt idx="8719">
                  <c:v>83368.118461963575</c:v>
                </c:pt>
                <c:pt idx="8720">
                  <c:v>83368.118461963575</c:v>
                </c:pt>
                <c:pt idx="8721">
                  <c:v>83176.377110267174</c:v>
                </c:pt>
                <c:pt idx="8722">
                  <c:v>82985.076751442277</c:v>
                </c:pt>
                <c:pt idx="8723">
                  <c:v>82794.216371233531</c:v>
                </c:pt>
                <c:pt idx="8724">
                  <c:v>82794.216371233531</c:v>
                </c:pt>
                <c:pt idx="8725">
                  <c:v>82603.794957717924</c:v>
                </c:pt>
                <c:pt idx="8726">
                  <c:v>82413.81150130037</c:v>
                </c:pt>
                <c:pt idx="8727">
                  <c:v>82224.264994707191</c:v>
                </c:pt>
                <c:pt idx="8728">
                  <c:v>82224.264994707191</c:v>
                </c:pt>
                <c:pt idx="8729">
                  <c:v>82035.154432981843</c:v>
                </c:pt>
                <c:pt idx="8730">
                  <c:v>81846.478813479102</c:v>
                </c:pt>
                <c:pt idx="8731">
                  <c:v>81658.237135859294</c:v>
                </c:pt>
                <c:pt idx="8732">
                  <c:v>81658.237135859294</c:v>
                </c:pt>
                <c:pt idx="8733">
                  <c:v>81470.428402083955</c:v>
                </c:pt>
                <c:pt idx="8734">
                  <c:v>81283.051616410012</c:v>
                </c:pt>
                <c:pt idx="8735">
                  <c:v>81096.105785384105</c:v>
                </c:pt>
                <c:pt idx="8736">
                  <c:v>81096.105785384105</c:v>
                </c:pt>
                <c:pt idx="8737">
                  <c:v>80909.589917838341</c:v>
                </c:pt>
                <c:pt idx="8738">
                  <c:v>80723.503024883874</c:v>
                </c:pt>
                <c:pt idx="8739">
                  <c:v>80537.844119906658</c:v>
                </c:pt>
                <c:pt idx="8740">
                  <c:v>80537.844119906658</c:v>
                </c:pt>
                <c:pt idx="8741">
                  <c:v>80352.612218561815</c:v>
                </c:pt>
                <c:pt idx="8742">
                  <c:v>80167.806338767943</c:v>
                </c:pt>
                <c:pt idx="8743">
                  <c:v>79983.425500702811</c:v>
                </c:pt>
                <c:pt idx="8744">
                  <c:v>79983.425500702811</c:v>
                </c:pt>
                <c:pt idx="8745">
                  <c:v>79799.468726797728</c:v>
                </c:pt>
                <c:pt idx="8746">
                  <c:v>79615.935041731878</c:v>
                </c:pt>
                <c:pt idx="8747">
                  <c:v>79432.823472428237</c:v>
                </c:pt>
                <c:pt idx="8748">
                  <c:v>79432.823472428237</c:v>
                </c:pt>
                <c:pt idx="8749">
                  <c:v>79250.13304804721</c:v>
                </c:pt>
                <c:pt idx="8750">
                  <c:v>79067.862799982497</c:v>
                </c:pt>
                <c:pt idx="8751">
                  <c:v>78886.011761855509</c:v>
                </c:pt>
                <c:pt idx="8752">
                  <c:v>78886.011761855509</c:v>
                </c:pt>
                <c:pt idx="8753">
                  <c:v>78704.578969509879</c:v>
                </c:pt>
                <c:pt idx="8754">
                  <c:v>78523.563461007128</c:v>
                </c:pt>
                <c:pt idx="8755">
                  <c:v>78342.96427662122</c:v>
                </c:pt>
                <c:pt idx="8756">
                  <c:v>78342.96427662122</c:v>
                </c:pt>
                <c:pt idx="8757">
                  <c:v>78162.780458832945</c:v>
                </c:pt>
                <c:pt idx="8758">
                  <c:v>77983.011052326081</c:v>
                </c:pt>
                <c:pt idx="8759">
                  <c:v>77803.655103980549</c:v>
                </c:pt>
                <c:pt idx="8760">
                  <c:v>77803.655103980549</c:v>
                </c:pt>
                <c:pt idx="8761">
                  <c:v>77624.711662869129</c:v>
                </c:pt>
                <c:pt idx="8762">
                  <c:v>77446.17978025206</c:v>
                </c:pt>
                <c:pt idx="8763">
                  <c:v>77268.058509570357</c:v>
                </c:pt>
                <c:pt idx="8764">
                  <c:v>77268.058509570357</c:v>
                </c:pt>
                <c:pt idx="8765">
                  <c:v>77090.346906443068</c:v>
                </c:pt>
                <c:pt idx="8766">
                  <c:v>76913.044028661112</c:v>
                </c:pt>
                <c:pt idx="8767">
                  <c:v>76736.148936181999</c:v>
                </c:pt>
                <c:pt idx="8768">
                  <c:v>76736.148936181999</c:v>
                </c:pt>
                <c:pt idx="8769">
                  <c:v>76559.660691125813</c:v>
                </c:pt>
                <c:pt idx="8770">
                  <c:v>76383.578357769191</c:v>
                </c:pt>
                <c:pt idx="8771">
                  <c:v>76207.901002541272</c:v>
                </c:pt>
                <c:pt idx="8772">
                  <c:v>76207.901002541272</c:v>
                </c:pt>
                <c:pt idx="8773">
                  <c:v>76032.627694018345</c:v>
                </c:pt>
                <c:pt idx="8774">
                  <c:v>75857.757502918481</c:v>
                </c:pt>
                <c:pt idx="8775">
                  <c:v>75683.289502097483</c:v>
                </c:pt>
                <c:pt idx="8776">
                  <c:v>75683.289502097483</c:v>
                </c:pt>
                <c:pt idx="8777">
                  <c:v>75509.22276654352</c:v>
                </c:pt>
                <c:pt idx="8778">
                  <c:v>75335.556373371815</c:v>
                </c:pt>
                <c:pt idx="8779">
                  <c:v>75162.289401820701</c:v>
                </c:pt>
                <c:pt idx="8780">
                  <c:v>74989.420933245681</c:v>
                </c:pt>
                <c:pt idx="8781">
                  <c:v>74989.420933245681</c:v>
                </c:pt>
                <c:pt idx="8782">
                  <c:v>74816.950051115491</c:v>
                </c:pt>
                <c:pt idx="8783">
                  <c:v>74644.875841006782</c:v>
                </c:pt>
                <c:pt idx="8784">
                  <c:v>74473.197390598987</c:v>
                </c:pt>
                <c:pt idx="8785">
                  <c:v>74473.197390598987</c:v>
                </c:pt>
                <c:pt idx="8786">
                  <c:v>74301.913789670303</c:v>
                </c:pt>
                <c:pt idx="8787">
                  <c:v>74131.024130091857</c:v>
                </c:pt>
                <c:pt idx="8788">
                  <c:v>73960.527505823833</c:v>
                </c:pt>
                <c:pt idx="8789">
                  <c:v>73960.527505823833</c:v>
                </c:pt>
                <c:pt idx="8790">
                  <c:v>73790.423012910236</c:v>
                </c:pt>
                <c:pt idx="8791">
                  <c:v>73620.709749473695</c:v>
                </c:pt>
                <c:pt idx="8792">
                  <c:v>73451.386815711521</c:v>
                </c:pt>
                <c:pt idx="8793">
                  <c:v>73451.386815711521</c:v>
                </c:pt>
                <c:pt idx="8794">
                  <c:v>73282.453313890524</c:v>
                </c:pt>
                <c:pt idx="8795">
                  <c:v>73113.908348341807</c:v>
                </c:pt>
                <c:pt idx="8796">
                  <c:v>72945.751025457008</c:v>
                </c:pt>
                <c:pt idx="8797">
                  <c:v>72945.751025457008</c:v>
                </c:pt>
                <c:pt idx="8798">
                  <c:v>72777.980453682496</c:v>
                </c:pt>
                <c:pt idx="8799">
                  <c:v>72610.595743515514</c:v>
                </c:pt>
                <c:pt idx="8800">
                  <c:v>72443.596007499116</c:v>
                </c:pt>
                <c:pt idx="8801">
                  <c:v>72443.596007499116</c:v>
                </c:pt>
                <c:pt idx="8802">
                  <c:v>72276.980360217087</c:v>
                </c:pt>
                <c:pt idx="8803">
                  <c:v>72110.74791828997</c:v>
                </c:pt>
                <c:pt idx="8804">
                  <c:v>71944.897800370032</c:v>
                </c:pt>
                <c:pt idx="8805">
                  <c:v>71944.897800370032</c:v>
                </c:pt>
                <c:pt idx="8806">
                  <c:v>71779.429127136202</c:v>
                </c:pt>
                <c:pt idx="8807">
                  <c:v>71614.341021290311</c:v>
                </c:pt>
                <c:pt idx="8808">
                  <c:v>71449.632607551393</c:v>
                </c:pt>
                <c:pt idx="8809">
                  <c:v>71449.632607551393</c:v>
                </c:pt>
                <c:pt idx="8810">
                  <c:v>71285.303012651959</c:v>
                </c:pt>
                <c:pt idx="8811">
                  <c:v>71121.351365332986</c:v>
                </c:pt>
                <c:pt idx="8812">
                  <c:v>70957.77679633892</c:v>
                </c:pt>
                <c:pt idx="8813">
                  <c:v>70957.77679633892</c:v>
                </c:pt>
                <c:pt idx="8814">
                  <c:v>70794.578438413781</c:v>
                </c:pt>
                <c:pt idx="8815">
                  <c:v>70631.755426296266</c:v>
                </c:pt>
                <c:pt idx="8816">
                  <c:v>70469.306896714712</c:v>
                </c:pt>
                <c:pt idx="8817">
                  <c:v>70469.306896714712</c:v>
                </c:pt>
                <c:pt idx="8818">
                  <c:v>70307.231988383443</c:v>
                </c:pt>
                <c:pt idx="8819">
                  <c:v>70145.529841997166</c:v>
                </c:pt>
                <c:pt idx="8820">
                  <c:v>69984.199600227337</c:v>
                </c:pt>
                <c:pt idx="8821">
                  <c:v>69984.199600227337</c:v>
                </c:pt>
                <c:pt idx="8822">
                  <c:v>69823.24040771721</c:v>
                </c:pt>
                <c:pt idx="8823">
                  <c:v>69662.651411076891</c:v>
                </c:pt>
                <c:pt idx="8824">
                  <c:v>69502.431758879655</c:v>
                </c:pt>
                <c:pt idx="8825">
                  <c:v>69502.431758879655</c:v>
                </c:pt>
                <c:pt idx="8826">
                  <c:v>69342.580601656955</c:v>
                </c:pt>
                <c:pt idx="8827">
                  <c:v>69183.097091893651</c:v>
                </c:pt>
                <c:pt idx="8828">
                  <c:v>69023.980384024384</c:v>
                </c:pt>
                <c:pt idx="8829">
                  <c:v>69023.980384024384</c:v>
                </c:pt>
                <c:pt idx="8830">
                  <c:v>68865.229634427757</c:v>
                </c:pt>
                <c:pt idx="8831">
                  <c:v>68706.844001423189</c:v>
                </c:pt>
                <c:pt idx="8832">
                  <c:v>68548.822645266322</c:v>
                </c:pt>
                <c:pt idx="8833">
                  <c:v>68548.822645266322</c:v>
                </c:pt>
                <c:pt idx="8834">
                  <c:v>68391.164728143049</c:v>
                </c:pt>
                <c:pt idx="8835">
                  <c:v>68233.869414167028</c:v>
                </c:pt>
                <c:pt idx="8836">
                  <c:v>68076.935869374298</c:v>
                </c:pt>
                <c:pt idx="8837">
                  <c:v>68076.935869374298</c:v>
                </c:pt>
                <c:pt idx="8838">
                  <c:v>67920.36326171855</c:v>
                </c:pt>
                <c:pt idx="8839">
                  <c:v>67764.150761067678</c:v>
                </c:pt>
                <c:pt idx="8840">
                  <c:v>67608.297539198305</c:v>
                </c:pt>
                <c:pt idx="8841">
                  <c:v>67608.297539198305</c:v>
                </c:pt>
                <c:pt idx="8842">
                  <c:v>67452.802769792266</c:v>
                </c:pt>
                <c:pt idx="8843">
                  <c:v>67297.665628431918</c:v>
                </c:pt>
                <c:pt idx="8844">
                  <c:v>67142.88529259534</c:v>
                </c:pt>
                <c:pt idx="8845">
                  <c:v>67142.88529259534</c:v>
                </c:pt>
                <c:pt idx="8846">
                  <c:v>66988.460941652695</c:v>
                </c:pt>
                <c:pt idx="8847">
                  <c:v>66834.391756861587</c:v>
                </c:pt>
                <c:pt idx="8848">
                  <c:v>66680.67692136229</c:v>
                </c:pt>
                <c:pt idx="8849">
                  <c:v>66680.67692136229</c:v>
                </c:pt>
                <c:pt idx="8850">
                  <c:v>66527.315620174282</c:v>
                </c:pt>
                <c:pt idx="8851">
                  <c:v>66374.307040190979</c:v>
                </c:pt>
                <c:pt idx="8852">
                  <c:v>66221.650370176256</c:v>
                </c:pt>
                <c:pt idx="8853">
                  <c:v>66221.650370176256</c:v>
                </c:pt>
                <c:pt idx="8854">
                  <c:v>66069.344800759733</c:v>
                </c:pt>
                <c:pt idx="8855">
                  <c:v>65917.389524432219</c:v>
                </c:pt>
                <c:pt idx="8856">
                  <c:v>65765.783735542078</c:v>
                </c:pt>
                <c:pt idx="8857">
                  <c:v>65765.783735542078</c:v>
                </c:pt>
                <c:pt idx="8858">
                  <c:v>65614.526630290638</c:v>
                </c:pt>
                <c:pt idx="8859">
                  <c:v>65463.617406727557</c:v>
                </c:pt>
                <c:pt idx="8860">
                  <c:v>65313.055264747367</c:v>
                </c:pt>
                <c:pt idx="8861">
                  <c:v>65313.055264747367</c:v>
                </c:pt>
                <c:pt idx="8862">
                  <c:v>65162.839406084349</c:v>
                </c:pt>
                <c:pt idx="8863">
                  <c:v>65012.969034309106</c:v>
                </c:pt>
                <c:pt idx="8864">
                  <c:v>64863.443354823947</c:v>
                </c:pt>
                <c:pt idx="8865">
                  <c:v>64863.443354823947</c:v>
                </c:pt>
                <c:pt idx="8866">
                  <c:v>64714.261574858378</c:v>
                </c:pt>
                <c:pt idx="8867">
                  <c:v>64565.422903465565</c:v>
                </c:pt>
                <c:pt idx="8868">
                  <c:v>64416.926551517812</c:v>
                </c:pt>
                <c:pt idx="8869">
                  <c:v>64416.926551517812</c:v>
                </c:pt>
                <c:pt idx="8870">
                  <c:v>64268.771731702007</c:v>
                </c:pt>
                <c:pt idx="8871">
                  <c:v>64120.957658516272</c:v>
                </c:pt>
                <c:pt idx="8872">
                  <c:v>63973.483548264878</c:v>
                </c:pt>
                <c:pt idx="8873">
                  <c:v>63826.348619054887</c:v>
                </c:pt>
                <c:pt idx="8874">
                  <c:v>63826.348619054887</c:v>
                </c:pt>
                <c:pt idx="8875">
                  <c:v>63679.552090791665</c:v>
                </c:pt>
                <c:pt idx="8876">
                  <c:v>63533.09318517441</c:v>
                </c:pt>
                <c:pt idx="8877">
                  <c:v>63386.971125692689</c:v>
                </c:pt>
                <c:pt idx="8878">
                  <c:v>63386.971125692689</c:v>
                </c:pt>
                <c:pt idx="8879">
                  <c:v>63241.185137622007</c:v>
                </c:pt>
                <c:pt idx="8880">
                  <c:v>63095.734448019342</c:v>
                </c:pt>
                <c:pt idx="8881">
                  <c:v>62950.618285719844</c:v>
                </c:pt>
                <c:pt idx="8882">
                  <c:v>62950.618285719844</c:v>
                </c:pt>
                <c:pt idx="8883">
                  <c:v>62805.835881331834</c:v>
                </c:pt>
                <c:pt idx="8884">
                  <c:v>62661.38646723354</c:v>
                </c:pt>
                <c:pt idx="8885">
                  <c:v>62517.269277568645</c:v>
                </c:pt>
                <c:pt idx="8886">
                  <c:v>62517.269277568645</c:v>
                </c:pt>
                <c:pt idx="8887">
                  <c:v>62373.483548241951</c:v>
                </c:pt>
                <c:pt idx="8888">
                  <c:v>62230.028516915925</c:v>
                </c:pt>
                <c:pt idx="8889">
                  <c:v>62086.903423006399</c:v>
                </c:pt>
                <c:pt idx="8890">
                  <c:v>62086.903423006399</c:v>
                </c:pt>
                <c:pt idx="8891">
                  <c:v>61944.107507678149</c:v>
                </c:pt>
                <c:pt idx="8892">
                  <c:v>61801.640013841657</c:v>
                </c:pt>
                <c:pt idx="8893">
                  <c:v>61659.500186148245</c:v>
                </c:pt>
                <c:pt idx="8894">
                  <c:v>61659.500186148245</c:v>
                </c:pt>
                <c:pt idx="8895">
                  <c:v>61517.687270986797</c:v>
                </c:pt>
                <c:pt idx="8896">
                  <c:v>61376.200516479468</c:v>
                </c:pt>
                <c:pt idx="8897">
                  <c:v>61235.039172477351</c:v>
                </c:pt>
                <c:pt idx="8898">
                  <c:v>61235.039172477351</c:v>
                </c:pt>
                <c:pt idx="8899">
                  <c:v>61094.202490557167</c:v>
                </c:pt>
                <c:pt idx="8900">
                  <c:v>60953.689724017051</c:v>
                </c:pt>
                <c:pt idx="8901">
                  <c:v>60813.500127871775</c:v>
                </c:pt>
                <c:pt idx="8902">
                  <c:v>60813.500127871775</c:v>
                </c:pt>
                <c:pt idx="8903">
                  <c:v>60673.6329588507</c:v>
                </c:pt>
                <c:pt idx="8904">
                  <c:v>60534.087475391476</c:v>
                </c:pt>
                <c:pt idx="8905">
                  <c:v>60394.862937637947</c:v>
                </c:pt>
                <c:pt idx="8906">
                  <c:v>60394.862937637947</c:v>
                </c:pt>
                <c:pt idx="8907">
                  <c:v>60255.95860743591</c:v>
                </c:pt>
                <c:pt idx="8908">
                  <c:v>60117.373748327896</c:v>
                </c:pt>
                <c:pt idx="8909">
                  <c:v>59979.107625550998</c:v>
                </c:pt>
                <c:pt idx="8910">
                  <c:v>59979.107625550998</c:v>
                </c:pt>
                <c:pt idx="8911">
                  <c:v>59841.159506032083</c:v>
                </c:pt>
                <c:pt idx="8912">
                  <c:v>59703.528658383766</c:v>
                </c:pt>
                <c:pt idx="8913">
                  <c:v>59566.214352901188</c:v>
                </c:pt>
                <c:pt idx="8914">
                  <c:v>59566.214352901188</c:v>
                </c:pt>
                <c:pt idx="8915">
                  <c:v>59429.215861557364</c:v>
                </c:pt>
                <c:pt idx="8916">
                  <c:v>59292.532458000038</c:v>
                </c:pt>
                <c:pt idx="8917">
                  <c:v>59156.163417547512</c:v>
                </c:pt>
                <c:pt idx="8918">
                  <c:v>59156.163417547512</c:v>
                </c:pt>
                <c:pt idx="8919">
                  <c:v>59020.10801718451</c:v>
                </c:pt>
                <c:pt idx="8920">
                  <c:v>58884.365535558936</c:v>
                </c:pt>
                <c:pt idx="8921">
                  <c:v>58748.935252977768</c:v>
                </c:pt>
                <c:pt idx="8922">
                  <c:v>58748.935252977768</c:v>
                </c:pt>
                <c:pt idx="8923">
                  <c:v>58613.816451402934</c:v>
                </c:pt>
                <c:pt idx="8924">
                  <c:v>58479.008414448195</c:v>
                </c:pt>
                <c:pt idx="8925">
                  <c:v>58344.510427374553</c:v>
                </c:pt>
                <c:pt idx="8926">
                  <c:v>58344.510427374553</c:v>
                </c:pt>
                <c:pt idx="8927">
                  <c:v>58210.321777087178</c:v>
                </c:pt>
                <c:pt idx="8928">
                  <c:v>58076.441752131308</c:v>
                </c:pt>
                <c:pt idx="8929">
                  <c:v>57942.869642688165</c:v>
                </c:pt>
                <c:pt idx="8930">
                  <c:v>57942.869642688165</c:v>
                </c:pt>
                <c:pt idx="8931">
                  <c:v>57809.604740571827</c:v>
                </c:pt>
                <c:pt idx="8932">
                  <c:v>57676.646339225153</c:v>
                </c:pt>
                <c:pt idx="8933">
                  <c:v>57543.993733715732</c:v>
                </c:pt>
                <c:pt idx="8934">
                  <c:v>57543.993733715732</c:v>
                </c:pt>
                <c:pt idx="8935">
                  <c:v>57411.646220732859</c:v>
                </c:pt>
                <c:pt idx="8936">
                  <c:v>57279.603098582986</c:v>
                </c:pt>
                <c:pt idx="8937">
                  <c:v>57147.863667186728</c:v>
                </c:pt>
                <c:pt idx="8938">
                  <c:v>57147.863667186728</c:v>
                </c:pt>
                <c:pt idx="8939">
                  <c:v>57016.427228074834</c:v>
                </c:pt>
                <c:pt idx="8940">
                  <c:v>56885.29308438419</c:v>
                </c:pt>
                <c:pt idx="8941">
                  <c:v>56754.460540854714</c:v>
                </c:pt>
                <c:pt idx="8942">
                  <c:v>56754.460540854714</c:v>
                </c:pt>
                <c:pt idx="8943">
                  <c:v>56623.928903825392</c:v>
                </c:pt>
                <c:pt idx="8944">
                  <c:v>56493.69748123028</c:v>
                </c:pt>
                <c:pt idx="8945">
                  <c:v>56363.76558259553</c:v>
                </c:pt>
                <c:pt idx="8946">
                  <c:v>56363.76558259553</c:v>
                </c:pt>
                <c:pt idx="8947">
                  <c:v>56234.132519034953</c:v>
                </c:pt>
                <c:pt idx="8948">
                  <c:v>56104.797603247054</c:v>
                </c:pt>
                <c:pt idx="8949">
                  <c:v>55975.760149511087</c:v>
                </c:pt>
                <c:pt idx="8950">
                  <c:v>55975.760149511087</c:v>
                </c:pt>
                <c:pt idx="8951">
                  <c:v>55847.019473683104</c:v>
                </c:pt>
                <c:pt idx="8952">
                  <c:v>55718.574893193072</c:v>
                </c:pt>
                <c:pt idx="8953">
                  <c:v>55590.425727040405</c:v>
                </c:pt>
                <c:pt idx="8954">
                  <c:v>55590.425727040405</c:v>
                </c:pt>
                <c:pt idx="8955">
                  <c:v>55462.571295791087</c:v>
                </c:pt>
                <c:pt idx="8956">
                  <c:v>55335.010921573739</c:v>
                </c:pt>
                <c:pt idx="8957">
                  <c:v>55207.743928075761</c:v>
                </c:pt>
                <c:pt idx="8958">
                  <c:v>55207.743928075761</c:v>
                </c:pt>
                <c:pt idx="8959">
                  <c:v>55080.769640540333</c:v>
                </c:pt>
                <c:pt idx="8960">
                  <c:v>54954.087385762505</c:v>
                </c:pt>
                <c:pt idx="8961">
                  <c:v>54827.696492085386</c:v>
                </c:pt>
                <c:pt idx="8962">
                  <c:v>54701.596289397232</c:v>
                </c:pt>
                <c:pt idx="8963">
                  <c:v>54701.596289397232</c:v>
                </c:pt>
                <c:pt idx="8964">
                  <c:v>54575.786109127126</c:v>
                </c:pt>
                <c:pt idx="8965">
                  <c:v>54450.265284242108</c:v>
                </c:pt>
                <c:pt idx="8966">
                  <c:v>54325.033149243376</c:v>
                </c:pt>
                <c:pt idx="8967">
                  <c:v>54325.033149243376</c:v>
                </c:pt>
                <c:pt idx="8968">
                  <c:v>54200.089040162398</c:v>
                </c:pt>
                <c:pt idx="8969">
                  <c:v>54075.432294558064</c:v>
                </c:pt>
                <c:pt idx="8970">
                  <c:v>53951.062251512798</c:v>
                </c:pt>
                <c:pt idx="8971">
                  <c:v>53951.062251512798</c:v>
                </c:pt>
                <c:pt idx="8972">
                  <c:v>53826.978251628825</c:v>
                </c:pt>
                <c:pt idx="8973">
                  <c:v>53703.179637025423</c:v>
                </c:pt>
                <c:pt idx="8974">
                  <c:v>53579.665751334272</c:v>
                </c:pt>
                <c:pt idx="8975">
                  <c:v>53579.665751334272</c:v>
                </c:pt>
                <c:pt idx="8976">
                  <c:v>53456.435939697141</c:v>
                </c:pt>
                <c:pt idx="8977">
                  <c:v>53333.489548762227</c:v>
                </c:pt>
                <c:pt idx="8978">
                  <c:v>53210.825926679514</c:v>
                </c:pt>
                <c:pt idx="8979">
                  <c:v>53210.825926679514</c:v>
                </c:pt>
                <c:pt idx="8980">
                  <c:v>53088.444423098888</c:v>
                </c:pt>
                <c:pt idx="8981">
                  <c:v>52966.344389165897</c:v>
                </c:pt>
                <c:pt idx="8982">
                  <c:v>52844.525177518117</c:v>
                </c:pt>
                <c:pt idx="8983">
                  <c:v>52844.525177518117</c:v>
                </c:pt>
                <c:pt idx="8984">
                  <c:v>52722.986142282403</c:v>
                </c:pt>
                <c:pt idx="8985">
                  <c:v>52601.726639070715</c:v>
                </c:pt>
                <c:pt idx="8986">
                  <c:v>52480.746024977314</c:v>
                </c:pt>
                <c:pt idx="8987">
                  <c:v>52480.746024977314</c:v>
                </c:pt>
                <c:pt idx="8988">
                  <c:v>52360.043658575138</c:v>
                </c:pt>
                <c:pt idx="8989">
                  <c:v>52239.618899912057</c:v>
                </c:pt>
                <c:pt idx="8990">
                  <c:v>52119.471110508086</c:v>
                </c:pt>
                <c:pt idx="8991">
                  <c:v>52119.471110508086</c:v>
                </c:pt>
                <c:pt idx="8992">
                  <c:v>51999.599653351695</c:v>
                </c:pt>
                <c:pt idx="8993">
                  <c:v>51880.003892896173</c:v>
                </c:pt>
                <c:pt idx="8994">
                  <c:v>51760.683195056881</c:v>
                </c:pt>
                <c:pt idx="8995">
                  <c:v>51760.683195056881</c:v>
                </c:pt>
                <c:pt idx="8996">
                  <c:v>51641.636927207175</c:v>
                </c:pt>
                <c:pt idx="8997">
                  <c:v>51522.864458175689</c:v>
                </c:pt>
                <c:pt idx="8998">
                  <c:v>51404.365158242705</c:v>
                </c:pt>
                <c:pt idx="8999">
                  <c:v>51404.365158242705</c:v>
                </c:pt>
                <c:pt idx="9000">
                  <c:v>51286.138399136544</c:v>
                </c:pt>
                <c:pt idx="9001">
                  <c:v>51168.183554030802</c:v>
                </c:pt>
                <c:pt idx="9002">
                  <c:v>51050.499997540704</c:v>
                </c:pt>
                <c:pt idx="9003">
                  <c:v>51050.499997540704</c:v>
                </c:pt>
                <c:pt idx="9004">
                  <c:v>50933.087105719584</c:v>
                </c:pt>
                <c:pt idx="9005">
                  <c:v>50815.944256056151</c:v>
                </c:pt>
                <c:pt idx="9006">
                  <c:v>50699.070827470496</c:v>
                </c:pt>
                <c:pt idx="9007">
                  <c:v>50699.070827470496</c:v>
                </c:pt>
                <c:pt idx="9008">
                  <c:v>50582.466200311435</c:v>
                </c:pt>
                <c:pt idx="9009">
                  <c:v>50466.129756352915</c:v>
                </c:pt>
                <c:pt idx="9010">
                  <c:v>50350.060878790529</c:v>
                </c:pt>
                <c:pt idx="9011">
                  <c:v>50350.060878790529</c:v>
                </c:pt>
                <c:pt idx="9012">
                  <c:v>50234.258952238721</c:v>
                </c:pt>
                <c:pt idx="9013">
                  <c:v>50118.723362727294</c:v>
                </c:pt>
                <c:pt idx="9014">
                  <c:v>50003.453497697876</c:v>
                </c:pt>
                <c:pt idx="9015">
                  <c:v>50003.453497697876</c:v>
                </c:pt>
                <c:pt idx="9016">
                  <c:v>49888.448746001304</c:v>
                </c:pt>
                <c:pt idx="9017">
                  <c:v>49773.708497893647</c:v>
                </c:pt>
                <c:pt idx="9018">
                  <c:v>49659.232145033624</c:v>
                </c:pt>
                <c:pt idx="9019">
                  <c:v>49659.232145033624</c:v>
                </c:pt>
                <c:pt idx="9020">
                  <c:v>49545.019080479091</c:v>
                </c:pt>
                <c:pt idx="9021">
                  <c:v>49431.068698683572</c:v>
                </c:pt>
                <c:pt idx="9022">
                  <c:v>49317.380395493587</c:v>
                </c:pt>
                <c:pt idx="9023">
                  <c:v>49317.380395493587</c:v>
                </c:pt>
                <c:pt idx="9024">
                  <c:v>49203.953568145145</c:v>
                </c:pt>
                <c:pt idx="9025">
                  <c:v>49090.78761526032</c:v>
                </c:pt>
                <c:pt idx="9026">
                  <c:v>48977.881936844686</c:v>
                </c:pt>
                <c:pt idx="9027">
                  <c:v>48977.881936844686</c:v>
                </c:pt>
                <c:pt idx="9028">
                  <c:v>48865.235934283388</c:v>
                </c:pt>
                <c:pt idx="9029">
                  <c:v>48752.849010338628</c:v>
                </c:pt>
                <c:pt idx="9030">
                  <c:v>48640.720569146208</c:v>
                </c:pt>
                <c:pt idx="9031">
                  <c:v>48640.720569146208</c:v>
                </c:pt>
                <c:pt idx="9032">
                  <c:v>48528.85001621212</c:v>
                </c:pt>
                <c:pt idx="9033">
                  <c:v>48417.236758409919</c:v>
                </c:pt>
                <c:pt idx="9034">
                  <c:v>48305.8802039773</c:v>
                </c:pt>
                <c:pt idx="9035">
                  <c:v>48305.8802039773</c:v>
                </c:pt>
                <c:pt idx="9036">
                  <c:v>48194.779762512735</c:v>
                </c:pt>
                <c:pt idx="9037">
                  <c:v>48083.934844972908</c:v>
                </c:pt>
                <c:pt idx="9038">
                  <c:v>47973.344863668935</c:v>
                </c:pt>
                <c:pt idx="9039">
                  <c:v>47973.344863668935</c:v>
                </c:pt>
                <c:pt idx="9040">
                  <c:v>47863.009232263823</c:v>
                </c:pt>
                <c:pt idx="9041">
                  <c:v>47752.927365769123</c:v>
                </c:pt>
                <c:pt idx="9042">
                  <c:v>47643.098680541574</c:v>
                </c:pt>
                <c:pt idx="9043">
                  <c:v>47643.098680541574</c:v>
                </c:pt>
                <c:pt idx="9044">
                  <c:v>47533.522594280497</c:v>
                </c:pt>
                <c:pt idx="9045">
                  <c:v>47424.198526024571</c:v>
                </c:pt>
                <c:pt idx="9046">
                  <c:v>47315.125896148034</c:v>
                </c:pt>
                <c:pt idx="9047">
                  <c:v>47315.125896148034</c:v>
                </c:pt>
                <c:pt idx="9048">
                  <c:v>47206.304126359173</c:v>
                </c:pt>
                <c:pt idx="9049">
                  <c:v>47097.732639695379</c:v>
                </c:pt>
                <c:pt idx="9050">
                  <c:v>46989.410860521595</c:v>
                </c:pt>
                <c:pt idx="9051">
                  <c:v>46989.410860521595</c:v>
                </c:pt>
                <c:pt idx="9052">
                  <c:v>46881.33821452663</c:v>
                </c:pt>
                <c:pt idx="9053">
                  <c:v>46773.514128719893</c:v>
                </c:pt>
                <c:pt idx="9054">
                  <c:v>46665.938031428901</c:v>
                </c:pt>
                <c:pt idx="9055">
                  <c:v>46558.609352295985</c:v>
                </c:pt>
                <c:pt idx="9056">
                  <c:v>46558.609352295985</c:v>
                </c:pt>
                <c:pt idx="9057">
                  <c:v>46451.527522274999</c:v>
                </c:pt>
                <c:pt idx="9058">
                  <c:v>46344.691973628913</c:v>
                </c:pt>
                <c:pt idx="9059">
                  <c:v>46238.102139926108</c:v>
                </c:pt>
                <c:pt idx="9060">
                  <c:v>46238.102139926108</c:v>
                </c:pt>
                <c:pt idx="9061">
                  <c:v>46131.75745603798</c:v>
                </c:pt>
                <c:pt idx="9062">
                  <c:v>46025.657358135693</c:v>
                </c:pt>
                <c:pt idx="9063">
                  <c:v>45919.801283686917</c:v>
                </c:pt>
                <c:pt idx="9064">
                  <c:v>45919.801283686917</c:v>
                </c:pt>
                <c:pt idx="9065">
                  <c:v>45814.188671453376</c:v>
                </c:pt>
                <c:pt idx="9066">
                  <c:v>45708.818961487581</c:v>
                </c:pt>
                <c:pt idx="9067">
                  <c:v>45603.691595129661</c:v>
                </c:pt>
                <c:pt idx="9068">
                  <c:v>45603.691595129661</c:v>
                </c:pt>
                <c:pt idx="9069">
                  <c:v>45498.80601500495</c:v>
                </c:pt>
                <c:pt idx="9070">
                  <c:v>45394.16166502038</c:v>
                </c:pt>
                <c:pt idx="9071">
                  <c:v>45289.757990362101</c:v>
                </c:pt>
                <c:pt idx="9072">
                  <c:v>45289.757990362101</c:v>
                </c:pt>
                <c:pt idx="9073">
                  <c:v>45185.594437492313</c:v>
                </c:pt>
                <c:pt idx="9074">
                  <c:v>45081.670454146057</c:v>
                </c:pt>
                <c:pt idx="9075">
                  <c:v>44977.985489328807</c:v>
                </c:pt>
                <c:pt idx="9076">
                  <c:v>44977.985489328807</c:v>
                </c:pt>
                <c:pt idx="9077">
                  <c:v>44874.538993313276</c:v>
                </c:pt>
                <c:pt idx="9078">
                  <c:v>44771.33041763628</c:v>
                </c:pt>
                <c:pt idx="9079">
                  <c:v>44668.359215096389</c:v>
                </c:pt>
                <c:pt idx="9080">
                  <c:v>44668.359215096389</c:v>
                </c:pt>
                <c:pt idx="9081">
                  <c:v>44565.624839750373</c:v>
                </c:pt>
                <c:pt idx="9082">
                  <c:v>44463.126746910886</c:v>
                </c:pt>
                <c:pt idx="9083">
                  <c:v>44360.864393143318</c:v>
                </c:pt>
                <c:pt idx="9084">
                  <c:v>44360.864393143318</c:v>
                </c:pt>
                <c:pt idx="9085">
                  <c:v>44258.837236262691</c:v>
                </c:pt>
                <c:pt idx="9086">
                  <c:v>44157.044735331256</c:v>
                </c:pt>
                <c:pt idx="9087">
                  <c:v>44055.486350655381</c:v>
                </c:pt>
                <c:pt idx="9088">
                  <c:v>44055.486350655381</c:v>
                </c:pt>
                <c:pt idx="9089">
                  <c:v>43954.161543782466</c:v>
                </c:pt>
                <c:pt idx="9090">
                  <c:v>43853.069777498633</c:v>
                </c:pt>
                <c:pt idx="9091">
                  <c:v>43752.210515825238</c:v>
                </c:pt>
                <c:pt idx="9092">
                  <c:v>43752.210515825238</c:v>
                </c:pt>
                <c:pt idx="9093">
                  <c:v>43651.583224016598</c:v>
                </c:pt>
                <c:pt idx="9094">
                  <c:v>43551.187368556908</c:v>
                </c:pt>
                <c:pt idx="9095">
                  <c:v>43451.022417157175</c:v>
                </c:pt>
                <c:pt idx="9096">
                  <c:v>43451.022417157175</c:v>
                </c:pt>
                <c:pt idx="9097">
                  <c:v>43351.087838752879</c:v>
                </c:pt>
                <c:pt idx="9098">
                  <c:v>43251.383103500906</c:v>
                </c:pt>
                <c:pt idx="9099">
                  <c:v>43151.907682776531</c:v>
                </c:pt>
                <c:pt idx="9100">
                  <c:v>43151.907682776531</c:v>
                </c:pt>
                <c:pt idx="9101">
                  <c:v>43052.661049171118</c:v>
                </c:pt>
                <c:pt idx="9102">
                  <c:v>42953.642676488751</c:v>
                </c:pt>
                <c:pt idx="9103">
                  <c:v>42854.852039743942</c:v>
                </c:pt>
                <c:pt idx="9104">
                  <c:v>42854.852039743942</c:v>
                </c:pt>
                <c:pt idx="9105">
                  <c:v>42756.288615158657</c:v>
                </c:pt>
                <c:pt idx="9106">
                  <c:v>42657.951880159271</c:v>
                </c:pt>
                <c:pt idx="9107">
                  <c:v>42559.841313374287</c:v>
                </c:pt>
                <c:pt idx="9108">
                  <c:v>42559.841313374287</c:v>
                </c:pt>
                <c:pt idx="9109">
                  <c:v>42461.956394631314</c:v>
                </c:pt>
                <c:pt idx="9110">
                  <c:v>42364.296604954106</c:v>
                </c:pt>
                <c:pt idx="9111">
                  <c:v>42266.861426560339</c:v>
                </c:pt>
                <c:pt idx="9112">
                  <c:v>42266.861426560339</c:v>
                </c:pt>
                <c:pt idx="9113">
                  <c:v>42169.650342858236</c:v>
                </c:pt>
                <c:pt idx="9114">
                  <c:v>42072.66283844439</c:v>
                </c:pt>
                <c:pt idx="9115">
                  <c:v>41975.89839910085</c:v>
                </c:pt>
                <c:pt idx="9116">
                  <c:v>41975.89839910085</c:v>
                </c:pt>
                <c:pt idx="9117">
                  <c:v>41879.356511791833</c:v>
                </c:pt>
                <c:pt idx="9118">
                  <c:v>41783.036664662293</c:v>
                </c:pt>
                <c:pt idx="9119">
                  <c:v>41686.938347033625</c:v>
                </c:pt>
                <c:pt idx="9120">
                  <c:v>41686.938347033625</c:v>
                </c:pt>
                <c:pt idx="9121">
                  <c:v>41591.061049402262</c:v>
                </c:pt>
                <c:pt idx="9122">
                  <c:v>41495.404263436394</c:v>
                </c:pt>
                <c:pt idx="9123">
                  <c:v>41399.967481973115</c:v>
                </c:pt>
                <c:pt idx="9124">
                  <c:v>41399.967481973115</c:v>
                </c:pt>
                <c:pt idx="9125">
                  <c:v>41304.750199016176</c:v>
                </c:pt>
                <c:pt idx="9126">
                  <c:v>41209.75190973311</c:v>
                </c:pt>
                <c:pt idx="9127">
                  <c:v>41114.972110452283</c:v>
                </c:pt>
                <c:pt idx="9128">
                  <c:v>41114.972110452283</c:v>
                </c:pt>
                <c:pt idx="9129">
                  <c:v>41020.410298660783</c:v>
                </c:pt>
                <c:pt idx="9130">
                  <c:v>40926.065973001161</c:v>
                </c:pt>
                <c:pt idx="9131">
                  <c:v>40831.938633269252</c:v>
                </c:pt>
                <c:pt idx="9132">
                  <c:v>40831.938633269252</c:v>
                </c:pt>
                <c:pt idx="9133">
                  <c:v>40738.027780411358</c:v>
                </c:pt>
                <c:pt idx="9134">
                  <c:v>40644.332916521336</c:v>
                </c:pt>
                <c:pt idx="9135">
                  <c:v>40550.853544838414</c:v>
                </c:pt>
                <c:pt idx="9136">
                  <c:v>40550.853544838414</c:v>
                </c:pt>
                <c:pt idx="9137">
                  <c:v>40457.589169744344</c:v>
                </c:pt>
                <c:pt idx="9138">
                  <c:v>40364.539296760544</c:v>
                </c:pt>
                <c:pt idx="9139">
                  <c:v>40271.703432545997</c:v>
                </c:pt>
                <c:pt idx="9140">
                  <c:v>40271.703432545997</c:v>
                </c:pt>
                <c:pt idx="9141">
                  <c:v>40179.081084894053</c:v>
                </c:pt>
                <c:pt idx="9142">
                  <c:v>40086.671762730315</c:v>
                </c:pt>
                <c:pt idx="9143">
                  <c:v>39994.474976109821</c:v>
                </c:pt>
                <c:pt idx="9144">
                  <c:v>39902.490236214253</c:v>
                </c:pt>
                <c:pt idx="9145">
                  <c:v>39902.490236214253</c:v>
                </c:pt>
                <c:pt idx="9146">
                  <c:v>39810.717055349742</c:v>
                </c:pt>
                <c:pt idx="9147">
                  <c:v>39719.154946944094</c:v>
                </c:pt>
                <c:pt idx="9148">
                  <c:v>39627.803425543978</c:v>
                </c:pt>
                <c:pt idx="9149">
                  <c:v>39627.803425543978</c:v>
                </c:pt>
                <c:pt idx="9150">
                  <c:v>39536.662006812869</c:v>
                </c:pt>
                <c:pt idx="9151">
                  <c:v>39445.730207527886</c:v>
                </c:pt>
                <c:pt idx="9152">
                  <c:v>39355.00754557777</c:v>
                </c:pt>
                <c:pt idx="9153">
                  <c:v>39355.00754557777</c:v>
                </c:pt>
                <c:pt idx="9154">
                  <c:v>39264.493539960051</c:v>
                </c:pt>
                <c:pt idx="9155">
                  <c:v>39174.187710778344</c:v>
                </c:pt>
                <c:pt idx="9156">
                  <c:v>39084.089579240208</c:v>
                </c:pt>
                <c:pt idx="9157">
                  <c:v>39084.089579240208</c:v>
                </c:pt>
                <c:pt idx="9158">
                  <c:v>38994.198667654389</c:v>
                </c:pt>
                <c:pt idx="9159">
                  <c:v>38904.514499428085</c:v>
                </c:pt>
                <c:pt idx="9160">
                  <c:v>38815.036599064893</c:v>
                </c:pt>
                <c:pt idx="9161">
                  <c:v>38815.036599064893</c:v>
                </c:pt>
                <c:pt idx="9162">
                  <c:v>38725.764492161754</c:v>
                </c:pt>
                <c:pt idx="9163">
                  <c:v>38636.697705406928</c:v>
                </c:pt>
                <c:pt idx="9164">
                  <c:v>38547.835766577235</c:v>
                </c:pt>
                <c:pt idx="9165">
                  <c:v>38547.835766577235</c:v>
                </c:pt>
                <c:pt idx="9166">
                  <c:v>38459.178204535383</c:v>
                </c:pt>
                <c:pt idx="9167">
                  <c:v>38370.724549227874</c:v>
                </c:pt>
                <c:pt idx="9168">
                  <c:v>38282.474331682301</c:v>
                </c:pt>
                <c:pt idx="9169">
                  <c:v>38282.474331682301</c:v>
                </c:pt>
                <c:pt idx="9170">
                  <c:v>38194.427084004667</c:v>
                </c:pt>
                <c:pt idx="9171">
                  <c:v>38106.582339377353</c:v>
                </c:pt>
                <c:pt idx="9172">
                  <c:v>38018.939632056143</c:v>
                </c:pt>
                <c:pt idx="9173">
                  <c:v>38018.939632056143</c:v>
                </c:pt>
                <c:pt idx="9174">
                  <c:v>37931.498497368193</c:v>
                </c:pt>
                <c:pt idx="9175">
                  <c:v>37844.25847170937</c:v>
                </c:pt>
                <c:pt idx="9176">
                  <c:v>37757.219092541614</c:v>
                </c:pt>
                <c:pt idx="9177">
                  <c:v>37757.219092541614</c:v>
                </c:pt>
                <c:pt idx="9178">
                  <c:v>37670.379898390871</c:v>
                </c:pt>
                <c:pt idx="9179">
                  <c:v>37583.740428844445</c:v>
                </c:pt>
                <c:pt idx="9180">
                  <c:v>37497.300224548351</c:v>
                </c:pt>
                <c:pt idx="9181">
                  <c:v>37497.300224548351</c:v>
                </c:pt>
                <c:pt idx="9182">
                  <c:v>37411.058827205372</c:v>
                </c:pt>
                <c:pt idx="9183">
                  <c:v>37325.015779572073</c:v>
                </c:pt>
                <c:pt idx="9184">
                  <c:v>37239.170625456842</c:v>
                </c:pt>
                <c:pt idx="9185">
                  <c:v>37239.170625456842</c:v>
                </c:pt>
                <c:pt idx="9186">
                  <c:v>37153.522909717351</c:v>
                </c:pt>
                <c:pt idx="9187">
                  <c:v>37068.0721782576</c:v>
                </c:pt>
                <c:pt idx="9188">
                  <c:v>36982.8179780266</c:v>
                </c:pt>
                <c:pt idx="9189">
                  <c:v>36982.8179780266</c:v>
                </c:pt>
                <c:pt idx="9190">
                  <c:v>36897.759857015117</c:v>
                </c:pt>
                <c:pt idx="9191">
                  <c:v>36812.8973642532</c:v>
                </c:pt>
                <c:pt idx="9192">
                  <c:v>36728.230049808561</c:v>
                </c:pt>
                <c:pt idx="9193">
                  <c:v>36728.230049808561</c:v>
                </c:pt>
                <c:pt idx="9194">
                  <c:v>36643.757464783397</c:v>
                </c:pt>
                <c:pt idx="9195">
                  <c:v>36559.479161312534</c:v>
                </c:pt>
                <c:pt idx="9196">
                  <c:v>36475.394692560862</c:v>
                </c:pt>
                <c:pt idx="9197">
                  <c:v>36475.394692560862</c:v>
                </c:pt>
                <c:pt idx="9198">
                  <c:v>36391.503612720771</c:v>
                </c:pt>
                <c:pt idx="9199">
                  <c:v>36307.805477010166</c:v>
                </c:pt>
                <c:pt idx="9200">
                  <c:v>36224.299841669934</c:v>
                </c:pt>
                <c:pt idx="9201">
                  <c:v>36224.299841669934</c:v>
                </c:pt>
                <c:pt idx="9202">
                  <c:v>36140.986263961371</c:v>
                </c:pt>
                <c:pt idx="9203">
                  <c:v>36057.864302164322</c:v>
                </c:pt>
                <c:pt idx="9204">
                  <c:v>35974.933515574288</c:v>
                </c:pt>
                <c:pt idx="9205">
                  <c:v>35974.933515574288</c:v>
                </c:pt>
                <c:pt idx="9206">
                  <c:v>35892.193464500553</c:v>
                </c:pt>
                <c:pt idx="9207">
                  <c:v>35809.64371026367</c:v>
                </c:pt>
                <c:pt idx="9208">
                  <c:v>35727.283815192939</c:v>
                </c:pt>
                <c:pt idx="9209">
                  <c:v>35727.283815192939</c:v>
                </c:pt>
                <c:pt idx="9210">
                  <c:v>35645.113342624441</c:v>
                </c:pt>
                <c:pt idx="9211">
                  <c:v>35563.131856898595</c:v>
                </c:pt>
                <c:pt idx="9212">
                  <c:v>35481.33892335758</c:v>
                </c:pt>
                <c:pt idx="9213">
                  <c:v>35481.33892335758</c:v>
                </c:pt>
                <c:pt idx="9214">
                  <c:v>35399.734108343539</c:v>
                </c:pt>
                <c:pt idx="9215">
                  <c:v>35318.316979195741</c:v>
                </c:pt>
                <c:pt idx="9216">
                  <c:v>35237.087104248734</c:v>
                </c:pt>
                <c:pt idx="9217">
                  <c:v>35237.087104248734</c:v>
                </c:pt>
                <c:pt idx="9218">
                  <c:v>35156.044052829871</c:v>
                </c:pt>
                <c:pt idx="9219">
                  <c:v>35075.187395256835</c:v>
                </c:pt>
                <c:pt idx="9220">
                  <c:v>34994.516702835739</c:v>
                </c:pt>
                <c:pt idx="9221">
                  <c:v>34994.516702835739</c:v>
                </c:pt>
                <c:pt idx="9222">
                  <c:v>34914.031547858664</c:v>
                </c:pt>
                <c:pt idx="9223">
                  <c:v>34833.731503601201</c:v>
                </c:pt>
                <c:pt idx="9224">
                  <c:v>34753.616144320644</c:v>
                </c:pt>
                <c:pt idx="9225">
                  <c:v>34753.616144320644</c:v>
                </c:pt>
                <c:pt idx="9226">
                  <c:v>34673.685045253202</c:v>
                </c:pt>
                <c:pt idx="9227">
                  <c:v>34593.937782612207</c:v>
                </c:pt>
                <c:pt idx="9228">
                  <c:v>34514.373933585674</c:v>
                </c:pt>
                <c:pt idx="9229">
                  <c:v>34514.373933585674</c:v>
                </c:pt>
                <c:pt idx="9230">
                  <c:v>34434.993076333871</c:v>
                </c:pt>
                <c:pt idx="9231">
                  <c:v>34355.794789987463</c:v>
                </c:pt>
                <c:pt idx="9232">
                  <c:v>34276.778654645073</c:v>
                </c:pt>
                <c:pt idx="9233">
                  <c:v>34276.778654645073</c:v>
                </c:pt>
                <c:pt idx="9234">
                  <c:v>34197.9442513709</c:v>
                </c:pt>
                <c:pt idx="9235">
                  <c:v>34119.291162192902</c:v>
                </c:pt>
                <c:pt idx="9236">
                  <c:v>34040.818970100117</c:v>
                </c:pt>
                <c:pt idx="9237">
                  <c:v>33962.527259040842</c:v>
                </c:pt>
                <c:pt idx="9238">
                  <c:v>33962.527259040842</c:v>
                </c:pt>
                <c:pt idx="9239">
                  <c:v>33884.41561392029</c:v>
                </c:pt>
                <c:pt idx="9240">
                  <c:v>33806.483620598177</c:v>
                </c:pt>
                <c:pt idx="9241">
                  <c:v>33728.730865886879</c:v>
                </c:pt>
                <c:pt idx="9242">
                  <c:v>33728.730865886879</c:v>
                </c:pt>
                <c:pt idx="9243">
                  <c:v>33651.156937549102</c:v>
                </c:pt>
                <c:pt idx="9244">
                  <c:v>33573.761424295473</c:v>
                </c:pt>
                <c:pt idx="9245">
                  <c:v>33496.543915782808</c:v>
                </c:pt>
                <c:pt idx="9246">
                  <c:v>33496.543915782808</c:v>
                </c:pt>
                <c:pt idx="9247">
                  <c:v>33419.504002611444</c:v>
                </c:pt>
                <c:pt idx="9248">
                  <c:v>33342.641276323491</c:v>
                </c:pt>
                <c:pt idx="9249">
                  <c:v>33265.95532940048</c:v>
                </c:pt>
                <c:pt idx="9250">
                  <c:v>33265.95532940048</c:v>
                </c:pt>
                <c:pt idx="9251">
                  <c:v>33189.44575526104</c:v>
                </c:pt>
                <c:pt idx="9252">
                  <c:v>33113.11214825909</c:v>
                </c:pt>
                <c:pt idx="9253">
                  <c:v>33036.954103681499</c:v>
                </c:pt>
                <c:pt idx="9254">
                  <c:v>33036.954103681499</c:v>
                </c:pt>
                <c:pt idx="9255">
                  <c:v>32960.97121774577</c:v>
                </c:pt>
                <c:pt idx="9256">
                  <c:v>32885.163087598332</c:v>
                </c:pt>
                <c:pt idx="9257">
                  <c:v>32809.529311311911</c:v>
                </c:pt>
                <c:pt idx="9258">
                  <c:v>32809.529311311911</c:v>
                </c:pt>
                <c:pt idx="9259">
                  <c:v>32734.069487883804</c:v>
                </c:pt>
                <c:pt idx="9260">
                  <c:v>32658.783217233657</c:v>
                </c:pt>
                <c:pt idx="9261">
                  <c:v>32583.670100200874</c:v>
                </c:pt>
                <c:pt idx="9262">
                  <c:v>32583.670100200874</c:v>
                </c:pt>
                <c:pt idx="9263">
                  <c:v>32508.72973854341</c:v>
                </c:pt>
                <c:pt idx="9264">
                  <c:v>32433.96173493499</c:v>
                </c:pt>
                <c:pt idx="9265">
                  <c:v>32359.365692962871</c:v>
                </c:pt>
                <c:pt idx="9266">
                  <c:v>32359.365692962871</c:v>
                </c:pt>
                <c:pt idx="9267">
                  <c:v>32284.94121712643</c:v>
                </c:pt>
                <c:pt idx="9268">
                  <c:v>32210.687912834401</c:v>
                </c:pt>
                <c:pt idx="9269">
                  <c:v>32136.605386403204</c:v>
                </c:pt>
                <c:pt idx="9270">
                  <c:v>32136.605386403204</c:v>
                </c:pt>
                <c:pt idx="9271">
                  <c:v>32062.693245054725</c:v>
                </c:pt>
                <c:pt idx="9272">
                  <c:v>31988.951096914025</c:v>
                </c:pt>
                <c:pt idx="9273">
                  <c:v>31915.378551007638</c:v>
                </c:pt>
                <c:pt idx="9274">
                  <c:v>31915.378551007638</c:v>
                </c:pt>
                <c:pt idx="9275">
                  <c:v>31841.975217261301</c:v>
                </c:pt>
                <c:pt idx="9276">
                  <c:v>31768.740706497741</c:v>
                </c:pt>
                <c:pt idx="9277">
                  <c:v>31695.674630434976</c:v>
                </c:pt>
                <c:pt idx="9278">
                  <c:v>31695.674630434976</c:v>
                </c:pt>
                <c:pt idx="9279">
                  <c:v>31622.77660168384</c:v>
                </c:pt>
                <c:pt idx="9280">
                  <c:v>31550.046233746289</c:v>
                </c:pt>
                <c:pt idx="9281">
                  <c:v>31477.483141013214</c:v>
                </c:pt>
                <c:pt idx="9282">
                  <c:v>31477.483141013214</c:v>
                </c:pt>
                <c:pt idx="9283">
                  <c:v>31405.086938762208</c:v>
                </c:pt>
                <c:pt idx="9284">
                  <c:v>31332.857243155926</c:v>
                </c:pt>
                <c:pt idx="9285">
                  <c:v>31260.793671239597</c:v>
                </c:pt>
                <c:pt idx="9286">
                  <c:v>31260.793671239597</c:v>
                </c:pt>
                <c:pt idx="9287">
                  <c:v>31188.895840939393</c:v>
                </c:pt>
                <c:pt idx="9288">
                  <c:v>31117.163371060233</c:v>
                </c:pt>
                <c:pt idx="9289">
                  <c:v>31045.595881283592</c:v>
                </c:pt>
                <c:pt idx="9290">
                  <c:v>31045.595881283592</c:v>
                </c:pt>
                <c:pt idx="9291">
                  <c:v>30974.192992165816</c:v>
                </c:pt>
                <c:pt idx="9292">
                  <c:v>30902.954325135954</c:v>
                </c:pt>
                <c:pt idx="9293">
                  <c:v>30831.879502493568</c:v>
                </c:pt>
                <c:pt idx="9294">
                  <c:v>30831.879502493568</c:v>
                </c:pt>
                <c:pt idx="9295">
                  <c:v>30760.96814740714</c:v>
                </c:pt>
                <c:pt idx="9296">
                  <c:v>30690.21988391161</c:v>
                </c:pt>
                <c:pt idx="9297">
                  <c:v>30619.634336906787</c:v>
                </c:pt>
                <c:pt idx="9298">
                  <c:v>30619.634336906787</c:v>
                </c:pt>
                <c:pt idx="9299">
                  <c:v>30549.211132155178</c:v>
                </c:pt>
                <c:pt idx="9300">
                  <c:v>30478.949896279857</c:v>
                </c:pt>
                <c:pt idx="9301">
                  <c:v>30408.850256762798</c:v>
                </c:pt>
                <c:pt idx="9302">
                  <c:v>30408.850256762798</c:v>
                </c:pt>
                <c:pt idx="9303">
                  <c:v>30338.911841942743</c:v>
                </c:pt>
                <c:pt idx="9304">
                  <c:v>30269.13428101307</c:v>
                </c:pt>
                <c:pt idx="9305">
                  <c:v>30199.517204020212</c:v>
                </c:pt>
                <c:pt idx="9306">
                  <c:v>30199.517204020212</c:v>
                </c:pt>
                <c:pt idx="9307">
                  <c:v>30130.06024186124</c:v>
                </c:pt>
                <c:pt idx="9308">
                  <c:v>30060.763026282315</c:v>
                </c:pt>
                <c:pt idx="9309">
                  <c:v>29991.625189876548</c:v>
                </c:pt>
                <c:pt idx="9310">
                  <c:v>29991.625189876548</c:v>
                </c:pt>
                <c:pt idx="9311">
                  <c:v>29922.64636608191</c:v>
                </c:pt>
                <c:pt idx="9312">
                  <c:v>29853.826189179592</c:v>
                </c:pt>
                <c:pt idx="9313">
                  <c:v>29785.164294291924</c:v>
                </c:pt>
                <c:pt idx="9314">
                  <c:v>29785.164294291924</c:v>
                </c:pt>
                <c:pt idx="9315">
                  <c:v>29716.660317380269</c:v>
                </c:pt>
                <c:pt idx="9316">
                  <c:v>29648.313895243464</c:v>
                </c:pt>
                <c:pt idx="9317">
                  <c:v>29580.124665515479</c:v>
                </c:pt>
                <c:pt idx="9318">
                  <c:v>29580.124665515479</c:v>
                </c:pt>
                <c:pt idx="9319">
                  <c:v>29512.092266663854</c:v>
                </c:pt>
                <c:pt idx="9320">
                  <c:v>29444.216337987644</c:v>
                </c:pt>
                <c:pt idx="9321">
                  <c:v>29376.496519615317</c:v>
                </c:pt>
                <c:pt idx="9322">
                  <c:v>29376.496519615317</c:v>
                </c:pt>
                <c:pt idx="9323">
                  <c:v>29308.932452503195</c:v>
                </c:pt>
                <c:pt idx="9324">
                  <c:v>29241.523778433373</c:v>
                </c:pt>
                <c:pt idx="9325">
                  <c:v>29174.270140011668</c:v>
                </c:pt>
                <c:pt idx="9326">
                  <c:v>29107.171180666082</c:v>
                </c:pt>
                <c:pt idx="9327">
                  <c:v>29107.171180666082</c:v>
                </c:pt>
                <c:pt idx="9328">
                  <c:v>29040.226544644516</c:v>
                </c:pt>
                <c:pt idx="9329">
                  <c:v>28973.43587701322</c:v>
                </c:pt>
                <c:pt idx="9330">
                  <c:v>28906.79882365483</c:v>
                </c:pt>
                <c:pt idx="9331">
                  <c:v>28906.79882365483</c:v>
                </c:pt>
                <c:pt idx="9332">
                  <c:v>28840.315031266062</c:v>
                </c:pt>
                <c:pt idx="9333">
                  <c:v>28773.98414735667</c:v>
                </c:pt>
                <c:pt idx="9334">
                  <c:v>28707.805820246969</c:v>
                </c:pt>
                <c:pt idx="9335">
                  <c:v>28707.805820246969</c:v>
                </c:pt>
                <c:pt idx="9336">
                  <c:v>28641.77969906585</c:v>
                </c:pt>
                <c:pt idx="9337">
                  <c:v>28575.90543374954</c:v>
                </c:pt>
                <c:pt idx="9338">
                  <c:v>28510.182675039145</c:v>
                </c:pt>
                <c:pt idx="9339">
                  <c:v>28510.182675039145</c:v>
                </c:pt>
                <c:pt idx="9340">
                  <c:v>28444.611074479191</c:v>
                </c:pt>
                <c:pt idx="9341">
                  <c:v>28379.190284415625</c:v>
                </c:pt>
                <c:pt idx="9342">
                  <c:v>28313.919957993836</c:v>
                </c:pt>
                <c:pt idx="9343">
                  <c:v>28313.919957993836</c:v>
                </c:pt>
                <c:pt idx="9344">
                  <c:v>28248.799749157093</c:v>
                </c:pt>
                <c:pt idx="9345">
                  <c:v>28183.829312644593</c:v>
                </c:pt>
                <c:pt idx="9346">
                  <c:v>28119.008303989438</c:v>
                </c:pt>
                <c:pt idx="9347">
                  <c:v>28119.008303989438</c:v>
                </c:pt>
                <c:pt idx="9348">
                  <c:v>28054.336379517201</c:v>
                </c:pt>
                <c:pt idx="9349">
                  <c:v>27989.813196343668</c:v>
                </c:pt>
                <c:pt idx="9350">
                  <c:v>27925.438412373405</c:v>
                </c:pt>
                <c:pt idx="9351">
                  <c:v>27925.438412373405</c:v>
                </c:pt>
                <c:pt idx="9352">
                  <c:v>27861.211686297756</c:v>
                </c:pt>
                <c:pt idx="9353">
                  <c:v>27797.132677592923</c:v>
                </c:pt>
                <c:pt idx="9354">
                  <c:v>27733.201046518421</c:v>
                </c:pt>
                <c:pt idx="9355">
                  <c:v>27733.201046518421</c:v>
                </c:pt>
                <c:pt idx="9356">
                  <c:v>27669.416454115162</c:v>
                </c:pt>
                <c:pt idx="9357">
                  <c:v>27605.778562203483</c:v>
                </c:pt>
                <c:pt idx="9358">
                  <c:v>27542.287033381719</c:v>
                </c:pt>
                <c:pt idx="9359">
                  <c:v>27542.287033381719</c:v>
                </c:pt>
                <c:pt idx="9360">
                  <c:v>27478.941531024004</c:v>
                </c:pt>
                <c:pt idx="9361">
                  <c:v>27415.741719278842</c:v>
                </c:pt>
                <c:pt idx="9362">
                  <c:v>27352.687263067168</c:v>
                </c:pt>
                <c:pt idx="9363">
                  <c:v>27352.687263067168</c:v>
                </c:pt>
                <c:pt idx="9364">
                  <c:v>27289.777828080434</c:v>
                </c:pt>
                <c:pt idx="9365">
                  <c:v>27227.013080779132</c:v>
                </c:pt>
                <c:pt idx="9366">
                  <c:v>27164.392688390861</c:v>
                </c:pt>
                <c:pt idx="9367">
                  <c:v>27164.392688390861</c:v>
                </c:pt>
                <c:pt idx="9368">
                  <c:v>27101.916318908447</c:v>
                </c:pt>
                <c:pt idx="9369">
                  <c:v>27039.583641088484</c:v>
                </c:pt>
                <c:pt idx="9370">
                  <c:v>26977.394324449229</c:v>
                </c:pt>
                <c:pt idx="9371">
                  <c:v>26977.394324449229</c:v>
                </c:pt>
                <c:pt idx="9372">
                  <c:v>26915.348039269167</c:v>
                </c:pt>
                <c:pt idx="9373">
                  <c:v>26853.444456585112</c:v>
                </c:pt>
                <c:pt idx="9374">
                  <c:v>26791.683248190337</c:v>
                </c:pt>
                <c:pt idx="9375">
                  <c:v>26791.683248190337</c:v>
                </c:pt>
                <c:pt idx="9376">
                  <c:v>26730.064086633112</c:v>
                </c:pt>
                <c:pt idx="9377">
                  <c:v>26668.586645214826</c:v>
                </c:pt>
                <c:pt idx="9378">
                  <c:v>26607.250597988106</c:v>
                </c:pt>
                <c:pt idx="9379">
                  <c:v>26607.250597988106</c:v>
                </c:pt>
                <c:pt idx="9380">
                  <c:v>26546.055619755432</c:v>
                </c:pt>
                <c:pt idx="9381">
                  <c:v>26485.001386067026</c:v>
                </c:pt>
                <c:pt idx="9382">
                  <c:v>26424.087573219465</c:v>
                </c:pt>
                <c:pt idx="9383">
                  <c:v>26424.087573219465</c:v>
                </c:pt>
                <c:pt idx="9384">
                  <c:v>26363.313858253827</c:v>
                </c:pt>
                <c:pt idx="9385">
                  <c:v>26302.679918953829</c:v>
                </c:pt>
                <c:pt idx="9386">
                  <c:v>26242.18543384441</c:v>
                </c:pt>
                <c:pt idx="9387">
                  <c:v>26242.18543384441</c:v>
                </c:pt>
                <c:pt idx="9388">
                  <c:v>26181.830082189874</c:v>
                </c:pt>
                <c:pt idx="9389">
                  <c:v>26121.613543992065</c:v>
                </c:pt>
                <c:pt idx="9390">
                  <c:v>26061.535499988986</c:v>
                </c:pt>
                <c:pt idx="9391">
                  <c:v>26061.535499988986</c:v>
                </c:pt>
                <c:pt idx="9392">
                  <c:v>26001.59563165273</c:v>
                </c:pt>
                <c:pt idx="9393">
                  <c:v>25941.793621188135</c:v>
                </c:pt>
                <c:pt idx="9394">
                  <c:v>25882.129151530939</c:v>
                </c:pt>
                <c:pt idx="9395">
                  <c:v>25882.129151530939</c:v>
                </c:pt>
                <c:pt idx="9396">
                  <c:v>25822.601906345964</c:v>
                </c:pt>
                <c:pt idx="9397">
                  <c:v>25763.211570025738</c:v>
                </c:pt>
                <c:pt idx="9398">
                  <c:v>25703.95782768865</c:v>
                </c:pt>
                <c:pt idx="9399">
                  <c:v>25703.95782768865</c:v>
                </c:pt>
                <c:pt idx="9400">
                  <c:v>25644.84036517717</c:v>
                </c:pt>
                <c:pt idx="9401">
                  <c:v>25585.858869056527</c:v>
                </c:pt>
                <c:pt idx="9402">
                  <c:v>25527.013026612472</c:v>
                </c:pt>
                <c:pt idx="9403">
                  <c:v>25527.013026612472</c:v>
                </c:pt>
                <c:pt idx="9404">
                  <c:v>25468.302525850399</c:v>
                </c:pt>
                <c:pt idx="9405">
                  <c:v>25409.727055493109</c:v>
                </c:pt>
                <c:pt idx="9406">
                  <c:v>25351.286304979116</c:v>
                </c:pt>
                <c:pt idx="9407">
                  <c:v>25351.286304979116</c:v>
                </c:pt>
                <c:pt idx="9408">
                  <c:v>25292.979964461425</c:v>
                </c:pt>
                <c:pt idx="9409">
                  <c:v>25234.807724805796</c:v>
                </c:pt>
                <c:pt idx="9410">
                  <c:v>25176.769277588588</c:v>
                </c:pt>
                <c:pt idx="9411">
                  <c:v>25176.769277588588</c:v>
                </c:pt>
                <c:pt idx="9412">
                  <c:v>25118.86431509586</c:v>
                </c:pt>
                <c:pt idx="9413">
                  <c:v>25061.092530321181</c:v>
                </c:pt>
                <c:pt idx="9414">
                  <c:v>25003.453616964336</c:v>
                </c:pt>
                <c:pt idx="9415">
                  <c:v>25003.453616964336</c:v>
                </c:pt>
                <c:pt idx="9416">
                  <c:v>24945.947269429598</c:v>
                </c:pt>
                <c:pt idx="9417">
                  <c:v>24888.573182823944</c:v>
                </c:pt>
                <c:pt idx="9418">
                  <c:v>24831.33105295572</c:v>
                </c:pt>
                <c:pt idx="9419">
                  <c:v>24774.220576332897</c:v>
                </c:pt>
                <c:pt idx="9420">
                  <c:v>24774.220576332897</c:v>
                </c:pt>
                <c:pt idx="9421">
                  <c:v>24717.241450161328</c:v>
                </c:pt>
                <c:pt idx="9422">
                  <c:v>24660.393372343442</c:v>
                </c:pt>
                <c:pt idx="9423">
                  <c:v>24603.676041476308</c:v>
                </c:pt>
                <c:pt idx="9424">
                  <c:v>24603.676041476308</c:v>
                </c:pt>
                <c:pt idx="9425">
                  <c:v>24547.089156850321</c:v>
                </c:pt>
                <c:pt idx="9426">
                  <c:v>24490.632418447498</c:v>
                </c:pt>
                <c:pt idx="9427">
                  <c:v>24434.305526939745</c:v>
                </c:pt>
                <c:pt idx="9428">
                  <c:v>24434.305526939745</c:v>
                </c:pt>
                <c:pt idx="9429">
                  <c:v>24378.108183687535</c:v>
                </c:pt>
                <c:pt idx="9430">
                  <c:v>24322.040090738188</c:v>
                </c:pt>
                <c:pt idx="9431">
                  <c:v>24266.100950824173</c:v>
                </c:pt>
                <c:pt idx="9432">
                  <c:v>24266.100950824173</c:v>
                </c:pt>
                <c:pt idx="9433">
                  <c:v>24210.290467361825</c:v>
                </c:pt>
                <c:pt idx="9434">
                  <c:v>24154.608344449429</c:v>
                </c:pt>
                <c:pt idx="9435">
                  <c:v>24099.054286865958</c:v>
                </c:pt>
                <c:pt idx="9436">
                  <c:v>24099.054286865958</c:v>
                </c:pt>
                <c:pt idx="9437">
                  <c:v>24043.62800006937</c:v>
                </c:pt>
                <c:pt idx="9438">
                  <c:v>23988.329190194923</c:v>
                </c:pt>
                <c:pt idx="9439">
                  <c:v>23933.157564053876</c:v>
                </c:pt>
                <c:pt idx="9440">
                  <c:v>23933.157564053876</c:v>
                </c:pt>
                <c:pt idx="9441">
                  <c:v>23878.112829131805</c:v>
                </c:pt>
                <c:pt idx="9442">
                  <c:v>23823.194693586913</c:v>
                </c:pt>
                <c:pt idx="9443">
                  <c:v>23768.402866248802</c:v>
                </c:pt>
                <c:pt idx="9444">
                  <c:v>23768.402866248802</c:v>
                </c:pt>
                <c:pt idx="9445">
                  <c:v>23713.737056616574</c:v>
                </c:pt>
                <c:pt idx="9446">
                  <c:v>23659.196974857587</c:v>
                </c:pt>
                <c:pt idx="9447">
                  <c:v>23604.7823318058</c:v>
                </c:pt>
                <c:pt idx="9448">
                  <c:v>23604.7823318058</c:v>
                </c:pt>
                <c:pt idx="9449">
                  <c:v>23550.492838960108</c:v>
                </c:pt>
                <c:pt idx="9450">
                  <c:v>23496.328208483108</c:v>
                </c:pt>
                <c:pt idx="9451">
                  <c:v>23442.288153199243</c:v>
                </c:pt>
                <c:pt idx="9452">
                  <c:v>23442.288153199243</c:v>
                </c:pt>
                <c:pt idx="9453">
                  <c:v>23388.372386593554</c:v>
                </c:pt>
                <c:pt idx="9454">
                  <c:v>23334.580622810056</c:v>
                </c:pt>
                <c:pt idx="9455">
                  <c:v>23280.912576650095</c:v>
                </c:pt>
                <c:pt idx="9456">
                  <c:v>23280.912576650095</c:v>
                </c:pt>
                <c:pt idx="9457">
                  <c:v>23227.367963571065</c:v>
                </c:pt>
                <c:pt idx="9458">
                  <c:v>23173.946499684807</c:v>
                </c:pt>
                <c:pt idx="9459">
                  <c:v>23120.64790175595</c:v>
                </c:pt>
                <c:pt idx="9460">
                  <c:v>23120.64790175595</c:v>
                </c:pt>
                <c:pt idx="9461">
                  <c:v>23067.471887200722</c:v>
                </c:pt>
                <c:pt idx="9462">
                  <c:v>23014.418174085098</c:v>
                </c:pt>
                <c:pt idx="9463">
                  <c:v>22961.486481123618</c:v>
                </c:pt>
                <c:pt idx="9464">
                  <c:v>22961.486481123618</c:v>
                </c:pt>
                <c:pt idx="9465">
                  <c:v>22908.676527677751</c:v>
                </c:pt>
                <c:pt idx="9466">
                  <c:v>22855.988033754307</c:v>
                </c:pt>
                <c:pt idx="9467">
                  <c:v>22803.420720004171</c:v>
                </c:pt>
                <c:pt idx="9468">
                  <c:v>22803.420720004171</c:v>
                </c:pt>
                <c:pt idx="9469">
                  <c:v>22750.97430772072</c:v>
                </c:pt>
                <c:pt idx="9470">
                  <c:v>22698.648518838218</c:v>
                </c:pt>
                <c:pt idx="9471">
                  <c:v>22646.44307593066</c:v>
                </c:pt>
                <c:pt idx="9472">
                  <c:v>22646.44307593066</c:v>
                </c:pt>
                <c:pt idx="9473">
                  <c:v>22594.357702209785</c:v>
                </c:pt>
                <c:pt idx="9474">
                  <c:v>22542.392121524284</c:v>
                </c:pt>
                <c:pt idx="9475">
                  <c:v>22490.546058357868</c:v>
                </c:pt>
                <c:pt idx="9476">
                  <c:v>22490.546058357868</c:v>
                </c:pt>
                <c:pt idx="9477">
                  <c:v>22438.819237827702</c:v>
                </c:pt>
                <c:pt idx="9478">
                  <c:v>22387.211385683382</c:v>
                </c:pt>
                <c:pt idx="9479">
                  <c:v>22335.722228305363</c:v>
                </c:pt>
                <c:pt idx="9480">
                  <c:v>22335.722228305363</c:v>
                </c:pt>
                <c:pt idx="9481">
                  <c:v>22284.35149270307</c:v>
                </c:pt>
                <c:pt idx="9482">
                  <c:v>22233.098906514089</c:v>
                </c:pt>
                <c:pt idx="9483">
                  <c:v>22181.964198002232</c:v>
                </c:pt>
                <c:pt idx="9484">
                  <c:v>22181.964198002232</c:v>
                </c:pt>
                <c:pt idx="9485">
                  <c:v>22130.947096056403</c:v>
                </c:pt>
                <c:pt idx="9486">
                  <c:v>22080.047330189049</c:v>
                </c:pt>
                <c:pt idx="9487">
                  <c:v>22029.264630534595</c:v>
                </c:pt>
                <c:pt idx="9488">
                  <c:v>22029.264630534595</c:v>
                </c:pt>
                <c:pt idx="9489">
                  <c:v>21978.598727848268</c:v>
                </c:pt>
                <c:pt idx="9490">
                  <c:v>21928.049353504528</c:v>
                </c:pt>
                <c:pt idx="9491">
                  <c:v>21877.61623949555</c:v>
                </c:pt>
                <c:pt idx="9492">
                  <c:v>21877.61623949555</c:v>
                </c:pt>
                <c:pt idx="9493">
                  <c:v>21827.299118430063</c:v>
                </c:pt>
                <c:pt idx="9494">
                  <c:v>21777.09772353162</c:v>
                </c:pt>
                <c:pt idx="9495">
                  <c:v>21727.011788637465</c:v>
                </c:pt>
                <c:pt idx="9496">
                  <c:v>21727.011788637465</c:v>
                </c:pt>
                <c:pt idx="9497">
                  <c:v>21677.041048196988</c:v>
                </c:pt>
                <c:pt idx="9498">
                  <c:v>21627.185237270231</c:v>
                </c:pt>
                <c:pt idx="9499">
                  <c:v>21577.444091526675</c:v>
                </c:pt>
                <c:pt idx="9500">
                  <c:v>21577.444091526675</c:v>
                </c:pt>
                <c:pt idx="9501">
                  <c:v>21527.817347243763</c:v>
                </c:pt>
                <c:pt idx="9502">
                  <c:v>21478.304741305357</c:v>
                </c:pt>
                <c:pt idx="9503">
                  <c:v>21428.906011200626</c:v>
                </c:pt>
                <c:pt idx="9504">
                  <c:v>21428.906011200626</c:v>
                </c:pt>
                <c:pt idx="9505">
                  <c:v>21379.620895022348</c:v>
                </c:pt>
                <c:pt idx="9506">
                  <c:v>21330.449131465775</c:v>
                </c:pt>
                <c:pt idx="9507">
                  <c:v>21281.390459827155</c:v>
                </c:pt>
                <c:pt idx="9508">
                  <c:v>21232.444620002214</c:v>
                </c:pt>
                <c:pt idx="9509">
                  <c:v>21232.444620002214</c:v>
                </c:pt>
                <c:pt idx="9510">
                  <c:v>21183.611352485023</c:v>
                </c:pt>
                <c:pt idx="9511">
                  <c:v>21134.890398366497</c:v>
                </c:pt>
                <c:pt idx="9512">
                  <c:v>21086.281499332908</c:v>
                </c:pt>
                <c:pt idx="9513">
                  <c:v>21086.281499332908</c:v>
                </c:pt>
                <c:pt idx="9514">
                  <c:v>21037.784397664789</c:v>
                </c:pt>
                <c:pt idx="9515">
                  <c:v>20989.398836235261</c:v>
                </c:pt>
                <c:pt idx="9516">
                  <c:v>20941.124558508935</c:v>
                </c:pt>
                <c:pt idx="9517">
                  <c:v>20941.124558508935</c:v>
                </c:pt>
                <c:pt idx="9518">
                  <c:v>20892.961308540423</c:v>
                </c:pt>
                <c:pt idx="9519">
                  <c:v>20844.908830972901</c:v>
                </c:pt>
                <c:pt idx="9520">
                  <c:v>20796.966871036955</c:v>
                </c:pt>
                <c:pt idx="9521">
                  <c:v>20796.966871036955</c:v>
                </c:pt>
                <c:pt idx="9522">
                  <c:v>20749.135174549119</c:v>
                </c:pt>
                <c:pt idx="9523">
                  <c:v>20701.413487910428</c:v>
                </c:pt>
                <c:pt idx="9524">
                  <c:v>20653.801558105322</c:v>
                </c:pt>
                <c:pt idx="9525">
                  <c:v>20653.801558105322</c:v>
                </c:pt>
                <c:pt idx="9526">
                  <c:v>20606.299132700016</c:v>
                </c:pt>
                <c:pt idx="9527">
                  <c:v>20558.905959841417</c:v>
                </c:pt>
                <c:pt idx="9528">
                  <c:v>20511.621788255678</c:v>
                </c:pt>
                <c:pt idx="9529">
                  <c:v>20511.621788255678</c:v>
                </c:pt>
                <c:pt idx="9530">
                  <c:v>20464.44636724675</c:v>
                </c:pt>
                <c:pt idx="9531">
                  <c:v>20417.379446695286</c:v>
                </c:pt>
                <c:pt idx="9532">
                  <c:v>20370.420777057199</c:v>
                </c:pt>
                <c:pt idx="9533">
                  <c:v>20370.420777057199</c:v>
                </c:pt>
                <c:pt idx="9534">
                  <c:v>20323.570109362219</c:v>
                </c:pt>
                <c:pt idx="9535">
                  <c:v>20276.827195212845</c:v>
                </c:pt>
                <c:pt idx="9536">
                  <c:v>20230.191786782725</c:v>
                </c:pt>
                <c:pt idx="9537">
                  <c:v>20230.191786782725</c:v>
                </c:pt>
                <c:pt idx="9538">
                  <c:v>20183.663636815603</c:v>
                </c:pt>
                <c:pt idx="9539">
                  <c:v>20137.242498623898</c:v>
                </c:pt>
                <c:pt idx="9540">
                  <c:v>20090.928126087281</c:v>
                </c:pt>
                <c:pt idx="9541">
                  <c:v>20090.928126087281</c:v>
                </c:pt>
                <c:pt idx="9542">
                  <c:v>20044.720273651601</c:v>
                </c:pt>
                <c:pt idx="9543">
                  <c:v>19998.618696327452</c:v>
                </c:pt>
                <c:pt idx="9544">
                  <c:v>19952.623149688792</c:v>
                </c:pt>
                <c:pt idx="9545">
                  <c:v>19952.623149688792</c:v>
                </c:pt>
                <c:pt idx="9546">
                  <c:v>19906.733389871919</c:v>
                </c:pt>
                <c:pt idx="9547">
                  <c:v>19860.949173573717</c:v>
                </c:pt>
                <c:pt idx="9548">
                  <c:v>19815.270258050972</c:v>
                </c:pt>
                <c:pt idx="9549">
                  <c:v>19815.270258050972</c:v>
                </c:pt>
                <c:pt idx="9550">
                  <c:v>19769.696401118654</c:v>
                </c:pt>
                <c:pt idx="9551">
                  <c:v>19724.227361148569</c:v>
                </c:pt>
                <c:pt idx="9552">
                  <c:v>19678.862897068429</c:v>
                </c:pt>
                <c:pt idx="9553">
                  <c:v>19678.862897068429</c:v>
                </c:pt>
                <c:pt idx="9554">
                  <c:v>19633.602768360506</c:v>
                </c:pt>
                <c:pt idx="9555">
                  <c:v>19588.446735059923</c:v>
                </c:pt>
                <c:pt idx="9556">
                  <c:v>19543.394557753993</c:v>
                </c:pt>
                <c:pt idx="9557">
                  <c:v>19543.394557753993</c:v>
                </c:pt>
                <c:pt idx="9558">
                  <c:v>19498.445997580486</c:v>
                </c:pt>
                <c:pt idx="9559">
                  <c:v>19453.600816226644</c:v>
                </c:pt>
                <c:pt idx="9560">
                  <c:v>19408.85877592782</c:v>
                </c:pt>
                <c:pt idx="9561">
                  <c:v>19408.85877592782</c:v>
                </c:pt>
                <c:pt idx="9562">
                  <c:v>19364.219639466097</c:v>
                </c:pt>
                <c:pt idx="9563">
                  <c:v>19319.683170169254</c:v>
                </c:pt>
                <c:pt idx="9564">
                  <c:v>19275.249131909393</c:v>
                </c:pt>
                <c:pt idx="9565">
                  <c:v>19275.249131909393</c:v>
                </c:pt>
                <c:pt idx="9566">
                  <c:v>19230.917289101602</c:v>
                </c:pt>
                <c:pt idx="9567">
                  <c:v>19186.687406702935</c:v>
                </c:pt>
                <c:pt idx="9568">
                  <c:v>19142.559250210885</c:v>
                </c:pt>
                <c:pt idx="9569">
                  <c:v>19142.559250210885</c:v>
                </c:pt>
                <c:pt idx="9570">
                  <c:v>19098.532585662393</c:v>
                </c:pt>
                <c:pt idx="9571">
                  <c:v>19054.607179632505</c:v>
                </c:pt>
                <c:pt idx="9572">
                  <c:v>19010.78279923302</c:v>
                </c:pt>
                <c:pt idx="9573">
                  <c:v>19010.78279923302</c:v>
                </c:pt>
                <c:pt idx="9574">
                  <c:v>18967.059212111468</c:v>
                </c:pt>
                <c:pt idx="9575">
                  <c:v>18923.436186449781</c:v>
                </c:pt>
                <c:pt idx="9576">
                  <c:v>18879.913490962947</c:v>
                </c:pt>
                <c:pt idx="9577">
                  <c:v>18879.913490962947</c:v>
                </c:pt>
                <c:pt idx="9578">
                  <c:v>18836.490894898037</c:v>
                </c:pt>
                <c:pt idx="9579">
                  <c:v>18793.168168032706</c:v>
                </c:pt>
                <c:pt idx="9580">
                  <c:v>18749.945080674195</c:v>
                </c:pt>
                <c:pt idx="9581">
                  <c:v>18749.945080674195</c:v>
                </c:pt>
                <c:pt idx="9582">
                  <c:v>18706.821403658032</c:v>
                </c:pt>
                <c:pt idx="9583">
                  <c:v>18663.796908346714</c:v>
                </c:pt>
                <c:pt idx="9584">
                  <c:v>18620.871366628675</c:v>
                </c:pt>
                <c:pt idx="9585">
                  <c:v>18620.871366628675</c:v>
                </c:pt>
                <c:pt idx="9586">
                  <c:v>18578.044550917006</c:v>
                </c:pt>
                <c:pt idx="9587">
                  <c:v>18535.316234148122</c:v>
                </c:pt>
                <c:pt idx="9588">
                  <c:v>18492.686189780808</c:v>
                </c:pt>
                <c:pt idx="9589">
                  <c:v>18492.686189780808</c:v>
                </c:pt>
                <c:pt idx="9590">
                  <c:v>18450.154191794751</c:v>
                </c:pt>
                <c:pt idx="9591">
                  <c:v>18407.720014689559</c:v>
                </c:pt>
                <c:pt idx="9592">
                  <c:v>18365.383433483486</c:v>
                </c:pt>
                <c:pt idx="9593">
                  <c:v>18365.383433483486</c:v>
                </c:pt>
                <c:pt idx="9594">
                  <c:v>18323.144223712126</c:v>
                </c:pt>
                <c:pt idx="9595">
                  <c:v>18281.002161427423</c:v>
                </c:pt>
                <c:pt idx="9596">
                  <c:v>18238.957023196395</c:v>
                </c:pt>
                <c:pt idx="9597">
                  <c:v>18238.957023196395</c:v>
                </c:pt>
                <c:pt idx="9598">
                  <c:v>18197.008586099837</c:v>
                </c:pt>
                <c:pt idx="9599">
                  <c:v>18155.15662773138</c:v>
                </c:pt>
                <c:pt idx="9600">
                  <c:v>18113.400926196035</c:v>
                </c:pt>
                <c:pt idx="9601">
                  <c:v>18071.741260109269</c:v>
                </c:pt>
                <c:pt idx="9602">
                  <c:v>18071.741260109269</c:v>
                </c:pt>
                <c:pt idx="9603">
                  <c:v>18030.177408595708</c:v>
                </c:pt>
                <c:pt idx="9604">
                  <c:v>17988.709151287883</c:v>
                </c:pt>
                <c:pt idx="9605">
                  <c:v>17947.336268325256</c:v>
                </c:pt>
                <c:pt idx="9606">
                  <c:v>17947.336268325256</c:v>
                </c:pt>
                <c:pt idx="9607">
                  <c:v>17906.058540352955</c:v>
                </c:pt>
                <c:pt idx="9608">
                  <c:v>17864.875748520506</c:v>
                </c:pt>
                <c:pt idx="9609">
                  <c:v>17823.787674480911</c:v>
                </c:pt>
                <c:pt idx="9610">
                  <c:v>17823.787674480911</c:v>
                </c:pt>
                <c:pt idx="9611">
                  <c:v>17782.794100389234</c:v>
                </c:pt>
                <c:pt idx="9612">
                  <c:v>17741.894808901649</c:v>
                </c:pt>
                <c:pt idx="9613">
                  <c:v>17701.089583174224</c:v>
                </c:pt>
                <c:pt idx="9614">
                  <c:v>17701.089583174224</c:v>
                </c:pt>
                <c:pt idx="9615">
                  <c:v>17660.378206861642</c:v>
                </c:pt>
                <c:pt idx="9616">
                  <c:v>17619.760464116342</c:v>
                </c:pt>
                <c:pt idx="9617">
                  <c:v>17579.23613958693</c:v>
                </c:pt>
                <c:pt idx="9618">
                  <c:v>17579.23613958693</c:v>
                </c:pt>
                <c:pt idx="9619">
                  <c:v>17538.805018417606</c:v>
                </c:pt>
                <c:pt idx="9620">
                  <c:v>17498.466886246613</c:v>
                </c:pt>
                <c:pt idx="9621">
                  <c:v>17458.221529205068</c:v>
                </c:pt>
                <c:pt idx="9622">
                  <c:v>17458.221529205068</c:v>
                </c:pt>
                <c:pt idx="9623">
                  <c:v>17418.06873391613</c:v>
                </c:pt>
                <c:pt idx="9624">
                  <c:v>17378.008287493791</c:v>
                </c:pt>
                <c:pt idx="9625">
                  <c:v>17338.039977541404</c:v>
                </c:pt>
                <c:pt idx="9626">
                  <c:v>17338.039977541404</c:v>
                </c:pt>
                <c:pt idx="9627">
                  <c:v>17298.163592151057</c:v>
                </c:pt>
                <c:pt idx="9628">
                  <c:v>17258.378919902068</c:v>
                </c:pt>
                <c:pt idx="9629">
                  <c:v>17218.685749860088</c:v>
                </c:pt>
                <c:pt idx="9630">
                  <c:v>17218.685749860088</c:v>
                </c:pt>
                <c:pt idx="9631">
                  <c:v>17179.08387157592</c:v>
                </c:pt>
                <c:pt idx="9632">
                  <c:v>17139.573075084278</c:v>
                </c:pt>
                <c:pt idx="9633">
                  <c:v>17100.15315090289</c:v>
                </c:pt>
                <c:pt idx="9634">
                  <c:v>17100.15315090289</c:v>
                </c:pt>
                <c:pt idx="9635">
                  <c:v>17060.823890031268</c:v>
                </c:pt>
                <c:pt idx="9636">
                  <c:v>17021.585083949525</c:v>
                </c:pt>
                <c:pt idx="9637">
                  <c:v>16982.436524617482</c:v>
                </c:pt>
                <c:pt idx="9638">
                  <c:v>16982.436524617482</c:v>
                </c:pt>
                <c:pt idx="9639">
                  <c:v>16943.37800447331</c:v>
                </c:pt>
                <c:pt idx="9640">
                  <c:v>16904.409316432655</c:v>
                </c:pt>
                <c:pt idx="9641">
                  <c:v>16865.530253887442</c:v>
                </c:pt>
                <c:pt idx="9642">
                  <c:v>16865.530253887442</c:v>
                </c:pt>
                <c:pt idx="9643">
                  <c:v>16826.740610704695</c:v>
                </c:pt>
                <c:pt idx="9644">
                  <c:v>16788.040181225613</c:v>
                </c:pt>
                <c:pt idx="9645">
                  <c:v>16749.4287602644</c:v>
                </c:pt>
                <c:pt idx="9646">
                  <c:v>16749.4287602644</c:v>
                </c:pt>
                <c:pt idx="9647">
                  <c:v>16710.906143107091</c:v>
                </c:pt>
                <c:pt idx="9648">
                  <c:v>16672.47212551066</c:v>
                </c:pt>
                <c:pt idx="9649">
                  <c:v>16634.126503701715</c:v>
                </c:pt>
                <c:pt idx="9650">
                  <c:v>16634.126503701715</c:v>
                </c:pt>
                <c:pt idx="9651">
                  <c:v>16595.869074375616</c:v>
                </c:pt>
                <c:pt idx="9652">
                  <c:v>16557.699634695309</c:v>
                </c:pt>
                <c:pt idx="9653">
                  <c:v>16519.617982290165</c:v>
                </c:pt>
                <c:pt idx="9654">
                  <c:v>16519.617982290165</c:v>
                </c:pt>
                <c:pt idx="9655">
                  <c:v>16481.623915255084</c:v>
                </c:pt>
                <c:pt idx="9656">
                  <c:v>16443.717232149338</c:v>
                </c:pt>
                <c:pt idx="9657">
                  <c:v>16405.897731995403</c:v>
                </c:pt>
                <c:pt idx="9658">
                  <c:v>16405.897731995403</c:v>
                </c:pt>
                <c:pt idx="9659">
                  <c:v>16368.165214278113</c:v>
                </c:pt>
                <c:pt idx="9660">
                  <c:v>16330.519478943359</c:v>
                </c:pt>
                <c:pt idx="9661">
                  <c:v>16292.960326397228</c:v>
                </c:pt>
                <c:pt idx="9662">
                  <c:v>16292.960326397228</c:v>
                </c:pt>
                <c:pt idx="9663">
                  <c:v>16255.487557504861</c:v>
                </c:pt>
                <c:pt idx="9664">
                  <c:v>16218.100973589309</c:v>
                </c:pt>
                <c:pt idx="9665">
                  <c:v>16180.800376430658</c:v>
                </c:pt>
                <c:pt idx="9666">
                  <c:v>16180.800376430658</c:v>
                </c:pt>
                <c:pt idx="9667">
                  <c:v>16143.58556826488</c:v>
                </c:pt>
                <c:pt idx="9668">
                  <c:v>16106.45635178271</c:v>
                </c:pt>
                <c:pt idx="9669">
                  <c:v>16069.412530128795</c:v>
                </c:pt>
                <c:pt idx="9670">
                  <c:v>16069.412530128795</c:v>
                </c:pt>
                <c:pt idx="9671">
                  <c:v>16032.453906900426</c:v>
                </c:pt>
                <c:pt idx="9672">
                  <c:v>15995.580286146687</c:v>
                </c:pt>
                <c:pt idx="9673">
                  <c:v>15958.791472367344</c:v>
                </c:pt>
                <c:pt idx="9674">
                  <c:v>15958.791472367344</c:v>
                </c:pt>
                <c:pt idx="9675">
                  <c:v>15922.087270511707</c:v>
                </c:pt>
                <c:pt idx="9676">
                  <c:v>15885.467485977782</c:v>
                </c:pt>
                <c:pt idx="9677">
                  <c:v>15848.931924611146</c:v>
                </c:pt>
                <c:pt idx="9678">
                  <c:v>15848.931924611146</c:v>
                </c:pt>
                <c:pt idx="9679">
                  <c:v>15812.480392703832</c:v>
                </c:pt>
                <c:pt idx="9680">
                  <c:v>15776.112696993503</c:v>
                </c:pt>
                <c:pt idx="9681">
                  <c:v>15739.828644662201</c:v>
                </c:pt>
                <c:pt idx="9682">
                  <c:v>15739.828644662201</c:v>
                </c:pt>
                <c:pt idx="9683">
                  <c:v>15703.62804333552</c:v>
                </c:pt>
                <c:pt idx="9684">
                  <c:v>15667.510701081503</c:v>
                </c:pt>
                <c:pt idx="9685">
                  <c:v>15631.476426409541</c:v>
                </c:pt>
                <c:pt idx="9686">
                  <c:v>15631.476426409541</c:v>
                </c:pt>
                <c:pt idx="9687">
                  <c:v>15595.525028269527</c:v>
                </c:pt>
                <c:pt idx="9688">
                  <c:v>15559.65631605075</c:v>
                </c:pt>
                <c:pt idx="9689">
                  <c:v>15523.870099580818</c:v>
                </c:pt>
                <c:pt idx="9690">
                  <c:v>15488.166189124853</c:v>
                </c:pt>
                <c:pt idx="9691">
                  <c:v>15488.166189124853</c:v>
                </c:pt>
                <c:pt idx="9692">
                  <c:v>15452.544395384168</c:v>
                </c:pt>
                <c:pt idx="9693">
                  <c:v>15417.004529495585</c:v>
                </c:pt>
                <c:pt idx="9694">
                  <c:v>15381.546403030383</c:v>
                </c:pt>
                <c:pt idx="9695">
                  <c:v>15381.546403030383</c:v>
                </c:pt>
                <c:pt idx="9696">
                  <c:v>15346.169827992968</c:v>
                </c:pt>
                <c:pt idx="9697">
                  <c:v>15310.874616820314</c:v>
                </c:pt>
                <c:pt idx="9698">
                  <c:v>15275.660582380757</c:v>
                </c:pt>
                <c:pt idx="9699">
                  <c:v>15275.660582380757</c:v>
                </c:pt>
                <c:pt idx="9700">
                  <c:v>15240.527537972932</c:v>
                </c:pt>
                <c:pt idx="9701">
                  <c:v>15205.475297324992</c:v>
                </c:pt>
                <c:pt idx="9702">
                  <c:v>15170.503674593392</c:v>
                </c:pt>
                <c:pt idx="9703">
                  <c:v>15170.503674593392</c:v>
                </c:pt>
                <c:pt idx="9704">
                  <c:v>15135.612484362096</c:v>
                </c:pt>
                <c:pt idx="9705">
                  <c:v>15100.801541641515</c:v>
                </c:pt>
                <c:pt idx="9706">
                  <c:v>15066.070661867439</c:v>
                </c:pt>
                <c:pt idx="9707">
                  <c:v>15066.070661867439</c:v>
                </c:pt>
                <c:pt idx="9708">
                  <c:v>15031.419660900232</c:v>
                </c:pt>
                <c:pt idx="9709">
                  <c:v>14996.84835502376</c:v>
                </c:pt>
                <c:pt idx="9710">
                  <c:v>14962.356560944349</c:v>
                </c:pt>
                <c:pt idx="9711">
                  <c:v>14962.356560944349</c:v>
                </c:pt>
                <c:pt idx="9712">
                  <c:v>14927.944095789991</c:v>
                </c:pt>
                <c:pt idx="9713">
                  <c:v>14893.610777109172</c:v>
                </c:pt>
                <c:pt idx="9714">
                  <c:v>14859.35642287008</c:v>
                </c:pt>
                <c:pt idx="9715">
                  <c:v>14859.35642287008</c:v>
                </c:pt>
                <c:pt idx="9716">
                  <c:v>14825.180851459561</c:v>
                </c:pt>
                <c:pt idx="9717">
                  <c:v>14791.083881682089</c:v>
                </c:pt>
                <c:pt idx="9718">
                  <c:v>14757.06533275895</c:v>
                </c:pt>
                <c:pt idx="9719">
                  <c:v>14757.06533275895</c:v>
                </c:pt>
                <c:pt idx="9720">
                  <c:v>14723.12502432721</c:v>
                </c:pt>
                <c:pt idx="9721">
                  <c:v>14689.262776438678</c:v>
                </c:pt>
                <c:pt idx="9722">
                  <c:v>14655.478409559142</c:v>
                </c:pt>
                <c:pt idx="9723">
                  <c:v>14655.478409559142</c:v>
                </c:pt>
                <c:pt idx="9724">
                  <c:v>14621.771744567197</c:v>
                </c:pt>
                <c:pt idx="9725">
                  <c:v>14588.142602753489</c:v>
                </c:pt>
                <c:pt idx="9726">
                  <c:v>14554.590805819682</c:v>
                </c:pt>
                <c:pt idx="9727">
                  <c:v>14554.590805819682</c:v>
                </c:pt>
                <c:pt idx="9728">
                  <c:v>14521.116175877434</c:v>
                </c:pt>
                <c:pt idx="9729">
                  <c:v>14487.718535447617</c:v>
                </c:pt>
                <c:pt idx="9730">
                  <c:v>14454.397707459291</c:v>
                </c:pt>
                <c:pt idx="9731">
                  <c:v>14454.397707459291</c:v>
                </c:pt>
                <c:pt idx="9732">
                  <c:v>14421.153515248694</c:v>
                </c:pt>
                <c:pt idx="9733">
                  <c:v>14387.985782558475</c:v>
                </c:pt>
                <c:pt idx="9734">
                  <c:v>14354.894333536571</c:v>
                </c:pt>
                <c:pt idx="9735">
                  <c:v>14354.894333536571</c:v>
                </c:pt>
                <c:pt idx="9736">
                  <c:v>14321.878992735436</c:v>
                </c:pt>
                <c:pt idx="9737">
                  <c:v>14288.939585111046</c:v>
                </c:pt>
                <c:pt idx="9738">
                  <c:v>14256.075936021889</c:v>
                </c:pt>
                <c:pt idx="9739">
                  <c:v>14256.075936021889</c:v>
                </c:pt>
                <c:pt idx="9740">
                  <c:v>14223.287871228194</c:v>
                </c:pt>
                <c:pt idx="9741">
                  <c:v>14190.575216890933</c:v>
                </c:pt>
                <c:pt idx="9742">
                  <c:v>14157.937799570818</c:v>
                </c:pt>
                <c:pt idx="9743">
                  <c:v>14157.937799570818</c:v>
                </c:pt>
                <c:pt idx="9744">
                  <c:v>14125.375446227561</c:v>
                </c:pt>
                <c:pt idx="9745">
                  <c:v>14092.887984218754</c:v>
                </c:pt>
                <c:pt idx="9746">
                  <c:v>14060.475241299137</c:v>
                </c:pt>
                <c:pt idx="9747">
                  <c:v>14060.475241299137</c:v>
                </c:pt>
                <c:pt idx="9748">
                  <c:v>14028.137045619595</c:v>
                </c:pt>
                <c:pt idx="9749">
                  <c:v>13995.873225726184</c:v>
                </c:pt>
                <c:pt idx="9750">
                  <c:v>13963.683610559368</c:v>
                </c:pt>
                <c:pt idx="9751">
                  <c:v>13963.683610559368</c:v>
                </c:pt>
                <c:pt idx="9752">
                  <c:v>13931.568029453039</c:v>
                </c:pt>
                <c:pt idx="9753">
                  <c:v>13899.52631213353</c:v>
                </c:pt>
                <c:pt idx="9754">
                  <c:v>13867.558288718898</c:v>
                </c:pt>
                <c:pt idx="9755">
                  <c:v>13867.558288718898</c:v>
                </c:pt>
                <c:pt idx="9756">
                  <c:v>13835.663789717813</c:v>
                </c:pt>
                <c:pt idx="9757">
                  <c:v>13803.842646028841</c:v>
                </c:pt>
                <c:pt idx="9758">
                  <c:v>13772.094688939475</c:v>
                </c:pt>
                <c:pt idx="9759">
                  <c:v>13772.094688939475</c:v>
                </c:pt>
                <c:pt idx="9760">
                  <c:v>13740.419750125151</c:v>
                </c:pt>
                <c:pt idx="9761">
                  <c:v>13708.817661648525</c:v>
                </c:pt>
                <c:pt idx="9762">
                  <c:v>13677.28825595852</c:v>
                </c:pt>
                <c:pt idx="9763">
                  <c:v>13677.28825595852</c:v>
                </c:pt>
                <c:pt idx="9764">
                  <c:v>13645.83136588924</c:v>
                </c:pt>
                <c:pt idx="9765">
                  <c:v>13614.446824659533</c:v>
                </c:pt>
                <c:pt idx="9766">
                  <c:v>13583.134465871564</c:v>
                </c:pt>
                <c:pt idx="9767">
                  <c:v>13583.134465871564</c:v>
                </c:pt>
                <c:pt idx="9768">
                  <c:v>13551.894123510374</c:v>
                </c:pt>
                <c:pt idx="9769">
                  <c:v>13520.7256319428</c:v>
                </c:pt>
                <c:pt idx="9770">
                  <c:v>13489.628825916556</c:v>
                </c:pt>
                <c:pt idx="9771">
                  <c:v>13489.628825916556</c:v>
                </c:pt>
                <c:pt idx="9772">
                  <c:v>13458.603540559492</c:v>
                </c:pt>
                <c:pt idx="9773">
                  <c:v>13427.649611378662</c:v>
                </c:pt>
                <c:pt idx="9774">
                  <c:v>13396.766874259365</c:v>
                </c:pt>
                <c:pt idx="9775">
                  <c:v>13396.766874259365</c:v>
                </c:pt>
                <c:pt idx="9776">
                  <c:v>13365.955165464451</c:v>
                </c:pt>
                <c:pt idx="9777">
                  <c:v>13335.214321633259</c:v>
                </c:pt>
                <c:pt idx="9778">
                  <c:v>13304.544179780922</c:v>
                </c:pt>
                <c:pt idx="9779">
                  <c:v>13273.94457729742</c:v>
                </c:pt>
                <c:pt idx="9780">
                  <c:v>13273.94457729742</c:v>
                </c:pt>
                <c:pt idx="9781">
                  <c:v>13243.415351946662</c:v>
                </c:pt>
                <c:pt idx="9782">
                  <c:v>13212.95634186578</c:v>
                </c:pt>
                <c:pt idx="9783">
                  <c:v>13182.567385564091</c:v>
                </c:pt>
                <c:pt idx="9784">
                  <c:v>13182.567385564091</c:v>
                </c:pt>
                <c:pt idx="9785">
                  <c:v>13152.248321922394</c:v>
                </c:pt>
                <c:pt idx="9786">
                  <c:v>13121.998990192056</c:v>
                </c:pt>
                <c:pt idx="9787">
                  <c:v>13091.819229994086</c:v>
                </c:pt>
                <c:pt idx="9788">
                  <c:v>13091.819229994086</c:v>
                </c:pt>
                <c:pt idx="9789">
                  <c:v>13061.70888131842</c:v>
                </c:pt>
                <c:pt idx="9790">
                  <c:v>13031.667784523013</c:v>
                </c:pt>
                <c:pt idx="9791">
                  <c:v>13001.695780332913</c:v>
                </c:pt>
                <c:pt idx="9792">
                  <c:v>13001.695780332913</c:v>
                </c:pt>
                <c:pt idx="9793">
                  <c:v>12971.792709839585</c:v>
                </c:pt>
                <c:pt idx="9794">
                  <c:v>12941.958414499875</c:v>
                </c:pt>
                <c:pt idx="9795">
                  <c:v>12912.192736135348</c:v>
                </c:pt>
                <c:pt idx="9796">
                  <c:v>12912.192736135348</c:v>
                </c:pt>
                <c:pt idx="9797">
                  <c:v>12882.49551693136</c:v>
                </c:pt>
                <c:pt idx="9798">
                  <c:v>12852.866599436165</c:v>
                </c:pt>
                <c:pt idx="9799">
                  <c:v>12823.305826560218</c:v>
                </c:pt>
                <c:pt idx="9800">
                  <c:v>12823.305826560218</c:v>
                </c:pt>
                <c:pt idx="9801">
                  <c:v>12793.813041575262</c:v>
                </c:pt>
                <c:pt idx="9802">
                  <c:v>12764.388088113446</c:v>
                </c:pt>
                <c:pt idx="9803">
                  <c:v>12735.030810166638</c:v>
                </c:pt>
                <c:pt idx="9804">
                  <c:v>12735.030810166638</c:v>
                </c:pt>
                <c:pt idx="9805">
                  <c:v>12705.741052085428</c:v>
                </c:pt>
                <c:pt idx="9806">
                  <c:v>12676.51865857846</c:v>
                </c:pt>
                <c:pt idx="9807">
                  <c:v>12647.36347471153</c:v>
                </c:pt>
                <c:pt idx="9808">
                  <c:v>12647.36347471153</c:v>
                </c:pt>
                <c:pt idx="9809">
                  <c:v>12618.275345906713</c:v>
                </c:pt>
                <c:pt idx="9810">
                  <c:v>12589.254117941671</c:v>
                </c:pt>
                <c:pt idx="9811">
                  <c:v>12560.299636948761</c:v>
                </c:pt>
                <c:pt idx="9812">
                  <c:v>12560.299636948761</c:v>
                </c:pt>
                <c:pt idx="9813">
                  <c:v>12531.411749414163</c:v>
                </c:pt>
                <c:pt idx="9814">
                  <c:v>12502.590302177219</c:v>
                </c:pt>
                <c:pt idx="9815">
                  <c:v>12473.835142429438</c:v>
                </c:pt>
                <c:pt idx="9816">
                  <c:v>12473.835142429438</c:v>
                </c:pt>
                <c:pt idx="9817">
                  <c:v>12445.14611771385</c:v>
                </c:pt>
                <c:pt idx="9818">
                  <c:v>12416.523075924124</c:v>
                </c:pt>
                <c:pt idx="9819">
                  <c:v>12387.965865303695</c:v>
                </c:pt>
                <c:pt idx="9820">
                  <c:v>12387.965865303695</c:v>
                </c:pt>
                <c:pt idx="9821">
                  <c:v>12359.4743344451</c:v>
                </c:pt>
                <c:pt idx="9822">
                  <c:v>12331.0483322891</c:v>
                </c:pt>
                <c:pt idx="9823">
                  <c:v>12302.687708123816</c:v>
                </c:pt>
                <c:pt idx="9824">
                  <c:v>12302.687708123816</c:v>
                </c:pt>
                <c:pt idx="9825">
                  <c:v>12274.392311584086</c:v>
                </c:pt>
                <c:pt idx="9826">
                  <c:v>12246.161992650492</c:v>
                </c:pt>
                <c:pt idx="9827">
                  <c:v>12217.996601648714</c:v>
                </c:pt>
                <c:pt idx="9828">
                  <c:v>12217.996601648714</c:v>
                </c:pt>
                <c:pt idx="9829">
                  <c:v>12189.895989248675</c:v>
                </c:pt>
                <c:pt idx="9830">
                  <c:v>12161.860006463681</c:v>
                </c:pt>
                <c:pt idx="9831">
                  <c:v>12133.888504649765</c:v>
                </c:pt>
                <c:pt idx="9832">
                  <c:v>12133.888504649765</c:v>
                </c:pt>
                <c:pt idx="9833">
                  <c:v>12105.981335504828</c:v>
                </c:pt>
                <c:pt idx="9834">
                  <c:v>12078.138351067799</c:v>
                </c:pt>
                <c:pt idx="9835">
                  <c:v>12050.359403718006</c:v>
                </c:pt>
                <c:pt idx="9836">
                  <c:v>12050.359403718006</c:v>
                </c:pt>
                <c:pt idx="9837">
                  <c:v>12022.644346174151</c:v>
                </c:pt>
                <c:pt idx="9838">
                  <c:v>11994.993031493781</c:v>
                </c:pt>
                <c:pt idx="9839">
                  <c:v>11967.405313072462</c:v>
                </c:pt>
                <c:pt idx="9840">
                  <c:v>11967.405313072462</c:v>
                </c:pt>
                <c:pt idx="9841">
                  <c:v>11939.881044642751</c:v>
                </c:pt>
                <c:pt idx="9842">
                  <c:v>11912.420080273758</c:v>
                </c:pt>
                <c:pt idx="9843">
                  <c:v>11885.022274370207</c:v>
                </c:pt>
                <c:pt idx="9844">
                  <c:v>11885.022274370207</c:v>
                </c:pt>
                <c:pt idx="9845">
                  <c:v>11857.687481671615</c:v>
                </c:pt>
                <c:pt idx="9846">
                  <c:v>11830.415557251676</c:v>
                </c:pt>
                <c:pt idx="9847">
                  <c:v>11803.206356517316</c:v>
                </c:pt>
                <c:pt idx="9848">
                  <c:v>11803.206356517316</c:v>
                </c:pt>
                <c:pt idx="9849">
                  <c:v>11776.059735208084</c:v>
                </c:pt>
                <c:pt idx="9850">
                  <c:v>11748.975549395318</c:v>
                </c:pt>
                <c:pt idx="9851">
                  <c:v>11721.95365548132</c:v>
                </c:pt>
                <c:pt idx="9852">
                  <c:v>11721.95365548132</c:v>
                </c:pt>
                <c:pt idx="9853">
                  <c:v>11694.993910198717</c:v>
                </c:pt>
                <c:pt idx="9854">
                  <c:v>11668.096170609644</c:v>
                </c:pt>
                <c:pt idx="9855">
                  <c:v>11641.260294104924</c:v>
                </c:pt>
                <c:pt idx="9856">
                  <c:v>11641.260294104924</c:v>
                </c:pt>
                <c:pt idx="9857">
                  <c:v>11614.48613840345</c:v>
                </c:pt>
                <c:pt idx="9858">
                  <c:v>11587.773561551276</c:v>
                </c:pt>
                <c:pt idx="9859">
                  <c:v>11561.122421920996</c:v>
                </c:pt>
                <c:pt idx="9860">
                  <c:v>11561.122421920996</c:v>
                </c:pt>
                <c:pt idx="9861">
                  <c:v>11534.532578210941</c:v>
                </c:pt>
                <c:pt idx="9862">
                  <c:v>11508.00388944437</c:v>
                </c:pt>
                <c:pt idx="9863">
                  <c:v>11481.536214968832</c:v>
                </c:pt>
                <c:pt idx="9864">
                  <c:v>11481.536214968832</c:v>
                </c:pt>
                <c:pt idx="9865">
                  <c:v>11455.129414455372</c:v>
                </c:pt>
                <c:pt idx="9866">
                  <c:v>11428.783347897725</c:v>
                </c:pt>
                <c:pt idx="9867">
                  <c:v>11402.497875611707</c:v>
                </c:pt>
                <c:pt idx="9868">
                  <c:v>11402.497875611707</c:v>
                </c:pt>
                <c:pt idx="9869">
                  <c:v>11376.272858234321</c:v>
                </c:pt>
                <c:pt idx="9870">
                  <c:v>11350.108156723154</c:v>
                </c:pt>
                <c:pt idx="9871">
                  <c:v>11324.003632355587</c:v>
                </c:pt>
                <c:pt idx="9872">
                  <c:v>11297.959146727986</c:v>
                </c:pt>
                <c:pt idx="9873">
                  <c:v>11297.959146727986</c:v>
                </c:pt>
                <c:pt idx="9874">
                  <c:v>11271.974561755103</c:v>
                </c:pt>
                <c:pt idx="9875">
                  <c:v>11246.049739669277</c:v>
                </c:pt>
                <c:pt idx="9876">
                  <c:v>11220.184543019639</c:v>
                </c:pt>
                <c:pt idx="9877">
                  <c:v>11220.184543019639</c:v>
                </c:pt>
                <c:pt idx="9878">
                  <c:v>11194.378834671532</c:v>
                </c:pt>
                <c:pt idx="9879">
                  <c:v>11168.632477805619</c:v>
                </c:pt>
                <c:pt idx="9880">
                  <c:v>11142.9453359173</c:v>
                </c:pt>
                <c:pt idx="9881">
                  <c:v>11142.9453359173</c:v>
                </c:pt>
                <c:pt idx="9882">
                  <c:v>11117.317272815926</c:v>
                </c:pt>
                <c:pt idx="9883">
                  <c:v>11091.748152624015</c:v>
                </c:pt>
                <c:pt idx="9884">
                  <c:v>11066.237839776661</c:v>
                </c:pt>
                <c:pt idx="9885">
                  <c:v>11066.237839776661</c:v>
                </c:pt>
                <c:pt idx="9886">
                  <c:v>11040.78619902074</c:v>
                </c:pt>
                <c:pt idx="9887">
                  <c:v>11015.393095414151</c:v>
                </c:pt>
                <c:pt idx="9888">
                  <c:v>10990.058394325224</c:v>
                </c:pt>
                <c:pt idx="9889">
                  <c:v>10990.058394325224</c:v>
                </c:pt>
                <c:pt idx="9890">
                  <c:v>10964.781961431856</c:v>
                </c:pt>
                <c:pt idx="9891">
                  <c:v>10939.563662720935</c:v>
                </c:pt>
                <c:pt idx="9892">
                  <c:v>10914.403364487574</c:v>
                </c:pt>
                <c:pt idx="9893">
                  <c:v>10914.403364487574</c:v>
                </c:pt>
                <c:pt idx="9894">
                  <c:v>10889.300933334336</c:v>
                </c:pt>
                <c:pt idx="9895">
                  <c:v>10864.25623617065</c:v>
                </c:pt>
                <c:pt idx="9896">
                  <c:v>10839.269140212042</c:v>
                </c:pt>
                <c:pt idx="9897">
                  <c:v>10839.269140212042</c:v>
                </c:pt>
                <c:pt idx="9898">
                  <c:v>10814.339512979379</c:v>
                </c:pt>
                <c:pt idx="9899">
                  <c:v>10789.467222298297</c:v>
                </c:pt>
                <c:pt idx="9900">
                  <c:v>10764.652136298351</c:v>
                </c:pt>
                <c:pt idx="9901">
                  <c:v>10764.652136298351</c:v>
                </c:pt>
                <c:pt idx="9902">
                  <c:v>10739.894123412441</c:v>
                </c:pt>
                <c:pt idx="9903">
                  <c:v>10715.193052376071</c:v>
                </c:pt>
                <c:pt idx="9904">
                  <c:v>10690.548792226578</c:v>
                </c:pt>
                <c:pt idx="9905">
                  <c:v>10690.548792226578</c:v>
                </c:pt>
                <c:pt idx="9906">
                  <c:v>10665.961212302569</c:v>
                </c:pt>
                <c:pt idx="9907">
                  <c:v>10641.430182243183</c:v>
                </c:pt>
                <c:pt idx="9908">
                  <c:v>10616.955571987242</c:v>
                </c:pt>
                <c:pt idx="9909">
                  <c:v>10616.955571987242</c:v>
                </c:pt>
                <c:pt idx="9910">
                  <c:v>10592.537251772914</c:v>
                </c:pt>
                <c:pt idx="9911">
                  <c:v>10568.175092136602</c:v>
                </c:pt>
                <c:pt idx="9912">
                  <c:v>10543.868963912599</c:v>
                </c:pt>
                <c:pt idx="9913">
                  <c:v>10543.868963912599</c:v>
                </c:pt>
                <c:pt idx="9914">
                  <c:v>10519.618738232251</c:v>
                </c:pt>
                <c:pt idx="9915">
                  <c:v>10495.424286523237</c:v>
                </c:pt>
                <c:pt idx="9916">
                  <c:v>10471.285480509003</c:v>
                </c:pt>
                <c:pt idx="9917">
                  <c:v>10471.285480509003</c:v>
                </c:pt>
                <c:pt idx="9918">
                  <c:v>10447.202192208018</c:v>
                </c:pt>
                <c:pt idx="9919">
                  <c:v>10423.174293933052</c:v>
                </c:pt>
                <c:pt idx="9920">
                  <c:v>10399.201658290614</c:v>
                </c:pt>
                <c:pt idx="9921">
                  <c:v>10399.201658290614</c:v>
                </c:pt>
                <c:pt idx="9922">
                  <c:v>10375.28415818014</c:v>
                </c:pt>
                <c:pt idx="9923">
                  <c:v>10351.421666793445</c:v>
                </c:pt>
                <c:pt idx="9924">
                  <c:v>10327.614057613993</c:v>
                </c:pt>
                <c:pt idx="9925">
                  <c:v>10327.614057613993</c:v>
                </c:pt>
                <c:pt idx="9926">
                  <c:v>10303.861204416173</c:v>
                </c:pt>
                <c:pt idx="9927">
                  <c:v>10280.162981264739</c:v>
                </c:pt>
                <c:pt idx="9928">
                  <c:v>10256.519262514092</c:v>
                </c:pt>
                <c:pt idx="9929">
                  <c:v>10256.519262514092</c:v>
                </c:pt>
                <c:pt idx="9930">
                  <c:v>10232.929922807549</c:v>
                </c:pt>
                <c:pt idx="9931">
                  <c:v>10209.394837076818</c:v>
                </c:pt>
                <c:pt idx="9932">
                  <c:v>10185.91388054118</c:v>
                </c:pt>
                <c:pt idx="9933">
                  <c:v>10185.91388054118</c:v>
                </c:pt>
                <c:pt idx="9934">
                  <c:v>10162.486928706961</c:v>
                </c:pt>
                <c:pt idx="9935">
                  <c:v>10139.11385736681</c:v>
                </c:pt>
                <c:pt idx="9936">
                  <c:v>10115.794542598993</c:v>
                </c:pt>
                <c:pt idx="9937">
                  <c:v>10115.794542598993</c:v>
                </c:pt>
                <c:pt idx="9938">
                  <c:v>10092.528860766844</c:v>
                </c:pt>
                <c:pt idx="9939">
                  <c:v>10069.316688518054</c:v>
                </c:pt>
                <c:pt idx="9940">
                  <c:v>10046.157902783956</c:v>
                </c:pt>
                <c:pt idx="9941">
                  <c:v>10046.157902783956</c:v>
                </c:pt>
                <c:pt idx="9942">
                  <c:v>10023.052380779012</c:v>
                </c:pt>
                <c:pt idx="9943">
                  <c:v>10000</c:v>
                </c:pt>
                <c:pt idx="9944">
                  <c:v>9977.0006382255524</c:v>
                </c:pt>
                <c:pt idx="9945">
                  <c:v>9977.0006382255524</c:v>
                </c:pt>
                <c:pt idx="9946">
                  <c:v>9954.0541735152819</c:v>
                </c:pt>
                <c:pt idx="9947">
                  <c:v>9931.1604842093438</c:v>
                </c:pt>
                <c:pt idx="9948">
                  <c:v>9908.3194489276921</c:v>
                </c:pt>
                <c:pt idx="9949">
                  <c:v>9908.3194489276921</c:v>
                </c:pt>
                <c:pt idx="9950">
                  <c:v>9885.5309465693972</c:v>
                </c:pt>
                <c:pt idx="9951">
                  <c:v>9862.7948563121245</c:v>
                </c:pt>
                <c:pt idx="9952">
                  <c:v>9840.1110576113497</c:v>
                </c:pt>
                <c:pt idx="9953">
                  <c:v>9840.1110576113497</c:v>
                </c:pt>
                <c:pt idx="9954">
                  <c:v>9817.47943019985</c:v>
                </c:pt>
                <c:pt idx="9955">
                  <c:v>9794.8998540870052</c:v>
                </c:pt>
                <c:pt idx="9956">
                  <c:v>9772.3722095581161</c:v>
                </c:pt>
                <c:pt idx="9957">
                  <c:v>9772.3722095581161</c:v>
                </c:pt>
                <c:pt idx="9958">
                  <c:v>9749.8963771738727</c:v>
                </c:pt>
                <c:pt idx="9959">
                  <c:v>9727.4722377696635</c:v>
                </c:pt>
                <c:pt idx="9960">
                  <c:v>9705.0996724549022</c:v>
                </c:pt>
                <c:pt idx="9961">
                  <c:v>9682.7785626125078</c:v>
                </c:pt>
                <c:pt idx="9962">
                  <c:v>9682.7785626125078</c:v>
                </c:pt>
                <c:pt idx="9963">
                  <c:v>9660.5087898981437</c:v>
                </c:pt>
                <c:pt idx="9964">
                  <c:v>9638.290236239709</c:v>
                </c:pt>
                <c:pt idx="9965">
                  <c:v>9616.1227838366594</c:v>
                </c:pt>
                <c:pt idx="9966">
                  <c:v>9616.1227838366594</c:v>
                </c:pt>
                <c:pt idx="9967">
                  <c:v>9594.0063151593386</c:v>
                </c:pt>
                <c:pt idx="9968">
                  <c:v>9571.9407129484443</c:v>
                </c:pt>
                <c:pt idx="9969">
                  <c:v>9549.9258602143691</c:v>
                </c:pt>
                <c:pt idx="9970">
                  <c:v>9549.9258602143691</c:v>
                </c:pt>
                <c:pt idx="9971">
                  <c:v>9527.9616402365227</c:v>
                </c:pt>
                <c:pt idx="9972">
                  <c:v>9506.0479365628289</c:v>
                </c:pt>
                <c:pt idx="9973">
                  <c:v>9484.1846330089793</c:v>
                </c:pt>
                <c:pt idx="9974">
                  <c:v>9484.1846330089793</c:v>
                </c:pt>
                <c:pt idx="9975">
                  <c:v>9462.3716136579296</c:v>
                </c:pt>
                <c:pt idx="9976">
                  <c:v>9440.608762859245</c:v>
                </c:pt>
                <c:pt idx="9977">
                  <c:v>9418.8959652284339</c:v>
                </c:pt>
                <c:pt idx="9978">
                  <c:v>9418.8959652284339</c:v>
                </c:pt>
                <c:pt idx="9979">
                  <c:v>9397.2331056463754</c:v>
                </c:pt>
                <c:pt idx="9980">
                  <c:v>9375.62006925881</c:v>
                </c:pt>
                <c:pt idx="9981">
                  <c:v>9354.0567414755369</c:v>
                </c:pt>
                <c:pt idx="9982">
                  <c:v>9354.0567414755369</c:v>
                </c:pt>
                <c:pt idx="9983">
                  <c:v>9332.5430079699217</c:v>
                </c:pt>
                <c:pt idx="9984">
                  <c:v>9311.0787546783067</c:v>
                </c:pt>
                <c:pt idx="9985">
                  <c:v>9289.6638677993778</c:v>
                </c:pt>
                <c:pt idx="9986">
                  <c:v>9289.6638677993778</c:v>
                </c:pt>
                <c:pt idx="9987">
                  <c:v>9268.2982337935009</c:v>
                </c:pt>
                <c:pt idx="9988">
                  <c:v>9246.9817393822432</c:v>
                </c:pt>
                <c:pt idx="9989">
                  <c:v>9225.7142715476421</c:v>
                </c:pt>
                <c:pt idx="9990">
                  <c:v>9225.7142715476421</c:v>
                </c:pt>
                <c:pt idx="9991">
                  <c:v>9204.4957175317177</c:v>
                </c:pt>
                <c:pt idx="9992">
                  <c:v>9183.3259648358235</c:v>
                </c:pt>
                <c:pt idx="9993">
                  <c:v>9162.2049012200059</c:v>
                </c:pt>
                <c:pt idx="9994">
                  <c:v>9162.2049012200059</c:v>
                </c:pt>
                <c:pt idx="9995">
                  <c:v>9141.1324147025043</c:v>
                </c:pt>
                <c:pt idx="9996">
                  <c:v>9120.1083935591087</c:v>
                </c:pt>
                <c:pt idx="9997">
                  <c:v>9099.1327263225212</c:v>
                </c:pt>
                <c:pt idx="9998">
                  <c:v>9099.1327263225212</c:v>
                </c:pt>
                <c:pt idx="9999">
                  <c:v>9078.2053017818725</c:v>
                </c:pt>
                <c:pt idx="10000">
                  <c:v>9057.3260089820087</c:v>
                </c:pt>
                <c:pt idx="10001">
                  <c:v>9036.4947372230163</c:v>
                </c:pt>
                <c:pt idx="10002">
                  <c:v>9036.4947372230163</c:v>
                </c:pt>
                <c:pt idx="10003">
                  <c:v>9015.7113760595803</c:v>
                </c:pt>
                <c:pt idx="10004">
                  <c:v>8994.9758153003568</c:v>
                </c:pt>
                <c:pt idx="10005">
                  <c:v>8974.2879450074834</c:v>
                </c:pt>
                <c:pt idx="10006">
                  <c:v>8974.2879450074834</c:v>
                </c:pt>
                <c:pt idx="10007">
                  <c:v>8953.6476554959463</c:v>
                </c:pt>
                <c:pt idx="10008">
                  <c:v>8933.0548373329548</c:v>
                </c:pt>
                <c:pt idx="10009">
                  <c:v>8912.5093813374679</c:v>
                </c:pt>
                <c:pt idx="10010">
                  <c:v>8912.5093813374679</c:v>
                </c:pt>
                <c:pt idx="10011">
                  <c:v>8892.0111785794907</c:v>
                </c:pt>
                <c:pt idx="10012">
                  <c:v>8871.5601203796086</c:v>
                </c:pt>
                <c:pt idx="10013">
                  <c:v>8851.1560983083637</c:v>
                </c:pt>
                <c:pt idx="10014">
                  <c:v>8851.1560983083637</c:v>
                </c:pt>
                <c:pt idx="10015">
                  <c:v>8830.7990041856465</c:v>
                </c:pt>
                <c:pt idx="10016">
                  <c:v>8810.4887300801383</c:v>
                </c:pt>
                <c:pt idx="10017">
                  <c:v>8790.2251683088489</c:v>
                </c:pt>
                <c:pt idx="10018">
                  <c:v>8790.2251683088489</c:v>
                </c:pt>
                <c:pt idx="10019">
                  <c:v>8770.0082114363631</c:v>
                </c:pt>
                <c:pt idx="10020">
                  <c:v>8749.8377522743704</c:v>
                </c:pt>
                <c:pt idx="10021">
                  <c:v>8729.7136838811184</c:v>
                </c:pt>
                <c:pt idx="10022">
                  <c:v>8729.7136838811184</c:v>
                </c:pt>
                <c:pt idx="10023">
                  <c:v>8709.6358995608189</c:v>
                </c:pt>
                <c:pt idx="10024">
                  <c:v>8689.604292863025</c:v>
                </c:pt>
                <c:pt idx="10025">
                  <c:v>8669.6187575821823</c:v>
                </c:pt>
                <c:pt idx="10026">
                  <c:v>8669.6187575821823</c:v>
                </c:pt>
                <c:pt idx="10027">
                  <c:v>8649.6791877569431</c:v>
                </c:pt>
                <c:pt idx="10028">
                  <c:v>8629.7854776697059</c:v>
                </c:pt>
                <c:pt idx="10029">
                  <c:v>8609.9375218460191</c:v>
                </c:pt>
                <c:pt idx="10030">
                  <c:v>8609.9375218460191</c:v>
                </c:pt>
                <c:pt idx="10031">
                  <c:v>8590.1352150539642</c:v>
                </c:pt>
                <c:pt idx="10032">
                  <c:v>8570.3784523036975</c:v>
                </c:pt>
                <c:pt idx="10033">
                  <c:v>8550.6671288468424</c:v>
                </c:pt>
                <c:pt idx="10034">
                  <c:v>8550.6671288468424</c:v>
                </c:pt>
                <c:pt idx="10035">
                  <c:v>8531.0011401758984</c:v>
                </c:pt>
                <c:pt idx="10036">
                  <c:v>8511.3803820237772</c:v>
                </c:pt>
                <c:pt idx="10037">
                  <c:v>8491.804750363146</c:v>
                </c:pt>
                <c:pt idx="10038">
                  <c:v>8491.804750363146</c:v>
                </c:pt>
                <c:pt idx="10039">
                  <c:v>8472.2741414059656</c:v>
                </c:pt>
                <c:pt idx="10040">
                  <c:v>8452.7884516029098</c:v>
                </c:pt>
                <c:pt idx="10041">
                  <c:v>8433.3475776427586</c:v>
                </c:pt>
                <c:pt idx="10042">
                  <c:v>8433.3475776427586</c:v>
                </c:pt>
                <c:pt idx="10043">
                  <c:v>8413.9514164519496</c:v>
                </c:pt>
                <c:pt idx="10044">
                  <c:v>8394.5998651939826</c:v>
                </c:pt>
                <c:pt idx="10045">
                  <c:v>8375.2928212688275</c:v>
                </c:pt>
                <c:pt idx="10046">
                  <c:v>8375.2928212688275</c:v>
                </c:pt>
                <c:pt idx="10047">
                  <c:v>8356.0301823124901</c:v>
                </c:pt>
                <c:pt idx="10048">
                  <c:v>8336.8118461963477</c:v>
                </c:pt>
                <c:pt idx="10049">
                  <c:v>8317.6377110267094</c:v>
                </c:pt>
                <c:pt idx="10050">
                  <c:v>8317.6377110267094</c:v>
                </c:pt>
                <c:pt idx="10051">
                  <c:v>8298.5076751442321</c:v>
                </c:pt>
                <c:pt idx="10052">
                  <c:v>8279.4216371233579</c:v>
                </c:pt>
                <c:pt idx="10053">
                  <c:v>8260.3794957717982</c:v>
                </c:pt>
                <c:pt idx="10054">
                  <c:v>8241.3811501300279</c:v>
                </c:pt>
                <c:pt idx="10055">
                  <c:v>8241.3811501300279</c:v>
                </c:pt>
                <c:pt idx="10056">
                  <c:v>8222.4264994707246</c:v>
                </c:pt>
                <c:pt idx="10057">
                  <c:v>8203.5154432981908</c:v>
                </c:pt>
                <c:pt idx="10058">
                  <c:v>8184.6478813479007</c:v>
                </c:pt>
                <c:pt idx="10059">
                  <c:v>8184.6478813479007</c:v>
                </c:pt>
                <c:pt idx="10060">
                  <c:v>8165.8237135859354</c:v>
                </c:pt>
                <c:pt idx="10061">
                  <c:v>8147.0428402084008</c:v>
                </c:pt>
                <c:pt idx="10062">
                  <c:v>8128.3051616410066</c:v>
                </c:pt>
                <c:pt idx="10063">
                  <c:v>8128.3051616410066</c:v>
                </c:pt>
                <c:pt idx="10064">
                  <c:v>8109.6105785384161</c:v>
                </c:pt>
                <c:pt idx="10065">
                  <c:v>8090.9589917838257</c:v>
                </c:pt>
                <c:pt idx="10066">
                  <c:v>8072.350302488393</c:v>
                </c:pt>
                <c:pt idx="10067">
                  <c:v>8072.350302488393</c:v>
                </c:pt>
                <c:pt idx="10068">
                  <c:v>8053.7844119906713</c:v>
                </c:pt>
                <c:pt idx="10069">
                  <c:v>8035.2612218561726</c:v>
                </c:pt>
                <c:pt idx="10070">
                  <c:v>8016.7806338767996</c:v>
                </c:pt>
                <c:pt idx="10071">
                  <c:v>8016.7806338767996</c:v>
                </c:pt>
                <c:pt idx="10072">
                  <c:v>7998.342550070287</c:v>
                </c:pt>
                <c:pt idx="10073">
                  <c:v>7979.9468726797777</c:v>
                </c:pt>
                <c:pt idx="10074">
                  <c:v>7961.5935041731937</c:v>
                </c:pt>
                <c:pt idx="10075">
                  <c:v>7961.5935041731937</c:v>
                </c:pt>
                <c:pt idx="10076">
                  <c:v>7943.2823472428154</c:v>
                </c:pt>
                <c:pt idx="10077">
                  <c:v>7925.0133048047264</c:v>
                </c:pt>
                <c:pt idx="10078">
                  <c:v>7906.786279998254</c:v>
                </c:pt>
                <c:pt idx="10079">
                  <c:v>7906.786279998254</c:v>
                </c:pt>
                <c:pt idx="10080">
                  <c:v>7888.6011761855416</c:v>
                </c:pt>
                <c:pt idx="10081">
                  <c:v>7870.457896950993</c:v>
                </c:pt>
                <c:pt idx="10082">
                  <c:v>7852.3563461007188</c:v>
                </c:pt>
                <c:pt idx="10083">
                  <c:v>7852.3563461007188</c:v>
                </c:pt>
                <c:pt idx="10084">
                  <c:v>7834.2964276621269</c:v>
                </c:pt>
                <c:pt idx="10085">
                  <c:v>7816.2780458833004</c:v>
                </c:pt>
                <c:pt idx="10086">
                  <c:v>7798.3011052325855</c:v>
                </c:pt>
                <c:pt idx="10087">
                  <c:v>7798.3011052325855</c:v>
                </c:pt>
                <c:pt idx="10088">
                  <c:v>7780.3655103980464</c:v>
                </c:pt>
                <c:pt idx="10089">
                  <c:v>7762.4711662869322</c:v>
                </c:pt>
                <c:pt idx="10090">
                  <c:v>7744.6179780251969</c:v>
                </c:pt>
                <c:pt idx="10091">
                  <c:v>7744.6179780251969</c:v>
                </c:pt>
                <c:pt idx="10092">
                  <c:v>7726.8058509570274</c:v>
                </c:pt>
                <c:pt idx="10093">
                  <c:v>7709.0346906443128</c:v>
                </c:pt>
                <c:pt idx="10094">
                  <c:v>7691.3044028661034</c:v>
                </c:pt>
                <c:pt idx="10095">
                  <c:v>7691.3044028661034</c:v>
                </c:pt>
                <c:pt idx="10096">
                  <c:v>7673.6148936181908</c:v>
                </c:pt>
                <c:pt idx="10097">
                  <c:v>7655.9660691125728</c:v>
                </c:pt>
                <c:pt idx="10098">
                  <c:v>7638.3578357769111</c:v>
                </c:pt>
                <c:pt idx="10099">
                  <c:v>7638.3578357769111</c:v>
                </c:pt>
                <c:pt idx="10100">
                  <c:v>7620.790100254133</c:v>
                </c:pt>
                <c:pt idx="10101">
                  <c:v>7603.2627694018256</c:v>
                </c:pt>
                <c:pt idx="10102">
                  <c:v>7585.7757502918394</c:v>
                </c:pt>
                <c:pt idx="10103">
                  <c:v>7585.7757502918394</c:v>
                </c:pt>
                <c:pt idx="10104">
                  <c:v>7568.3289502097541</c:v>
                </c:pt>
                <c:pt idx="10105">
                  <c:v>7550.9222766543435</c:v>
                </c:pt>
                <c:pt idx="10106">
                  <c:v>7533.5556373371728</c:v>
                </c:pt>
                <c:pt idx="10107">
                  <c:v>7533.5556373371728</c:v>
                </c:pt>
                <c:pt idx="10108">
                  <c:v>7516.2289401820617</c:v>
                </c:pt>
                <c:pt idx="10109">
                  <c:v>7498.9420933245601</c:v>
                </c:pt>
                <c:pt idx="10110">
                  <c:v>7481.6950051115537</c:v>
                </c:pt>
                <c:pt idx="10111">
                  <c:v>7481.6950051115537</c:v>
                </c:pt>
                <c:pt idx="10112">
                  <c:v>7464.4875841006697</c:v>
                </c:pt>
                <c:pt idx="10113">
                  <c:v>7447.3197390598898</c:v>
                </c:pt>
                <c:pt idx="10114">
                  <c:v>7430.1913789670216</c:v>
                </c:pt>
                <c:pt idx="10115">
                  <c:v>7430.1913789670216</c:v>
                </c:pt>
                <c:pt idx="10116">
                  <c:v>7413.1024130091773</c:v>
                </c:pt>
                <c:pt idx="10117">
                  <c:v>7396.0527505823884</c:v>
                </c:pt>
                <c:pt idx="10118">
                  <c:v>7379.0423012910151</c:v>
                </c:pt>
                <c:pt idx="10119">
                  <c:v>7379.0423012910151</c:v>
                </c:pt>
                <c:pt idx="10120">
                  <c:v>7362.0709749473608</c:v>
                </c:pt>
                <c:pt idx="10121">
                  <c:v>7345.1386815711576</c:v>
                </c:pt>
                <c:pt idx="10122">
                  <c:v>7328.2453313890564</c:v>
                </c:pt>
                <c:pt idx="10123">
                  <c:v>7328.2453313890564</c:v>
                </c:pt>
                <c:pt idx="10124">
                  <c:v>7311.390834834172</c:v>
                </c:pt>
                <c:pt idx="10125">
                  <c:v>7294.575102545693</c:v>
                </c:pt>
                <c:pt idx="10126">
                  <c:v>7277.798045368254</c:v>
                </c:pt>
                <c:pt idx="10127">
                  <c:v>7277.798045368254</c:v>
                </c:pt>
                <c:pt idx="10128">
                  <c:v>7261.059574351556</c:v>
                </c:pt>
                <c:pt idx="10129">
                  <c:v>7244.3596007499036</c:v>
                </c:pt>
                <c:pt idx="10130">
                  <c:v>7227.698036021714</c:v>
                </c:pt>
                <c:pt idx="10131">
                  <c:v>7227.698036021714</c:v>
                </c:pt>
                <c:pt idx="10132">
                  <c:v>7211.0747918290017</c:v>
                </c:pt>
                <c:pt idx="10133">
                  <c:v>7194.4897800370081</c:v>
                </c:pt>
                <c:pt idx="10134">
                  <c:v>7177.9429127136254</c:v>
                </c:pt>
                <c:pt idx="10135">
                  <c:v>7177.9429127136254</c:v>
                </c:pt>
                <c:pt idx="10136">
                  <c:v>7161.4341021290238</c:v>
                </c:pt>
                <c:pt idx="10137">
                  <c:v>7144.9632607551448</c:v>
                </c:pt>
                <c:pt idx="10138">
                  <c:v>7128.5303012652012</c:v>
                </c:pt>
                <c:pt idx="10139">
                  <c:v>7128.5303012652012</c:v>
                </c:pt>
                <c:pt idx="10140">
                  <c:v>7112.1351365332912</c:v>
                </c:pt>
                <c:pt idx="10141">
                  <c:v>7095.7776796338967</c:v>
                </c:pt>
                <c:pt idx="10142">
                  <c:v>7079.4578438413828</c:v>
                </c:pt>
                <c:pt idx="10143">
                  <c:v>7063.1755426296313</c:v>
                </c:pt>
                <c:pt idx="10144">
                  <c:v>7063.1755426296313</c:v>
                </c:pt>
                <c:pt idx="10145">
                  <c:v>7046.9306896714752</c:v>
                </c:pt>
                <c:pt idx="10146">
                  <c:v>7030.7231988383355</c:v>
                </c:pt>
                <c:pt idx="10147">
                  <c:v>7014.5529841997213</c:v>
                </c:pt>
                <c:pt idx="10148">
                  <c:v>7014.5529841997213</c:v>
                </c:pt>
                <c:pt idx="10149">
                  <c:v>6998.4199600227394</c:v>
                </c:pt>
                <c:pt idx="10150">
                  <c:v>6982.324040771713</c:v>
                </c:pt>
                <c:pt idx="10151">
                  <c:v>6966.265141107694</c:v>
                </c:pt>
                <c:pt idx="10152">
                  <c:v>6966.265141107694</c:v>
                </c:pt>
                <c:pt idx="10153">
                  <c:v>6950.2431758879693</c:v>
                </c:pt>
                <c:pt idx="10154">
                  <c:v>6934.2580601657</c:v>
                </c:pt>
                <c:pt idx="10155">
                  <c:v>6918.3097091893687</c:v>
                </c:pt>
                <c:pt idx="10156">
                  <c:v>6918.3097091893687</c:v>
                </c:pt>
                <c:pt idx="10157">
                  <c:v>6902.3980384024189</c:v>
                </c:pt>
                <c:pt idx="10158">
                  <c:v>6886.5229634427678</c:v>
                </c:pt>
                <c:pt idx="10159">
                  <c:v>6870.684400142336</c:v>
                </c:pt>
                <c:pt idx="10160">
                  <c:v>6870.684400142336</c:v>
                </c:pt>
                <c:pt idx="10161">
                  <c:v>6854.8822645266255</c:v>
                </c:pt>
                <c:pt idx="10162">
                  <c:v>6839.1164728142976</c:v>
                </c:pt>
                <c:pt idx="10163">
                  <c:v>6823.3869414167084</c:v>
                </c:pt>
                <c:pt idx="10164">
                  <c:v>6823.3869414167084</c:v>
                </c:pt>
                <c:pt idx="10165">
                  <c:v>6807.693586937422</c:v>
                </c:pt>
                <c:pt idx="10166">
                  <c:v>6792.0363261718476</c:v>
                </c:pt>
                <c:pt idx="10167">
                  <c:v>6776.4150761067604</c:v>
                </c:pt>
                <c:pt idx="10168">
                  <c:v>6776.4150761067604</c:v>
                </c:pt>
                <c:pt idx="10169">
                  <c:v>6760.8297539198229</c:v>
                </c:pt>
                <c:pt idx="10170">
                  <c:v>6745.2802769792315</c:v>
                </c:pt>
                <c:pt idx="10171">
                  <c:v>6729.7665628431851</c:v>
                </c:pt>
                <c:pt idx="10172">
                  <c:v>6729.7665628431851</c:v>
                </c:pt>
                <c:pt idx="10173">
                  <c:v>6714.2885292595256</c:v>
                </c:pt>
                <c:pt idx="10174">
                  <c:v>6698.8460941652738</c:v>
                </c:pt>
                <c:pt idx="10175">
                  <c:v>6683.4391756861514</c:v>
                </c:pt>
                <c:pt idx="10176">
                  <c:v>6683.4391756861514</c:v>
                </c:pt>
                <c:pt idx="10177">
                  <c:v>6668.0676921362219</c:v>
                </c:pt>
                <c:pt idx="10178">
                  <c:v>6652.7315620174213</c:v>
                </c:pt>
                <c:pt idx="10179">
                  <c:v>6637.4307040190915</c:v>
                </c:pt>
                <c:pt idx="10180">
                  <c:v>6637.4307040190915</c:v>
                </c:pt>
                <c:pt idx="10181">
                  <c:v>6622.1650370176294</c:v>
                </c:pt>
                <c:pt idx="10182">
                  <c:v>6606.9344800759654</c:v>
                </c:pt>
                <c:pt idx="10183">
                  <c:v>6591.7389524432147</c:v>
                </c:pt>
                <c:pt idx="10184">
                  <c:v>6591.7389524432147</c:v>
                </c:pt>
                <c:pt idx="10185">
                  <c:v>6576.5783735542127</c:v>
                </c:pt>
                <c:pt idx="10186">
                  <c:v>6561.4526630290575</c:v>
                </c:pt>
                <c:pt idx="10187">
                  <c:v>6546.3617406727481</c:v>
                </c:pt>
                <c:pt idx="10188">
                  <c:v>6546.3617406727481</c:v>
                </c:pt>
                <c:pt idx="10189">
                  <c:v>6531.305526474729</c:v>
                </c:pt>
                <c:pt idx="10190">
                  <c:v>6516.2839406084277</c:v>
                </c:pt>
                <c:pt idx="10191">
                  <c:v>6501.2969034309144</c:v>
                </c:pt>
                <c:pt idx="10192">
                  <c:v>6501.2969034309144</c:v>
                </c:pt>
                <c:pt idx="10193">
                  <c:v>6486.3443354823876</c:v>
                </c:pt>
                <c:pt idx="10194">
                  <c:v>6471.4261574858301</c:v>
                </c:pt>
                <c:pt idx="10195">
                  <c:v>6456.5422903465615</c:v>
                </c:pt>
                <c:pt idx="10196">
                  <c:v>6456.5422903465615</c:v>
                </c:pt>
                <c:pt idx="10197">
                  <c:v>6441.6926551517854</c:v>
                </c:pt>
                <c:pt idx="10198">
                  <c:v>6426.8771731702045</c:v>
                </c:pt>
                <c:pt idx="10199">
                  <c:v>6412.0957658516199</c:v>
                </c:pt>
                <c:pt idx="10200">
                  <c:v>6412.0957658516199</c:v>
                </c:pt>
                <c:pt idx="10201">
                  <c:v>6397.3483548264921</c:v>
                </c:pt>
                <c:pt idx="10202">
                  <c:v>6382.6348619054934</c:v>
                </c:pt>
                <c:pt idx="10203">
                  <c:v>6367.9552090791594</c:v>
                </c:pt>
                <c:pt idx="10204">
                  <c:v>6367.9552090791594</c:v>
                </c:pt>
                <c:pt idx="10205">
                  <c:v>6353.3093185174448</c:v>
                </c:pt>
                <c:pt idx="10206">
                  <c:v>6338.6971125692735</c:v>
                </c:pt>
                <c:pt idx="10207">
                  <c:v>6324.1185137622051</c:v>
                </c:pt>
                <c:pt idx="10208">
                  <c:v>6324.1185137622051</c:v>
                </c:pt>
                <c:pt idx="10209">
                  <c:v>6309.5734448019384</c:v>
                </c:pt>
                <c:pt idx="10210">
                  <c:v>6295.0618285719775</c:v>
                </c:pt>
                <c:pt idx="10211">
                  <c:v>6280.5835881331877</c:v>
                </c:pt>
                <c:pt idx="10212">
                  <c:v>6280.5835881331877</c:v>
                </c:pt>
                <c:pt idx="10213">
                  <c:v>6266.1386467233579</c:v>
                </c:pt>
                <c:pt idx="10214">
                  <c:v>6251.7269277568575</c:v>
                </c:pt>
                <c:pt idx="10215">
                  <c:v>6237.3483548241993</c:v>
                </c:pt>
                <c:pt idx="10216">
                  <c:v>6237.3483548241993</c:v>
                </c:pt>
                <c:pt idx="10217">
                  <c:v>6223.0028516915972</c:v>
                </c:pt>
                <c:pt idx="10218">
                  <c:v>6208.6903423006443</c:v>
                </c:pt>
                <c:pt idx="10219">
                  <c:v>6194.4107507678191</c:v>
                </c:pt>
                <c:pt idx="10220">
                  <c:v>6194.4107507678191</c:v>
                </c:pt>
                <c:pt idx="10221">
                  <c:v>6180.1640013841588</c:v>
                </c:pt>
                <c:pt idx="10222">
                  <c:v>6165.9500186148289</c:v>
                </c:pt>
                <c:pt idx="10223">
                  <c:v>6151.7687270986835</c:v>
                </c:pt>
                <c:pt idx="10224">
                  <c:v>6151.7687270986835</c:v>
                </c:pt>
                <c:pt idx="10225">
                  <c:v>6137.6200516479403</c:v>
                </c:pt>
                <c:pt idx="10226">
                  <c:v>6123.5039172477391</c:v>
                </c:pt>
                <c:pt idx="10227">
                  <c:v>6109.4202490557209</c:v>
                </c:pt>
                <c:pt idx="10228">
                  <c:v>6109.4202490557209</c:v>
                </c:pt>
                <c:pt idx="10229">
                  <c:v>6095.3689724016986</c:v>
                </c:pt>
                <c:pt idx="10230">
                  <c:v>6081.3500127871821</c:v>
                </c:pt>
                <c:pt idx="10231">
                  <c:v>6067.3632958850631</c:v>
                </c:pt>
                <c:pt idx="10232">
                  <c:v>6067.3632958850631</c:v>
                </c:pt>
                <c:pt idx="10233">
                  <c:v>6053.4087475391407</c:v>
                </c:pt>
                <c:pt idx="10234">
                  <c:v>6039.48629376381</c:v>
                </c:pt>
                <c:pt idx="10235">
                  <c:v>6025.595860743585</c:v>
                </c:pt>
                <c:pt idx="10236">
                  <c:v>6011.7373748327836</c:v>
                </c:pt>
                <c:pt idx="10237">
                  <c:v>6011.7373748327836</c:v>
                </c:pt>
                <c:pt idx="10238">
                  <c:v>5997.9107625551032</c:v>
                </c:pt>
                <c:pt idx="10239">
                  <c:v>5984.1159506032018</c:v>
                </c:pt>
                <c:pt idx="10240">
                  <c:v>5970.3528658383693</c:v>
                </c:pt>
                <c:pt idx="10241">
                  <c:v>5970.3528658383693</c:v>
                </c:pt>
                <c:pt idx="10242">
                  <c:v>5956.6214352901115</c:v>
                </c:pt>
                <c:pt idx="10243">
                  <c:v>5942.9215861557295</c:v>
                </c:pt>
                <c:pt idx="10244">
                  <c:v>5929.2532458000078</c:v>
                </c:pt>
                <c:pt idx="10245">
                  <c:v>5929.2532458000078</c:v>
                </c:pt>
                <c:pt idx="10246">
                  <c:v>5915.616341754745</c:v>
                </c:pt>
                <c:pt idx="10247">
                  <c:v>5902.0108017184439</c:v>
                </c:pt>
                <c:pt idx="10248">
                  <c:v>5888.4365535558973</c:v>
                </c:pt>
                <c:pt idx="10249">
                  <c:v>5888.4365535558973</c:v>
                </c:pt>
                <c:pt idx="10250">
                  <c:v>5874.8935252977708</c:v>
                </c:pt>
                <c:pt idx="10251">
                  <c:v>5861.3816451402863</c:v>
                </c:pt>
                <c:pt idx="10252">
                  <c:v>5847.9008414448126</c:v>
                </c:pt>
                <c:pt idx="10253">
                  <c:v>5847.9008414448126</c:v>
                </c:pt>
                <c:pt idx="10254">
                  <c:v>5834.4510427374489</c:v>
                </c:pt>
                <c:pt idx="10255">
                  <c:v>5821.032177708722</c:v>
                </c:pt>
                <c:pt idx="10256">
                  <c:v>5807.6441752131241</c:v>
                </c:pt>
                <c:pt idx="10257">
                  <c:v>5807.6441752131241</c:v>
                </c:pt>
                <c:pt idx="10258">
                  <c:v>5794.2869642688102</c:v>
                </c:pt>
                <c:pt idx="10259">
                  <c:v>5780.9604740571867</c:v>
                </c:pt>
                <c:pt idx="10260">
                  <c:v>5767.664633922509</c:v>
                </c:pt>
                <c:pt idx="10261">
                  <c:v>5767.664633922509</c:v>
                </c:pt>
                <c:pt idx="10262">
                  <c:v>5754.399373371567</c:v>
                </c:pt>
                <c:pt idx="10263">
                  <c:v>5741.1646220732791</c:v>
                </c:pt>
                <c:pt idx="10264">
                  <c:v>5727.960309858292</c:v>
                </c:pt>
                <c:pt idx="10265">
                  <c:v>5727.960309858292</c:v>
                </c:pt>
                <c:pt idx="10266">
                  <c:v>5714.7863667186766</c:v>
                </c:pt>
                <c:pt idx="10267">
                  <c:v>5701.6427228074772</c:v>
                </c:pt>
                <c:pt idx="10268">
                  <c:v>5688.529308438423</c:v>
                </c:pt>
                <c:pt idx="10269">
                  <c:v>5688.529308438423</c:v>
                </c:pt>
                <c:pt idx="10270">
                  <c:v>5675.4460540854752</c:v>
                </c:pt>
                <c:pt idx="10271">
                  <c:v>5662.3928903825436</c:v>
                </c:pt>
                <c:pt idx="10272">
                  <c:v>5649.369748123032</c:v>
                </c:pt>
                <c:pt idx="10273">
                  <c:v>5649.369748123032</c:v>
                </c:pt>
                <c:pt idx="10274">
                  <c:v>5636.376558259547</c:v>
                </c:pt>
                <c:pt idx="10275">
                  <c:v>5623.4132519034993</c:v>
                </c:pt>
                <c:pt idx="10276">
                  <c:v>5610.4797603247089</c:v>
                </c:pt>
                <c:pt idx="10277">
                  <c:v>5610.4797603247089</c:v>
                </c:pt>
                <c:pt idx="10278">
                  <c:v>5597.5760149511125</c:v>
                </c:pt>
                <c:pt idx="10279">
                  <c:v>5584.701947368314</c:v>
                </c:pt>
                <c:pt idx="10280">
                  <c:v>5571.8574893193008</c:v>
                </c:pt>
                <c:pt idx="10281">
                  <c:v>5571.8574893193008</c:v>
                </c:pt>
                <c:pt idx="10282">
                  <c:v>5559.0425727040447</c:v>
                </c:pt>
                <c:pt idx="10283">
                  <c:v>5546.2571295791122</c:v>
                </c:pt>
                <c:pt idx="10284">
                  <c:v>5533.5010921573676</c:v>
                </c:pt>
                <c:pt idx="10285">
                  <c:v>5533.5010921573676</c:v>
                </c:pt>
                <c:pt idx="10286">
                  <c:v>5520.7743928075797</c:v>
                </c:pt>
                <c:pt idx="10287">
                  <c:v>5508.0769640540366</c:v>
                </c:pt>
                <c:pt idx="10288">
                  <c:v>5495.4087385762541</c:v>
                </c:pt>
                <c:pt idx="10289">
                  <c:v>5495.4087385762541</c:v>
                </c:pt>
                <c:pt idx="10290">
                  <c:v>5482.7696492085424</c:v>
                </c:pt>
                <c:pt idx="10291">
                  <c:v>5470.1596289397166</c:v>
                </c:pt>
                <c:pt idx="10292">
                  <c:v>5457.5786109127157</c:v>
                </c:pt>
                <c:pt idx="10293">
                  <c:v>5457.5786109127157</c:v>
                </c:pt>
                <c:pt idx="10294">
                  <c:v>5445.026528424215</c:v>
                </c:pt>
                <c:pt idx="10295">
                  <c:v>5432.5033149243309</c:v>
                </c:pt>
                <c:pt idx="10296">
                  <c:v>5420.0089040162438</c:v>
                </c:pt>
                <c:pt idx="10297">
                  <c:v>5420.0089040162438</c:v>
                </c:pt>
                <c:pt idx="10298">
                  <c:v>5407.5432294558095</c:v>
                </c:pt>
                <c:pt idx="10299">
                  <c:v>5395.1062251512831</c:v>
                </c:pt>
                <c:pt idx="10300">
                  <c:v>5382.6978251628861</c:v>
                </c:pt>
                <c:pt idx="10301">
                  <c:v>5382.6978251628861</c:v>
                </c:pt>
                <c:pt idx="10302">
                  <c:v>5370.3179637025269</c:v>
                </c:pt>
                <c:pt idx="10303">
                  <c:v>5357.9665751334214</c:v>
                </c:pt>
                <c:pt idx="10304">
                  <c:v>5345.6435939697276</c:v>
                </c:pt>
                <c:pt idx="10305">
                  <c:v>5345.6435939697276</c:v>
                </c:pt>
                <c:pt idx="10306">
                  <c:v>5333.3489548762163</c:v>
                </c:pt>
                <c:pt idx="10307">
                  <c:v>5321.0825926679454</c:v>
                </c:pt>
                <c:pt idx="10308">
                  <c:v>5308.8444423098927</c:v>
                </c:pt>
                <c:pt idx="10309">
                  <c:v>5308.8444423098927</c:v>
                </c:pt>
                <c:pt idx="10310">
                  <c:v>5296.6344389165833</c:v>
                </c:pt>
                <c:pt idx="10311">
                  <c:v>5284.4525177518053</c:v>
                </c:pt>
                <c:pt idx="10312">
                  <c:v>5272.2986142282343</c:v>
                </c:pt>
                <c:pt idx="10313">
                  <c:v>5272.2986142282343</c:v>
                </c:pt>
                <c:pt idx="10314">
                  <c:v>5260.1726639070657</c:v>
                </c:pt>
                <c:pt idx="10315">
                  <c:v>5248.0746024977352</c:v>
                </c:pt>
                <c:pt idx="10316">
                  <c:v>5236.0043658575078</c:v>
                </c:pt>
                <c:pt idx="10317">
                  <c:v>5236.0043658575078</c:v>
                </c:pt>
                <c:pt idx="10318">
                  <c:v>5223.9618899912002</c:v>
                </c:pt>
                <c:pt idx="10319">
                  <c:v>5211.9471110508121</c:v>
                </c:pt>
                <c:pt idx="10320">
                  <c:v>5199.9599653351634</c:v>
                </c:pt>
                <c:pt idx="10321">
                  <c:v>5199.9599653351634</c:v>
                </c:pt>
                <c:pt idx="10322">
                  <c:v>5188.0003892896111</c:v>
                </c:pt>
                <c:pt idx="10323">
                  <c:v>5176.0683195056827</c:v>
                </c:pt>
                <c:pt idx="10324">
                  <c:v>5164.1636927207119</c:v>
                </c:pt>
                <c:pt idx="10325">
                  <c:v>5152.2864458175727</c:v>
                </c:pt>
                <c:pt idx="10326">
                  <c:v>5152.2864458175727</c:v>
                </c:pt>
                <c:pt idx="10327">
                  <c:v>5140.4365158242645</c:v>
                </c:pt>
                <c:pt idx="10328">
                  <c:v>5128.6138399136489</c:v>
                </c:pt>
                <c:pt idx="10329">
                  <c:v>5116.8183554030829</c:v>
                </c:pt>
                <c:pt idx="10330">
                  <c:v>5116.8183554030829</c:v>
                </c:pt>
                <c:pt idx="10331">
                  <c:v>5105.0499997540646</c:v>
                </c:pt>
                <c:pt idx="10332">
                  <c:v>5093.3087105719533</c:v>
                </c:pt>
                <c:pt idx="10333">
                  <c:v>5081.59442560561</c:v>
                </c:pt>
                <c:pt idx="10334">
                  <c:v>5081.59442560561</c:v>
                </c:pt>
                <c:pt idx="10335">
                  <c:v>5069.9070827470441</c:v>
                </c:pt>
                <c:pt idx="10336">
                  <c:v>5058.2466200311464</c:v>
                </c:pt>
                <c:pt idx="10337">
                  <c:v>5046.6129756352857</c:v>
                </c:pt>
                <c:pt idx="10338">
                  <c:v>5046.6129756352857</c:v>
                </c:pt>
                <c:pt idx="10339">
                  <c:v>5035.0060878790564</c:v>
                </c:pt>
                <c:pt idx="10340">
                  <c:v>5023.4258952238752</c:v>
                </c:pt>
                <c:pt idx="10341">
                  <c:v>5011.8723362727324</c:v>
                </c:pt>
                <c:pt idx="10342">
                  <c:v>5011.8723362727324</c:v>
                </c:pt>
                <c:pt idx="10343">
                  <c:v>5000.345349769791</c:v>
                </c:pt>
                <c:pt idx="10344">
                  <c:v>4988.844874600125</c:v>
                </c:pt>
                <c:pt idx="10345">
                  <c:v>4977.3708497893676</c:v>
                </c:pt>
                <c:pt idx="10346">
                  <c:v>4977.3708497893676</c:v>
                </c:pt>
                <c:pt idx="10347">
                  <c:v>4965.9232145033657</c:v>
                </c:pt>
                <c:pt idx="10348">
                  <c:v>4954.5019080479033</c:v>
                </c:pt>
                <c:pt idx="10349">
                  <c:v>4943.1068698683603</c:v>
                </c:pt>
                <c:pt idx="10350">
                  <c:v>4943.1068698683603</c:v>
                </c:pt>
                <c:pt idx="10351">
                  <c:v>4931.7380395493619</c:v>
                </c:pt>
                <c:pt idx="10352">
                  <c:v>4920.3953568145171</c:v>
                </c:pt>
                <c:pt idx="10353">
                  <c:v>4909.078761526036</c:v>
                </c:pt>
                <c:pt idx="10354">
                  <c:v>4909.078761526036</c:v>
                </c:pt>
                <c:pt idx="10355">
                  <c:v>4897.7881936844633</c:v>
                </c:pt>
                <c:pt idx="10356">
                  <c:v>4886.5235934283428</c:v>
                </c:pt>
                <c:pt idx="10357">
                  <c:v>4875.2849010338668</c:v>
                </c:pt>
                <c:pt idx="10358">
                  <c:v>4875.2849010338668</c:v>
                </c:pt>
                <c:pt idx="10359">
                  <c:v>4864.072056914616</c:v>
                </c:pt>
                <c:pt idx="10360">
                  <c:v>4852.8850016212155</c:v>
                </c:pt>
                <c:pt idx="10361">
                  <c:v>4841.7236758409954</c:v>
                </c:pt>
                <c:pt idx="10362">
                  <c:v>4841.7236758409954</c:v>
                </c:pt>
                <c:pt idx="10363">
                  <c:v>4830.5880203977331</c:v>
                </c:pt>
                <c:pt idx="10364">
                  <c:v>4819.4779762512762</c:v>
                </c:pt>
                <c:pt idx="10365">
                  <c:v>4808.3934844972855</c:v>
                </c:pt>
                <c:pt idx="10366">
                  <c:v>4808.3934844972855</c:v>
                </c:pt>
                <c:pt idx="10367">
                  <c:v>4797.3344863668963</c:v>
                </c:pt>
                <c:pt idx="10368">
                  <c:v>4786.3009232263848</c:v>
                </c:pt>
                <c:pt idx="10369">
                  <c:v>4775.2927365769074</c:v>
                </c:pt>
                <c:pt idx="10370">
                  <c:v>4775.2927365769074</c:v>
                </c:pt>
                <c:pt idx="10371">
                  <c:v>4764.3098680541607</c:v>
                </c:pt>
                <c:pt idx="10372">
                  <c:v>4753.352259428053</c:v>
                </c:pt>
                <c:pt idx="10373">
                  <c:v>4742.419852602452</c:v>
                </c:pt>
                <c:pt idx="10374">
                  <c:v>4742.419852602452</c:v>
                </c:pt>
                <c:pt idx="10375">
                  <c:v>4731.5125896148065</c:v>
                </c:pt>
                <c:pt idx="10376">
                  <c:v>4720.6304126359128</c:v>
                </c:pt>
                <c:pt idx="10377">
                  <c:v>4709.7732639695323</c:v>
                </c:pt>
                <c:pt idx="10378">
                  <c:v>4709.7732639695323</c:v>
                </c:pt>
                <c:pt idx="10379">
                  <c:v>4698.941086052163</c:v>
                </c:pt>
                <c:pt idx="10380">
                  <c:v>4688.1338214526577</c:v>
                </c:pt>
                <c:pt idx="10381">
                  <c:v>4677.3514128719844</c:v>
                </c:pt>
                <c:pt idx="10382">
                  <c:v>4677.3514128719844</c:v>
                </c:pt>
                <c:pt idx="10383">
                  <c:v>4666.5938031428932</c:v>
                </c:pt>
                <c:pt idx="10384">
                  <c:v>4655.8609352295935</c:v>
                </c:pt>
                <c:pt idx="10385">
                  <c:v>4645.1527522274946</c:v>
                </c:pt>
                <c:pt idx="10386">
                  <c:v>4645.1527522274946</c:v>
                </c:pt>
                <c:pt idx="10387">
                  <c:v>4634.469197362886</c:v>
                </c:pt>
                <c:pt idx="10388">
                  <c:v>4623.810213992605</c:v>
                </c:pt>
                <c:pt idx="10389">
                  <c:v>4613.1757456038013</c:v>
                </c:pt>
                <c:pt idx="10390">
                  <c:v>4613.1757456038013</c:v>
                </c:pt>
                <c:pt idx="10391">
                  <c:v>4602.5657358135641</c:v>
                </c:pt>
                <c:pt idx="10392">
                  <c:v>4591.9801283686866</c:v>
                </c:pt>
                <c:pt idx="10393">
                  <c:v>4581.4188671453403</c:v>
                </c:pt>
                <c:pt idx="10394">
                  <c:v>4581.4188671453403</c:v>
                </c:pt>
                <c:pt idx="10395">
                  <c:v>4570.8818961487532</c:v>
                </c:pt>
                <c:pt idx="10396">
                  <c:v>4560.3691595129612</c:v>
                </c:pt>
                <c:pt idx="10397">
                  <c:v>4549.8806015004902</c:v>
                </c:pt>
                <c:pt idx="10398">
                  <c:v>4549.8806015004902</c:v>
                </c:pt>
                <c:pt idx="10399">
                  <c:v>4539.4161665020329</c:v>
                </c:pt>
                <c:pt idx="10400">
                  <c:v>4528.9757990362132</c:v>
                </c:pt>
                <c:pt idx="10401">
                  <c:v>4518.5594437492264</c:v>
                </c:pt>
                <c:pt idx="10402">
                  <c:v>4518.5594437492264</c:v>
                </c:pt>
                <c:pt idx="10403">
                  <c:v>4508.1670454146006</c:v>
                </c:pt>
                <c:pt idx="10404">
                  <c:v>4497.7985489328839</c:v>
                </c:pt>
                <c:pt idx="10405">
                  <c:v>4487.4538993313226</c:v>
                </c:pt>
                <c:pt idx="10406">
                  <c:v>4487.4538993313226</c:v>
                </c:pt>
                <c:pt idx="10407">
                  <c:v>4477.1330417636236</c:v>
                </c:pt>
                <c:pt idx="10408">
                  <c:v>4466.8359215096343</c:v>
                </c:pt>
                <c:pt idx="10409">
                  <c:v>4456.5624839750326</c:v>
                </c:pt>
                <c:pt idx="10410">
                  <c:v>4456.5624839750326</c:v>
                </c:pt>
                <c:pt idx="10411">
                  <c:v>4446.3126746910912</c:v>
                </c:pt>
                <c:pt idx="10412">
                  <c:v>4436.0864393143265</c:v>
                </c:pt>
                <c:pt idx="10413">
                  <c:v>4425.8837236262716</c:v>
                </c:pt>
                <c:pt idx="10414">
                  <c:v>4425.8837236262716</c:v>
                </c:pt>
                <c:pt idx="10415">
                  <c:v>4415.7044735331283</c:v>
                </c:pt>
                <c:pt idx="10416">
                  <c:v>4405.548635065541</c:v>
                </c:pt>
                <c:pt idx="10417">
                  <c:v>4395.4161543782502</c:v>
                </c:pt>
                <c:pt idx="10418">
                  <c:v>4385.3069777498586</c:v>
                </c:pt>
                <c:pt idx="10419">
                  <c:v>4385.3069777498586</c:v>
                </c:pt>
                <c:pt idx="10420">
                  <c:v>4375.2210515825273</c:v>
                </c:pt>
                <c:pt idx="10421">
                  <c:v>4365.1583224016631</c:v>
                </c:pt>
                <c:pt idx="10422">
                  <c:v>4355.1187368556857</c:v>
                </c:pt>
                <c:pt idx="10423">
                  <c:v>4355.1187368556857</c:v>
                </c:pt>
                <c:pt idx="10424">
                  <c:v>4345.1022417157201</c:v>
                </c:pt>
                <c:pt idx="10425">
                  <c:v>4335.1087838752901</c:v>
                </c:pt>
                <c:pt idx="10426">
                  <c:v>4325.1383103500939</c:v>
                </c:pt>
                <c:pt idx="10427">
                  <c:v>4325.1383103500939</c:v>
                </c:pt>
                <c:pt idx="10428">
                  <c:v>4315.1907682776555</c:v>
                </c:pt>
                <c:pt idx="10429">
                  <c:v>4305.2661049171065</c:v>
                </c:pt>
                <c:pt idx="10430">
                  <c:v>4295.364267648878</c:v>
                </c:pt>
                <c:pt idx="10431">
                  <c:v>4295.364267648878</c:v>
                </c:pt>
                <c:pt idx="10432">
                  <c:v>4285.4852039743973</c:v>
                </c:pt>
                <c:pt idx="10433">
                  <c:v>4275.628861515861</c:v>
                </c:pt>
                <c:pt idx="10434">
                  <c:v>4265.7951880159299</c:v>
                </c:pt>
                <c:pt idx="10435">
                  <c:v>4265.7951880159299</c:v>
                </c:pt>
                <c:pt idx="10436">
                  <c:v>4255.9841313374318</c:v>
                </c:pt>
                <c:pt idx="10437">
                  <c:v>4246.1956394631343</c:v>
                </c:pt>
                <c:pt idx="10438">
                  <c:v>4236.4296604954134</c:v>
                </c:pt>
                <c:pt idx="10439">
                  <c:v>4236.4296604954134</c:v>
                </c:pt>
                <c:pt idx="10440">
                  <c:v>4226.686142656029</c:v>
                </c:pt>
                <c:pt idx="10441">
                  <c:v>4216.9650342858258</c:v>
                </c:pt>
                <c:pt idx="10442">
                  <c:v>4207.2662838444421</c:v>
                </c:pt>
                <c:pt idx="10443">
                  <c:v>4207.2662838444421</c:v>
                </c:pt>
                <c:pt idx="10444">
                  <c:v>4197.5898399100806</c:v>
                </c:pt>
                <c:pt idx="10445">
                  <c:v>4187.9356511791857</c:v>
                </c:pt>
                <c:pt idx="10446">
                  <c:v>4178.303666466225</c:v>
                </c:pt>
                <c:pt idx="10447">
                  <c:v>4178.303666466225</c:v>
                </c:pt>
                <c:pt idx="10448">
                  <c:v>4168.6938347033583</c:v>
                </c:pt>
                <c:pt idx="10449">
                  <c:v>4159.1061049402297</c:v>
                </c:pt>
                <c:pt idx="10450">
                  <c:v>4149.5404263436349</c:v>
                </c:pt>
                <c:pt idx="10451">
                  <c:v>4149.5404263436349</c:v>
                </c:pt>
                <c:pt idx="10452">
                  <c:v>4139.9967481973072</c:v>
                </c:pt>
                <c:pt idx="10453">
                  <c:v>4130.4750199016207</c:v>
                </c:pt>
                <c:pt idx="10454">
                  <c:v>4120.9751909733059</c:v>
                </c:pt>
                <c:pt idx="10455">
                  <c:v>4120.9751909733059</c:v>
                </c:pt>
                <c:pt idx="10456">
                  <c:v>4111.4972110452236</c:v>
                </c:pt>
                <c:pt idx="10457">
                  <c:v>4102.0410298660736</c:v>
                </c:pt>
                <c:pt idx="10458">
                  <c:v>4092.6065973001114</c:v>
                </c:pt>
                <c:pt idx="10459">
                  <c:v>4092.6065973001114</c:v>
                </c:pt>
                <c:pt idx="10460">
                  <c:v>4083.1938633269283</c:v>
                </c:pt>
                <c:pt idx="10461">
                  <c:v>4073.8027780411317</c:v>
                </c:pt>
                <c:pt idx="10462">
                  <c:v>4064.4332916521289</c:v>
                </c:pt>
                <c:pt idx="10463">
                  <c:v>4064.4332916521289</c:v>
                </c:pt>
                <c:pt idx="10464">
                  <c:v>4055.0853544838442</c:v>
                </c:pt>
                <c:pt idx="10465">
                  <c:v>4045.7589169744297</c:v>
                </c:pt>
                <c:pt idx="10466">
                  <c:v>4036.4539296760499</c:v>
                </c:pt>
                <c:pt idx="10467">
                  <c:v>4036.4539296760499</c:v>
                </c:pt>
                <c:pt idx="10468">
                  <c:v>4027.1703432545955</c:v>
                </c:pt>
                <c:pt idx="10469">
                  <c:v>4017.908108489401</c:v>
                </c:pt>
                <c:pt idx="10470">
                  <c:v>4008.6671762730339</c:v>
                </c:pt>
                <c:pt idx="10471">
                  <c:v>4008.6671762730339</c:v>
                </c:pt>
                <c:pt idx="10472">
                  <c:v>3999.4474976109777</c:v>
                </c:pt>
                <c:pt idx="10473">
                  <c:v>3990.2490236214207</c:v>
                </c:pt>
                <c:pt idx="10474">
                  <c:v>3981.0717055349769</c:v>
                </c:pt>
                <c:pt idx="10475">
                  <c:v>3981.0717055349769</c:v>
                </c:pt>
                <c:pt idx="10476">
                  <c:v>3971.915494694405</c:v>
                </c:pt>
                <c:pt idx="10477">
                  <c:v>3962.7803425543934</c:v>
                </c:pt>
                <c:pt idx="10478">
                  <c:v>3953.6662006812821</c:v>
                </c:pt>
                <c:pt idx="10479">
                  <c:v>3953.6662006812821</c:v>
                </c:pt>
                <c:pt idx="10480">
                  <c:v>3944.5730207527845</c:v>
                </c:pt>
                <c:pt idx="10481">
                  <c:v>3935.5007545577791</c:v>
                </c:pt>
                <c:pt idx="10482">
                  <c:v>3926.4493539960004</c:v>
                </c:pt>
                <c:pt idx="10483">
                  <c:v>3926.4493539960004</c:v>
                </c:pt>
                <c:pt idx="10484">
                  <c:v>3917.4187710778369</c:v>
                </c:pt>
                <c:pt idx="10485">
                  <c:v>3908.4089579240235</c:v>
                </c:pt>
                <c:pt idx="10486">
                  <c:v>3899.4198667654418</c:v>
                </c:pt>
                <c:pt idx="10487">
                  <c:v>3899.4198667654418</c:v>
                </c:pt>
                <c:pt idx="10488">
                  <c:v>3890.451449942811</c:v>
                </c:pt>
                <c:pt idx="10489">
                  <c:v>3881.5036599064847</c:v>
                </c:pt>
                <c:pt idx="10490">
                  <c:v>3872.5764492161784</c:v>
                </c:pt>
                <c:pt idx="10491">
                  <c:v>3872.5764492161784</c:v>
                </c:pt>
                <c:pt idx="10492">
                  <c:v>3863.669770540695</c:v>
                </c:pt>
                <c:pt idx="10493">
                  <c:v>3854.7835766577186</c:v>
                </c:pt>
                <c:pt idx="10494">
                  <c:v>3845.9178204535406</c:v>
                </c:pt>
                <c:pt idx="10495">
                  <c:v>3845.9178204535406</c:v>
                </c:pt>
                <c:pt idx="10496">
                  <c:v>3837.0724549227898</c:v>
                </c:pt>
                <c:pt idx="10497">
                  <c:v>3828.2474331682329</c:v>
                </c:pt>
                <c:pt idx="10498">
                  <c:v>3819.4427084004692</c:v>
                </c:pt>
                <c:pt idx="10499">
                  <c:v>3819.4427084004692</c:v>
                </c:pt>
                <c:pt idx="10500">
                  <c:v>3810.6582339377314</c:v>
                </c:pt>
                <c:pt idx="10501">
                  <c:v>3801.8939632056172</c:v>
                </c:pt>
                <c:pt idx="10502">
                  <c:v>3793.1498497368216</c:v>
                </c:pt>
                <c:pt idx="10503">
                  <c:v>3793.1498497368216</c:v>
                </c:pt>
                <c:pt idx="10504">
                  <c:v>3784.4258471709327</c:v>
                </c:pt>
                <c:pt idx="10505">
                  <c:v>3775.7219092541641</c:v>
                </c:pt>
                <c:pt idx="10506">
                  <c:v>3767.0379898390897</c:v>
                </c:pt>
                <c:pt idx="10507">
                  <c:v>3758.3740428844467</c:v>
                </c:pt>
                <c:pt idx="10508">
                  <c:v>3758.3740428844467</c:v>
                </c:pt>
                <c:pt idx="10509">
                  <c:v>3749.7300224548376</c:v>
                </c:pt>
                <c:pt idx="10510">
                  <c:v>3741.1058827205334</c:v>
                </c:pt>
                <c:pt idx="10511">
                  <c:v>3732.5015779572095</c:v>
                </c:pt>
                <c:pt idx="10512">
                  <c:v>3732.5015779572095</c:v>
                </c:pt>
                <c:pt idx="10513">
                  <c:v>3723.9170625456863</c:v>
                </c:pt>
                <c:pt idx="10514">
                  <c:v>3715.352290971724</c:v>
                </c:pt>
                <c:pt idx="10515">
                  <c:v>3706.8072178257626</c:v>
                </c:pt>
                <c:pt idx="10516">
                  <c:v>3706.8072178257626</c:v>
                </c:pt>
                <c:pt idx="10517">
                  <c:v>3698.2817978026687</c:v>
                </c:pt>
                <c:pt idx="10518">
                  <c:v>3689.7759857015071</c:v>
                </c:pt>
                <c:pt idx="10519">
                  <c:v>3681.2897364253158</c:v>
                </c:pt>
                <c:pt idx="10520">
                  <c:v>3681.2897364253158</c:v>
                </c:pt>
                <c:pt idx="10521">
                  <c:v>3672.8230049808521</c:v>
                </c:pt>
                <c:pt idx="10522">
                  <c:v>3664.3757464783357</c:v>
                </c:pt>
                <c:pt idx="10523">
                  <c:v>3655.9479161312556</c:v>
                </c:pt>
                <c:pt idx="10524">
                  <c:v>3655.9479161312556</c:v>
                </c:pt>
                <c:pt idx="10525">
                  <c:v>3647.5394692560822</c:v>
                </c:pt>
                <c:pt idx="10526">
                  <c:v>3639.150361272073</c:v>
                </c:pt>
                <c:pt idx="10527">
                  <c:v>3630.7805477010188</c:v>
                </c:pt>
                <c:pt idx="10528">
                  <c:v>3630.7805477010188</c:v>
                </c:pt>
                <c:pt idx="10529">
                  <c:v>3622.429984166989</c:v>
                </c:pt>
                <c:pt idx="10530">
                  <c:v>3614.0986263961331</c:v>
                </c:pt>
                <c:pt idx="10531">
                  <c:v>3605.7864302164285</c:v>
                </c:pt>
                <c:pt idx="10532">
                  <c:v>3605.7864302164285</c:v>
                </c:pt>
                <c:pt idx="10533">
                  <c:v>3597.4933515574248</c:v>
                </c:pt>
                <c:pt idx="10534">
                  <c:v>3589.2193464500579</c:v>
                </c:pt>
                <c:pt idx="10535">
                  <c:v>3580.9643710263631</c:v>
                </c:pt>
                <c:pt idx="10536">
                  <c:v>3580.9643710263631</c:v>
                </c:pt>
                <c:pt idx="10537">
                  <c:v>3572.7283815192895</c:v>
                </c:pt>
                <c:pt idx="10538">
                  <c:v>3564.5113342624468</c:v>
                </c:pt>
                <c:pt idx="10539">
                  <c:v>3556.3131856898553</c:v>
                </c:pt>
                <c:pt idx="10540">
                  <c:v>3556.3131856898553</c:v>
                </c:pt>
                <c:pt idx="10541">
                  <c:v>3548.1338923357539</c:v>
                </c:pt>
                <c:pt idx="10542">
                  <c:v>3539.97341083435</c:v>
                </c:pt>
                <c:pt idx="10543">
                  <c:v>3531.8316979195702</c:v>
                </c:pt>
                <c:pt idx="10544">
                  <c:v>3531.8316979195702</c:v>
                </c:pt>
                <c:pt idx="10545">
                  <c:v>3523.7087104248758</c:v>
                </c:pt>
                <c:pt idx="10546">
                  <c:v>3515.6044052829834</c:v>
                </c:pt>
                <c:pt idx="10547">
                  <c:v>3507.5187395256798</c:v>
                </c:pt>
                <c:pt idx="10548">
                  <c:v>3507.5187395256798</c:v>
                </c:pt>
                <c:pt idx="10549">
                  <c:v>3499.4516702835763</c:v>
                </c:pt>
                <c:pt idx="10550">
                  <c:v>3491.4031547858622</c:v>
                </c:pt>
                <c:pt idx="10551">
                  <c:v>3483.3731503601161</c:v>
                </c:pt>
                <c:pt idx="10552">
                  <c:v>3483.3731503601161</c:v>
                </c:pt>
                <c:pt idx="10553">
                  <c:v>3475.3616144320604</c:v>
                </c:pt>
                <c:pt idx="10554">
                  <c:v>3467.3685045253224</c:v>
                </c:pt>
                <c:pt idx="10555">
                  <c:v>3459.3937782612229</c:v>
                </c:pt>
                <c:pt idx="10556">
                  <c:v>3459.3937782612229</c:v>
                </c:pt>
                <c:pt idx="10557">
                  <c:v>3451.4373933585634</c:v>
                </c:pt>
                <c:pt idx="10558">
                  <c:v>3443.4993076333894</c:v>
                </c:pt>
                <c:pt idx="10559">
                  <c:v>3435.5794789987485</c:v>
                </c:pt>
                <c:pt idx="10560">
                  <c:v>3435.5794789987485</c:v>
                </c:pt>
                <c:pt idx="10561">
                  <c:v>3427.6778654645095</c:v>
                </c:pt>
                <c:pt idx="10562">
                  <c:v>3419.7944251370923</c:v>
                </c:pt>
                <c:pt idx="10563">
                  <c:v>3411.9291162192867</c:v>
                </c:pt>
                <c:pt idx="10564">
                  <c:v>3411.9291162192867</c:v>
                </c:pt>
                <c:pt idx="10565">
                  <c:v>3404.0818970100136</c:v>
                </c:pt>
                <c:pt idx="10566">
                  <c:v>3396.2527259040867</c:v>
                </c:pt>
                <c:pt idx="10567">
                  <c:v>3388.4415613920255</c:v>
                </c:pt>
                <c:pt idx="10568">
                  <c:v>3388.4415613920255</c:v>
                </c:pt>
                <c:pt idx="10569">
                  <c:v>3380.6483620598196</c:v>
                </c:pt>
                <c:pt idx="10570">
                  <c:v>3372.8730865886901</c:v>
                </c:pt>
                <c:pt idx="10571">
                  <c:v>3365.1156937549122</c:v>
                </c:pt>
                <c:pt idx="10572">
                  <c:v>3365.1156937549122</c:v>
                </c:pt>
                <c:pt idx="10573">
                  <c:v>3357.3761424295494</c:v>
                </c:pt>
                <c:pt idx="10574">
                  <c:v>3349.6543915782768</c:v>
                </c:pt>
                <c:pt idx="10575">
                  <c:v>3341.9504002611466</c:v>
                </c:pt>
                <c:pt idx="10576">
                  <c:v>3341.9504002611466</c:v>
                </c:pt>
                <c:pt idx="10577">
                  <c:v>3334.2641276323511</c:v>
                </c:pt>
                <c:pt idx="10578">
                  <c:v>3326.5955329400444</c:v>
                </c:pt>
                <c:pt idx="10579">
                  <c:v>3318.9445755261067</c:v>
                </c:pt>
                <c:pt idx="10580">
                  <c:v>3318.9445755261067</c:v>
                </c:pt>
                <c:pt idx="10581">
                  <c:v>3311.3112148259115</c:v>
                </c:pt>
                <c:pt idx="10582">
                  <c:v>3303.6954103681519</c:v>
                </c:pt>
                <c:pt idx="10583">
                  <c:v>3296.0971217745791</c:v>
                </c:pt>
                <c:pt idx="10584">
                  <c:v>3296.0971217745791</c:v>
                </c:pt>
                <c:pt idx="10585">
                  <c:v>3288.5163087598298</c:v>
                </c:pt>
                <c:pt idx="10586">
                  <c:v>3280.9529311311931</c:v>
                </c:pt>
                <c:pt idx="10587">
                  <c:v>3273.4069487883826</c:v>
                </c:pt>
                <c:pt idx="10588">
                  <c:v>3273.4069487883826</c:v>
                </c:pt>
                <c:pt idx="10589">
                  <c:v>3265.8783217233563</c:v>
                </c:pt>
                <c:pt idx="10590">
                  <c:v>3258.3670100200893</c:v>
                </c:pt>
                <c:pt idx="10591">
                  <c:v>3250.8729738543489</c:v>
                </c:pt>
                <c:pt idx="10592">
                  <c:v>3250.8729738543489</c:v>
                </c:pt>
                <c:pt idx="10593">
                  <c:v>3243.3961734934956</c:v>
                </c:pt>
                <c:pt idx="10594">
                  <c:v>3235.9365692962833</c:v>
                </c:pt>
                <c:pt idx="10595">
                  <c:v>3228.4941217126398</c:v>
                </c:pt>
                <c:pt idx="10596">
                  <c:v>3228.4941217126398</c:v>
                </c:pt>
                <c:pt idx="10597">
                  <c:v>3221.0687912834364</c:v>
                </c:pt>
                <c:pt idx="10598">
                  <c:v>3213.6605386403226</c:v>
                </c:pt>
                <c:pt idx="10599">
                  <c:v>3206.2693245054688</c:v>
                </c:pt>
                <c:pt idx="10600">
                  <c:v>3198.8951096913988</c:v>
                </c:pt>
                <c:pt idx="10601">
                  <c:v>3198.8951096913988</c:v>
                </c:pt>
                <c:pt idx="10602">
                  <c:v>3191.5378551007657</c:v>
                </c:pt>
                <c:pt idx="10603">
                  <c:v>3184.1975217261265</c:v>
                </c:pt>
                <c:pt idx="10604">
                  <c:v>3176.8740706497706</c:v>
                </c:pt>
                <c:pt idx="10605">
                  <c:v>3176.8740706497706</c:v>
                </c:pt>
                <c:pt idx="10606">
                  <c:v>3169.5674630434942</c:v>
                </c:pt>
                <c:pt idx="10607">
                  <c:v>3162.2776601683804</c:v>
                </c:pt>
                <c:pt idx="10608">
                  <c:v>3155.0046233746311</c:v>
                </c:pt>
                <c:pt idx="10609">
                  <c:v>3155.0046233746311</c:v>
                </c:pt>
                <c:pt idx="10610">
                  <c:v>3147.7483141013181</c:v>
                </c:pt>
                <c:pt idx="10611">
                  <c:v>3140.5086938762174</c:v>
                </c:pt>
                <c:pt idx="10612">
                  <c:v>3133.2857243155891</c:v>
                </c:pt>
                <c:pt idx="10613">
                  <c:v>3133.2857243155891</c:v>
                </c:pt>
                <c:pt idx="10614">
                  <c:v>3126.0793671239562</c:v>
                </c:pt>
                <c:pt idx="10615">
                  <c:v>3118.8895840939413</c:v>
                </c:pt>
                <c:pt idx="10616">
                  <c:v>3111.7163371060201</c:v>
                </c:pt>
                <c:pt idx="10617">
                  <c:v>3111.7163371060201</c:v>
                </c:pt>
                <c:pt idx="10618">
                  <c:v>3104.5595881283557</c:v>
                </c:pt>
                <c:pt idx="10619">
                  <c:v>3097.4192992165836</c:v>
                </c:pt>
                <c:pt idx="10620">
                  <c:v>3090.295432513592</c:v>
                </c:pt>
                <c:pt idx="10621">
                  <c:v>3090.295432513592</c:v>
                </c:pt>
                <c:pt idx="10622">
                  <c:v>3083.1879502493534</c:v>
                </c:pt>
                <c:pt idx="10623">
                  <c:v>3076.0968147407107</c:v>
                </c:pt>
                <c:pt idx="10624">
                  <c:v>3069.0219883911632</c:v>
                </c:pt>
                <c:pt idx="10625">
                  <c:v>3069.0219883911632</c:v>
                </c:pt>
                <c:pt idx="10626">
                  <c:v>3061.9634336906806</c:v>
                </c:pt>
                <c:pt idx="10627">
                  <c:v>3054.9211132155147</c:v>
                </c:pt>
                <c:pt idx="10628">
                  <c:v>3047.8949896279878</c:v>
                </c:pt>
                <c:pt idx="10629">
                  <c:v>3047.8949896279878</c:v>
                </c:pt>
                <c:pt idx="10630">
                  <c:v>3040.8850256762817</c:v>
                </c:pt>
                <c:pt idx="10631">
                  <c:v>3033.8911841942763</c:v>
                </c:pt>
                <c:pt idx="10632">
                  <c:v>3026.9134281013094</c:v>
                </c:pt>
                <c:pt idx="10633">
                  <c:v>3026.9134281013094</c:v>
                </c:pt>
                <c:pt idx="10634">
                  <c:v>3019.9517204020176</c:v>
                </c:pt>
                <c:pt idx="10635">
                  <c:v>3013.0060241861261</c:v>
                </c:pt>
                <c:pt idx="10636">
                  <c:v>3006.0763026282334</c:v>
                </c:pt>
                <c:pt idx="10637">
                  <c:v>3006.0763026282334</c:v>
                </c:pt>
                <c:pt idx="10638">
                  <c:v>2999.1625189876513</c:v>
                </c:pt>
                <c:pt idx="10639">
                  <c:v>2992.2646366081931</c:v>
                </c:pt>
                <c:pt idx="10640">
                  <c:v>2985.3826189179613</c:v>
                </c:pt>
                <c:pt idx="10641">
                  <c:v>2985.3826189179613</c:v>
                </c:pt>
                <c:pt idx="10642">
                  <c:v>2978.5164294291944</c:v>
                </c:pt>
                <c:pt idx="10643">
                  <c:v>2971.6660317380265</c:v>
                </c:pt>
                <c:pt idx="10644">
                  <c:v>2964.8313895243459</c:v>
                </c:pt>
                <c:pt idx="10645">
                  <c:v>2964.8313895243459</c:v>
                </c:pt>
                <c:pt idx="10646">
                  <c:v>2958.0124665515496</c:v>
                </c:pt>
                <c:pt idx="10647">
                  <c:v>2951.2092266663899</c:v>
                </c:pt>
                <c:pt idx="10648">
                  <c:v>2944.4216337987637</c:v>
                </c:pt>
                <c:pt idx="10649">
                  <c:v>2944.4216337987637</c:v>
                </c:pt>
                <c:pt idx="10650">
                  <c:v>2937.6496519615339</c:v>
                </c:pt>
                <c:pt idx="10651">
                  <c:v>2930.8932452503241</c:v>
                </c:pt>
                <c:pt idx="10652">
                  <c:v>2924.1523778433393</c:v>
                </c:pt>
                <c:pt idx="10653">
                  <c:v>2924.1523778433393</c:v>
                </c:pt>
                <c:pt idx="10654">
                  <c:v>2917.4270140011686</c:v>
                </c:pt>
                <c:pt idx="10655">
                  <c:v>2910.7171180666078</c:v>
                </c:pt>
                <c:pt idx="10656">
                  <c:v>2904.0226544644534</c:v>
                </c:pt>
                <c:pt idx="10657">
                  <c:v>2904.0226544644534</c:v>
                </c:pt>
                <c:pt idx="10658">
                  <c:v>2897.3435877013267</c:v>
                </c:pt>
                <c:pt idx="10659">
                  <c:v>2890.6798823654772</c:v>
                </c:pt>
                <c:pt idx="10660">
                  <c:v>2884.0315031266077</c:v>
                </c:pt>
                <c:pt idx="10661">
                  <c:v>2884.0315031266077</c:v>
                </c:pt>
                <c:pt idx="10662">
                  <c:v>2877.3984147356718</c:v>
                </c:pt>
                <c:pt idx="10663">
                  <c:v>2870.780582024694</c:v>
                </c:pt>
                <c:pt idx="10664">
                  <c:v>2864.1779699065819</c:v>
                </c:pt>
                <c:pt idx="10665">
                  <c:v>2864.1779699065819</c:v>
                </c:pt>
                <c:pt idx="10666">
                  <c:v>2857.5905433749485</c:v>
                </c:pt>
                <c:pt idx="10667">
                  <c:v>2851.0182675039114</c:v>
                </c:pt>
                <c:pt idx="10668">
                  <c:v>2844.4611074479185</c:v>
                </c:pt>
                <c:pt idx="10669">
                  <c:v>2844.4611074479185</c:v>
                </c:pt>
                <c:pt idx="10670">
                  <c:v>2837.9190284415567</c:v>
                </c:pt>
                <c:pt idx="10671">
                  <c:v>2831.3919957993803</c:v>
                </c:pt>
                <c:pt idx="10672">
                  <c:v>2824.8799749157088</c:v>
                </c:pt>
                <c:pt idx="10673">
                  <c:v>2824.8799749157088</c:v>
                </c:pt>
                <c:pt idx="10674">
                  <c:v>2818.3829312644561</c:v>
                </c:pt>
                <c:pt idx="10675">
                  <c:v>2811.9008303989408</c:v>
                </c:pt>
                <c:pt idx="10676">
                  <c:v>2805.4336379517144</c:v>
                </c:pt>
                <c:pt idx="10677">
                  <c:v>2805.4336379517144</c:v>
                </c:pt>
                <c:pt idx="10678">
                  <c:v>2798.9813196343639</c:v>
                </c:pt>
                <c:pt idx="10679">
                  <c:v>2792.5438412373423</c:v>
                </c:pt>
                <c:pt idx="10680">
                  <c:v>2786.1211686297702</c:v>
                </c:pt>
                <c:pt idx="10681">
                  <c:v>2786.1211686297702</c:v>
                </c:pt>
                <c:pt idx="10682">
                  <c:v>2779.7132677592917</c:v>
                </c:pt>
                <c:pt idx="10683">
                  <c:v>2773.3201046518438</c:v>
                </c:pt>
                <c:pt idx="10684">
                  <c:v>2766.9416454115153</c:v>
                </c:pt>
                <c:pt idx="10685">
                  <c:v>2766.9416454115153</c:v>
                </c:pt>
                <c:pt idx="10686">
                  <c:v>2760.5778562203477</c:v>
                </c:pt>
                <c:pt idx="10687">
                  <c:v>2754.228703338169</c:v>
                </c:pt>
                <c:pt idx="10688">
                  <c:v>2747.8941531023997</c:v>
                </c:pt>
                <c:pt idx="10689">
                  <c:v>2741.5741719278858</c:v>
                </c:pt>
                <c:pt idx="10690">
                  <c:v>2741.5741719278858</c:v>
                </c:pt>
                <c:pt idx="10691">
                  <c:v>2735.2687263067137</c:v>
                </c:pt>
                <c:pt idx="10692">
                  <c:v>2728.9777828080428</c:v>
                </c:pt>
                <c:pt idx="10693">
                  <c:v>2722.7013080779147</c:v>
                </c:pt>
                <c:pt idx="10694">
                  <c:v>2722.7013080779147</c:v>
                </c:pt>
                <c:pt idx="10695">
                  <c:v>2716.4392688390858</c:v>
                </c:pt>
                <c:pt idx="10696">
                  <c:v>2710.1916318908438</c:v>
                </c:pt>
                <c:pt idx="10697">
                  <c:v>2703.9583641088452</c:v>
                </c:pt>
                <c:pt idx="10698">
                  <c:v>2703.9583641088452</c:v>
                </c:pt>
                <c:pt idx="10699">
                  <c:v>2697.7394324449224</c:v>
                </c:pt>
                <c:pt idx="10700">
                  <c:v>2691.5348039269184</c:v>
                </c:pt>
                <c:pt idx="10701">
                  <c:v>2685.344445658508</c:v>
                </c:pt>
                <c:pt idx="10702">
                  <c:v>2685.344445658508</c:v>
                </c:pt>
                <c:pt idx="10703">
                  <c:v>2679.1683248190329</c:v>
                </c:pt>
                <c:pt idx="10704">
                  <c:v>2673.0064086633129</c:v>
                </c:pt>
                <c:pt idx="10705">
                  <c:v>2666.8586645214818</c:v>
                </c:pt>
                <c:pt idx="10706">
                  <c:v>2666.8586645214818</c:v>
                </c:pt>
                <c:pt idx="10707">
                  <c:v>2660.72505979881</c:v>
                </c:pt>
                <c:pt idx="10708">
                  <c:v>2654.6055619755402</c:v>
                </c:pt>
                <c:pt idx="10709">
                  <c:v>2648.500138606702</c:v>
                </c:pt>
                <c:pt idx="10710">
                  <c:v>2648.500138606702</c:v>
                </c:pt>
                <c:pt idx="10711">
                  <c:v>2642.4087573219485</c:v>
                </c:pt>
                <c:pt idx="10712">
                  <c:v>2636.33138582538</c:v>
                </c:pt>
                <c:pt idx="10713">
                  <c:v>2630.2679918953822</c:v>
                </c:pt>
                <c:pt idx="10714">
                  <c:v>2630.2679918953822</c:v>
                </c:pt>
                <c:pt idx="10715">
                  <c:v>2624.2185433844452</c:v>
                </c:pt>
                <c:pt idx="10716">
                  <c:v>2618.183008218989</c:v>
                </c:pt>
                <c:pt idx="10717">
                  <c:v>2612.1613543992084</c:v>
                </c:pt>
                <c:pt idx="10718">
                  <c:v>2612.1613543992084</c:v>
                </c:pt>
                <c:pt idx="10719">
                  <c:v>2606.1535499988981</c:v>
                </c:pt>
                <c:pt idx="10720">
                  <c:v>2600.1595631652749</c:v>
                </c:pt>
                <c:pt idx="10721">
                  <c:v>2594.1793621188176</c:v>
                </c:pt>
                <c:pt idx="10722">
                  <c:v>2594.1793621188176</c:v>
                </c:pt>
                <c:pt idx="10723">
                  <c:v>2588.212915153093</c:v>
                </c:pt>
                <c:pt idx="10724">
                  <c:v>2582.2601906345981</c:v>
                </c:pt>
                <c:pt idx="10725">
                  <c:v>2576.3211570025778</c:v>
                </c:pt>
                <c:pt idx="10726">
                  <c:v>2576.3211570025778</c:v>
                </c:pt>
                <c:pt idx="10727">
                  <c:v>2570.3957827688669</c:v>
                </c:pt>
                <c:pt idx="10728">
                  <c:v>2564.4840365177183</c:v>
                </c:pt>
                <c:pt idx="10729">
                  <c:v>2558.5858869056474</c:v>
                </c:pt>
                <c:pt idx="10730">
                  <c:v>2558.5858869056474</c:v>
                </c:pt>
                <c:pt idx="10731">
                  <c:v>2552.701302661249</c:v>
                </c:pt>
                <c:pt idx="10732">
                  <c:v>2546.8302525850436</c:v>
                </c:pt>
                <c:pt idx="10733">
                  <c:v>2540.9727055493058</c:v>
                </c:pt>
                <c:pt idx="10734">
                  <c:v>2540.9727055493058</c:v>
                </c:pt>
                <c:pt idx="10735">
                  <c:v>2535.1286304979089</c:v>
                </c:pt>
                <c:pt idx="10736">
                  <c:v>2529.2979964461465</c:v>
                </c:pt>
                <c:pt idx="10737">
                  <c:v>2523.4807724805769</c:v>
                </c:pt>
                <c:pt idx="10738">
                  <c:v>2523.4807724805769</c:v>
                </c:pt>
                <c:pt idx="10739">
                  <c:v>2517.676927758856</c:v>
                </c:pt>
                <c:pt idx="10740">
                  <c:v>2511.8864315095811</c:v>
                </c:pt>
                <c:pt idx="10741">
                  <c:v>2506.1092530321152</c:v>
                </c:pt>
                <c:pt idx="10742">
                  <c:v>2506.1092530321152</c:v>
                </c:pt>
                <c:pt idx="10743">
                  <c:v>2500.3453616964334</c:v>
                </c:pt>
                <c:pt idx="10744">
                  <c:v>2494.5947269429548</c:v>
                </c:pt>
                <c:pt idx="10745">
                  <c:v>2488.8573182823916</c:v>
                </c:pt>
                <c:pt idx="10746">
                  <c:v>2488.8573182823916</c:v>
                </c:pt>
                <c:pt idx="10747">
                  <c:v>2483.1331052955711</c:v>
                </c:pt>
                <c:pt idx="10748">
                  <c:v>2477.4220576332868</c:v>
                </c:pt>
                <c:pt idx="10749">
                  <c:v>2471.72414501613</c:v>
                </c:pt>
                <c:pt idx="10750">
                  <c:v>2471.72414501613</c:v>
                </c:pt>
                <c:pt idx="10751">
                  <c:v>2466.0393372343397</c:v>
                </c:pt>
                <c:pt idx="10752">
                  <c:v>2460.3676041476301</c:v>
                </c:pt>
                <c:pt idx="10753">
                  <c:v>2454.7089156850338</c:v>
                </c:pt>
                <c:pt idx="10754">
                  <c:v>2454.7089156850338</c:v>
                </c:pt>
                <c:pt idx="10755">
                  <c:v>2449.0632418447472</c:v>
                </c:pt>
                <c:pt idx="10756">
                  <c:v>2443.4305526939738</c:v>
                </c:pt>
                <c:pt idx="10757">
                  <c:v>2437.810818368755</c:v>
                </c:pt>
                <c:pt idx="10758">
                  <c:v>2437.810818368755</c:v>
                </c:pt>
                <c:pt idx="10759">
                  <c:v>2432.2040090738183</c:v>
                </c:pt>
                <c:pt idx="10760">
                  <c:v>2426.6100950824166</c:v>
                </c:pt>
                <c:pt idx="10761">
                  <c:v>2421.0290467361797</c:v>
                </c:pt>
                <c:pt idx="10762">
                  <c:v>2421.0290467361797</c:v>
                </c:pt>
                <c:pt idx="10763">
                  <c:v>2415.4608344449425</c:v>
                </c:pt>
                <c:pt idx="10764">
                  <c:v>2409.9054286865976</c:v>
                </c:pt>
                <c:pt idx="10765">
                  <c:v>2404.3628000069343</c:v>
                </c:pt>
                <c:pt idx="10766">
                  <c:v>2404.3628000069343</c:v>
                </c:pt>
                <c:pt idx="10767">
                  <c:v>2398.8329190194918</c:v>
                </c:pt>
                <c:pt idx="10768">
                  <c:v>2393.3157564053895</c:v>
                </c:pt>
                <c:pt idx="10769">
                  <c:v>2387.8112829131796</c:v>
                </c:pt>
                <c:pt idx="10770">
                  <c:v>2387.8112829131796</c:v>
                </c:pt>
                <c:pt idx="10771">
                  <c:v>2382.3194693586906</c:v>
                </c:pt>
                <c:pt idx="10772">
                  <c:v>2376.8402866248775</c:v>
                </c:pt>
                <c:pt idx="10773">
                  <c:v>2371.3737056616569</c:v>
                </c:pt>
                <c:pt idx="10774">
                  <c:v>2371.3737056616569</c:v>
                </c:pt>
                <c:pt idx="10775">
                  <c:v>2365.91969748576</c:v>
                </c:pt>
                <c:pt idx="10776">
                  <c:v>2360.4782331805795</c:v>
                </c:pt>
                <c:pt idx="10777">
                  <c:v>2355.0492838960104</c:v>
                </c:pt>
                <c:pt idx="10778">
                  <c:v>2355.0492838960104</c:v>
                </c:pt>
                <c:pt idx="10779">
                  <c:v>2349.6328208483083</c:v>
                </c:pt>
                <c:pt idx="10780">
                  <c:v>2344.2288153199238</c:v>
                </c:pt>
                <c:pt idx="10781">
                  <c:v>2338.8372386593569</c:v>
                </c:pt>
                <c:pt idx="10782">
                  <c:v>2333.4580622810031</c:v>
                </c:pt>
                <c:pt idx="10783">
                  <c:v>2333.4580622810031</c:v>
                </c:pt>
                <c:pt idx="10784">
                  <c:v>2328.0912576650089</c:v>
                </c:pt>
                <c:pt idx="10785">
                  <c:v>2322.7367963571082</c:v>
                </c:pt>
                <c:pt idx="10786">
                  <c:v>2317.3946499684821</c:v>
                </c:pt>
                <c:pt idx="10787">
                  <c:v>2317.3946499684821</c:v>
                </c:pt>
                <c:pt idx="10788">
                  <c:v>2312.0647901755947</c:v>
                </c:pt>
                <c:pt idx="10789">
                  <c:v>2306.7471887200718</c:v>
                </c:pt>
                <c:pt idx="10790">
                  <c:v>2301.4418174085113</c:v>
                </c:pt>
                <c:pt idx="10791">
                  <c:v>2301.4418174085113</c:v>
                </c:pt>
                <c:pt idx="10792">
                  <c:v>2296.1486481123652</c:v>
                </c:pt>
                <c:pt idx="10793">
                  <c:v>2290.8676527677749</c:v>
                </c:pt>
                <c:pt idx="10794">
                  <c:v>2285.5988033754325</c:v>
                </c:pt>
                <c:pt idx="10795">
                  <c:v>2285.5988033754325</c:v>
                </c:pt>
                <c:pt idx="10796">
                  <c:v>2280.3420720004206</c:v>
                </c:pt>
                <c:pt idx="10797">
                  <c:v>2275.0974307720735</c:v>
                </c:pt>
                <c:pt idx="10798">
                  <c:v>2269.8648518838231</c:v>
                </c:pt>
                <c:pt idx="10799">
                  <c:v>2269.8648518838231</c:v>
                </c:pt>
                <c:pt idx="10800">
                  <c:v>2264.6443075930615</c:v>
                </c:pt>
                <c:pt idx="10801">
                  <c:v>2259.43577022098</c:v>
                </c:pt>
                <c:pt idx="10802">
                  <c:v>2254.2392121524322</c:v>
                </c:pt>
                <c:pt idx="10803">
                  <c:v>2254.2392121524322</c:v>
                </c:pt>
                <c:pt idx="10804">
                  <c:v>2249.0546058357822</c:v>
                </c:pt>
                <c:pt idx="10805">
                  <c:v>2243.8819237827679</c:v>
                </c:pt>
                <c:pt idx="10806">
                  <c:v>2238.7211385683418</c:v>
                </c:pt>
                <c:pt idx="10807">
                  <c:v>2238.7211385683418</c:v>
                </c:pt>
                <c:pt idx="10808">
                  <c:v>2233.572222830534</c:v>
                </c:pt>
                <c:pt idx="10809">
                  <c:v>2228.4351492703045</c:v>
                </c:pt>
                <c:pt idx="10810">
                  <c:v>2223.3098906514042</c:v>
                </c:pt>
                <c:pt idx="10811">
                  <c:v>2223.3098906514042</c:v>
                </c:pt>
                <c:pt idx="10812">
                  <c:v>2218.1964198002206</c:v>
                </c:pt>
                <c:pt idx="10813">
                  <c:v>2213.0947096056398</c:v>
                </c:pt>
                <c:pt idx="10814">
                  <c:v>2208.0047330189004</c:v>
                </c:pt>
                <c:pt idx="10815">
                  <c:v>2208.0047330189004</c:v>
                </c:pt>
                <c:pt idx="10816">
                  <c:v>2202.9264630534572</c:v>
                </c:pt>
                <c:pt idx="10817">
                  <c:v>2197.8598727848262</c:v>
                </c:pt>
                <c:pt idx="10818">
                  <c:v>2192.8049353504503</c:v>
                </c:pt>
                <c:pt idx="10819">
                  <c:v>2192.8049353504503</c:v>
                </c:pt>
                <c:pt idx="10820">
                  <c:v>2187.7616239495528</c:v>
                </c:pt>
                <c:pt idx="10821">
                  <c:v>2182.7299118430019</c:v>
                </c:pt>
                <c:pt idx="10822">
                  <c:v>2177.7097723531615</c:v>
                </c:pt>
                <c:pt idx="10823">
                  <c:v>2177.7097723531615</c:v>
                </c:pt>
                <c:pt idx="10824">
                  <c:v>2172.7011788637478</c:v>
                </c:pt>
                <c:pt idx="10825">
                  <c:v>2167.7041048196966</c:v>
                </c:pt>
                <c:pt idx="10826">
                  <c:v>2162.7185237270223</c:v>
                </c:pt>
                <c:pt idx="10827">
                  <c:v>2162.7185237270223</c:v>
                </c:pt>
                <c:pt idx="10828">
                  <c:v>2157.744409152669</c:v>
                </c:pt>
                <c:pt idx="10829">
                  <c:v>2152.7817347243758</c:v>
                </c:pt>
                <c:pt idx="10830">
                  <c:v>2147.8304741305351</c:v>
                </c:pt>
                <c:pt idx="10831">
                  <c:v>2147.8304741305351</c:v>
                </c:pt>
                <c:pt idx="10832">
                  <c:v>2142.8906011200606</c:v>
                </c:pt>
                <c:pt idx="10833">
                  <c:v>2137.9620895022344</c:v>
                </c:pt>
                <c:pt idx="10834">
                  <c:v>2133.0449131465789</c:v>
                </c:pt>
                <c:pt idx="10835">
                  <c:v>2133.0449131465789</c:v>
                </c:pt>
                <c:pt idx="10836">
                  <c:v>2128.139045982713</c:v>
                </c:pt>
                <c:pt idx="10837">
                  <c:v>2123.2444620002211</c:v>
                </c:pt>
                <c:pt idx="10838">
                  <c:v>2118.3611352485036</c:v>
                </c:pt>
                <c:pt idx="10839">
                  <c:v>2118.3611352485036</c:v>
                </c:pt>
                <c:pt idx="10840">
                  <c:v>2113.4890398366492</c:v>
                </c:pt>
                <c:pt idx="10841">
                  <c:v>2108.6281499332904</c:v>
                </c:pt>
                <c:pt idx="10842">
                  <c:v>2103.7784397664768</c:v>
                </c:pt>
                <c:pt idx="10843">
                  <c:v>2103.7784397664768</c:v>
                </c:pt>
                <c:pt idx="10844">
                  <c:v>2098.9398836235259</c:v>
                </c:pt>
                <c:pt idx="10845">
                  <c:v>2094.1124558508945</c:v>
                </c:pt>
                <c:pt idx="10846">
                  <c:v>2089.2961308540398</c:v>
                </c:pt>
                <c:pt idx="10847">
                  <c:v>2089.2961308540398</c:v>
                </c:pt>
                <c:pt idx="10848">
                  <c:v>2084.49088309729</c:v>
                </c:pt>
                <c:pt idx="10849">
                  <c:v>2079.6966871036971</c:v>
                </c:pt>
                <c:pt idx="10850">
                  <c:v>2074.9135174549115</c:v>
                </c:pt>
                <c:pt idx="10851">
                  <c:v>2074.9135174549115</c:v>
                </c:pt>
                <c:pt idx="10852">
                  <c:v>2070.1413487910422</c:v>
                </c:pt>
                <c:pt idx="10853">
                  <c:v>2065.3801558105301</c:v>
                </c:pt>
                <c:pt idx="10854">
                  <c:v>2060.6299132700015</c:v>
                </c:pt>
                <c:pt idx="10855">
                  <c:v>2060.6299132700015</c:v>
                </c:pt>
                <c:pt idx="10856">
                  <c:v>2055.8905959841431</c:v>
                </c:pt>
                <c:pt idx="10857">
                  <c:v>2051.1621788255652</c:v>
                </c:pt>
                <c:pt idx="10858">
                  <c:v>2046.4446367246744</c:v>
                </c:pt>
                <c:pt idx="10859">
                  <c:v>2046.4446367246744</c:v>
                </c:pt>
                <c:pt idx="10860">
                  <c:v>2041.7379446695318</c:v>
                </c:pt>
                <c:pt idx="10861">
                  <c:v>2037.0420777057211</c:v>
                </c:pt>
                <c:pt idx="10862">
                  <c:v>2032.3570109362231</c:v>
                </c:pt>
                <c:pt idx="10863">
                  <c:v>2032.3570109362231</c:v>
                </c:pt>
                <c:pt idx="10864">
                  <c:v>2027.6827195212838</c:v>
                </c:pt>
                <c:pt idx="10865">
                  <c:v>2023.0191786782739</c:v>
                </c:pt>
                <c:pt idx="10866">
                  <c:v>2018.3663636815636</c:v>
                </c:pt>
                <c:pt idx="10867">
                  <c:v>2018.3663636815636</c:v>
                </c:pt>
                <c:pt idx="10868">
                  <c:v>2013.7242498623893</c:v>
                </c:pt>
                <c:pt idx="10869">
                  <c:v>2009.0928126087297</c:v>
                </c:pt>
                <c:pt idx="10870">
                  <c:v>2004.4720273651631</c:v>
                </c:pt>
                <c:pt idx="10871">
                  <c:v>1999.8618696327464</c:v>
                </c:pt>
                <c:pt idx="10872">
                  <c:v>1999.8618696327464</c:v>
                </c:pt>
                <c:pt idx="10873">
                  <c:v>1995.2623149688804</c:v>
                </c:pt>
                <c:pt idx="10874">
                  <c:v>1990.6733389871879</c:v>
                </c:pt>
                <c:pt idx="10875">
                  <c:v>1986.0949173573731</c:v>
                </c:pt>
                <c:pt idx="10876">
                  <c:v>1986.0949173573731</c:v>
                </c:pt>
                <c:pt idx="10877">
                  <c:v>1981.5270258051003</c:v>
                </c:pt>
                <c:pt idx="10878">
                  <c:v>1976.9696401118613</c:v>
                </c:pt>
                <c:pt idx="10879">
                  <c:v>1972.4227361148548</c:v>
                </c:pt>
                <c:pt idx="10880">
                  <c:v>1972.4227361148548</c:v>
                </c:pt>
                <c:pt idx="10881">
                  <c:v>1967.8862897068461</c:v>
                </c:pt>
                <c:pt idx="10882">
                  <c:v>1963.3602768360483</c:v>
                </c:pt>
                <c:pt idx="10883">
                  <c:v>1958.8446735059902</c:v>
                </c:pt>
                <c:pt idx="10884">
                  <c:v>1958.8446735059902</c:v>
                </c:pt>
                <c:pt idx="10885">
                  <c:v>1954.3394557753952</c:v>
                </c:pt>
                <c:pt idx="10886">
                  <c:v>1949.8445997580463</c:v>
                </c:pt>
                <c:pt idx="10887">
                  <c:v>1945.3600816226642</c:v>
                </c:pt>
                <c:pt idx="10888">
                  <c:v>1945.3600816226642</c:v>
                </c:pt>
                <c:pt idx="10889">
                  <c:v>1940.8858775927781</c:v>
                </c:pt>
                <c:pt idx="10890">
                  <c:v>1936.4219639466075</c:v>
                </c:pt>
                <c:pt idx="10891">
                  <c:v>1931.9683170169249</c:v>
                </c:pt>
                <c:pt idx="10892">
                  <c:v>1931.9683170169249</c:v>
                </c:pt>
                <c:pt idx="10893">
                  <c:v>1927.5249131909388</c:v>
                </c:pt>
                <c:pt idx="10894">
                  <c:v>1923.0917289101583</c:v>
                </c:pt>
                <c:pt idx="10895">
                  <c:v>1918.6687406702913</c:v>
                </c:pt>
                <c:pt idx="10896">
                  <c:v>1918.6687406702913</c:v>
                </c:pt>
                <c:pt idx="10897">
                  <c:v>1914.2559250210879</c:v>
                </c:pt>
                <c:pt idx="10898">
                  <c:v>1909.8532585662406</c:v>
                </c:pt>
                <c:pt idx="10899">
                  <c:v>1905.4607179632485</c:v>
                </c:pt>
                <c:pt idx="10900">
                  <c:v>1905.4607179632485</c:v>
                </c:pt>
                <c:pt idx="10901">
                  <c:v>1901.0782799233016</c:v>
                </c:pt>
                <c:pt idx="10902">
                  <c:v>1896.7059212111483</c:v>
                </c:pt>
                <c:pt idx="10903">
                  <c:v>1892.3436186449776</c:v>
                </c:pt>
                <c:pt idx="10904">
                  <c:v>1892.3436186449776</c:v>
                </c:pt>
                <c:pt idx="10905">
                  <c:v>1887.9913490962945</c:v>
                </c:pt>
                <c:pt idx="10906">
                  <c:v>1883.6490894898018</c:v>
                </c:pt>
                <c:pt idx="10907">
                  <c:v>1879.3168168032701</c:v>
                </c:pt>
                <c:pt idx="10908">
                  <c:v>1879.3168168032701</c:v>
                </c:pt>
                <c:pt idx="10909">
                  <c:v>1874.9945080674206</c:v>
                </c:pt>
                <c:pt idx="10910">
                  <c:v>1870.6821403658012</c:v>
                </c:pt>
                <c:pt idx="10911">
                  <c:v>1866.3796908346708</c:v>
                </c:pt>
                <c:pt idx="10912">
                  <c:v>1866.3796908346708</c:v>
                </c:pt>
                <c:pt idx="10913">
                  <c:v>1862.0871366628687</c:v>
                </c:pt>
                <c:pt idx="10914">
                  <c:v>1857.8044550917002</c:v>
                </c:pt>
                <c:pt idx="10915">
                  <c:v>1853.5316234148117</c:v>
                </c:pt>
                <c:pt idx="10916">
                  <c:v>1853.5316234148117</c:v>
                </c:pt>
                <c:pt idx="10917">
                  <c:v>1849.2686189780788</c:v>
                </c:pt>
                <c:pt idx="10918">
                  <c:v>1845.0154191794747</c:v>
                </c:pt>
                <c:pt idx="10919">
                  <c:v>1840.7720014689573</c:v>
                </c:pt>
                <c:pt idx="10920">
                  <c:v>1840.7720014689573</c:v>
                </c:pt>
                <c:pt idx="10921">
                  <c:v>1836.5383433483466</c:v>
                </c:pt>
                <c:pt idx="10922">
                  <c:v>1832.314422371212</c:v>
                </c:pt>
                <c:pt idx="10923">
                  <c:v>1828.1002161427434</c:v>
                </c:pt>
                <c:pt idx="10924">
                  <c:v>1828.1002161427434</c:v>
                </c:pt>
                <c:pt idx="10925">
                  <c:v>1823.895702319639</c:v>
                </c:pt>
                <c:pt idx="10926">
                  <c:v>1819.7008586099832</c:v>
                </c:pt>
                <c:pt idx="10927">
                  <c:v>1815.5156627731358</c:v>
                </c:pt>
                <c:pt idx="10928">
                  <c:v>1815.5156627731358</c:v>
                </c:pt>
                <c:pt idx="10929">
                  <c:v>1811.3400926196032</c:v>
                </c:pt>
                <c:pt idx="10930">
                  <c:v>1807.1741260109295</c:v>
                </c:pt>
                <c:pt idx="10931">
                  <c:v>1803.0177408595687</c:v>
                </c:pt>
                <c:pt idx="10932">
                  <c:v>1803.0177408595687</c:v>
                </c:pt>
                <c:pt idx="10933">
                  <c:v>1798.8709151287894</c:v>
                </c:pt>
                <c:pt idx="10934">
                  <c:v>1794.7336268325284</c:v>
                </c:pt>
                <c:pt idx="10935">
                  <c:v>1790.6058540352965</c:v>
                </c:pt>
                <c:pt idx="10936">
                  <c:v>1790.6058540352965</c:v>
                </c:pt>
                <c:pt idx="10937">
                  <c:v>1786.4875748520517</c:v>
                </c:pt>
                <c:pt idx="10938">
                  <c:v>1782.3787674480909</c:v>
                </c:pt>
                <c:pt idx="10939">
                  <c:v>1778.2794100389244</c:v>
                </c:pt>
                <c:pt idx="10940">
                  <c:v>1778.2794100389244</c:v>
                </c:pt>
                <c:pt idx="10941">
                  <c:v>1774.1894808901677</c:v>
                </c:pt>
                <c:pt idx="10942">
                  <c:v>1770.1089583174235</c:v>
                </c:pt>
                <c:pt idx="10943">
                  <c:v>1766.0378206861656</c:v>
                </c:pt>
                <c:pt idx="10944">
                  <c:v>1766.0378206861656</c:v>
                </c:pt>
                <c:pt idx="10945">
                  <c:v>1761.9760464116305</c:v>
                </c:pt>
                <c:pt idx="10946">
                  <c:v>1757.9236139586944</c:v>
                </c:pt>
                <c:pt idx="10947">
                  <c:v>1753.8805018417631</c:v>
                </c:pt>
                <c:pt idx="10948">
                  <c:v>1753.8805018417631</c:v>
                </c:pt>
                <c:pt idx="10949">
                  <c:v>1749.8466886246579</c:v>
                </c:pt>
                <c:pt idx="10950">
                  <c:v>1745.822152920505</c:v>
                </c:pt>
                <c:pt idx="10951">
                  <c:v>1741.8068733916157</c:v>
                </c:pt>
                <c:pt idx="10952">
                  <c:v>1741.8068733916157</c:v>
                </c:pt>
                <c:pt idx="10953">
                  <c:v>1737.8008287493772</c:v>
                </c:pt>
                <c:pt idx="10954">
                  <c:v>1733.8039977541384</c:v>
                </c:pt>
                <c:pt idx="10955">
                  <c:v>1729.8163592151025</c:v>
                </c:pt>
                <c:pt idx="10956">
                  <c:v>1729.8163592151025</c:v>
                </c:pt>
                <c:pt idx="10957">
                  <c:v>1725.8378919902048</c:v>
                </c:pt>
                <c:pt idx="10958">
                  <c:v>1721.8685749860085</c:v>
                </c:pt>
                <c:pt idx="10959">
                  <c:v>1717.9083871575885</c:v>
                </c:pt>
                <c:pt idx="10960">
                  <c:v>1717.9083871575885</c:v>
                </c:pt>
                <c:pt idx="10961">
                  <c:v>1713.9573075084259</c:v>
                </c:pt>
                <c:pt idx="10962">
                  <c:v>1710.0153150902886</c:v>
                </c:pt>
                <c:pt idx="10963">
                  <c:v>1706.0823890031247</c:v>
                </c:pt>
                <c:pt idx="10964">
                  <c:v>1702.1585083949506</c:v>
                </c:pt>
                <c:pt idx="10965">
                  <c:v>1702.1585083949506</c:v>
                </c:pt>
                <c:pt idx="10966">
                  <c:v>1698.2436524617447</c:v>
                </c:pt>
                <c:pt idx="10967">
                  <c:v>1694.3378004473307</c:v>
                </c:pt>
                <c:pt idx="10968">
                  <c:v>1690.4409316432666</c:v>
                </c:pt>
                <c:pt idx="10969">
                  <c:v>1690.4409316432666</c:v>
                </c:pt>
                <c:pt idx="10970">
                  <c:v>1686.5530253887425</c:v>
                </c:pt>
                <c:pt idx="10971">
                  <c:v>1682.674061070469</c:v>
                </c:pt>
                <c:pt idx="10972">
                  <c:v>1678.8040181225622</c:v>
                </c:pt>
                <c:pt idx="10973">
                  <c:v>1678.8040181225622</c:v>
                </c:pt>
                <c:pt idx="10974">
                  <c:v>1674.9428760264398</c:v>
                </c:pt>
                <c:pt idx="10975">
                  <c:v>1671.0906143107086</c:v>
                </c:pt>
                <c:pt idx="10976">
                  <c:v>1667.2472125510642</c:v>
                </c:pt>
                <c:pt idx="10977">
                  <c:v>1667.2472125510642</c:v>
                </c:pt>
                <c:pt idx="10978">
                  <c:v>1663.4126503701711</c:v>
                </c:pt>
                <c:pt idx="10979">
                  <c:v>1659.5869074375626</c:v>
                </c:pt>
                <c:pt idx="10980">
                  <c:v>1655.7699634695289</c:v>
                </c:pt>
                <c:pt idx="10981">
                  <c:v>1655.7699634695289</c:v>
                </c:pt>
                <c:pt idx="10982">
                  <c:v>1651.961798229016</c:v>
                </c:pt>
                <c:pt idx="10983">
                  <c:v>1648.1623915255097</c:v>
                </c:pt>
                <c:pt idx="10984">
                  <c:v>1644.3717232149334</c:v>
                </c:pt>
                <c:pt idx="10985">
                  <c:v>1644.3717232149334</c:v>
                </c:pt>
                <c:pt idx="10986">
                  <c:v>1640.5897731995399</c:v>
                </c:pt>
                <c:pt idx="10987">
                  <c:v>1636.8165214278094</c:v>
                </c:pt>
                <c:pt idx="10988">
                  <c:v>1633.0519478943356</c:v>
                </c:pt>
                <c:pt idx="10989">
                  <c:v>1633.0519478943356</c:v>
                </c:pt>
                <c:pt idx="10990">
                  <c:v>1629.296032639724</c:v>
                </c:pt>
                <c:pt idx="10991">
                  <c:v>1625.5487557504844</c:v>
                </c:pt>
                <c:pt idx="10992">
                  <c:v>1621.8100973589308</c:v>
                </c:pt>
                <c:pt idx="10993">
                  <c:v>1621.8100973589308</c:v>
                </c:pt>
                <c:pt idx="10994">
                  <c:v>1618.0800376430668</c:v>
                </c:pt>
                <c:pt idx="10995">
                  <c:v>1614.3585568264875</c:v>
                </c:pt>
                <c:pt idx="10996">
                  <c:v>1610.6456351782706</c:v>
                </c:pt>
                <c:pt idx="10997">
                  <c:v>1610.6456351782706</c:v>
                </c:pt>
                <c:pt idx="10998">
                  <c:v>1606.9412530128777</c:v>
                </c:pt>
                <c:pt idx="10999">
                  <c:v>1603.2453906900423</c:v>
                </c:pt>
                <c:pt idx="11000">
                  <c:v>1599.5580286146712</c:v>
                </c:pt>
                <c:pt idx="11001">
                  <c:v>1599.5580286146712</c:v>
                </c:pt>
                <c:pt idx="11002">
                  <c:v>1595.8791472367325</c:v>
                </c:pt>
                <c:pt idx="11003">
                  <c:v>1592.2087270511718</c:v>
                </c:pt>
                <c:pt idx="11004">
                  <c:v>1588.5467485977808</c:v>
                </c:pt>
                <c:pt idx="11005">
                  <c:v>1588.5467485977808</c:v>
                </c:pt>
                <c:pt idx="11006">
                  <c:v>1584.8931924611156</c:v>
                </c:pt>
                <c:pt idx="11007">
                  <c:v>1581.2480392703844</c:v>
                </c:pt>
                <c:pt idx="11008">
                  <c:v>1577.61126969935</c:v>
                </c:pt>
                <c:pt idx="11009">
                  <c:v>1577.61126969935</c:v>
                </c:pt>
                <c:pt idx="11010">
                  <c:v>1573.9828644662211</c:v>
                </c:pt>
                <c:pt idx="11011">
                  <c:v>1570.3628043335545</c:v>
                </c:pt>
                <c:pt idx="11012">
                  <c:v>1566.7510701081501</c:v>
                </c:pt>
                <c:pt idx="11013">
                  <c:v>1566.7510701081501</c:v>
                </c:pt>
                <c:pt idx="11014">
                  <c:v>1563.1476426409552</c:v>
                </c:pt>
                <c:pt idx="11015">
                  <c:v>1559.5525028269551</c:v>
                </c:pt>
                <c:pt idx="11016">
                  <c:v>1555.9656316050762</c:v>
                </c:pt>
                <c:pt idx="11017">
                  <c:v>1555.9656316050762</c:v>
                </c:pt>
                <c:pt idx="11018">
                  <c:v>1552.3870099580829</c:v>
                </c:pt>
                <c:pt idx="11019">
                  <c:v>1548.8166189124822</c:v>
                </c:pt>
                <c:pt idx="11020">
                  <c:v>1545.254439538415</c:v>
                </c:pt>
                <c:pt idx="11021">
                  <c:v>1545.254439538415</c:v>
                </c:pt>
                <c:pt idx="11022">
                  <c:v>1541.7004529495609</c:v>
                </c:pt>
                <c:pt idx="11023">
                  <c:v>1538.1546403030352</c:v>
                </c:pt>
                <c:pt idx="11024">
                  <c:v>1534.6169827992951</c:v>
                </c:pt>
                <c:pt idx="11025">
                  <c:v>1534.6169827992951</c:v>
                </c:pt>
                <c:pt idx="11026">
                  <c:v>1531.0874616820311</c:v>
                </c:pt>
                <c:pt idx="11027">
                  <c:v>1527.566058238074</c:v>
                </c:pt>
                <c:pt idx="11028">
                  <c:v>1524.0527537972914</c:v>
                </c:pt>
                <c:pt idx="11029">
                  <c:v>1524.0527537972914</c:v>
                </c:pt>
                <c:pt idx="11030">
                  <c:v>1520.5475297324961</c:v>
                </c:pt>
                <c:pt idx="11031">
                  <c:v>1517.0503674593374</c:v>
                </c:pt>
                <c:pt idx="11032">
                  <c:v>1513.5612484362093</c:v>
                </c:pt>
                <c:pt idx="11033">
                  <c:v>1513.5612484362093</c:v>
                </c:pt>
                <c:pt idx="11034">
                  <c:v>1510.0801541641483</c:v>
                </c:pt>
                <c:pt idx="11035">
                  <c:v>1506.6070661867423</c:v>
                </c:pt>
                <c:pt idx="11036">
                  <c:v>1503.1419660900228</c:v>
                </c:pt>
                <c:pt idx="11037">
                  <c:v>1503.1419660900228</c:v>
                </c:pt>
                <c:pt idx="11038">
                  <c:v>1499.6848355023758</c:v>
                </c:pt>
                <c:pt idx="11039">
                  <c:v>1496.2356560944331</c:v>
                </c:pt>
                <c:pt idx="11040">
                  <c:v>1492.7944095789976</c:v>
                </c:pt>
                <c:pt idx="11041">
                  <c:v>1492.7944095789976</c:v>
                </c:pt>
                <c:pt idx="11042">
                  <c:v>1489.361077710917</c:v>
                </c:pt>
                <c:pt idx="11043">
                  <c:v>1485.9356422870089</c:v>
                </c:pt>
                <c:pt idx="11044">
                  <c:v>1482.5180851459545</c:v>
                </c:pt>
                <c:pt idx="11045">
                  <c:v>1482.5180851459545</c:v>
                </c:pt>
                <c:pt idx="11046">
                  <c:v>1479.1083881682086</c:v>
                </c:pt>
                <c:pt idx="11047">
                  <c:v>1475.7065332758959</c:v>
                </c:pt>
                <c:pt idx="11048">
                  <c:v>1472.3125024327205</c:v>
                </c:pt>
                <c:pt idx="11049">
                  <c:v>1472.3125024327205</c:v>
                </c:pt>
                <c:pt idx="11050">
                  <c:v>1468.9262776438675</c:v>
                </c:pt>
                <c:pt idx="11051">
                  <c:v>1465.5478409559125</c:v>
                </c:pt>
                <c:pt idx="11052">
                  <c:v>1462.1771744567195</c:v>
                </c:pt>
                <c:pt idx="11053">
                  <c:v>1458.8142602753499</c:v>
                </c:pt>
                <c:pt idx="11054">
                  <c:v>1458.8142602753499</c:v>
                </c:pt>
                <c:pt idx="11055">
                  <c:v>1455.4590805819664</c:v>
                </c:pt>
                <c:pt idx="11056">
                  <c:v>1452.111617587743</c:v>
                </c:pt>
                <c:pt idx="11057">
                  <c:v>1448.7718535447627</c:v>
                </c:pt>
                <c:pt idx="11058">
                  <c:v>1448.7718535447627</c:v>
                </c:pt>
                <c:pt idx="11059">
                  <c:v>1445.4397707459289</c:v>
                </c:pt>
                <c:pt idx="11060">
                  <c:v>1442.1153515248691</c:v>
                </c:pt>
                <c:pt idx="11061">
                  <c:v>1438.798578255846</c:v>
                </c:pt>
                <c:pt idx="11062">
                  <c:v>1438.798578255846</c:v>
                </c:pt>
                <c:pt idx="11063">
                  <c:v>1435.4894333536568</c:v>
                </c:pt>
                <c:pt idx="11064">
                  <c:v>1432.1878992735446</c:v>
                </c:pt>
                <c:pt idx="11065">
                  <c:v>1428.8939585111029</c:v>
                </c:pt>
                <c:pt idx="11066">
                  <c:v>1428.8939585111029</c:v>
                </c:pt>
                <c:pt idx="11067">
                  <c:v>1425.6075936021884</c:v>
                </c:pt>
                <c:pt idx="11068">
                  <c:v>1422.3287871228204</c:v>
                </c:pt>
                <c:pt idx="11069">
                  <c:v>1419.0575216890929</c:v>
                </c:pt>
                <c:pt idx="11070">
                  <c:v>1419.0575216890929</c:v>
                </c:pt>
                <c:pt idx="11071">
                  <c:v>1415.7937799570814</c:v>
                </c:pt>
                <c:pt idx="11072">
                  <c:v>1412.5375446227545</c:v>
                </c:pt>
                <c:pt idx="11073">
                  <c:v>1409.2887984218751</c:v>
                </c:pt>
                <c:pt idx="11074">
                  <c:v>1409.2887984218751</c:v>
                </c:pt>
                <c:pt idx="11075">
                  <c:v>1406.0475241299157</c:v>
                </c:pt>
                <c:pt idx="11076">
                  <c:v>1402.8137045619578</c:v>
                </c:pt>
                <c:pt idx="11077">
                  <c:v>1399.5873225726193</c:v>
                </c:pt>
                <c:pt idx="11078">
                  <c:v>1399.5873225726193</c:v>
                </c:pt>
                <c:pt idx="11079">
                  <c:v>1396.368361055939</c:v>
                </c:pt>
                <c:pt idx="11080">
                  <c:v>1393.1568029453049</c:v>
                </c:pt>
                <c:pt idx="11081">
                  <c:v>1389.9526312133539</c:v>
                </c:pt>
                <c:pt idx="11082">
                  <c:v>1389.9526312133539</c:v>
                </c:pt>
                <c:pt idx="11083">
                  <c:v>1386.7558288718894</c:v>
                </c:pt>
                <c:pt idx="11084">
                  <c:v>1383.5663789717821</c:v>
                </c:pt>
                <c:pt idx="11085">
                  <c:v>1380.3842646028863</c:v>
                </c:pt>
                <c:pt idx="11086">
                  <c:v>1380.3842646028863</c:v>
                </c:pt>
                <c:pt idx="11087">
                  <c:v>1377.2094688939471</c:v>
                </c:pt>
                <c:pt idx="11088">
                  <c:v>1374.0419750125161</c:v>
                </c:pt>
                <c:pt idx="11089">
                  <c:v>1370.8817661648548</c:v>
                </c:pt>
                <c:pt idx="11090">
                  <c:v>1370.8817661648548</c:v>
                </c:pt>
                <c:pt idx="11091">
                  <c:v>1367.7288255958504</c:v>
                </c:pt>
                <c:pt idx="11092">
                  <c:v>1364.5831365889248</c:v>
                </c:pt>
                <c:pt idx="11093">
                  <c:v>1361.4446824659506</c:v>
                </c:pt>
                <c:pt idx="11094">
                  <c:v>1361.4446824659506</c:v>
                </c:pt>
                <c:pt idx="11095">
                  <c:v>1358.3134465871549</c:v>
                </c:pt>
                <c:pt idx="11096">
                  <c:v>1355.1894123510372</c:v>
                </c:pt>
                <c:pt idx="11097">
                  <c:v>1352.0725631942773</c:v>
                </c:pt>
                <c:pt idx="11098">
                  <c:v>1352.0725631942773</c:v>
                </c:pt>
                <c:pt idx="11099">
                  <c:v>1348.9628825916541</c:v>
                </c:pt>
                <c:pt idx="11100">
                  <c:v>1345.8603540559488</c:v>
                </c:pt>
                <c:pt idx="11101">
                  <c:v>1342.7649611378647</c:v>
                </c:pt>
                <c:pt idx="11102">
                  <c:v>1342.7649611378647</c:v>
                </c:pt>
                <c:pt idx="11103">
                  <c:v>1339.6766874259349</c:v>
                </c:pt>
                <c:pt idx="11104">
                  <c:v>1336.5955165464425</c:v>
                </c:pt>
                <c:pt idx="11105">
                  <c:v>1333.5214321633246</c:v>
                </c:pt>
                <c:pt idx="11106">
                  <c:v>1333.5214321633246</c:v>
                </c:pt>
                <c:pt idx="11107">
                  <c:v>1330.4544179780919</c:v>
                </c:pt>
                <c:pt idx="11108">
                  <c:v>1327.3944577297416</c:v>
                </c:pt>
                <c:pt idx="11109">
                  <c:v>1324.3415351946646</c:v>
                </c:pt>
                <c:pt idx="11110">
                  <c:v>1324.3415351946646</c:v>
                </c:pt>
                <c:pt idx="11111">
                  <c:v>1321.2956341865765</c:v>
                </c:pt>
                <c:pt idx="11112">
                  <c:v>1318.2567385564089</c:v>
                </c:pt>
                <c:pt idx="11113">
                  <c:v>1315.2248321922402</c:v>
                </c:pt>
                <c:pt idx="11114">
                  <c:v>1315.2248321922402</c:v>
                </c:pt>
                <c:pt idx="11115">
                  <c:v>1312.1998990192042</c:v>
                </c:pt>
                <c:pt idx="11116">
                  <c:v>1309.1819229994082</c:v>
                </c:pt>
                <c:pt idx="11117">
                  <c:v>1306.170888131843</c:v>
                </c:pt>
                <c:pt idx="11118">
                  <c:v>1306.170888131843</c:v>
                </c:pt>
                <c:pt idx="11119">
                  <c:v>1303.1667784523011</c:v>
                </c:pt>
                <c:pt idx="11120">
                  <c:v>1300.1695780332911</c:v>
                </c:pt>
                <c:pt idx="11121">
                  <c:v>1297.1792709839569</c:v>
                </c:pt>
                <c:pt idx="11122">
                  <c:v>1297.1792709839569</c:v>
                </c:pt>
                <c:pt idx="11123">
                  <c:v>1294.1958414499873</c:v>
                </c:pt>
                <c:pt idx="11124">
                  <c:v>1291.2192736135357</c:v>
                </c:pt>
                <c:pt idx="11125">
                  <c:v>1288.2495516931347</c:v>
                </c:pt>
                <c:pt idx="11126">
                  <c:v>1288.2495516931347</c:v>
                </c:pt>
                <c:pt idx="11127">
                  <c:v>1285.2866599436163</c:v>
                </c:pt>
                <c:pt idx="11128">
                  <c:v>1282.3305826560227</c:v>
                </c:pt>
                <c:pt idx="11129">
                  <c:v>1279.3813041575261</c:v>
                </c:pt>
                <c:pt idx="11130">
                  <c:v>1279.3813041575261</c:v>
                </c:pt>
                <c:pt idx="11131">
                  <c:v>1276.4388088113442</c:v>
                </c:pt>
                <c:pt idx="11132">
                  <c:v>1273.5030810166625</c:v>
                </c:pt>
                <c:pt idx="11133">
                  <c:v>1270.5741052085425</c:v>
                </c:pt>
                <c:pt idx="11134">
                  <c:v>1270.5741052085425</c:v>
                </c:pt>
                <c:pt idx="11135">
                  <c:v>1267.6518658578468</c:v>
                </c:pt>
                <c:pt idx="11136">
                  <c:v>1264.7363474711517</c:v>
                </c:pt>
                <c:pt idx="11137">
                  <c:v>1261.8275345906711</c:v>
                </c:pt>
                <c:pt idx="11138">
                  <c:v>1261.8275345906711</c:v>
                </c:pt>
                <c:pt idx="11139">
                  <c:v>1258.925411794168</c:v>
                </c:pt>
                <c:pt idx="11140">
                  <c:v>1256.0299636948757</c:v>
                </c:pt>
                <c:pt idx="11141">
                  <c:v>1253.141174941416</c:v>
                </c:pt>
                <c:pt idx="11142">
                  <c:v>1253.141174941416</c:v>
                </c:pt>
                <c:pt idx="11143">
                  <c:v>1250.2590302177205</c:v>
                </c:pt>
                <c:pt idx="11144">
                  <c:v>1247.3835142429436</c:v>
                </c:pt>
                <c:pt idx="11145">
                  <c:v>1244.5146117713871</c:v>
                </c:pt>
                <c:pt idx="11146">
                  <c:v>1241.652307592411</c:v>
                </c:pt>
                <c:pt idx="11147">
                  <c:v>1241.652307592411</c:v>
                </c:pt>
                <c:pt idx="11148">
                  <c:v>1238.7965865303704</c:v>
                </c:pt>
                <c:pt idx="11149">
                  <c:v>1235.9474334445119</c:v>
                </c:pt>
                <c:pt idx="11150">
                  <c:v>1233.1048332289108</c:v>
                </c:pt>
                <c:pt idx="11151">
                  <c:v>1233.1048332289108</c:v>
                </c:pt>
                <c:pt idx="11152">
                  <c:v>1230.2687708123824</c:v>
                </c:pt>
                <c:pt idx="11153">
                  <c:v>1227.4392311584083</c:v>
                </c:pt>
                <c:pt idx="11154">
                  <c:v>1224.61619926505</c:v>
                </c:pt>
                <c:pt idx="11155">
                  <c:v>1224.61619926505</c:v>
                </c:pt>
                <c:pt idx="11156">
                  <c:v>1221.7996601648733</c:v>
                </c:pt>
                <c:pt idx="11157">
                  <c:v>1218.9895989248671</c:v>
                </c:pt>
                <c:pt idx="11158">
                  <c:v>1216.1860006463689</c:v>
                </c:pt>
                <c:pt idx="11159">
                  <c:v>1216.1860006463689</c:v>
                </c:pt>
                <c:pt idx="11160">
                  <c:v>1213.3888504649783</c:v>
                </c:pt>
                <c:pt idx="11161">
                  <c:v>1210.5981335504837</c:v>
                </c:pt>
                <c:pt idx="11162">
                  <c:v>1207.8138351067807</c:v>
                </c:pt>
                <c:pt idx="11163">
                  <c:v>1207.8138351067807</c:v>
                </c:pt>
                <c:pt idx="11164">
                  <c:v>1205.0359403717982</c:v>
                </c:pt>
                <c:pt idx="11165">
                  <c:v>1202.2644346174138</c:v>
                </c:pt>
                <c:pt idx="11166">
                  <c:v>1199.49930314938</c:v>
                </c:pt>
                <c:pt idx="11167">
                  <c:v>1199.49930314938</c:v>
                </c:pt>
                <c:pt idx="11168">
                  <c:v>1196.7405313072438</c:v>
                </c:pt>
                <c:pt idx="11169">
                  <c:v>1193.9881044642736</c:v>
                </c:pt>
                <c:pt idx="11170">
                  <c:v>1191.2420080273755</c:v>
                </c:pt>
                <c:pt idx="11171">
                  <c:v>1191.2420080273755</c:v>
                </c:pt>
                <c:pt idx="11172">
                  <c:v>1188.5022274370194</c:v>
                </c:pt>
                <c:pt idx="11173">
                  <c:v>1185.7687481671603</c:v>
                </c:pt>
                <c:pt idx="11174">
                  <c:v>1183.0415557251652</c:v>
                </c:pt>
                <c:pt idx="11175">
                  <c:v>1183.0415557251652</c:v>
                </c:pt>
                <c:pt idx="11176">
                  <c:v>1180.3206356517303</c:v>
                </c:pt>
                <c:pt idx="11177">
                  <c:v>1177.6059735208082</c:v>
                </c:pt>
                <c:pt idx="11178">
                  <c:v>1174.8975549395295</c:v>
                </c:pt>
                <c:pt idx="11179">
                  <c:v>1174.8975549395295</c:v>
                </c:pt>
                <c:pt idx="11180">
                  <c:v>1172.1953655481307</c:v>
                </c:pt>
                <c:pt idx="11181">
                  <c:v>1169.4993910198725</c:v>
                </c:pt>
                <c:pt idx="11182">
                  <c:v>1166.8096170609642</c:v>
                </c:pt>
                <c:pt idx="11183">
                  <c:v>1166.8096170609642</c:v>
                </c:pt>
                <c:pt idx="11184">
                  <c:v>1164.126029410492</c:v>
                </c:pt>
                <c:pt idx="11185">
                  <c:v>1161.4486138403438</c:v>
                </c:pt>
                <c:pt idx="11186">
                  <c:v>1158.7773561551273</c:v>
                </c:pt>
                <c:pt idx="11187">
                  <c:v>1158.7773561551273</c:v>
                </c:pt>
                <c:pt idx="11188">
                  <c:v>1156.1122421921004</c:v>
                </c:pt>
                <c:pt idx="11189">
                  <c:v>1153.4532578210928</c:v>
                </c:pt>
                <c:pt idx="11190">
                  <c:v>1150.8003889444367</c:v>
                </c:pt>
                <c:pt idx="11191">
                  <c:v>1150.8003889444367</c:v>
                </c:pt>
                <c:pt idx="11192">
                  <c:v>1148.1536214968839</c:v>
                </c:pt>
                <c:pt idx="11193">
                  <c:v>1145.5129414455371</c:v>
                </c:pt>
                <c:pt idx="11194">
                  <c:v>1142.8783347897722</c:v>
                </c:pt>
                <c:pt idx="11195">
                  <c:v>1142.8783347897722</c:v>
                </c:pt>
                <c:pt idx="11196">
                  <c:v>1140.2497875611693</c:v>
                </c:pt>
                <c:pt idx="11197">
                  <c:v>1137.6272858234317</c:v>
                </c:pt>
                <c:pt idx="11198">
                  <c:v>1135.0108156723163</c:v>
                </c:pt>
                <c:pt idx="11199">
                  <c:v>1135.0108156723163</c:v>
                </c:pt>
                <c:pt idx="11200">
                  <c:v>1132.4003632355575</c:v>
                </c:pt>
                <c:pt idx="11201">
                  <c:v>1129.7959146727983</c:v>
                </c:pt>
                <c:pt idx="11202">
                  <c:v>1127.1974561755112</c:v>
                </c:pt>
                <c:pt idx="11203">
                  <c:v>1127.1974561755112</c:v>
                </c:pt>
                <c:pt idx="11204">
                  <c:v>1124.6049739669274</c:v>
                </c:pt>
                <c:pt idx="11205">
                  <c:v>1122.0184543019636</c:v>
                </c:pt>
                <c:pt idx="11206">
                  <c:v>1119.437883467152</c:v>
                </c:pt>
                <c:pt idx="11207">
                  <c:v>1119.437883467152</c:v>
                </c:pt>
                <c:pt idx="11208">
                  <c:v>1116.8632477805618</c:v>
                </c:pt>
                <c:pt idx="11209">
                  <c:v>1114.2945335917309</c:v>
                </c:pt>
                <c:pt idx="11210">
                  <c:v>1111.7317272815912</c:v>
                </c:pt>
                <c:pt idx="11211">
                  <c:v>1111.7317272815912</c:v>
                </c:pt>
                <c:pt idx="11212">
                  <c:v>1109.1748152624014</c:v>
                </c:pt>
                <c:pt idx="11213">
                  <c:v>1106.6237839776668</c:v>
                </c:pt>
                <c:pt idx="11214">
                  <c:v>1104.0786199020738</c:v>
                </c:pt>
                <c:pt idx="11215">
                  <c:v>1104.0786199020738</c:v>
                </c:pt>
                <c:pt idx="11216">
                  <c:v>1101.5393095414149</c:v>
                </c:pt>
                <c:pt idx="11217">
                  <c:v>1099.005839432521</c:v>
                </c:pt>
                <c:pt idx="11218">
                  <c:v>1096.4781961431863</c:v>
                </c:pt>
                <c:pt idx="11219">
                  <c:v>1096.4781961431863</c:v>
                </c:pt>
                <c:pt idx="11220">
                  <c:v>1093.9563662720952</c:v>
                </c:pt>
                <c:pt idx="11221">
                  <c:v>1091.4403364487573</c:v>
                </c:pt>
                <c:pt idx="11222">
                  <c:v>1088.9300933334343</c:v>
                </c:pt>
                <c:pt idx="11223">
                  <c:v>1088.9300933334343</c:v>
                </c:pt>
                <c:pt idx="11224">
                  <c:v>1086.4256236170665</c:v>
                </c:pt>
                <c:pt idx="11225">
                  <c:v>1083.9269140212048</c:v>
                </c:pt>
                <c:pt idx="11226">
                  <c:v>1081.4339512979386</c:v>
                </c:pt>
                <c:pt idx="11227">
                  <c:v>1081.4339512979386</c:v>
                </c:pt>
                <c:pt idx="11228">
                  <c:v>1078.9467222298294</c:v>
                </c:pt>
                <c:pt idx="11229">
                  <c:v>1076.4652136298357</c:v>
                </c:pt>
                <c:pt idx="11230">
                  <c:v>1073.989412341246</c:v>
                </c:pt>
                <c:pt idx="11231">
                  <c:v>1073.989412341246</c:v>
                </c:pt>
                <c:pt idx="11232">
                  <c:v>1071.5193052376069</c:v>
                </c:pt>
                <c:pt idx="11233">
                  <c:v>1069.0548792226584</c:v>
                </c:pt>
                <c:pt idx="11234">
                  <c:v>1066.5961212302586</c:v>
                </c:pt>
                <c:pt idx="11235">
                  <c:v>1064.1430182243171</c:v>
                </c:pt>
                <c:pt idx="11236">
                  <c:v>1064.1430182243171</c:v>
                </c:pt>
                <c:pt idx="11237">
                  <c:v>1061.6955571987248</c:v>
                </c:pt>
                <c:pt idx="11238">
                  <c:v>1059.2537251772894</c:v>
                </c:pt>
                <c:pt idx="11239">
                  <c:v>1056.8175092136592</c:v>
                </c:pt>
                <c:pt idx="11240">
                  <c:v>1056.8175092136592</c:v>
                </c:pt>
                <c:pt idx="11241">
                  <c:v>1054.3868963912596</c:v>
                </c:pt>
                <c:pt idx="11242">
                  <c:v>1051.961873823223</c:v>
                </c:pt>
                <c:pt idx="11243">
                  <c:v>1049.5424286523225</c:v>
                </c:pt>
                <c:pt idx="11244">
                  <c:v>1049.5424286523225</c:v>
                </c:pt>
                <c:pt idx="11245">
                  <c:v>1047.1285480509</c:v>
                </c:pt>
                <c:pt idx="11246">
                  <c:v>1044.7202192208008</c:v>
                </c:pt>
                <c:pt idx="11247">
                  <c:v>1042.3174293933041</c:v>
                </c:pt>
                <c:pt idx="11248">
                  <c:v>1042.3174293933041</c:v>
                </c:pt>
                <c:pt idx="11249">
                  <c:v>1039.9201658290594</c:v>
                </c:pt>
                <c:pt idx="11250">
                  <c:v>1037.5284158180129</c:v>
                </c:pt>
                <c:pt idx="11251">
                  <c:v>1035.1421666793444</c:v>
                </c:pt>
                <c:pt idx="11252">
                  <c:v>1035.1421666793444</c:v>
                </c:pt>
                <c:pt idx="11253">
                  <c:v>1032.7614057613973</c:v>
                </c:pt>
                <c:pt idx="11254">
                  <c:v>1030.3861204416162</c:v>
                </c:pt>
                <c:pt idx="11255">
                  <c:v>1028.0162981264746</c:v>
                </c:pt>
                <c:pt idx="11256">
                  <c:v>1028.0162981264746</c:v>
                </c:pt>
                <c:pt idx="11257">
                  <c:v>1025.6519262514089</c:v>
                </c:pt>
                <c:pt idx="11258">
                  <c:v>1023.2929922807547</c:v>
                </c:pt>
                <c:pt idx="11259">
                  <c:v>1020.9394837076807</c:v>
                </c:pt>
                <c:pt idx="11260">
                  <c:v>1020.9394837076807</c:v>
                </c:pt>
                <c:pt idx="11261">
                  <c:v>1018.5913880541178</c:v>
                </c:pt>
                <c:pt idx="11262">
                  <c:v>1016.2486928706968</c:v>
                </c:pt>
                <c:pt idx="11263">
                  <c:v>1013.9113857366798</c:v>
                </c:pt>
                <c:pt idx="11264">
                  <c:v>1013.9113857366798</c:v>
                </c:pt>
                <c:pt idx="11265">
                  <c:v>1011.5794542598991</c:v>
                </c:pt>
                <c:pt idx="11266">
                  <c:v>1009.2528860766852</c:v>
                </c:pt>
                <c:pt idx="11267">
                  <c:v>1006.9316688518052</c:v>
                </c:pt>
                <c:pt idx="11268">
                  <c:v>1006.9316688518052</c:v>
                </c:pt>
                <c:pt idx="11269">
                  <c:v>1004.6157902783954</c:v>
                </c:pt>
                <c:pt idx="11270">
                  <c:v>1002.3052380779002</c:v>
                </c:pt>
                <c:pt idx="11271">
                  <c:v>1000</c:v>
                </c:pt>
                <c:pt idx="11272">
                  <c:v>1000</c:v>
                </c:pt>
                <c:pt idx="11273">
                  <c:v>997.70006382255417</c:v>
                </c:pt>
                <c:pt idx="11274">
                  <c:v>995.40541735152794</c:v>
                </c:pt>
                <c:pt idx="11275">
                  <c:v>993.11604842093413</c:v>
                </c:pt>
                <c:pt idx="11276">
                  <c:v>993.11604842093413</c:v>
                </c:pt>
                <c:pt idx="11277">
                  <c:v>990.83194489276809</c:v>
                </c:pt>
                <c:pt idx="11278">
                  <c:v>988.55309465693949</c:v>
                </c:pt>
                <c:pt idx="11279">
                  <c:v>986.2794856312114</c:v>
                </c:pt>
                <c:pt idx="11280">
                  <c:v>986.2794856312114</c:v>
                </c:pt>
                <c:pt idx="11281">
                  <c:v>984.01110576113388</c:v>
                </c:pt>
                <c:pt idx="11282">
                  <c:v>981.74794301998475</c:v>
                </c:pt>
                <c:pt idx="11283">
                  <c:v>979.48998540869945</c:v>
                </c:pt>
                <c:pt idx="11284">
                  <c:v>979.48998540869945</c:v>
                </c:pt>
                <c:pt idx="11285">
                  <c:v>977.23722095581138</c:v>
                </c:pt>
                <c:pt idx="11286">
                  <c:v>974.98963771738704</c:v>
                </c:pt>
                <c:pt idx="11287">
                  <c:v>972.74722377696537</c:v>
                </c:pt>
                <c:pt idx="11288">
                  <c:v>972.74722377696537</c:v>
                </c:pt>
                <c:pt idx="11289">
                  <c:v>970.50996724549088</c:v>
                </c:pt>
                <c:pt idx="11290">
                  <c:v>968.27785626125058</c:v>
                </c:pt>
                <c:pt idx="11291">
                  <c:v>966.05087898981412</c:v>
                </c:pt>
                <c:pt idx="11292">
                  <c:v>966.05087898981412</c:v>
                </c:pt>
                <c:pt idx="11293">
                  <c:v>963.82902362397147</c:v>
                </c:pt>
                <c:pt idx="11294">
                  <c:v>961.61227838366574</c:v>
                </c:pt>
                <c:pt idx="11295">
                  <c:v>959.40063151593438</c:v>
                </c:pt>
                <c:pt idx="11296">
                  <c:v>959.40063151593438</c:v>
                </c:pt>
                <c:pt idx="11297">
                  <c:v>957.19407129484512</c:v>
                </c:pt>
                <c:pt idx="11298">
                  <c:v>954.99258602143675</c:v>
                </c:pt>
                <c:pt idx="11299">
                  <c:v>952.79616402365286</c:v>
                </c:pt>
                <c:pt idx="11300">
                  <c:v>952.79616402365286</c:v>
                </c:pt>
                <c:pt idx="11301">
                  <c:v>950.6047936562826</c:v>
                </c:pt>
                <c:pt idx="11302">
                  <c:v>948.41846330089766</c:v>
                </c:pt>
                <c:pt idx="11303">
                  <c:v>946.23716136579367</c:v>
                </c:pt>
                <c:pt idx="11304">
                  <c:v>946.23716136579367</c:v>
                </c:pt>
                <c:pt idx="11305">
                  <c:v>944.06087628592422</c:v>
                </c:pt>
                <c:pt idx="11306">
                  <c:v>941.88959652284234</c:v>
                </c:pt>
                <c:pt idx="11307">
                  <c:v>939.72331056463815</c:v>
                </c:pt>
                <c:pt idx="11308">
                  <c:v>939.72331056463815</c:v>
                </c:pt>
                <c:pt idx="11309">
                  <c:v>937.56200692588072</c:v>
                </c:pt>
                <c:pt idx="11310">
                  <c:v>935.40567414755265</c:v>
                </c:pt>
                <c:pt idx="11311">
                  <c:v>933.25430079699197</c:v>
                </c:pt>
                <c:pt idx="11312">
                  <c:v>933.25430079699197</c:v>
                </c:pt>
                <c:pt idx="11313">
                  <c:v>931.10787546783058</c:v>
                </c:pt>
                <c:pt idx="11314">
                  <c:v>928.96638677993678</c:v>
                </c:pt>
                <c:pt idx="11315">
                  <c:v>926.82982337934982</c:v>
                </c:pt>
                <c:pt idx="11316">
                  <c:v>926.82982337934982</c:v>
                </c:pt>
                <c:pt idx="11317">
                  <c:v>924.69817393822325</c:v>
                </c:pt>
                <c:pt idx="11318">
                  <c:v>922.57142715476323</c:v>
                </c:pt>
                <c:pt idx="11319">
                  <c:v>920.44957175317154</c:v>
                </c:pt>
                <c:pt idx="11320">
                  <c:v>920.44957175317154</c:v>
                </c:pt>
                <c:pt idx="11321">
                  <c:v>918.33259648358126</c:v>
                </c:pt>
                <c:pt idx="11322">
                  <c:v>916.22049012200034</c:v>
                </c:pt>
                <c:pt idx="11323">
                  <c:v>914.11324147025016</c:v>
                </c:pt>
                <c:pt idx="11324">
                  <c:v>914.11324147025016</c:v>
                </c:pt>
                <c:pt idx="11325">
                  <c:v>912.01083935590987</c:v>
                </c:pt>
                <c:pt idx="11326">
                  <c:v>909.91327263225264</c:v>
                </c:pt>
                <c:pt idx="11327">
                  <c:v>907.82053017818703</c:v>
                </c:pt>
                <c:pt idx="11328">
                  <c:v>905.73260089820076</c:v>
                </c:pt>
                <c:pt idx="11329">
                  <c:v>905.73260089820076</c:v>
                </c:pt>
                <c:pt idx="11330">
                  <c:v>903.64947372230222</c:v>
                </c:pt>
                <c:pt idx="11331">
                  <c:v>901.57113760595792</c:v>
                </c:pt>
                <c:pt idx="11332">
                  <c:v>899.49758153003631</c:v>
                </c:pt>
                <c:pt idx="11333">
                  <c:v>899.49758153003631</c:v>
                </c:pt>
                <c:pt idx="11334">
                  <c:v>897.42879450074895</c:v>
                </c:pt>
                <c:pt idx="11335">
                  <c:v>895.36476554959449</c:v>
                </c:pt>
                <c:pt idx="11336">
                  <c:v>893.30548373329611</c:v>
                </c:pt>
                <c:pt idx="11337">
                  <c:v>893.30548373329611</c:v>
                </c:pt>
                <c:pt idx="11338">
                  <c:v>891.25093813374656</c:v>
                </c:pt>
                <c:pt idx="11339">
                  <c:v>889.20111785794882</c:v>
                </c:pt>
                <c:pt idx="11340">
                  <c:v>887.15601203796143</c:v>
                </c:pt>
                <c:pt idx="11341">
                  <c:v>887.15601203796143</c:v>
                </c:pt>
                <c:pt idx="11342">
                  <c:v>885.11560983083621</c:v>
                </c:pt>
                <c:pt idx="11343">
                  <c:v>883.07990041856362</c:v>
                </c:pt>
                <c:pt idx="11344">
                  <c:v>881.04887300801431</c:v>
                </c:pt>
                <c:pt idx="11345">
                  <c:v>881.04887300801431</c:v>
                </c:pt>
                <c:pt idx="11346">
                  <c:v>879.0225168308848</c:v>
                </c:pt>
                <c:pt idx="11347">
                  <c:v>877.00082114363533</c:v>
                </c:pt>
                <c:pt idx="11348">
                  <c:v>874.98377522743681</c:v>
                </c:pt>
                <c:pt idx="11349">
                  <c:v>874.98377522743681</c:v>
                </c:pt>
                <c:pt idx="11350">
                  <c:v>872.97136838811173</c:v>
                </c:pt>
                <c:pt idx="11351">
                  <c:v>870.96358995608091</c:v>
                </c:pt>
                <c:pt idx="11352">
                  <c:v>868.96042928630231</c:v>
                </c:pt>
                <c:pt idx="11353">
                  <c:v>868.96042928630231</c:v>
                </c:pt>
                <c:pt idx="11354">
                  <c:v>866.96187575821727</c:v>
                </c:pt>
                <c:pt idx="11355">
                  <c:v>864.96791877569331</c:v>
                </c:pt>
                <c:pt idx="11356">
                  <c:v>862.97854776697045</c:v>
                </c:pt>
                <c:pt idx="11357">
                  <c:v>862.97854776697045</c:v>
                </c:pt>
                <c:pt idx="11358">
                  <c:v>860.99375218460102</c:v>
                </c:pt>
                <c:pt idx="11359">
                  <c:v>859.01352150539617</c:v>
                </c:pt>
                <c:pt idx="11360">
                  <c:v>857.0378452303695</c:v>
                </c:pt>
                <c:pt idx="11361">
                  <c:v>857.0378452303695</c:v>
                </c:pt>
                <c:pt idx="11362">
                  <c:v>855.0667128846834</c:v>
                </c:pt>
                <c:pt idx="11363">
                  <c:v>853.10011401759039</c:v>
                </c:pt>
                <c:pt idx="11364">
                  <c:v>851.13803820237763</c:v>
                </c:pt>
                <c:pt idx="11365">
                  <c:v>851.13803820237763</c:v>
                </c:pt>
                <c:pt idx="11366">
                  <c:v>849.18047503631431</c:v>
                </c:pt>
                <c:pt idx="11367">
                  <c:v>847.22741414059715</c:v>
                </c:pt>
                <c:pt idx="11368">
                  <c:v>845.27884516029076</c:v>
                </c:pt>
                <c:pt idx="11369">
                  <c:v>845.27884516029076</c:v>
                </c:pt>
                <c:pt idx="11370">
                  <c:v>843.33475776427633</c:v>
                </c:pt>
                <c:pt idx="11371">
                  <c:v>841.39514164519551</c:v>
                </c:pt>
                <c:pt idx="11372">
                  <c:v>839.45998651939794</c:v>
                </c:pt>
                <c:pt idx="11373">
                  <c:v>839.45998651939794</c:v>
                </c:pt>
                <c:pt idx="11374">
                  <c:v>837.52928212688323</c:v>
                </c:pt>
                <c:pt idx="11375">
                  <c:v>835.60301823124883</c:v>
                </c:pt>
                <c:pt idx="11376">
                  <c:v>833.68118461963456</c:v>
                </c:pt>
                <c:pt idx="11377">
                  <c:v>833.68118461963456</c:v>
                </c:pt>
                <c:pt idx="11378">
                  <c:v>831.7637711026714</c:v>
                </c:pt>
                <c:pt idx="11379">
                  <c:v>829.85076751442307</c:v>
                </c:pt>
                <c:pt idx="11380">
                  <c:v>827.94216371233495</c:v>
                </c:pt>
                <c:pt idx="11381">
                  <c:v>827.94216371233495</c:v>
                </c:pt>
                <c:pt idx="11382">
                  <c:v>826.03794957717889</c:v>
                </c:pt>
                <c:pt idx="11383">
                  <c:v>824.13811501300256</c:v>
                </c:pt>
                <c:pt idx="11384">
                  <c:v>822.24264994707164</c:v>
                </c:pt>
                <c:pt idx="11385">
                  <c:v>822.24264994707164</c:v>
                </c:pt>
                <c:pt idx="11386">
                  <c:v>820.35154432981892</c:v>
                </c:pt>
                <c:pt idx="11387">
                  <c:v>818.46478813478984</c:v>
                </c:pt>
                <c:pt idx="11388">
                  <c:v>816.58237135859258</c:v>
                </c:pt>
                <c:pt idx="11389">
                  <c:v>816.58237135859258</c:v>
                </c:pt>
                <c:pt idx="11390">
                  <c:v>814.70428402083996</c:v>
                </c:pt>
                <c:pt idx="11391">
                  <c:v>812.83051616409978</c:v>
                </c:pt>
                <c:pt idx="11392">
                  <c:v>810.96105785384066</c:v>
                </c:pt>
                <c:pt idx="11393">
                  <c:v>810.96105785384066</c:v>
                </c:pt>
                <c:pt idx="11394">
                  <c:v>809.09589917838241</c:v>
                </c:pt>
                <c:pt idx="11395">
                  <c:v>807.23503024883837</c:v>
                </c:pt>
                <c:pt idx="11396">
                  <c:v>805.37844119906777</c:v>
                </c:pt>
                <c:pt idx="11397">
                  <c:v>805.37844119906777</c:v>
                </c:pt>
                <c:pt idx="11398">
                  <c:v>803.52612218561706</c:v>
                </c:pt>
                <c:pt idx="11399">
                  <c:v>801.6780633876798</c:v>
                </c:pt>
                <c:pt idx="11400">
                  <c:v>799.83425500702924</c:v>
                </c:pt>
                <c:pt idx="11401">
                  <c:v>799.83425500702924</c:v>
                </c:pt>
                <c:pt idx="11402">
                  <c:v>797.99468726797761</c:v>
                </c:pt>
                <c:pt idx="11403">
                  <c:v>796.15935041731916</c:v>
                </c:pt>
                <c:pt idx="11404">
                  <c:v>794.32823472428208</c:v>
                </c:pt>
                <c:pt idx="11405">
                  <c:v>794.32823472428208</c:v>
                </c:pt>
                <c:pt idx="11406">
                  <c:v>792.50133048047246</c:v>
                </c:pt>
                <c:pt idx="11407">
                  <c:v>790.67862799982595</c:v>
                </c:pt>
                <c:pt idx="11408">
                  <c:v>788.86011761855468</c:v>
                </c:pt>
                <c:pt idx="11409">
                  <c:v>788.86011761855468</c:v>
                </c:pt>
                <c:pt idx="11410">
                  <c:v>787.04578969509907</c:v>
                </c:pt>
                <c:pt idx="11411">
                  <c:v>785.23563461007234</c:v>
                </c:pt>
                <c:pt idx="11412">
                  <c:v>783.42964276621251</c:v>
                </c:pt>
                <c:pt idx="11413">
                  <c:v>783.42964276621251</c:v>
                </c:pt>
                <c:pt idx="11414">
                  <c:v>781.62780458832981</c:v>
                </c:pt>
                <c:pt idx="11415">
                  <c:v>779.83011052325901</c:v>
                </c:pt>
                <c:pt idx="11416">
                  <c:v>778.03655103980452</c:v>
                </c:pt>
                <c:pt idx="11417">
                  <c:v>776.24711662869231</c:v>
                </c:pt>
                <c:pt idx="11418">
                  <c:v>776.24711662869231</c:v>
                </c:pt>
                <c:pt idx="11419">
                  <c:v>774.46179780251884</c:v>
                </c:pt>
                <c:pt idx="11420">
                  <c:v>772.68058509570255</c:v>
                </c:pt>
                <c:pt idx="11421">
                  <c:v>770.9034690644304</c:v>
                </c:pt>
                <c:pt idx="11422">
                  <c:v>770.9034690644304</c:v>
                </c:pt>
                <c:pt idx="11423">
                  <c:v>769.13044028661011</c:v>
                </c:pt>
                <c:pt idx="11424">
                  <c:v>767.36148936181894</c:v>
                </c:pt>
                <c:pt idx="11425">
                  <c:v>765.59660691125646</c:v>
                </c:pt>
                <c:pt idx="11426">
                  <c:v>765.59660691125646</c:v>
                </c:pt>
                <c:pt idx="11427">
                  <c:v>763.83578357769102</c:v>
                </c:pt>
                <c:pt idx="11428">
                  <c:v>762.07901002541246</c:v>
                </c:pt>
                <c:pt idx="11429">
                  <c:v>760.32627694018174</c:v>
                </c:pt>
                <c:pt idx="11430">
                  <c:v>760.32627694018174</c:v>
                </c:pt>
                <c:pt idx="11431">
                  <c:v>758.57757502918378</c:v>
                </c:pt>
                <c:pt idx="11432">
                  <c:v>756.83289502097455</c:v>
                </c:pt>
                <c:pt idx="11433">
                  <c:v>755.09222766543485</c:v>
                </c:pt>
                <c:pt idx="11434">
                  <c:v>755.09222766543485</c:v>
                </c:pt>
                <c:pt idx="11435">
                  <c:v>753.35556373371719</c:v>
                </c:pt>
                <c:pt idx="11436">
                  <c:v>751.62289401820601</c:v>
                </c:pt>
                <c:pt idx="11437">
                  <c:v>749.89420933245651</c:v>
                </c:pt>
                <c:pt idx="11438">
                  <c:v>749.89420933245651</c:v>
                </c:pt>
                <c:pt idx="11439">
                  <c:v>748.16950051115521</c:v>
                </c:pt>
                <c:pt idx="11440">
                  <c:v>746.44875841006751</c:v>
                </c:pt>
                <c:pt idx="11441">
                  <c:v>744.73197390598955</c:v>
                </c:pt>
                <c:pt idx="11442">
                  <c:v>744.73197390598955</c:v>
                </c:pt>
                <c:pt idx="11443">
                  <c:v>743.01913789670198</c:v>
                </c:pt>
                <c:pt idx="11444">
                  <c:v>741.31024130091828</c:v>
                </c:pt>
                <c:pt idx="11445">
                  <c:v>739.6052750582387</c:v>
                </c:pt>
                <c:pt idx="11446">
                  <c:v>739.6052750582387</c:v>
                </c:pt>
                <c:pt idx="11447">
                  <c:v>737.90423012910128</c:v>
                </c:pt>
                <c:pt idx="11448">
                  <c:v>736.20709749473656</c:v>
                </c:pt>
                <c:pt idx="11449">
                  <c:v>734.51386815711555</c:v>
                </c:pt>
                <c:pt idx="11450">
                  <c:v>734.51386815711555</c:v>
                </c:pt>
                <c:pt idx="11451">
                  <c:v>732.82453313890483</c:v>
                </c:pt>
                <c:pt idx="11452">
                  <c:v>731.13908348341772</c:v>
                </c:pt>
                <c:pt idx="11453">
                  <c:v>729.45751025456912</c:v>
                </c:pt>
                <c:pt idx="11454">
                  <c:v>729.45751025456912</c:v>
                </c:pt>
                <c:pt idx="11455">
                  <c:v>727.7798045368246</c:v>
                </c:pt>
                <c:pt idx="11456">
                  <c:v>726.10595743515535</c:v>
                </c:pt>
                <c:pt idx="11457">
                  <c:v>724.43596007499025</c:v>
                </c:pt>
                <c:pt idx="11458">
                  <c:v>724.43596007499025</c:v>
                </c:pt>
                <c:pt idx="11459">
                  <c:v>722.76980360217055</c:v>
                </c:pt>
                <c:pt idx="11460">
                  <c:v>721.10747918290008</c:v>
                </c:pt>
                <c:pt idx="11461">
                  <c:v>719.44897800370006</c:v>
                </c:pt>
                <c:pt idx="11462">
                  <c:v>719.44897800370006</c:v>
                </c:pt>
                <c:pt idx="11463">
                  <c:v>717.79429127136177</c:v>
                </c:pt>
                <c:pt idx="11464">
                  <c:v>716.14341021290215</c:v>
                </c:pt>
                <c:pt idx="11465">
                  <c:v>714.49632607551359</c:v>
                </c:pt>
                <c:pt idx="11466">
                  <c:v>714.49632607551359</c:v>
                </c:pt>
                <c:pt idx="11467">
                  <c:v>712.85303012652059</c:v>
                </c:pt>
                <c:pt idx="11468">
                  <c:v>711.21351365332896</c:v>
                </c:pt>
                <c:pt idx="11469">
                  <c:v>709.57776796338953</c:v>
                </c:pt>
                <c:pt idx="11470">
                  <c:v>709.57776796338953</c:v>
                </c:pt>
                <c:pt idx="11471">
                  <c:v>707.94578438413873</c:v>
                </c:pt>
                <c:pt idx="11472">
                  <c:v>706.31755426296297</c:v>
                </c:pt>
                <c:pt idx="11473">
                  <c:v>704.69306896714738</c:v>
                </c:pt>
                <c:pt idx="11474">
                  <c:v>704.69306896714738</c:v>
                </c:pt>
                <c:pt idx="11475">
                  <c:v>703.0723198838341</c:v>
                </c:pt>
                <c:pt idx="11476">
                  <c:v>701.455298419972</c:v>
                </c:pt>
                <c:pt idx="11477">
                  <c:v>699.84199600227441</c:v>
                </c:pt>
                <c:pt idx="11478">
                  <c:v>699.84199600227441</c:v>
                </c:pt>
                <c:pt idx="11479">
                  <c:v>698.23240407717174</c:v>
                </c:pt>
                <c:pt idx="11480">
                  <c:v>696.62651411076922</c:v>
                </c:pt>
                <c:pt idx="11481">
                  <c:v>695.02431758879743</c:v>
                </c:pt>
                <c:pt idx="11482">
                  <c:v>695.02431758879743</c:v>
                </c:pt>
                <c:pt idx="11483">
                  <c:v>693.42580601656994</c:v>
                </c:pt>
                <c:pt idx="11484">
                  <c:v>691.83097091893671</c:v>
                </c:pt>
                <c:pt idx="11485">
                  <c:v>690.23980384024242</c:v>
                </c:pt>
                <c:pt idx="11486">
                  <c:v>690.23980384024242</c:v>
                </c:pt>
                <c:pt idx="11487">
                  <c:v>688.65229634427658</c:v>
                </c:pt>
                <c:pt idx="11488">
                  <c:v>687.06844001423281</c:v>
                </c:pt>
                <c:pt idx="11489">
                  <c:v>685.48822645266171</c:v>
                </c:pt>
                <c:pt idx="11490">
                  <c:v>685.48822645266171</c:v>
                </c:pt>
                <c:pt idx="11491">
                  <c:v>683.91164728142962</c:v>
                </c:pt>
                <c:pt idx="11492">
                  <c:v>682.33869414167009</c:v>
                </c:pt>
                <c:pt idx="11493">
                  <c:v>680.76935869374199</c:v>
                </c:pt>
                <c:pt idx="11494">
                  <c:v>680.76935869374199</c:v>
                </c:pt>
                <c:pt idx="11495">
                  <c:v>679.20363261718467</c:v>
                </c:pt>
                <c:pt idx="11496">
                  <c:v>677.64150761067526</c:v>
                </c:pt>
                <c:pt idx="11497">
                  <c:v>676.08297539198213</c:v>
                </c:pt>
                <c:pt idx="11498">
                  <c:v>676.08297539198213</c:v>
                </c:pt>
                <c:pt idx="11499">
                  <c:v>674.52802769792243</c:v>
                </c:pt>
                <c:pt idx="11500">
                  <c:v>672.97665628431776</c:v>
                </c:pt>
                <c:pt idx="11501">
                  <c:v>671.42885292595247</c:v>
                </c:pt>
                <c:pt idx="11502">
                  <c:v>671.42885292595247</c:v>
                </c:pt>
                <c:pt idx="11503">
                  <c:v>669.8846094165267</c:v>
                </c:pt>
                <c:pt idx="11504">
                  <c:v>668.34391756861555</c:v>
                </c:pt>
                <c:pt idx="11505">
                  <c:v>666.80676921362203</c:v>
                </c:pt>
                <c:pt idx="11506">
                  <c:v>665.27315620174193</c:v>
                </c:pt>
                <c:pt idx="11507">
                  <c:v>665.27315620174193</c:v>
                </c:pt>
                <c:pt idx="11508">
                  <c:v>663.74307040190956</c:v>
                </c:pt>
                <c:pt idx="11509">
                  <c:v>662.2165037017628</c:v>
                </c:pt>
                <c:pt idx="11510">
                  <c:v>660.69344800759643</c:v>
                </c:pt>
                <c:pt idx="11511">
                  <c:v>660.69344800759643</c:v>
                </c:pt>
                <c:pt idx="11512">
                  <c:v>659.1738952443219</c:v>
                </c:pt>
                <c:pt idx="11513">
                  <c:v>657.65783735542107</c:v>
                </c:pt>
                <c:pt idx="11514">
                  <c:v>656.14526630290618</c:v>
                </c:pt>
                <c:pt idx="11515">
                  <c:v>656.14526630290618</c:v>
                </c:pt>
                <c:pt idx="11516">
                  <c:v>654.63617406727531</c:v>
                </c:pt>
                <c:pt idx="11517">
                  <c:v>653.13055264747277</c:v>
                </c:pt>
                <c:pt idx="11518">
                  <c:v>651.62839406084322</c:v>
                </c:pt>
                <c:pt idx="11519">
                  <c:v>651.62839406084322</c:v>
                </c:pt>
                <c:pt idx="11520">
                  <c:v>650.12969034309128</c:v>
                </c:pt>
                <c:pt idx="11521">
                  <c:v>648.63443354823858</c:v>
                </c:pt>
                <c:pt idx="11522">
                  <c:v>647.14261574858347</c:v>
                </c:pt>
                <c:pt idx="11523">
                  <c:v>647.14261574858347</c:v>
                </c:pt>
                <c:pt idx="11524">
                  <c:v>645.65422903465594</c:v>
                </c:pt>
                <c:pt idx="11525">
                  <c:v>644.16926551517781</c:v>
                </c:pt>
                <c:pt idx="11526">
                  <c:v>642.68771731701975</c:v>
                </c:pt>
                <c:pt idx="11527">
                  <c:v>642.68771731701975</c:v>
                </c:pt>
                <c:pt idx="11528">
                  <c:v>641.20957658516181</c:v>
                </c:pt>
                <c:pt idx="11529">
                  <c:v>639.73483548264846</c:v>
                </c:pt>
                <c:pt idx="11530">
                  <c:v>638.2634861905492</c:v>
                </c:pt>
                <c:pt idx="11531">
                  <c:v>638.2634861905492</c:v>
                </c:pt>
                <c:pt idx="11532">
                  <c:v>636.79552090791583</c:v>
                </c:pt>
                <c:pt idx="11533">
                  <c:v>635.3309318517438</c:v>
                </c:pt>
                <c:pt idx="11534">
                  <c:v>633.86971125692719</c:v>
                </c:pt>
                <c:pt idx="11535">
                  <c:v>633.86971125692719</c:v>
                </c:pt>
                <c:pt idx="11536">
                  <c:v>632.41185137621983</c:v>
                </c:pt>
                <c:pt idx="11537">
                  <c:v>630.95734448019323</c:v>
                </c:pt>
                <c:pt idx="11538">
                  <c:v>629.50618285719759</c:v>
                </c:pt>
                <c:pt idx="11539">
                  <c:v>629.50618285719759</c:v>
                </c:pt>
                <c:pt idx="11540">
                  <c:v>628.05835881331814</c:v>
                </c:pt>
                <c:pt idx="11541">
                  <c:v>626.61386467233626</c:v>
                </c:pt>
                <c:pt idx="11542">
                  <c:v>625.17269277568562</c:v>
                </c:pt>
                <c:pt idx="11543">
                  <c:v>625.17269277568562</c:v>
                </c:pt>
                <c:pt idx="11544">
                  <c:v>623.73483548241973</c:v>
                </c:pt>
                <c:pt idx="11545">
                  <c:v>622.30028516916013</c:v>
                </c:pt>
                <c:pt idx="11546">
                  <c:v>620.86903423006424</c:v>
                </c:pt>
                <c:pt idx="11547">
                  <c:v>620.86903423006424</c:v>
                </c:pt>
                <c:pt idx="11548">
                  <c:v>619.44107507678177</c:v>
                </c:pt>
                <c:pt idx="11549">
                  <c:v>618.01640013841632</c:v>
                </c:pt>
                <c:pt idx="11550">
                  <c:v>616.59500186148273</c:v>
                </c:pt>
                <c:pt idx="11551">
                  <c:v>616.59500186148273</c:v>
                </c:pt>
                <c:pt idx="11552">
                  <c:v>615.1768727098688</c:v>
                </c:pt>
                <c:pt idx="11553">
                  <c:v>613.76200516479446</c:v>
                </c:pt>
                <c:pt idx="11554">
                  <c:v>612.35039172477377</c:v>
                </c:pt>
                <c:pt idx="11555">
                  <c:v>612.35039172477377</c:v>
                </c:pt>
                <c:pt idx="11556">
                  <c:v>610.94202490557245</c:v>
                </c:pt>
                <c:pt idx="11557">
                  <c:v>609.53689724016976</c:v>
                </c:pt>
                <c:pt idx="11558">
                  <c:v>608.13500127871805</c:v>
                </c:pt>
                <c:pt idx="11559">
                  <c:v>608.13500127871805</c:v>
                </c:pt>
                <c:pt idx="11560">
                  <c:v>606.73632958850567</c:v>
                </c:pt>
                <c:pt idx="11561">
                  <c:v>605.34087475391391</c:v>
                </c:pt>
                <c:pt idx="11562">
                  <c:v>603.94862937638027</c:v>
                </c:pt>
                <c:pt idx="11563">
                  <c:v>603.94862937638027</c:v>
                </c:pt>
                <c:pt idx="11564">
                  <c:v>602.55958607435775</c:v>
                </c:pt>
                <c:pt idx="11565">
                  <c:v>601.17373748327816</c:v>
                </c:pt>
                <c:pt idx="11566">
                  <c:v>599.79107625550967</c:v>
                </c:pt>
                <c:pt idx="11567">
                  <c:v>599.79107625550967</c:v>
                </c:pt>
                <c:pt idx="11568">
                  <c:v>598.41159506032011</c:v>
                </c:pt>
                <c:pt idx="11569">
                  <c:v>597.03528658383686</c:v>
                </c:pt>
                <c:pt idx="11570">
                  <c:v>595.66214352901056</c:v>
                </c:pt>
                <c:pt idx="11571">
                  <c:v>595.66214352901056</c:v>
                </c:pt>
                <c:pt idx="11572">
                  <c:v>594.29215861557282</c:v>
                </c:pt>
                <c:pt idx="11573">
                  <c:v>592.92532458000017</c:v>
                </c:pt>
                <c:pt idx="11574">
                  <c:v>591.56163417547384</c:v>
                </c:pt>
                <c:pt idx="11575">
                  <c:v>591.56163417547384</c:v>
                </c:pt>
                <c:pt idx="11576">
                  <c:v>590.2010801718443</c:v>
                </c:pt>
                <c:pt idx="11577">
                  <c:v>588.84365535558959</c:v>
                </c:pt>
                <c:pt idx="11578">
                  <c:v>587.48935252977742</c:v>
                </c:pt>
                <c:pt idx="11579">
                  <c:v>587.48935252977742</c:v>
                </c:pt>
                <c:pt idx="11580">
                  <c:v>586.13816451402909</c:v>
                </c:pt>
                <c:pt idx="11581">
                  <c:v>584.79008414448117</c:v>
                </c:pt>
                <c:pt idx="11582">
                  <c:v>583.4451042737453</c:v>
                </c:pt>
                <c:pt idx="11583">
                  <c:v>583.4451042737453</c:v>
                </c:pt>
                <c:pt idx="11584">
                  <c:v>582.10321777087211</c:v>
                </c:pt>
                <c:pt idx="11585">
                  <c:v>580.76441752131234</c:v>
                </c:pt>
                <c:pt idx="11586">
                  <c:v>579.4286964268814</c:v>
                </c:pt>
                <c:pt idx="11587">
                  <c:v>579.4286964268814</c:v>
                </c:pt>
                <c:pt idx="11588">
                  <c:v>578.09604740571854</c:v>
                </c:pt>
                <c:pt idx="11589">
                  <c:v>576.76646339225135</c:v>
                </c:pt>
                <c:pt idx="11590">
                  <c:v>575.43993733715706</c:v>
                </c:pt>
                <c:pt idx="11591">
                  <c:v>575.43993733715706</c:v>
                </c:pt>
                <c:pt idx="11592">
                  <c:v>574.1164622073278</c:v>
                </c:pt>
                <c:pt idx="11593">
                  <c:v>572.79603098582959</c:v>
                </c:pt>
                <c:pt idx="11594">
                  <c:v>571.47863667186755</c:v>
                </c:pt>
                <c:pt idx="11595">
                  <c:v>571.47863667186755</c:v>
                </c:pt>
                <c:pt idx="11596">
                  <c:v>570.16427228074758</c:v>
                </c:pt>
                <c:pt idx="11597">
                  <c:v>568.85293084384159</c:v>
                </c:pt>
                <c:pt idx="11598">
                  <c:v>567.54460540854745</c:v>
                </c:pt>
                <c:pt idx="11599">
                  <c:v>566.23928903825367</c:v>
                </c:pt>
                <c:pt idx="11600">
                  <c:v>566.23928903825367</c:v>
                </c:pt>
                <c:pt idx="11601">
                  <c:v>564.93697481230254</c:v>
                </c:pt>
                <c:pt idx="11602">
                  <c:v>563.63765582595454</c:v>
                </c:pt>
                <c:pt idx="11603">
                  <c:v>562.34132519034927</c:v>
                </c:pt>
                <c:pt idx="11604">
                  <c:v>562.34132519034927</c:v>
                </c:pt>
                <c:pt idx="11605">
                  <c:v>561.04797603247084</c:v>
                </c:pt>
                <c:pt idx="11606">
                  <c:v>559.75760149511063</c:v>
                </c:pt>
                <c:pt idx="11607">
                  <c:v>558.47019473683076</c:v>
                </c:pt>
                <c:pt idx="11608">
                  <c:v>558.47019473683076</c:v>
                </c:pt>
                <c:pt idx="11609">
                  <c:v>557.18574893192999</c:v>
                </c:pt>
                <c:pt idx="11610">
                  <c:v>555.90425727040383</c:v>
                </c:pt>
                <c:pt idx="11611">
                  <c:v>554.62571295791156</c:v>
                </c:pt>
                <c:pt idx="11612">
                  <c:v>554.62571295791156</c:v>
                </c:pt>
                <c:pt idx="11613">
                  <c:v>553.35010921573667</c:v>
                </c:pt>
                <c:pt idx="11614">
                  <c:v>552.07743928075786</c:v>
                </c:pt>
                <c:pt idx="11615">
                  <c:v>550.80769640540404</c:v>
                </c:pt>
                <c:pt idx="11616">
                  <c:v>550.80769640540404</c:v>
                </c:pt>
                <c:pt idx="11617">
                  <c:v>549.54087385762534</c:v>
                </c:pt>
                <c:pt idx="11618">
                  <c:v>548.27696492085408</c:v>
                </c:pt>
                <c:pt idx="11619">
                  <c:v>547.01596289397207</c:v>
                </c:pt>
                <c:pt idx="11620">
                  <c:v>547.01596289397207</c:v>
                </c:pt>
                <c:pt idx="11621">
                  <c:v>545.75786109127148</c:v>
                </c:pt>
                <c:pt idx="11622">
                  <c:v>544.50265284242187</c:v>
                </c:pt>
                <c:pt idx="11623">
                  <c:v>543.25033149243347</c:v>
                </c:pt>
                <c:pt idx="11624">
                  <c:v>543.25033149243347</c:v>
                </c:pt>
                <c:pt idx="11625">
                  <c:v>542.00089040162425</c:v>
                </c:pt>
                <c:pt idx="11626">
                  <c:v>540.75432294558129</c:v>
                </c:pt>
                <c:pt idx="11627">
                  <c:v>539.51062251512826</c:v>
                </c:pt>
                <c:pt idx="11628">
                  <c:v>539.51062251512826</c:v>
                </c:pt>
                <c:pt idx="11629">
                  <c:v>538.2697825162885</c:v>
                </c:pt>
                <c:pt idx="11630">
                  <c:v>537.03179637025301</c:v>
                </c:pt>
                <c:pt idx="11631">
                  <c:v>535.79665751334198</c:v>
                </c:pt>
                <c:pt idx="11632">
                  <c:v>535.79665751334198</c:v>
                </c:pt>
                <c:pt idx="11633">
                  <c:v>534.56435939697212</c:v>
                </c:pt>
                <c:pt idx="11634">
                  <c:v>533.33489548762111</c:v>
                </c:pt>
                <c:pt idx="11635">
                  <c:v>532.10825926679445</c:v>
                </c:pt>
                <c:pt idx="11636">
                  <c:v>532.10825926679445</c:v>
                </c:pt>
                <c:pt idx="11637">
                  <c:v>530.88444423098872</c:v>
                </c:pt>
                <c:pt idx="11638">
                  <c:v>529.66344389165829</c:v>
                </c:pt>
                <c:pt idx="11639">
                  <c:v>528.44525177518051</c:v>
                </c:pt>
                <c:pt idx="11640">
                  <c:v>528.44525177518051</c:v>
                </c:pt>
                <c:pt idx="11641">
                  <c:v>527.22986142282286</c:v>
                </c:pt>
                <c:pt idx="11642">
                  <c:v>526.01726639070648</c:v>
                </c:pt>
                <c:pt idx="11643">
                  <c:v>524.80746024977293</c:v>
                </c:pt>
                <c:pt idx="11644">
                  <c:v>524.80746024977293</c:v>
                </c:pt>
                <c:pt idx="11645">
                  <c:v>523.60043658575023</c:v>
                </c:pt>
                <c:pt idx="11646">
                  <c:v>522.39618899911989</c:v>
                </c:pt>
                <c:pt idx="11647">
                  <c:v>521.19471110508061</c:v>
                </c:pt>
                <c:pt idx="11648">
                  <c:v>521.19471110508061</c:v>
                </c:pt>
                <c:pt idx="11649">
                  <c:v>519.99599653351675</c:v>
                </c:pt>
                <c:pt idx="11650">
                  <c:v>518.80003892896104</c:v>
                </c:pt>
                <c:pt idx="11651">
                  <c:v>517.60683195056811</c:v>
                </c:pt>
                <c:pt idx="11652">
                  <c:v>517.60683195056811</c:v>
                </c:pt>
                <c:pt idx="11653">
                  <c:v>516.41636927207151</c:v>
                </c:pt>
                <c:pt idx="11654">
                  <c:v>515.22864458175718</c:v>
                </c:pt>
                <c:pt idx="11655">
                  <c:v>514.04365158242638</c:v>
                </c:pt>
                <c:pt idx="11656">
                  <c:v>514.04365158242638</c:v>
                </c:pt>
                <c:pt idx="11657">
                  <c:v>512.86138399136519</c:v>
                </c:pt>
                <c:pt idx="11658">
                  <c:v>511.68183554030821</c:v>
                </c:pt>
                <c:pt idx="11659">
                  <c:v>510.50499997540686</c:v>
                </c:pt>
                <c:pt idx="11660">
                  <c:v>510.50499997540686</c:v>
                </c:pt>
                <c:pt idx="11661">
                  <c:v>509.33087105719562</c:v>
                </c:pt>
                <c:pt idx="11662">
                  <c:v>508.15944256056082</c:v>
                </c:pt>
                <c:pt idx="11663">
                  <c:v>506.99070827470479</c:v>
                </c:pt>
                <c:pt idx="11664">
                  <c:v>506.99070827470479</c:v>
                </c:pt>
                <c:pt idx="11665">
                  <c:v>505.82466200311455</c:v>
                </c:pt>
                <c:pt idx="11666">
                  <c:v>504.66129756352848</c:v>
                </c:pt>
                <c:pt idx="11667">
                  <c:v>503.50060878790504</c:v>
                </c:pt>
                <c:pt idx="11668">
                  <c:v>503.50060878790504</c:v>
                </c:pt>
                <c:pt idx="11669">
                  <c:v>502.34258952238741</c:v>
                </c:pt>
                <c:pt idx="11670">
                  <c:v>501.18723362727269</c:v>
                </c:pt>
                <c:pt idx="11671">
                  <c:v>500.03453497697859</c:v>
                </c:pt>
                <c:pt idx="11672">
                  <c:v>500.03453497697859</c:v>
                </c:pt>
                <c:pt idx="11673">
                  <c:v>498.88448746001239</c:v>
                </c:pt>
                <c:pt idx="11674">
                  <c:v>497.73708497893625</c:v>
                </c:pt>
                <c:pt idx="11675">
                  <c:v>496.59232145033644</c:v>
                </c:pt>
                <c:pt idx="11676">
                  <c:v>496.59232145033644</c:v>
                </c:pt>
                <c:pt idx="11677">
                  <c:v>495.45019080479022</c:v>
                </c:pt>
                <c:pt idx="11678">
                  <c:v>494.31068698683549</c:v>
                </c:pt>
                <c:pt idx="11679">
                  <c:v>493.17380395493609</c:v>
                </c:pt>
                <c:pt idx="11680">
                  <c:v>493.17380395493609</c:v>
                </c:pt>
                <c:pt idx="11681">
                  <c:v>492.03953568145118</c:v>
                </c:pt>
                <c:pt idx="11682">
                  <c:v>490.90787615260302</c:v>
                </c:pt>
                <c:pt idx="11683">
                  <c:v>489.77881936844625</c:v>
                </c:pt>
                <c:pt idx="11684">
                  <c:v>489.77881936844625</c:v>
                </c:pt>
                <c:pt idx="11685">
                  <c:v>488.65235934283413</c:v>
                </c:pt>
                <c:pt idx="11686">
                  <c:v>487.52849010338696</c:v>
                </c:pt>
                <c:pt idx="11687">
                  <c:v>486.40720569146191</c:v>
                </c:pt>
                <c:pt idx="11688">
                  <c:v>485.28850016212147</c:v>
                </c:pt>
                <c:pt idx="11689">
                  <c:v>485.28850016212147</c:v>
                </c:pt>
                <c:pt idx="11690">
                  <c:v>484.17236758409985</c:v>
                </c:pt>
                <c:pt idx="11691">
                  <c:v>483.05880203977324</c:v>
                </c:pt>
                <c:pt idx="11692">
                  <c:v>481.94779762512758</c:v>
                </c:pt>
                <c:pt idx="11693">
                  <c:v>481.94779762512758</c:v>
                </c:pt>
                <c:pt idx="11694">
                  <c:v>480.83934844972885</c:v>
                </c:pt>
                <c:pt idx="11695">
                  <c:v>479.73344863668956</c:v>
                </c:pt>
                <c:pt idx="11696">
                  <c:v>478.63009232263886</c:v>
                </c:pt>
                <c:pt idx="11697">
                  <c:v>478.63009232263886</c:v>
                </c:pt>
                <c:pt idx="11698">
                  <c:v>477.52927365769102</c:v>
                </c:pt>
                <c:pt idx="11699">
                  <c:v>476.43098680541596</c:v>
                </c:pt>
                <c:pt idx="11700">
                  <c:v>475.33522594280566</c:v>
                </c:pt>
                <c:pt idx="11701">
                  <c:v>475.33522594280566</c:v>
                </c:pt>
                <c:pt idx="11702">
                  <c:v>474.24198526024509</c:v>
                </c:pt>
                <c:pt idx="11703">
                  <c:v>473.15125896148055</c:v>
                </c:pt>
                <c:pt idx="11704">
                  <c:v>472.06304126359072</c:v>
                </c:pt>
                <c:pt idx="11705">
                  <c:v>472.06304126359072</c:v>
                </c:pt>
                <c:pt idx="11706">
                  <c:v>470.97732639695317</c:v>
                </c:pt>
                <c:pt idx="11707">
                  <c:v>469.89410860521576</c:v>
                </c:pt>
                <c:pt idx="11708">
                  <c:v>468.81338214526528</c:v>
                </c:pt>
                <c:pt idx="11709">
                  <c:v>468.81338214526528</c:v>
                </c:pt>
                <c:pt idx="11710">
                  <c:v>467.7351412871983</c:v>
                </c:pt>
                <c:pt idx="11711">
                  <c:v>466.65938031428885</c:v>
                </c:pt>
                <c:pt idx="11712">
                  <c:v>465.58609352295923</c:v>
                </c:pt>
                <c:pt idx="11713">
                  <c:v>465.58609352295923</c:v>
                </c:pt>
                <c:pt idx="11714">
                  <c:v>464.51527522274938</c:v>
                </c:pt>
                <c:pt idx="11715">
                  <c:v>463.44691973628807</c:v>
                </c:pt>
                <c:pt idx="11716">
                  <c:v>462.38102139926042</c:v>
                </c:pt>
                <c:pt idx="11717">
                  <c:v>462.38102139926042</c:v>
                </c:pt>
                <c:pt idx="11718">
                  <c:v>461.31757456037963</c:v>
                </c:pt>
                <c:pt idx="11719">
                  <c:v>460.25657358135589</c:v>
                </c:pt>
                <c:pt idx="11720">
                  <c:v>459.1980128368686</c:v>
                </c:pt>
                <c:pt idx="11721">
                  <c:v>459.1980128368686</c:v>
                </c:pt>
                <c:pt idx="11722">
                  <c:v>458.14188671453394</c:v>
                </c:pt>
                <c:pt idx="11723">
                  <c:v>457.0881896148756</c:v>
                </c:pt>
                <c:pt idx="11724">
                  <c:v>456.03691595129641</c:v>
                </c:pt>
                <c:pt idx="11725">
                  <c:v>456.03691595129641</c:v>
                </c:pt>
                <c:pt idx="11726">
                  <c:v>454.98806015004891</c:v>
                </c:pt>
                <c:pt idx="11727">
                  <c:v>453.94161665020357</c:v>
                </c:pt>
                <c:pt idx="11728">
                  <c:v>452.89757990362125</c:v>
                </c:pt>
                <c:pt idx="11729">
                  <c:v>452.89757990362125</c:v>
                </c:pt>
                <c:pt idx="11730">
                  <c:v>451.85594437492256</c:v>
                </c:pt>
                <c:pt idx="11731">
                  <c:v>450.81670454146041</c:v>
                </c:pt>
                <c:pt idx="11732">
                  <c:v>449.7798548932883</c:v>
                </c:pt>
                <c:pt idx="11733">
                  <c:v>449.7798548932883</c:v>
                </c:pt>
                <c:pt idx="11734">
                  <c:v>448.74538993313257</c:v>
                </c:pt>
                <c:pt idx="11735">
                  <c:v>447.71330417636261</c:v>
                </c:pt>
                <c:pt idx="11736">
                  <c:v>446.68359215096331</c:v>
                </c:pt>
                <c:pt idx="11737">
                  <c:v>446.68359215096331</c:v>
                </c:pt>
                <c:pt idx="11738">
                  <c:v>445.65624839750353</c:v>
                </c:pt>
                <c:pt idx="11739">
                  <c:v>444.63126746910905</c:v>
                </c:pt>
                <c:pt idx="11740">
                  <c:v>443.6086439314326</c:v>
                </c:pt>
                <c:pt idx="11741">
                  <c:v>443.6086439314326</c:v>
                </c:pt>
                <c:pt idx="11742">
                  <c:v>442.58837236262667</c:v>
                </c:pt>
                <c:pt idx="11743">
                  <c:v>441.57044735331272</c:v>
                </c:pt>
                <c:pt idx="11744">
                  <c:v>440.5548635065536</c:v>
                </c:pt>
                <c:pt idx="11745">
                  <c:v>440.5548635065536</c:v>
                </c:pt>
                <c:pt idx="11746">
                  <c:v>439.54161543782448</c:v>
                </c:pt>
                <c:pt idx="11747">
                  <c:v>438.53069777498575</c:v>
                </c:pt>
                <c:pt idx="11748">
                  <c:v>437.5221051582522</c:v>
                </c:pt>
                <c:pt idx="11749">
                  <c:v>437.5221051582522</c:v>
                </c:pt>
                <c:pt idx="11750">
                  <c:v>436.51583224016622</c:v>
                </c:pt>
                <c:pt idx="11751">
                  <c:v>435.5118736855685</c:v>
                </c:pt>
                <c:pt idx="11752">
                  <c:v>434.51022417157156</c:v>
                </c:pt>
                <c:pt idx="11753">
                  <c:v>434.51022417157156</c:v>
                </c:pt>
                <c:pt idx="11754">
                  <c:v>433.51087838752898</c:v>
                </c:pt>
                <c:pt idx="11755">
                  <c:v>432.51383103500928</c:v>
                </c:pt>
                <c:pt idx="11756">
                  <c:v>431.5190768277651</c:v>
                </c:pt>
                <c:pt idx="11757">
                  <c:v>431.5190768277651</c:v>
                </c:pt>
                <c:pt idx="11758">
                  <c:v>430.52661049171098</c:v>
                </c:pt>
                <c:pt idx="11759">
                  <c:v>429.53642676488766</c:v>
                </c:pt>
                <c:pt idx="11760">
                  <c:v>428.54852039744003</c:v>
                </c:pt>
                <c:pt idx="11761">
                  <c:v>428.54852039744003</c:v>
                </c:pt>
                <c:pt idx="11762">
                  <c:v>427.56288615158638</c:v>
                </c:pt>
                <c:pt idx="11763">
                  <c:v>426.57951880159294</c:v>
                </c:pt>
                <c:pt idx="11764">
                  <c:v>425.59841313374341</c:v>
                </c:pt>
                <c:pt idx="11765">
                  <c:v>425.59841313374341</c:v>
                </c:pt>
                <c:pt idx="11766">
                  <c:v>424.61956394631329</c:v>
                </c:pt>
                <c:pt idx="11767">
                  <c:v>423.64296604954126</c:v>
                </c:pt>
                <c:pt idx="11768">
                  <c:v>422.6686142656032</c:v>
                </c:pt>
                <c:pt idx="11769">
                  <c:v>422.6686142656032</c:v>
                </c:pt>
                <c:pt idx="11770">
                  <c:v>421.69650342858256</c:v>
                </c:pt>
                <c:pt idx="11771">
                  <c:v>420.72662838444444</c:v>
                </c:pt>
                <c:pt idx="11772">
                  <c:v>419.75898399100799</c:v>
                </c:pt>
                <c:pt idx="11773">
                  <c:v>419.75898399100799</c:v>
                </c:pt>
                <c:pt idx="11774">
                  <c:v>418.79356511791849</c:v>
                </c:pt>
                <c:pt idx="11775">
                  <c:v>417.830366646622</c:v>
                </c:pt>
                <c:pt idx="11776">
                  <c:v>416.86938347033572</c:v>
                </c:pt>
                <c:pt idx="11777">
                  <c:v>416.86938347033572</c:v>
                </c:pt>
                <c:pt idx="11778">
                  <c:v>415.91061049402248</c:v>
                </c:pt>
                <c:pt idx="11779">
                  <c:v>414.95404263436302</c:v>
                </c:pt>
                <c:pt idx="11780">
                  <c:v>413.99967481973061</c:v>
                </c:pt>
                <c:pt idx="11781">
                  <c:v>413.04750199016161</c:v>
                </c:pt>
                <c:pt idx="11782">
                  <c:v>413.04750199016161</c:v>
                </c:pt>
                <c:pt idx="11783">
                  <c:v>412.09751909733052</c:v>
                </c:pt>
                <c:pt idx="11784">
                  <c:v>411.14972110452226</c:v>
                </c:pt>
                <c:pt idx="11785">
                  <c:v>410.20410298660693</c:v>
                </c:pt>
                <c:pt idx="11786">
                  <c:v>410.20410298660693</c:v>
                </c:pt>
                <c:pt idx="11787">
                  <c:v>409.26065973001107</c:v>
                </c:pt>
                <c:pt idx="11788">
                  <c:v>408.31938633269237</c:v>
                </c:pt>
                <c:pt idx="11789">
                  <c:v>407.38027780411272</c:v>
                </c:pt>
                <c:pt idx="11790">
                  <c:v>407.38027780411272</c:v>
                </c:pt>
                <c:pt idx="11791">
                  <c:v>406.44332916521284</c:v>
                </c:pt>
                <c:pt idx="11792">
                  <c:v>405.50853544838429</c:v>
                </c:pt>
                <c:pt idx="11793">
                  <c:v>404.57589169744324</c:v>
                </c:pt>
                <c:pt idx="11794">
                  <c:v>404.57589169744324</c:v>
                </c:pt>
                <c:pt idx="11795">
                  <c:v>403.64539296760523</c:v>
                </c:pt>
                <c:pt idx="11796">
                  <c:v>402.71703432545945</c:v>
                </c:pt>
                <c:pt idx="11797">
                  <c:v>401.79081084894034</c:v>
                </c:pt>
                <c:pt idx="11798">
                  <c:v>401.79081084894034</c:v>
                </c:pt>
                <c:pt idx="11799">
                  <c:v>400.86671762730333</c:v>
                </c:pt>
                <c:pt idx="11800">
                  <c:v>399.94474976109768</c:v>
                </c:pt>
                <c:pt idx="11801">
                  <c:v>399.02490236214237</c:v>
                </c:pt>
                <c:pt idx="11802">
                  <c:v>399.02490236214237</c:v>
                </c:pt>
                <c:pt idx="11803">
                  <c:v>398.10717055349761</c:v>
                </c:pt>
                <c:pt idx="11804">
                  <c:v>397.19154946944076</c:v>
                </c:pt>
                <c:pt idx="11805">
                  <c:v>396.27803425543959</c:v>
                </c:pt>
                <c:pt idx="11806">
                  <c:v>396.27803425543959</c:v>
                </c:pt>
                <c:pt idx="11807">
                  <c:v>395.36662006812816</c:v>
                </c:pt>
                <c:pt idx="11808">
                  <c:v>394.45730207527873</c:v>
                </c:pt>
                <c:pt idx="11809">
                  <c:v>393.55007545577786</c:v>
                </c:pt>
                <c:pt idx="11810">
                  <c:v>393.55007545577786</c:v>
                </c:pt>
                <c:pt idx="11811">
                  <c:v>392.64493539959994</c:v>
                </c:pt>
                <c:pt idx="11812">
                  <c:v>391.7418771077833</c:v>
                </c:pt>
                <c:pt idx="11813">
                  <c:v>390.84089579240231</c:v>
                </c:pt>
                <c:pt idx="11814">
                  <c:v>390.84089579240231</c:v>
                </c:pt>
                <c:pt idx="11815">
                  <c:v>389.94198667654376</c:v>
                </c:pt>
                <c:pt idx="11816">
                  <c:v>389.04514499428063</c:v>
                </c:pt>
                <c:pt idx="11817">
                  <c:v>388.15036599064837</c:v>
                </c:pt>
                <c:pt idx="11818">
                  <c:v>388.15036599064837</c:v>
                </c:pt>
                <c:pt idx="11819">
                  <c:v>387.25764492161738</c:v>
                </c:pt>
                <c:pt idx="11820">
                  <c:v>386.36697705406942</c:v>
                </c:pt>
                <c:pt idx="11821">
                  <c:v>385.4783576657718</c:v>
                </c:pt>
                <c:pt idx="11822">
                  <c:v>385.4783576657718</c:v>
                </c:pt>
                <c:pt idx="11823">
                  <c:v>384.59178204535363</c:v>
                </c:pt>
                <c:pt idx="11824">
                  <c:v>383.7072454922789</c:v>
                </c:pt>
                <c:pt idx="11825">
                  <c:v>382.82474331682289</c:v>
                </c:pt>
                <c:pt idx="11826">
                  <c:v>382.82474331682289</c:v>
                </c:pt>
                <c:pt idx="11827">
                  <c:v>381.9442708400465</c:v>
                </c:pt>
                <c:pt idx="11828">
                  <c:v>381.06582339377303</c:v>
                </c:pt>
                <c:pt idx="11829">
                  <c:v>380.18939632056163</c:v>
                </c:pt>
                <c:pt idx="11830">
                  <c:v>380.18939632056163</c:v>
                </c:pt>
                <c:pt idx="11831">
                  <c:v>379.31498497368244</c:v>
                </c:pt>
                <c:pt idx="11832">
                  <c:v>378.44258471709355</c:v>
                </c:pt>
                <c:pt idx="11833">
                  <c:v>377.57219092541635</c:v>
                </c:pt>
                <c:pt idx="11834">
                  <c:v>377.57219092541635</c:v>
                </c:pt>
                <c:pt idx="11835">
                  <c:v>376.70379898390922</c:v>
                </c:pt>
                <c:pt idx="11836">
                  <c:v>375.83740428844459</c:v>
                </c:pt>
                <c:pt idx="11837">
                  <c:v>374.97300224548371</c:v>
                </c:pt>
                <c:pt idx="11838">
                  <c:v>374.97300224548371</c:v>
                </c:pt>
                <c:pt idx="11839">
                  <c:v>374.11058827205358</c:v>
                </c:pt>
                <c:pt idx="11840">
                  <c:v>373.2501577957209</c:v>
                </c:pt>
                <c:pt idx="11841">
                  <c:v>372.39170625456887</c:v>
                </c:pt>
                <c:pt idx="11842">
                  <c:v>372.39170625456887</c:v>
                </c:pt>
                <c:pt idx="11843">
                  <c:v>371.53522909717265</c:v>
                </c:pt>
                <c:pt idx="11844">
                  <c:v>370.6807217825762</c:v>
                </c:pt>
                <c:pt idx="11845">
                  <c:v>369.82817978026645</c:v>
                </c:pt>
                <c:pt idx="11846">
                  <c:v>369.82817978026645</c:v>
                </c:pt>
                <c:pt idx="11847">
                  <c:v>368.97759857015063</c:v>
                </c:pt>
                <c:pt idx="11848">
                  <c:v>368.12897364253149</c:v>
                </c:pt>
                <c:pt idx="11849">
                  <c:v>367.28230049808479</c:v>
                </c:pt>
                <c:pt idx="11850">
                  <c:v>367.28230049808479</c:v>
                </c:pt>
                <c:pt idx="11851">
                  <c:v>366.43757464783346</c:v>
                </c:pt>
                <c:pt idx="11852">
                  <c:v>365.59479161312515</c:v>
                </c:pt>
                <c:pt idx="11853">
                  <c:v>364.75394692560781</c:v>
                </c:pt>
                <c:pt idx="11854">
                  <c:v>364.75394692560781</c:v>
                </c:pt>
                <c:pt idx="11855">
                  <c:v>363.9150361272072</c:v>
                </c:pt>
                <c:pt idx="11856">
                  <c:v>363.07805477010152</c:v>
                </c:pt>
                <c:pt idx="11857">
                  <c:v>362.24299841669881</c:v>
                </c:pt>
                <c:pt idx="11858">
                  <c:v>362.24299841669881</c:v>
                </c:pt>
                <c:pt idx="11859">
                  <c:v>361.40986263961327</c:v>
                </c:pt>
                <c:pt idx="11860">
                  <c:v>360.57864302164245</c:v>
                </c:pt>
                <c:pt idx="11861">
                  <c:v>359.74933515574241</c:v>
                </c:pt>
                <c:pt idx="11862">
                  <c:v>359.74933515574241</c:v>
                </c:pt>
                <c:pt idx="11863">
                  <c:v>358.92193464500571</c:v>
                </c:pt>
                <c:pt idx="11864">
                  <c:v>358.09643710263595</c:v>
                </c:pt>
                <c:pt idx="11865">
                  <c:v>357.27283815192919</c:v>
                </c:pt>
                <c:pt idx="11866">
                  <c:v>357.27283815192919</c:v>
                </c:pt>
                <c:pt idx="11867">
                  <c:v>356.45113342624461</c:v>
                </c:pt>
                <c:pt idx="11868">
                  <c:v>355.63131856898576</c:v>
                </c:pt>
                <c:pt idx="11869">
                  <c:v>354.81338923357566</c:v>
                </c:pt>
                <c:pt idx="11870">
                  <c:v>353.99734108343495</c:v>
                </c:pt>
                <c:pt idx="11871">
                  <c:v>353.99734108343495</c:v>
                </c:pt>
                <c:pt idx="11872">
                  <c:v>353.18316979195725</c:v>
                </c:pt>
                <c:pt idx="11873">
                  <c:v>352.37087104248752</c:v>
                </c:pt>
                <c:pt idx="11874">
                  <c:v>351.56044052829827</c:v>
                </c:pt>
                <c:pt idx="11875">
                  <c:v>351.56044052829827</c:v>
                </c:pt>
                <c:pt idx="11876">
                  <c:v>350.75187395256819</c:v>
                </c:pt>
                <c:pt idx="11877">
                  <c:v>349.94516702835756</c:v>
                </c:pt>
                <c:pt idx="11878">
                  <c:v>349.14031547858644</c:v>
                </c:pt>
                <c:pt idx="11879">
                  <c:v>349.14031547858644</c:v>
                </c:pt>
                <c:pt idx="11880">
                  <c:v>348.33731503601189</c:v>
                </c:pt>
                <c:pt idx="11881">
                  <c:v>347.53616144320597</c:v>
                </c:pt>
                <c:pt idx="11882">
                  <c:v>346.73685045253183</c:v>
                </c:pt>
                <c:pt idx="11883">
                  <c:v>346.73685045253183</c:v>
                </c:pt>
                <c:pt idx="11884">
                  <c:v>345.93937782612221</c:v>
                </c:pt>
                <c:pt idx="11885">
                  <c:v>345.14373933585625</c:v>
                </c:pt>
                <c:pt idx="11886">
                  <c:v>344.34993076333859</c:v>
                </c:pt>
                <c:pt idx="11887">
                  <c:v>344.34993076333859</c:v>
                </c:pt>
                <c:pt idx="11888">
                  <c:v>343.55794789987476</c:v>
                </c:pt>
                <c:pt idx="11889">
                  <c:v>342.76778654645057</c:v>
                </c:pt>
                <c:pt idx="11890">
                  <c:v>341.97944251370882</c:v>
                </c:pt>
                <c:pt idx="11891">
                  <c:v>341.97944251370882</c:v>
                </c:pt>
                <c:pt idx="11892">
                  <c:v>341.1929116219286</c:v>
                </c:pt>
                <c:pt idx="11893">
                  <c:v>340.40818970100099</c:v>
                </c:pt>
                <c:pt idx="11894">
                  <c:v>339.6252725904086</c:v>
                </c:pt>
                <c:pt idx="11895">
                  <c:v>339.6252725904086</c:v>
                </c:pt>
                <c:pt idx="11896">
                  <c:v>338.84415613920248</c:v>
                </c:pt>
                <c:pt idx="11897">
                  <c:v>338.06483620598158</c:v>
                </c:pt>
                <c:pt idx="11898">
                  <c:v>337.28730865886894</c:v>
                </c:pt>
                <c:pt idx="11899">
                  <c:v>337.28730865886894</c:v>
                </c:pt>
                <c:pt idx="11900">
                  <c:v>336.51156937549115</c:v>
                </c:pt>
                <c:pt idx="11901">
                  <c:v>335.73761424295458</c:v>
                </c:pt>
                <c:pt idx="11902">
                  <c:v>334.96543915782792</c:v>
                </c:pt>
                <c:pt idx="11903">
                  <c:v>334.96543915782792</c:v>
                </c:pt>
                <c:pt idx="11904">
                  <c:v>334.19504002611455</c:v>
                </c:pt>
                <c:pt idx="11905">
                  <c:v>333.42641276323531</c:v>
                </c:pt>
                <c:pt idx="11906">
                  <c:v>332.65955329400464</c:v>
                </c:pt>
                <c:pt idx="11907">
                  <c:v>332.65955329400464</c:v>
                </c:pt>
                <c:pt idx="11908">
                  <c:v>331.89445755261056</c:v>
                </c:pt>
                <c:pt idx="11909">
                  <c:v>331.13112148259137</c:v>
                </c:pt>
                <c:pt idx="11910">
                  <c:v>330.36954103681512</c:v>
                </c:pt>
                <c:pt idx="11911">
                  <c:v>330.36954103681512</c:v>
                </c:pt>
                <c:pt idx="11912">
                  <c:v>329.60971217745788</c:v>
                </c:pt>
                <c:pt idx="11913">
                  <c:v>328.85163087598318</c:v>
                </c:pt>
                <c:pt idx="11914">
                  <c:v>328.09529311311923</c:v>
                </c:pt>
                <c:pt idx="11915">
                  <c:v>328.09529311311923</c:v>
                </c:pt>
                <c:pt idx="11916">
                  <c:v>327.34069487883846</c:v>
                </c:pt>
                <c:pt idx="11917">
                  <c:v>326.58783217233588</c:v>
                </c:pt>
                <c:pt idx="11918">
                  <c:v>325.83670100200885</c:v>
                </c:pt>
                <c:pt idx="11919">
                  <c:v>325.83670100200885</c:v>
                </c:pt>
                <c:pt idx="11920">
                  <c:v>325.08729738543457</c:v>
                </c:pt>
                <c:pt idx="11921">
                  <c:v>324.33961734934945</c:v>
                </c:pt>
                <c:pt idx="11922">
                  <c:v>323.59365692962825</c:v>
                </c:pt>
                <c:pt idx="11923">
                  <c:v>323.59365692962825</c:v>
                </c:pt>
                <c:pt idx="11924">
                  <c:v>322.84941217126362</c:v>
                </c:pt>
                <c:pt idx="11925">
                  <c:v>322.10687912834356</c:v>
                </c:pt>
                <c:pt idx="11926">
                  <c:v>321.36605386403193</c:v>
                </c:pt>
                <c:pt idx="11927">
                  <c:v>321.36605386403193</c:v>
                </c:pt>
                <c:pt idx="11928">
                  <c:v>320.62693245054652</c:v>
                </c:pt>
                <c:pt idx="11929">
                  <c:v>319.88951096913979</c:v>
                </c:pt>
                <c:pt idx="11930">
                  <c:v>319.1537855100762</c:v>
                </c:pt>
                <c:pt idx="11931">
                  <c:v>319.1537855100762</c:v>
                </c:pt>
                <c:pt idx="11932">
                  <c:v>318.41975217261262</c:v>
                </c:pt>
                <c:pt idx="11933">
                  <c:v>317.68740706497698</c:v>
                </c:pt>
                <c:pt idx="11934">
                  <c:v>316.95674630434905</c:v>
                </c:pt>
                <c:pt idx="11935">
                  <c:v>316.95674630434905</c:v>
                </c:pt>
                <c:pt idx="11936">
                  <c:v>316.22776601683825</c:v>
                </c:pt>
                <c:pt idx="11937">
                  <c:v>315.50046233746303</c:v>
                </c:pt>
                <c:pt idx="11938">
                  <c:v>314.77483141013198</c:v>
                </c:pt>
                <c:pt idx="11939">
                  <c:v>314.77483141013198</c:v>
                </c:pt>
                <c:pt idx="11940">
                  <c:v>314.05086938762196</c:v>
                </c:pt>
                <c:pt idx="11941">
                  <c:v>313.32857243155883</c:v>
                </c:pt>
                <c:pt idx="11942">
                  <c:v>312.60793671239583</c:v>
                </c:pt>
                <c:pt idx="11943">
                  <c:v>312.60793671239583</c:v>
                </c:pt>
                <c:pt idx="11944">
                  <c:v>311.88895840939409</c:v>
                </c:pt>
                <c:pt idx="11945">
                  <c:v>311.17163371060195</c:v>
                </c:pt>
                <c:pt idx="11946">
                  <c:v>310.45595881283577</c:v>
                </c:pt>
                <c:pt idx="11947">
                  <c:v>310.45595881283577</c:v>
                </c:pt>
                <c:pt idx="11948">
                  <c:v>309.74192992165831</c:v>
                </c:pt>
                <c:pt idx="11949">
                  <c:v>309.02954325135937</c:v>
                </c:pt>
                <c:pt idx="11950">
                  <c:v>308.31879502493553</c:v>
                </c:pt>
                <c:pt idx="11951">
                  <c:v>308.31879502493553</c:v>
                </c:pt>
                <c:pt idx="11952">
                  <c:v>307.60968147407101</c:v>
                </c:pt>
                <c:pt idx="11953">
                  <c:v>306.90219883911595</c:v>
                </c:pt>
                <c:pt idx="11954">
                  <c:v>306.19634336906802</c:v>
                </c:pt>
                <c:pt idx="11955">
                  <c:v>306.19634336906802</c:v>
                </c:pt>
                <c:pt idx="11956">
                  <c:v>305.49211132155142</c:v>
                </c:pt>
                <c:pt idx="11957">
                  <c:v>304.78949896279846</c:v>
                </c:pt>
                <c:pt idx="11958">
                  <c:v>304.0885025676281</c:v>
                </c:pt>
                <c:pt idx="11959">
                  <c:v>304.0885025676281</c:v>
                </c:pt>
                <c:pt idx="11960">
                  <c:v>303.38911841942729</c:v>
                </c:pt>
                <c:pt idx="11961">
                  <c:v>302.69134281013061</c:v>
                </c:pt>
                <c:pt idx="11962">
                  <c:v>301.99517204020168</c:v>
                </c:pt>
                <c:pt idx="11963">
                  <c:v>301.30060241861224</c:v>
                </c:pt>
                <c:pt idx="11964">
                  <c:v>301.30060241861224</c:v>
                </c:pt>
                <c:pt idx="11965">
                  <c:v>300.60763026282331</c:v>
                </c:pt>
                <c:pt idx="11966">
                  <c:v>299.9162518987651</c:v>
                </c:pt>
                <c:pt idx="11967">
                  <c:v>299.22646366081898</c:v>
                </c:pt>
                <c:pt idx="11968">
                  <c:v>299.22646366081898</c:v>
                </c:pt>
                <c:pt idx="11969">
                  <c:v>298.53826189179608</c:v>
                </c:pt>
                <c:pt idx="11970">
                  <c:v>297.8516429429194</c:v>
                </c:pt>
                <c:pt idx="11971">
                  <c:v>297.16660317380257</c:v>
                </c:pt>
                <c:pt idx="11972">
                  <c:v>297.16660317380257</c:v>
                </c:pt>
                <c:pt idx="11973">
                  <c:v>296.4831389524345</c:v>
                </c:pt>
                <c:pt idx="11974">
                  <c:v>295.8012466551549</c:v>
                </c:pt>
                <c:pt idx="11975">
                  <c:v>295.12092266663893</c:v>
                </c:pt>
                <c:pt idx="11976">
                  <c:v>295.12092266663893</c:v>
                </c:pt>
                <c:pt idx="11977">
                  <c:v>294.44216337987632</c:v>
                </c:pt>
                <c:pt idx="11978">
                  <c:v>293.7649651961533</c:v>
                </c:pt>
                <c:pt idx="11979">
                  <c:v>293.08932452503234</c:v>
                </c:pt>
                <c:pt idx="11980">
                  <c:v>293.08932452503234</c:v>
                </c:pt>
                <c:pt idx="11981">
                  <c:v>292.4152377843339</c:v>
                </c:pt>
                <c:pt idx="11982">
                  <c:v>291.7427014001168</c:v>
                </c:pt>
                <c:pt idx="11983">
                  <c:v>291.07171180666069</c:v>
                </c:pt>
                <c:pt idx="11984">
                  <c:v>291.07171180666069</c:v>
                </c:pt>
                <c:pt idx="11985">
                  <c:v>290.40226544644531</c:v>
                </c:pt>
                <c:pt idx="11986">
                  <c:v>289.73435877013259</c:v>
                </c:pt>
                <c:pt idx="11987">
                  <c:v>289.06798823654765</c:v>
                </c:pt>
                <c:pt idx="11988">
                  <c:v>289.06798823654765</c:v>
                </c:pt>
                <c:pt idx="11989">
                  <c:v>288.40315031266073</c:v>
                </c:pt>
                <c:pt idx="11990">
                  <c:v>287.73984147356708</c:v>
                </c:pt>
                <c:pt idx="11991">
                  <c:v>287.07805820246932</c:v>
                </c:pt>
                <c:pt idx="11992">
                  <c:v>287.07805820246932</c:v>
                </c:pt>
                <c:pt idx="11993">
                  <c:v>286.41779699065813</c:v>
                </c:pt>
                <c:pt idx="11994">
                  <c:v>285.75905433749477</c:v>
                </c:pt>
                <c:pt idx="11995">
                  <c:v>285.10182675039107</c:v>
                </c:pt>
                <c:pt idx="11996">
                  <c:v>285.10182675039107</c:v>
                </c:pt>
                <c:pt idx="11997">
                  <c:v>284.44611074479178</c:v>
                </c:pt>
                <c:pt idx="11998">
                  <c:v>283.79190284415563</c:v>
                </c:pt>
                <c:pt idx="11999">
                  <c:v>283.13919957993795</c:v>
                </c:pt>
                <c:pt idx="12000">
                  <c:v>283.13919957993795</c:v>
                </c:pt>
                <c:pt idx="12001">
                  <c:v>282.48799749157081</c:v>
                </c:pt>
                <c:pt idx="12002">
                  <c:v>281.83829312644554</c:v>
                </c:pt>
                <c:pt idx="12003">
                  <c:v>281.19008303989403</c:v>
                </c:pt>
                <c:pt idx="12004">
                  <c:v>281.19008303989403</c:v>
                </c:pt>
                <c:pt idx="12005">
                  <c:v>280.54336379517139</c:v>
                </c:pt>
                <c:pt idx="12006">
                  <c:v>279.89813196343636</c:v>
                </c:pt>
                <c:pt idx="12007">
                  <c:v>279.25438412373416</c:v>
                </c:pt>
                <c:pt idx="12008">
                  <c:v>279.25438412373416</c:v>
                </c:pt>
                <c:pt idx="12009">
                  <c:v>278.61211686297696</c:v>
                </c:pt>
                <c:pt idx="12010">
                  <c:v>277.97132677592907</c:v>
                </c:pt>
                <c:pt idx="12011">
                  <c:v>277.33201046518434</c:v>
                </c:pt>
                <c:pt idx="12012">
                  <c:v>277.33201046518434</c:v>
                </c:pt>
                <c:pt idx="12013">
                  <c:v>276.69416454115151</c:v>
                </c:pt>
                <c:pt idx="12014">
                  <c:v>276.05778562203471</c:v>
                </c:pt>
                <c:pt idx="12015">
                  <c:v>275.42287033381683</c:v>
                </c:pt>
                <c:pt idx="12016">
                  <c:v>275.42287033381683</c:v>
                </c:pt>
                <c:pt idx="12017">
                  <c:v>274.78941531023992</c:v>
                </c:pt>
                <c:pt idx="12018">
                  <c:v>274.15741719278856</c:v>
                </c:pt>
                <c:pt idx="12019">
                  <c:v>273.52687263067133</c:v>
                </c:pt>
                <c:pt idx="12020">
                  <c:v>273.52687263067133</c:v>
                </c:pt>
                <c:pt idx="12021">
                  <c:v>272.89777828080423</c:v>
                </c:pt>
                <c:pt idx="12022">
                  <c:v>272.27013080779142</c:v>
                </c:pt>
                <c:pt idx="12023">
                  <c:v>271.64392688390848</c:v>
                </c:pt>
                <c:pt idx="12024">
                  <c:v>271.64392688390848</c:v>
                </c:pt>
                <c:pt idx="12025">
                  <c:v>271.01916318908434</c:v>
                </c:pt>
                <c:pt idx="12026">
                  <c:v>270.3958364108845</c:v>
                </c:pt>
                <c:pt idx="12027">
                  <c:v>269.77394324449216</c:v>
                </c:pt>
                <c:pt idx="12028">
                  <c:v>269.77394324449216</c:v>
                </c:pt>
                <c:pt idx="12029">
                  <c:v>269.15348039269179</c:v>
                </c:pt>
                <c:pt idx="12030">
                  <c:v>268.53444456585078</c:v>
                </c:pt>
                <c:pt idx="12031">
                  <c:v>267.91683248190327</c:v>
                </c:pt>
                <c:pt idx="12032">
                  <c:v>267.91683248190327</c:v>
                </c:pt>
                <c:pt idx="12033">
                  <c:v>267.30064086633126</c:v>
                </c:pt>
                <c:pt idx="12034">
                  <c:v>266.68586645214816</c:v>
                </c:pt>
                <c:pt idx="12035">
                  <c:v>266.07250597988093</c:v>
                </c:pt>
                <c:pt idx="12036">
                  <c:v>266.07250597988093</c:v>
                </c:pt>
                <c:pt idx="12037">
                  <c:v>265.46055619755396</c:v>
                </c:pt>
                <c:pt idx="12038">
                  <c:v>264.85001386067012</c:v>
                </c:pt>
                <c:pt idx="12039">
                  <c:v>264.24087573219481</c:v>
                </c:pt>
                <c:pt idx="12040">
                  <c:v>264.24087573219481</c:v>
                </c:pt>
                <c:pt idx="12041">
                  <c:v>263.63313858253792</c:v>
                </c:pt>
                <c:pt idx="12042">
                  <c:v>263.02679918953817</c:v>
                </c:pt>
                <c:pt idx="12043">
                  <c:v>262.42185433844446</c:v>
                </c:pt>
                <c:pt idx="12044">
                  <c:v>262.42185433844446</c:v>
                </c:pt>
                <c:pt idx="12045">
                  <c:v>261.81830082189884</c:v>
                </c:pt>
                <c:pt idx="12046">
                  <c:v>261.21613543992078</c:v>
                </c:pt>
                <c:pt idx="12047">
                  <c:v>260.61535499988975</c:v>
                </c:pt>
                <c:pt idx="12048">
                  <c:v>260.61535499988975</c:v>
                </c:pt>
                <c:pt idx="12049">
                  <c:v>260.01595631652742</c:v>
                </c:pt>
                <c:pt idx="12050">
                  <c:v>259.41793621188168</c:v>
                </c:pt>
                <c:pt idx="12051">
                  <c:v>258.82129151530927</c:v>
                </c:pt>
                <c:pt idx="12052">
                  <c:v>258.22601906345977</c:v>
                </c:pt>
                <c:pt idx="12053">
                  <c:v>258.22601906345977</c:v>
                </c:pt>
                <c:pt idx="12054">
                  <c:v>257.63211570025771</c:v>
                </c:pt>
                <c:pt idx="12055">
                  <c:v>257.03957827688663</c:v>
                </c:pt>
                <c:pt idx="12056">
                  <c:v>256.4484036517718</c:v>
                </c:pt>
                <c:pt idx="12057">
                  <c:v>256.4484036517718</c:v>
                </c:pt>
                <c:pt idx="12058">
                  <c:v>255.85858869056469</c:v>
                </c:pt>
                <c:pt idx="12059">
                  <c:v>255.27013026612485</c:v>
                </c:pt>
                <c:pt idx="12060">
                  <c:v>254.6830252585043</c:v>
                </c:pt>
                <c:pt idx="12061">
                  <c:v>254.6830252585043</c:v>
                </c:pt>
                <c:pt idx="12062">
                  <c:v>254.09727055493053</c:v>
                </c:pt>
                <c:pt idx="12063">
                  <c:v>253.51286304979084</c:v>
                </c:pt>
                <c:pt idx="12064">
                  <c:v>252.92979964461458</c:v>
                </c:pt>
                <c:pt idx="12065">
                  <c:v>252.92979964461458</c:v>
                </c:pt>
                <c:pt idx="12066">
                  <c:v>252.34807724805765</c:v>
                </c:pt>
                <c:pt idx="12067">
                  <c:v>251.76769277588554</c:v>
                </c:pt>
                <c:pt idx="12068">
                  <c:v>251.18864315095806</c:v>
                </c:pt>
                <c:pt idx="12069">
                  <c:v>251.18864315095806</c:v>
                </c:pt>
                <c:pt idx="12070">
                  <c:v>250.61092530321147</c:v>
                </c:pt>
                <c:pt idx="12071">
                  <c:v>250.03453616964327</c:v>
                </c:pt>
                <c:pt idx="12072">
                  <c:v>249.45947269429544</c:v>
                </c:pt>
                <c:pt idx="12073">
                  <c:v>249.45947269429544</c:v>
                </c:pt>
                <c:pt idx="12074">
                  <c:v>248.8857318282391</c:v>
                </c:pt>
                <c:pt idx="12075">
                  <c:v>248.31331052955707</c:v>
                </c:pt>
                <c:pt idx="12076">
                  <c:v>247.74220576332866</c:v>
                </c:pt>
                <c:pt idx="12077">
                  <c:v>247.74220576332866</c:v>
                </c:pt>
                <c:pt idx="12078">
                  <c:v>247.17241450161296</c:v>
                </c:pt>
                <c:pt idx="12079">
                  <c:v>246.6039337234339</c:v>
                </c:pt>
                <c:pt idx="12080">
                  <c:v>246.03676041476297</c:v>
                </c:pt>
                <c:pt idx="12081">
                  <c:v>246.03676041476297</c:v>
                </c:pt>
                <c:pt idx="12082">
                  <c:v>245.4708915685033</c:v>
                </c:pt>
                <c:pt idx="12083">
                  <c:v>244.90632418447464</c:v>
                </c:pt>
                <c:pt idx="12084">
                  <c:v>244.34305526939735</c:v>
                </c:pt>
                <c:pt idx="12085">
                  <c:v>244.34305526939735</c:v>
                </c:pt>
                <c:pt idx="12086">
                  <c:v>243.78108183687544</c:v>
                </c:pt>
                <c:pt idx="12087">
                  <c:v>243.22040090738176</c:v>
                </c:pt>
                <c:pt idx="12088">
                  <c:v>242.66100950824162</c:v>
                </c:pt>
                <c:pt idx="12089">
                  <c:v>242.66100950824162</c:v>
                </c:pt>
                <c:pt idx="12090">
                  <c:v>242.10290467361793</c:v>
                </c:pt>
                <c:pt idx="12091">
                  <c:v>241.5460834444942</c:v>
                </c:pt>
                <c:pt idx="12092">
                  <c:v>240.9905428686597</c:v>
                </c:pt>
                <c:pt idx="12093">
                  <c:v>240.9905428686597</c:v>
                </c:pt>
                <c:pt idx="12094">
                  <c:v>240.43628000069339</c:v>
                </c:pt>
                <c:pt idx="12095">
                  <c:v>239.88329190194912</c:v>
                </c:pt>
                <c:pt idx="12096">
                  <c:v>239.33157564053889</c:v>
                </c:pt>
                <c:pt idx="12097">
                  <c:v>239.33157564053889</c:v>
                </c:pt>
                <c:pt idx="12098">
                  <c:v>238.78112829131794</c:v>
                </c:pt>
                <c:pt idx="12099">
                  <c:v>238.23194693586902</c:v>
                </c:pt>
                <c:pt idx="12100">
                  <c:v>237.68402866248772</c:v>
                </c:pt>
                <c:pt idx="12101">
                  <c:v>237.68402866248772</c:v>
                </c:pt>
                <c:pt idx="12102">
                  <c:v>237.13737056616563</c:v>
                </c:pt>
                <c:pt idx="12103">
                  <c:v>236.59196974857596</c:v>
                </c:pt>
                <c:pt idx="12104">
                  <c:v>236.04782331805788</c:v>
                </c:pt>
                <c:pt idx="12105">
                  <c:v>236.04782331805788</c:v>
                </c:pt>
                <c:pt idx="12106">
                  <c:v>235.50492838960096</c:v>
                </c:pt>
                <c:pt idx="12107">
                  <c:v>234.96328208483078</c:v>
                </c:pt>
                <c:pt idx="12108">
                  <c:v>234.42288153199232</c:v>
                </c:pt>
                <c:pt idx="12109">
                  <c:v>234.42288153199232</c:v>
                </c:pt>
                <c:pt idx="12110">
                  <c:v>233.88372386593562</c:v>
                </c:pt>
                <c:pt idx="12111">
                  <c:v>233.34580622810026</c:v>
                </c:pt>
                <c:pt idx="12112">
                  <c:v>232.80912576650084</c:v>
                </c:pt>
                <c:pt idx="12113">
                  <c:v>232.80912576650084</c:v>
                </c:pt>
                <c:pt idx="12114">
                  <c:v>232.27367963571075</c:v>
                </c:pt>
                <c:pt idx="12115">
                  <c:v>231.73946499684817</c:v>
                </c:pt>
                <c:pt idx="12116">
                  <c:v>231.20647901755942</c:v>
                </c:pt>
                <c:pt idx="12117">
                  <c:v>231.20647901755942</c:v>
                </c:pt>
                <c:pt idx="12118">
                  <c:v>230.67471887200711</c:v>
                </c:pt>
                <c:pt idx="12119">
                  <c:v>230.14418174085108</c:v>
                </c:pt>
                <c:pt idx="12120">
                  <c:v>229.61486481123649</c:v>
                </c:pt>
                <c:pt idx="12121">
                  <c:v>229.61486481123649</c:v>
                </c:pt>
                <c:pt idx="12122">
                  <c:v>229.08676527677744</c:v>
                </c:pt>
                <c:pt idx="12123">
                  <c:v>228.55988033754318</c:v>
                </c:pt>
                <c:pt idx="12124">
                  <c:v>228.034207200042</c:v>
                </c:pt>
                <c:pt idx="12125">
                  <c:v>228.034207200042</c:v>
                </c:pt>
                <c:pt idx="12126">
                  <c:v>227.5097430772073</c:v>
                </c:pt>
                <c:pt idx="12127">
                  <c:v>226.98648518838229</c:v>
                </c:pt>
                <c:pt idx="12128">
                  <c:v>226.46443075930611</c:v>
                </c:pt>
                <c:pt idx="12129">
                  <c:v>226.46443075930611</c:v>
                </c:pt>
                <c:pt idx="12130">
                  <c:v>225.94357702209794</c:v>
                </c:pt>
                <c:pt idx="12131">
                  <c:v>225.42392121524315</c:v>
                </c:pt>
                <c:pt idx="12132">
                  <c:v>224.90546058357816</c:v>
                </c:pt>
                <c:pt idx="12133">
                  <c:v>224.90546058357816</c:v>
                </c:pt>
                <c:pt idx="12134">
                  <c:v>224.38819237827673</c:v>
                </c:pt>
                <c:pt idx="12135">
                  <c:v>223.87211385683412</c:v>
                </c:pt>
                <c:pt idx="12136">
                  <c:v>223.35722228305335</c:v>
                </c:pt>
                <c:pt idx="12137">
                  <c:v>223.35722228305335</c:v>
                </c:pt>
                <c:pt idx="12138">
                  <c:v>222.84351492703041</c:v>
                </c:pt>
                <c:pt idx="12139">
                  <c:v>222.33098906514039</c:v>
                </c:pt>
                <c:pt idx="12140">
                  <c:v>221.819641980022</c:v>
                </c:pt>
                <c:pt idx="12141">
                  <c:v>221.819641980022</c:v>
                </c:pt>
                <c:pt idx="12142">
                  <c:v>221.30947096056391</c:v>
                </c:pt>
                <c:pt idx="12143">
                  <c:v>220.80047330188998</c:v>
                </c:pt>
                <c:pt idx="12144">
                  <c:v>220.29264630534567</c:v>
                </c:pt>
                <c:pt idx="12145">
                  <c:v>219.78598727848257</c:v>
                </c:pt>
                <c:pt idx="12146">
                  <c:v>219.78598727848257</c:v>
                </c:pt>
                <c:pt idx="12147">
                  <c:v>219.280493535045</c:v>
                </c:pt>
                <c:pt idx="12148">
                  <c:v>218.77616239495524</c:v>
                </c:pt>
                <c:pt idx="12149">
                  <c:v>218.27299118430017</c:v>
                </c:pt>
                <c:pt idx="12150">
                  <c:v>218.27299118430017</c:v>
                </c:pt>
                <c:pt idx="12151">
                  <c:v>217.77097723531611</c:v>
                </c:pt>
                <c:pt idx="12152">
                  <c:v>217.27011788637475</c:v>
                </c:pt>
                <c:pt idx="12153">
                  <c:v>216.77041048196961</c:v>
                </c:pt>
                <c:pt idx="12154">
                  <c:v>216.77041048196961</c:v>
                </c:pt>
                <c:pt idx="12155">
                  <c:v>216.2718523727022</c:v>
                </c:pt>
                <c:pt idx="12156">
                  <c:v>215.77444091526687</c:v>
                </c:pt>
                <c:pt idx="12157">
                  <c:v>215.27817347243754</c:v>
                </c:pt>
                <c:pt idx="12158">
                  <c:v>215.27817347243754</c:v>
                </c:pt>
                <c:pt idx="12159">
                  <c:v>214.78304741305348</c:v>
                </c:pt>
                <c:pt idx="12160">
                  <c:v>214.28906011200598</c:v>
                </c:pt>
                <c:pt idx="12161">
                  <c:v>213.79620895022339</c:v>
                </c:pt>
                <c:pt idx="12162">
                  <c:v>213.79620895022339</c:v>
                </c:pt>
                <c:pt idx="12163">
                  <c:v>213.30449131465787</c:v>
                </c:pt>
                <c:pt idx="12164">
                  <c:v>212.81390459827128</c:v>
                </c:pt>
                <c:pt idx="12165">
                  <c:v>212.32444620002207</c:v>
                </c:pt>
                <c:pt idx="12166">
                  <c:v>212.32444620002207</c:v>
                </c:pt>
                <c:pt idx="12167">
                  <c:v>211.83611352485033</c:v>
                </c:pt>
                <c:pt idx="12168">
                  <c:v>211.34890398366485</c:v>
                </c:pt>
                <c:pt idx="12169">
                  <c:v>210.86281499332898</c:v>
                </c:pt>
                <c:pt idx="12170">
                  <c:v>210.86281499332898</c:v>
                </c:pt>
                <c:pt idx="12171">
                  <c:v>210.37784397664763</c:v>
                </c:pt>
                <c:pt idx="12172">
                  <c:v>209.89398836235253</c:v>
                </c:pt>
                <c:pt idx="12173">
                  <c:v>209.41124558508943</c:v>
                </c:pt>
                <c:pt idx="12174">
                  <c:v>209.41124558508943</c:v>
                </c:pt>
                <c:pt idx="12175">
                  <c:v>208.92961308540396</c:v>
                </c:pt>
                <c:pt idx="12176">
                  <c:v>208.44908830972895</c:v>
                </c:pt>
                <c:pt idx="12177">
                  <c:v>207.96966871036966</c:v>
                </c:pt>
                <c:pt idx="12178">
                  <c:v>207.96966871036966</c:v>
                </c:pt>
                <c:pt idx="12179">
                  <c:v>207.4913517454911</c:v>
                </c:pt>
                <c:pt idx="12180">
                  <c:v>207.0141348791042</c:v>
                </c:pt>
                <c:pt idx="12181">
                  <c:v>206.53801558105295</c:v>
                </c:pt>
                <c:pt idx="12182">
                  <c:v>206.53801558105295</c:v>
                </c:pt>
                <c:pt idx="12183">
                  <c:v>206.06299132700008</c:v>
                </c:pt>
                <c:pt idx="12184">
                  <c:v>205.58905959841428</c:v>
                </c:pt>
                <c:pt idx="12185">
                  <c:v>205.1162178825565</c:v>
                </c:pt>
                <c:pt idx="12186">
                  <c:v>205.1162178825565</c:v>
                </c:pt>
                <c:pt idx="12187">
                  <c:v>204.6444636724674</c:v>
                </c:pt>
                <c:pt idx="12188">
                  <c:v>204.17379446695315</c:v>
                </c:pt>
                <c:pt idx="12189">
                  <c:v>203.70420777057208</c:v>
                </c:pt>
                <c:pt idx="12190">
                  <c:v>203.70420777057208</c:v>
                </c:pt>
                <c:pt idx="12191">
                  <c:v>203.23570109362228</c:v>
                </c:pt>
                <c:pt idx="12192">
                  <c:v>202.76827195212834</c:v>
                </c:pt>
                <c:pt idx="12193">
                  <c:v>202.30191786782734</c:v>
                </c:pt>
                <c:pt idx="12194">
                  <c:v>202.30191786782734</c:v>
                </c:pt>
                <c:pt idx="12195">
                  <c:v>201.83663636815632</c:v>
                </c:pt>
                <c:pt idx="12196">
                  <c:v>201.37242498623891</c:v>
                </c:pt>
                <c:pt idx="12197">
                  <c:v>200.90928126087292</c:v>
                </c:pt>
                <c:pt idx="12198">
                  <c:v>200.90928126087292</c:v>
                </c:pt>
                <c:pt idx="12199">
                  <c:v>200.44720273651626</c:v>
                </c:pt>
                <c:pt idx="12200">
                  <c:v>199.9861869632746</c:v>
                </c:pt>
                <c:pt idx="12201">
                  <c:v>199.52623149688802</c:v>
                </c:pt>
                <c:pt idx="12202">
                  <c:v>199.52623149688802</c:v>
                </c:pt>
                <c:pt idx="12203">
                  <c:v>199.06733389871874</c:v>
                </c:pt>
                <c:pt idx="12204">
                  <c:v>198.60949173573727</c:v>
                </c:pt>
                <c:pt idx="12205">
                  <c:v>198.15270258050998</c:v>
                </c:pt>
                <c:pt idx="12206">
                  <c:v>198.15270258050998</c:v>
                </c:pt>
                <c:pt idx="12207">
                  <c:v>197.69696401118608</c:v>
                </c:pt>
                <c:pt idx="12208">
                  <c:v>197.24227361148544</c:v>
                </c:pt>
                <c:pt idx="12209">
                  <c:v>196.78862897068458</c:v>
                </c:pt>
                <c:pt idx="12210">
                  <c:v>196.78862897068458</c:v>
                </c:pt>
                <c:pt idx="12211">
                  <c:v>196.33602768360481</c:v>
                </c:pt>
                <c:pt idx="12212">
                  <c:v>195.88446735059898</c:v>
                </c:pt>
                <c:pt idx="12213">
                  <c:v>195.43394557753948</c:v>
                </c:pt>
                <c:pt idx="12214">
                  <c:v>195.43394557753948</c:v>
                </c:pt>
                <c:pt idx="12215">
                  <c:v>194.98445997580458</c:v>
                </c:pt>
                <c:pt idx="12216">
                  <c:v>194.53600816226637</c:v>
                </c:pt>
                <c:pt idx="12217">
                  <c:v>194.08858775927777</c:v>
                </c:pt>
                <c:pt idx="12218">
                  <c:v>194.08858775927777</c:v>
                </c:pt>
                <c:pt idx="12219">
                  <c:v>193.64219639466071</c:v>
                </c:pt>
                <c:pt idx="12220">
                  <c:v>193.19683170169245</c:v>
                </c:pt>
                <c:pt idx="12221">
                  <c:v>192.75249131909385</c:v>
                </c:pt>
                <c:pt idx="12222">
                  <c:v>192.75249131909385</c:v>
                </c:pt>
                <c:pt idx="12223">
                  <c:v>192.30917289101578</c:v>
                </c:pt>
                <c:pt idx="12224">
                  <c:v>191.8668740670291</c:v>
                </c:pt>
                <c:pt idx="12225">
                  <c:v>191.42559250210874</c:v>
                </c:pt>
                <c:pt idx="12226">
                  <c:v>191.42559250210874</c:v>
                </c:pt>
                <c:pt idx="12227">
                  <c:v>190.98532585662403</c:v>
                </c:pt>
                <c:pt idx="12228">
                  <c:v>190.54607179632481</c:v>
                </c:pt>
                <c:pt idx="12229">
                  <c:v>190.1078279923301</c:v>
                </c:pt>
                <c:pt idx="12230">
                  <c:v>190.1078279923301</c:v>
                </c:pt>
                <c:pt idx="12231">
                  <c:v>189.67059212111477</c:v>
                </c:pt>
                <c:pt idx="12232">
                  <c:v>189.23436186449771</c:v>
                </c:pt>
                <c:pt idx="12233">
                  <c:v>188.7991349096294</c:v>
                </c:pt>
                <c:pt idx="12234">
                  <c:v>188.36490894898014</c:v>
                </c:pt>
                <c:pt idx="12235">
                  <c:v>188.36490894898014</c:v>
                </c:pt>
                <c:pt idx="12236">
                  <c:v>187.93168168032696</c:v>
                </c:pt>
                <c:pt idx="12237">
                  <c:v>187.49945080674203</c:v>
                </c:pt>
                <c:pt idx="12238">
                  <c:v>187.06821403658009</c:v>
                </c:pt>
                <c:pt idx="12239">
                  <c:v>187.06821403658009</c:v>
                </c:pt>
                <c:pt idx="12240">
                  <c:v>186.63796908346706</c:v>
                </c:pt>
                <c:pt idx="12241">
                  <c:v>186.20871366628685</c:v>
                </c:pt>
                <c:pt idx="12242">
                  <c:v>185.78044550916997</c:v>
                </c:pt>
                <c:pt idx="12243">
                  <c:v>185.78044550916997</c:v>
                </c:pt>
                <c:pt idx="12244">
                  <c:v>185.35316234148115</c:v>
                </c:pt>
                <c:pt idx="12245">
                  <c:v>184.92686189780787</c:v>
                </c:pt>
                <c:pt idx="12246">
                  <c:v>184.50154191794743</c:v>
                </c:pt>
                <c:pt idx="12247">
                  <c:v>184.50154191794743</c:v>
                </c:pt>
                <c:pt idx="12248">
                  <c:v>184.07720014689568</c:v>
                </c:pt>
                <c:pt idx="12249">
                  <c:v>183.65383433483461</c:v>
                </c:pt>
                <c:pt idx="12250">
                  <c:v>183.23144223712117</c:v>
                </c:pt>
                <c:pt idx="12251">
                  <c:v>183.23144223712117</c:v>
                </c:pt>
                <c:pt idx="12252">
                  <c:v>182.81002161427432</c:v>
                </c:pt>
                <c:pt idx="12253">
                  <c:v>182.38957023196386</c:v>
                </c:pt>
                <c:pt idx="12254">
                  <c:v>181.9700858609983</c:v>
                </c:pt>
                <c:pt idx="12255">
                  <c:v>181.9700858609983</c:v>
                </c:pt>
                <c:pt idx="12256">
                  <c:v>181.55156627731353</c:v>
                </c:pt>
                <c:pt idx="12257">
                  <c:v>181.13400926196027</c:v>
                </c:pt>
                <c:pt idx="12258">
                  <c:v>180.71741260109292</c:v>
                </c:pt>
                <c:pt idx="12259">
                  <c:v>180.71741260109292</c:v>
                </c:pt>
                <c:pt idx="12260">
                  <c:v>180.30177408595682</c:v>
                </c:pt>
                <c:pt idx="12261">
                  <c:v>179.8870915128789</c:v>
                </c:pt>
                <c:pt idx="12262">
                  <c:v>179.47336268325282</c:v>
                </c:pt>
                <c:pt idx="12263">
                  <c:v>179.47336268325282</c:v>
                </c:pt>
                <c:pt idx="12264">
                  <c:v>179.06058540352961</c:v>
                </c:pt>
                <c:pt idx="12265">
                  <c:v>178.64875748520512</c:v>
                </c:pt>
                <c:pt idx="12266">
                  <c:v>178.23787674480903</c:v>
                </c:pt>
                <c:pt idx="12267">
                  <c:v>178.23787674480903</c:v>
                </c:pt>
                <c:pt idx="12268">
                  <c:v>177.82794100389242</c:v>
                </c:pt>
                <c:pt idx="12269">
                  <c:v>177.41894808901674</c:v>
                </c:pt>
                <c:pt idx="12270">
                  <c:v>177.01089583174229</c:v>
                </c:pt>
                <c:pt idx="12271">
                  <c:v>177.01089583174229</c:v>
                </c:pt>
                <c:pt idx="12272">
                  <c:v>176.60378206861651</c:v>
                </c:pt>
                <c:pt idx="12273">
                  <c:v>176.19760464116303</c:v>
                </c:pt>
                <c:pt idx="12274">
                  <c:v>175.79236139586939</c:v>
                </c:pt>
                <c:pt idx="12275">
                  <c:v>175.79236139586939</c:v>
                </c:pt>
                <c:pt idx="12276">
                  <c:v>175.38805018417628</c:v>
                </c:pt>
                <c:pt idx="12277">
                  <c:v>174.98466886246575</c:v>
                </c:pt>
                <c:pt idx="12278">
                  <c:v>174.58221529205045</c:v>
                </c:pt>
                <c:pt idx="12279">
                  <c:v>174.58221529205045</c:v>
                </c:pt>
                <c:pt idx="12280">
                  <c:v>174.18068733916152</c:v>
                </c:pt>
                <c:pt idx="12281">
                  <c:v>173.78008287493768</c:v>
                </c:pt>
                <c:pt idx="12282">
                  <c:v>173.38039977541382</c:v>
                </c:pt>
                <c:pt idx="12283">
                  <c:v>173.38039977541382</c:v>
                </c:pt>
                <c:pt idx="12284">
                  <c:v>172.98163592151019</c:v>
                </c:pt>
                <c:pt idx="12285">
                  <c:v>172.58378919902043</c:v>
                </c:pt>
                <c:pt idx="12286">
                  <c:v>172.18685749860083</c:v>
                </c:pt>
                <c:pt idx="12287">
                  <c:v>172.18685749860083</c:v>
                </c:pt>
                <c:pt idx="12288">
                  <c:v>171.79083871575881</c:v>
                </c:pt>
                <c:pt idx="12289">
                  <c:v>171.39573075084255</c:v>
                </c:pt>
                <c:pt idx="12290">
                  <c:v>171.00153150902881</c:v>
                </c:pt>
                <c:pt idx="12291">
                  <c:v>171.00153150902881</c:v>
                </c:pt>
                <c:pt idx="12292">
                  <c:v>170.60823890031244</c:v>
                </c:pt>
                <c:pt idx="12293">
                  <c:v>170.21585083949503</c:v>
                </c:pt>
                <c:pt idx="12294">
                  <c:v>169.82436524617444</c:v>
                </c:pt>
                <c:pt idx="12295">
                  <c:v>169.82436524617444</c:v>
                </c:pt>
                <c:pt idx="12296">
                  <c:v>169.43378004473303</c:v>
                </c:pt>
                <c:pt idx="12297">
                  <c:v>169.04409316432663</c:v>
                </c:pt>
                <c:pt idx="12298">
                  <c:v>168.65530253887422</c:v>
                </c:pt>
                <c:pt idx="12299">
                  <c:v>168.65530253887422</c:v>
                </c:pt>
                <c:pt idx="12300">
                  <c:v>168.26740610704687</c:v>
                </c:pt>
                <c:pt idx="12301">
                  <c:v>167.8804018122562</c:v>
                </c:pt>
                <c:pt idx="12302">
                  <c:v>167.49428760264394</c:v>
                </c:pt>
                <c:pt idx="12303">
                  <c:v>167.49428760264394</c:v>
                </c:pt>
                <c:pt idx="12304">
                  <c:v>167.10906143107084</c:v>
                </c:pt>
                <c:pt idx="12305">
                  <c:v>166.72472125510637</c:v>
                </c:pt>
                <c:pt idx="12306">
                  <c:v>166.34126503701708</c:v>
                </c:pt>
                <c:pt idx="12307">
                  <c:v>166.34126503701708</c:v>
                </c:pt>
                <c:pt idx="12308">
                  <c:v>165.95869074375622</c:v>
                </c:pt>
                <c:pt idx="12309">
                  <c:v>165.57699634695285</c:v>
                </c:pt>
                <c:pt idx="12310">
                  <c:v>165.19617982290157</c:v>
                </c:pt>
                <c:pt idx="12311">
                  <c:v>165.19617982290157</c:v>
                </c:pt>
                <c:pt idx="12312">
                  <c:v>164.81623915255093</c:v>
                </c:pt>
                <c:pt idx="12313">
                  <c:v>164.43717232149331</c:v>
                </c:pt>
                <c:pt idx="12314">
                  <c:v>164.05897731995395</c:v>
                </c:pt>
                <c:pt idx="12315">
                  <c:v>164.05897731995395</c:v>
                </c:pt>
                <c:pt idx="12316">
                  <c:v>163.68165214278091</c:v>
                </c:pt>
                <c:pt idx="12317">
                  <c:v>163.30519478943353</c:v>
                </c:pt>
                <c:pt idx="12318">
                  <c:v>162.92960326397235</c:v>
                </c:pt>
                <c:pt idx="12319">
                  <c:v>162.92960326397235</c:v>
                </c:pt>
                <c:pt idx="12320">
                  <c:v>162.55487557504838</c:v>
                </c:pt>
                <c:pt idx="12321">
                  <c:v>162.18100973589304</c:v>
                </c:pt>
                <c:pt idx="12322">
                  <c:v>161.80800376430665</c:v>
                </c:pt>
                <c:pt idx="12323">
                  <c:v>161.80800376430665</c:v>
                </c:pt>
                <c:pt idx="12324">
                  <c:v>161.43585568264871</c:v>
                </c:pt>
                <c:pt idx="12325">
                  <c:v>161.06456351782703</c:v>
                </c:pt>
                <c:pt idx="12326">
                  <c:v>160.69412530128776</c:v>
                </c:pt>
                <c:pt idx="12327">
                  <c:v>160.3245390690042</c:v>
                </c:pt>
                <c:pt idx="12328">
                  <c:v>160.3245390690042</c:v>
                </c:pt>
                <c:pt idx="12329">
                  <c:v>159.95580286146711</c:v>
                </c:pt>
                <c:pt idx="12330">
                  <c:v>159.58791472367324</c:v>
                </c:pt>
                <c:pt idx="12331">
                  <c:v>159.22087270511713</c:v>
                </c:pt>
                <c:pt idx="12332">
                  <c:v>159.22087270511713</c:v>
                </c:pt>
                <c:pt idx="12333">
                  <c:v>158.85467485977804</c:v>
                </c:pt>
                <c:pt idx="12334">
                  <c:v>158.48931924611153</c:v>
                </c:pt>
                <c:pt idx="12335">
                  <c:v>158.12480392703839</c:v>
                </c:pt>
                <c:pt idx="12336">
                  <c:v>158.12480392703839</c:v>
                </c:pt>
                <c:pt idx="12337">
                  <c:v>157.76112696993496</c:v>
                </c:pt>
                <c:pt idx="12338">
                  <c:v>157.39828644662208</c:v>
                </c:pt>
                <c:pt idx="12339">
                  <c:v>157.03628043335542</c:v>
                </c:pt>
                <c:pt idx="12340">
                  <c:v>157.03628043335542</c:v>
                </c:pt>
                <c:pt idx="12341">
                  <c:v>156.67510701081497</c:v>
                </c:pt>
                <c:pt idx="12342">
                  <c:v>156.31476426409549</c:v>
                </c:pt>
                <c:pt idx="12343">
                  <c:v>155.95525028269549</c:v>
                </c:pt>
                <c:pt idx="12344">
                  <c:v>155.95525028269549</c:v>
                </c:pt>
                <c:pt idx="12345">
                  <c:v>155.59656316050757</c:v>
                </c:pt>
                <c:pt idx="12346">
                  <c:v>155.23870099580824</c:v>
                </c:pt>
                <c:pt idx="12347">
                  <c:v>154.8816618912482</c:v>
                </c:pt>
                <c:pt idx="12348">
                  <c:v>154.8816618912482</c:v>
                </c:pt>
                <c:pt idx="12349">
                  <c:v>154.52544395384149</c:v>
                </c:pt>
                <c:pt idx="12350">
                  <c:v>154.17004529495605</c:v>
                </c:pt>
                <c:pt idx="12351">
                  <c:v>153.81546403030347</c:v>
                </c:pt>
                <c:pt idx="12352">
                  <c:v>153.81546403030347</c:v>
                </c:pt>
                <c:pt idx="12353">
                  <c:v>153.46169827992946</c:v>
                </c:pt>
                <c:pt idx="12354">
                  <c:v>153.10874616820308</c:v>
                </c:pt>
                <c:pt idx="12355">
                  <c:v>152.75660582380735</c:v>
                </c:pt>
                <c:pt idx="12356">
                  <c:v>152.75660582380735</c:v>
                </c:pt>
                <c:pt idx="12357">
                  <c:v>152.40527537972912</c:v>
                </c:pt>
                <c:pt idx="12358">
                  <c:v>152.05475297324958</c:v>
                </c:pt>
                <c:pt idx="12359">
                  <c:v>151.70503674593371</c:v>
                </c:pt>
                <c:pt idx="12360">
                  <c:v>151.70503674593371</c:v>
                </c:pt>
                <c:pt idx="12361">
                  <c:v>151.3561248436209</c:v>
                </c:pt>
                <c:pt idx="12362">
                  <c:v>151.00801541641479</c:v>
                </c:pt>
                <c:pt idx="12363">
                  <c:v>150.6607066186742</c:v>
                </c:pt>
                <c:pt idx="12364">
                  <c:v>150.6607066186742</c:v>
                </c:pt>
                <c:pt idx="12365">
                  <c:v>150.31419660900227</c:v>
                </c:pt>
                <c:pt idx="12366">
                  <c:v>149.96848355023752</c:v>
                </c:pt>
                <c:pt idx="12367">
                  <c:v>149.62356560944329</c:v>
                </c:pt>
                <c:pt idx="12368">
                  <c:v>149.62356560944329</c:v>
                </c:pt>
                <c:pt idx="12369">
                  <c:v>149.27944095789974</c:v>
                </c:pt>
                <c:pt idx="12370">
                  <c:v>148.93610777109166</c:v>
                </c:pt>
                <c:pt idx="12371">
                  <c:v>148.59356422870087</c:v>
                </c:pt>
                <c:pt idx="12372">
                  <c:v>148.59356422870087</c:v>
                </c:pt>
                <c:pt idx="12373">
                  <c:v>148.25180851459541</c:v>
                </c:pt>
                <c:pt idx="12374">
                  <c:v>147.91083881682084</c:v>
                </c:pt>
                <c:pt idx="12375">
                  <c:v>147.57065332758955</c:v>
                </c:pt>
                <c:pt idx="12376">
                  <c:v>147.57065332758955</c:v>
                </c:pt>
                <c:pt idx="12377">
                  <c:v>147.23125024327203</c:v>
                </c:pt>
                <c:pt idx="12378">
                  <c:v>146.89262776438673</c:v>
                </c:pt>
                <c:pt idx="12379">
                  <c:v>146.55478409559123</c:v>
                </c:pt>
                <c:pt idx="12380">
                  <c:v>146.55478409559123</c:v>
                </c:pt>
                <c:pt idx="12381">
                  <c:v>146.21771744567192</c:v>
                </c:pt>
                <c:pt idx="12382">
                  <c:v>145.88142602753496</c:v>
                </c:pt>
                <c:pt idx="12383">
                  <c:v>145.54590805819663</c:v>
                </c:pt>
                <c:pt idx="12384">
                  <c:v>145.54590805819663</c:v>
                </c:pt>
                <c:pt idx="12385">
                  <c:v>145.21116175877427</c:v>
                </c:pt>
                <c:pt idx="12386">
                  <c:v>144.87718535447624</c:v>
                </c:pt>
                <c:pt idx="12387">
                  <c:v>144.54397707459285</c:v>
                </c:pt>
                <c:pt idx="12388">
                  <c:v>144.54397707459285</c:v>
                </c:pt>
                <c:pt idx="12389">
                  <c:v>144.21153515248687</c:v>
                </c:pt>
                <c:pt idx="12390">
                  <c:v>143.87985782558457</c:v>
                </c:pt>
                <c:pt idx="12391">
                  <c:v>143.54894333536564</c:v>
                </c:pt>
                <c:pt idx="12392">
                  <c:v>143.54894333536564</c:v>
                </c:pt>
                <c:pt idx="12393">
                  <c:v>143.21878992735444</c:v>
                </c:pt>
                <c:pt idx="12394">
                  <c:v>142.88939585111027</c:v>
                </c:pt>
                <c:pt idx="12395">
                  <c:v>142.56075936021881</c:v>
                </c:pt>
                <c:pt idx="12396">
                  <c:v>142.56075936021881</c:v>
                </c:pt>
                <c:pt idx="12397">
                  <c:v>142.232878712282</c:v>
                </c:pt>
                <c:pt idx="12398">
                  <c:v>141.90575216890926</c:v>
                </c:pt>
                <c:pt idx="12399">
                  <c:v>141.57937799570811</c:v>
                </c:pt>
                <c:pt idx="12400">
                  <c:v>141.57937799570811</c:v>
                </c:pt>
                <c:pt idx="12401">
                  <c:v>141.25375446227542</c:v>
                </c:pt>
                <c:pt idx="12402">
                  <c:v>140.92887984218748</c:v>
                </c:pt>
                <c:pt idx="12403">
                  <c:v>140.60475241299156</c:v>
                </c:pt>
                <c:pt idx="12404">
                  <c:v>140.60475241299156</c:v>
                </c:pt>
                <c:pt idx="12405">
                  <c:v>140.28137045619576</c:v>
                </c:pt>
                <c:pt idx="12406">
                  <c:v>139.95873225726191</c:v>
                </c:pt>
                <c:pt idx="12407">
                  <c:v>139.63683610559389</c:v>
                </c:pt>
                <c:pt idx="12408">
                  <c:v>139.63683610559389</c:v>
                </c:pt>
                <c:pt idx="12409">
                  <c:v>139.31568029453047</c:v>
                </c:pt>
                <c:pt idx="12410">
                  <c:v>138.99526312133537</c:v>
                </c:pt>
                <c:pt idx="12411">
                  <c:v>138.67558288718891</c:v>
                </c:pt>
                <c:pt idx="12412">
                  <c:v>138.67558288718891</c:v>
                </c:pt>
                <c:pt idx="12413">
                  <c:v>138.35663789717819</c:v>
                </c:pt>
                <c:pt idx="12414">
                  <c:v>138.0384264602886</c:v>
                </c:pt>
                <c:pt idx="12415">
                  <c:v>137.72094688939467</c:v>
                </c:pt>
                <c:pt idx="12416">
                  <c:v>137.40419750125156</c:v>
                </c:pt>
                <c:pt idx="12417">
                  <c:v>137.40419750125156</c:v>
                </c:pt>
                <c:pt idx="12418">
                  <c:v>137.08817661648544</c:v>
                </c:pt>
                <c:pt idx="12419">
                  <c:v>136.77288255958501</c:v>
                </c:pt>
                <c:pt idx="12420">
                  <c:v>136.45831365889245</c:v>
                </c:pt>
                <c:pt idx="12421">
                  <c:v>136.45831365889245</c:v>
                </c:pt>
                <c:pt idx="12422">
                  <c:v>136.14446824659504</c:v>
                </c:pt>
                <c:pt idx="12423">
                  <c:v>135.83134465871547</c:v>
                </c:pt>
                <c:pt idx="12424">
                  <c:v>135.51894123510368</c:v>
                </c:pt>
                <c:pt idx="12425">
                  <c:v>135.51894123510368</c:v>
                </c:pt>
                <c:pt idx="12426">
                  <c:v>135.2072563194277</c:v>
                </c:pt>
                <c:pt idx="12427">
                  <c:v>134.89628825916537</c:v>
                </c:pt>
                <c:pt idx="12428">
                  <c:v>134.58603540559486</c:v>
                </c:pt>
                <c:pt idx="12429">
                  <c:v>134.58603540559486</c:v>
                </c:pt>
                <c:pt idx="12430">
                  <c:v>134.27649611378644</c:v>
                </c:pt>
                <c:pt idx="12431">
                  <c:v>133.96766874259347</c:v>
                </c:pt>
                <c:pt idx="12432">
                  <c:v>133.65955165464422</c:v>
                </c:pt>
                <c:pt idx="12433">
                  <c:v>133.65955165464422</c:v>
                </c:pt>
                <c:pt idx="12434">
                  <c:v>133.35214321633242</c:v>
                </c:pt>
                <c:pt idx="12435">
                  <c:v>133.04544179780916</c:v>
                </c:pt>
                <c:pt idx="12436">
                  <c:v>132.73944577297414</c:v>
                </c:pt>
                <c:pt idx="12437">
                  <c:v>132.73944577297414</c:v>
                </c:pt>
                <c:pt idx="12438">
                  <c:v>132.43415351946643</c:v>
                </c:pt>
                <c:pt idx="12439">
                  <c:v>132.12956341865763</c:v>
                </c:pt>
                <c:pt idx="12440">
                  <c:v>131.82567385564084</c:v>
                </c:pt>
                <c:pt idx="12441">
                  <c:v>131.82567385564084</c:v>
                </c:pt>
                <c:pt idx="12442">
                  <c:v>131.522483219224</c:v>
                </c:pt>
                <c:pt idx="12443">
                  <c:v>131.2199899019204</c:v>
                </c:pt>
                <c:pt idx="12444">
                  <c:v>130.91819229994081</c:v>
                </c:pt>
                <c:pt idx="12445">
                  <c:v>130.91819229994081</c:v>
                </c:pt>
                <c:pt idx="12446">
                  <c:v>130.61708881318427</c:v>
                </c:pt>
                <c:pt idx="12447">
                  <c:v>130.31667784523009</c:v>
                </c:pt>
                <c:pt idx="12448">
                  <c:v>130.01695780332909</c:v>
                </c:pt>
                <c:pt idx="12449">
                  <c:v>130.01695780332909</c:v>
                </c:pt>
                <c:pt idx="12450">
                  <c:v>129.71792709839568</c:v>
                </c:pt>
                <c:pt idx="12451">
                  <c:v>129.41958414499871</c:v>
                </c:pt>
                <c:pt idx="12452">
                  <c:v>129.12192736135353</c:v>
                </c:pt>
                <c:pt idx="12453">
                  <c:v>129.12192736135353</c:v>
                </c:pt>
                <c:pt idx="12454">
                  <c:v>128.82495516931343</c:v>
                </c:pt>
                <c:pt idx="12455">
                  <c:v>128.5286659943616</c:v>
                </c:pt>
                <c:pt idx="12456">
                  <c:v>128.23305826560224</c:v>
                </c:pt>
                <c:pt idx="12457">
                  <c:v>128.23305826560224</c:v>
                </c:pt>
                <c:pt idx="12458">
                  <c:v>127.93813041575257</c:v>
                </c:pt>
                <c:pt idx="12459">
                  <c:v>127.64388088113441</c:v>
                </c:pt>
                <c:pt idx="12460">
                  <c:v>127.35030810166622</c:v>
                </c:pt>
                <c:pt idx="12461">
                  <c:v>127.35030810166622</c:v>
                </c:pt>
                <c:pt idx="12462">
                  <c:v>127.05741052085423</c:v>
                </c:pt>
                <c:pt idx="12463">
                  <c:v>126.76518658578465</c:v>
                </c:pt>
                <c:pt idx="12464">
                  <c:v>126.47363474711513</c:v>
                </c:pt>
                <c:pt idx="12465">
                  <c:v>126.47363474711513</c:v>
                </c:pt>
                <c:pt idx="12466">
                  <c:v>126.18275345906709</c:v>
                </c:pt>
                <c:pt idx="12467">
                  <c:v>125.89254117941677</c:v>
                </c:pt>
                <c:pt idx="12468">
                  <c:v>125.60299636948756</c:v>
                </c:pt>
                <c:pt idx="12469">
                  <c:v>125.60299636948756</c:v>
                </c:pt>
                <c:pt idx="12470">
                  <c:v>125.31411749414158</c:v>
                </c:pt>
                <c:pt idx="12471">
                  <c:v>125.02590302177202</c:v>
                </c:pt>
                <c:pt idx="12472">
                  <c:v>124.73835142429434</c:v>
                </c:pt>
                <c:pt idx="12473">
                  <c:v>124.73835142429434</c:v>
                </c:pt>
                <c:pt idx="12474">
                  <c:v>124.45146117713867</c:v>
                </c:pt>
                <c:pt idx="12475">
                  <c:v>124.16523075924107</c:v>
                </c:pt>
                <c:pt idx="12476">
                  <c:v>123.87965865303701</c:v>
                </c:pt>
                <c:pt idx="12477">
                  <c:v>123.87965865303701</c:v>
                </c:pt>
                <c:pt idx="12478">
                  <c:v>123.59474334445116</c:v>
                </c:pt>
                <c:pt idx="12479">
                  <c:v>123.31048332289105</c:v>
                </c:pt>
                <c:pt idx="12480">
                  <c:v>123.02687708123821</c:v>
                </c:pt>
                <c:pt idx="12481">
                  <c:v>123.02687708123821</c:v>
                </c:pt>
                <c:pt idx="12482">
                  <c:v>122.7439231158408</c:v>
                </c:pt>
                <c:pt idx="12483">
                  <c:v>122.46161992650498</c:v>
                </c:pt>
                <c:pt idx="12484">
                  <c:v>122.1799660164873</c:v>
                </c:pt>
                <c:pt idx="12485">
                  <c:v>122.1799660164873</c:v>
                </c:pt>
                <c:pt idx="12486">
                  <c:v>121.89895989248669</c:v>
                </c:pt>
                <c:pt idx="12487">
                  <c:v>121.61860006463687</c:v>
                </c:pt>
                <c:pt idx="12488">
                  <c:v>121.33888504649781</c:v>
                </c:pt>
                <c:pt idx="12489">
                  <c:v>121.33888504649781</c:v>
                </c:pt>
                <c:pt idx="12490">
                  <c:v>121.05981335504835</c:v>
                </c:pt>
                <c:pt idx="12491">
                  <c:v>120.78138351067804</c:v>
                </c:pt>
                <c:pt idx="12492">
                  <c:v>120.50359403717979</c:v>
                </c:pt>
                <c:pt idx="12493">
                  <c:v>120.50359403717979</c:v>
                </c:pt>
                <c:pt idx="12494">
                  <c:v>120.22644346174135</c:v>
                </c:pt>
                <c:pt idx="12495">
                  <c:v>119.94993031493797</c:v>
                </c:pt>
                <c:pt idx="12496">
                  <c:v>119.67405313072436</c:v>
                </c:pt>
                <c:pt idx="12497">
                  <c:v>119.67405313072436</c:v>
                </c:pt>
                <c:pt idx="12498">
                  <c:v>119.39881044642735</c:v>
                </c:pt>
                <c:pt idx="12499">
                  <c:v>119.12420080273753</c:v>
                </c:pt>
                <c:pt idx="12500">
                  <c:v>118.85022274370192</c:v>
                </c:pt>
                <c:pt idx="12501">
                  <c:v>118.85022274370192</c:v>
                </c:pt>
                <c:pt idx="12502">
                  <c:v>118.576874816716</c:v>
                </c:pt>
                <c:pt idx="12503">
                  <c:v>118.30415557251649</c:v>
                </c:pt>
                <c:pt idx="12504">
                  <c:v>118.032063565173</c:v>
                </c:pt>
                <c:pt idx="12505">
                  <c:v>118.032063565173</c:v>
                </c:pt>
                <c:pt idx="12506">
                  <c:v>117.76059735208079</c:v>
                </c:pt>
                <c:pt idx="12507">
                  <c:v>117.48975549395293</c:v>
                </c:pt>
                <c:pt idx="12508">
                  <c:v>117.21953655481305</c:v>
                </c:pt>
                <c:pt idx="12509">
                  <c:v>116.94993910198721</c:v>
                </c:pt>
                <c:pt idx="12510">
                  <c:v>116.94993910198721</c:v>
                </c:pt>
                <c:pt idx="12511">
                  <c:v>116.6809617060964</c:v>
                </c:pt>
                <c:pt idx="12512">
                  <c:v>116.41260294104919</c:v>
                </c:pt>
                <c:pt idx="12513">
                  <c:v>116.14486138403436</c:v>
                </c:pt>
                <c:pt idx="12514">
                  <c:v>116.14486138403436</c:v>
                </c:pt>
                <c:pt idx="12515">
                  <c:v>115.87773561551271</c:v>
                </c:pt>
                <c:pt idx="12516">
                  <c:v>115.61122421921002</c:v>
                </c:pt>
                <c:pt idx="12517">
                  <c:v>115.34532578210927</c:v>
                </c:pt>
                <c:pt idx="12518">
                  <c:v>115.34532578210927</c:v>
                </c:pt>
                <c:pt idx="12519">
                  <c:v>115.08003889444365</c:v>
                </c:pt>
                <c:pt idx="12520">
                  <c:v>114.81536214968835</c:v>
                </c:pt>
                <c:pt idx="12521">
                  <c:v>114.55129414455367</c:v>
                </c:pt>
                <c:pt idx="12522">
                  <c:v>114.55129414455367</c:v>
                </c:pt>
                <c:pt idx="12523">
                  <c:v>114.28783347897719</c:v>
                </c:pt>
                <c:pt idx="12524">
                  <c:v>114.02497875611692</c:v>
                </c:pt>
                <c:pt idx="12525">
                  <c:v>113.76272858234316</c:v>
                </c:pt>
                <c:pt idx="12526">
                  <c:v>113.76272858234316</c:v>
                </c:pt>
                <c:pt idx="12527">
                  <c:v>113.50108156723159</c:v>
                </c:pt>
                <c:pt idx="12528">
                  <c:v>113.24003632355571</c:v>
                </c:pt>
                <c:pt idx="12529">
                  <c:v>112.97959146727982</c:v>
                </c:pt>
                <c:pt idx="12530">
                  <c:v>112.97959146727982</c:v>
                </c:pt>
                <c:pt idx="12531">
                  <c:v>112.7197456175511</c:v>
                </c:pt>
                <c:pt idx="12532">
                  <c:v>112.46049739669272</c:v>
                </c:pt>
                <c:pt idx="12533">
                  <c:v>112.20184543019634</c:v>
                </c:pt>
                <c:pt idx="12534">
                  <c:v>112.20184543019634</c:v>
                </c:pt>
                <c:pt idx="12535">
                  <c:v>111.94378834671517</c:v>
                </c:pt>
                <c:pt idx="12536">
                  <c:v>111.68632477805615</c:v>
                </c:pt>
                <c:pt idx="12537">
                  <c:v>111.42945335917305</c:v>
                </c:pt>
                <c:pt idx="12538">
                  <c:v>111.42945335917305</c:v>
                </c:pt>
                <c:pt idx="12539">
                  <c:v>111.1731727281591</c:v>
                </c:pt>
                <c:pt idx="12540">
                  <c:v>110.91748152624011</c:v>
                </c:pt>
                <c:pt idx="12541">
                  <c:v>110.66237839776666</c:v>
                </c:pt>
                <c:pt idx="12542">
                  <c:v>110.66237839776666</c:v>
                </c:pt>
                <c:pt idx="12543">
                  <c:v>110.40786199020735</c:v>
                </c:pt>
                <c:pt idx="12544">
                  <c:v>110.15393095414146</c:v>
                </c:pt>
                <c:pt idx="12545">
                  <c:v>109.90058394325209</c:v>
                </c:pt>
                <c:pt idx="12546">
                  <c:v>109.90058394325209</c:v>
                </c:pt>
                <c:pt idx="12547">
                  <c:v>109.64781961431861</c:v>
                </c:pt>
                <c:pt idx="12548">
                  <c:v>109.39563662720951</c:v>
                </c:pt>
                <c:pt idx="12549">
                  <c:v>109.14403364487571</c:v>
                </c:pt>
                <c:pt idx="12550">
                  <c:v>109.14403364487571</c:v>
                </c:pt>
                <c:pt idx="12551">
                  <c:v>108.89300933334341</c:v>
                </c:pt>
                <c:pt idx="12552">
                  <c:v>108.64256236170664</c:v>
                </c:pt>
                <c:pt idx="12553">
                  <c:v>108.39269140212046</c:v>
                </c:pt>
                <c:pt idx="12554">
                  <c:v>108.39269140212046</c:v>
                </c:pt>
                <c:pt idx="12555">
                  <c:v>108.14339512979383</c:v>
                </c:pt>
                <c:pt idx="12556">
                  <c:v>107.89467222298293</c:v>
                </c:pt>
                <c:pt idx="12557">
                  <c:v>107.64652136298356</c:v>
                </c:pt>
                <c:pt idx="12558">
                  <c:v>107.64652136298356</c:v>
                </c:pt>
                <c:pt idx="12559">
                  <c:v>107.39894123412456</c:v>
                </c:pt>
                <c:pt idx="12560">
                  <c:v>107.15193052376065</c:v>
                </c:pt>
                <c:pt idx="12561">
                  <c:v>106.90548792226582</c:v>
                </c:pt>
                <c:pt idx="12562">
                  <c:v>106.90548792226582</c:v>
                </c:pt>
                <c:pt idx="12563">
                  <c:v>106.65961212302584</c:v>
                </c:pt>
                <c:pt idx="12564">
                  <c:v>106.41430182243168</c:v>
                </c:pt>
                <c:pt idx="12565">
                  <c:v>106.16955571987246</c:v>
                </c:pt>
                <c:pt idx="12566">
                  <c:v>106.16955571987246</c:v>
                </c:pt>
                <c:pt idx="12567">
                  <c:v>105.9253725177289</c:v>
                </c:pt>
                <c:pt idx="12568">
                  <c:v>105.68175092136589</c:v>
                </c:pt>
                <c:pt idx="12569">
                  <c:v>105.43868963912595</c:v>
                </c:pt>
                <c:pt idx="12570">
                  <c:v>105.43868963912595</c:v>
                </c:pt>
                <c:pt idx="12571">
                  <c:v>105.19618738232228</c:v>
                </c:pt>
                <c:pt idx="12572">
                  <c:v>104.95424286523223</c:v>
                </c:pt>
                <c:pt idx="12573">
                  <c:v>104.71285480508998</c:v>
                </c:pt>
                <c:pt idx="12574">
                  <c:v>104.71285480508998</c:v>
                </c:pt>
                <c:pt idx="12575">
                  <c:v>104.47202192208005</c:v>
                </c:pt>
                <c:pt idx="12576">
                  <c:v>104.23174293933039</c:v>
                </c:pt>
                <c:pt idx="12577">
                  <c:v>103.99201658290592</c:v>
                </c:pt>
                <c:pt idx="12578">
                  <c:v>103.99201658290592</c:v>
                </c:pt>
                <c:pt idx="12579">
                  <c:v>103.75284158180128</c:v>
                </c:pt>
                <c:pt idx="12580">
                  <c:v>103.51421666793441</c:v>
                </c:pt>
                <c:pt idx="12581">
                  <c:v>103.2761405761397</c:v>
                </c:pt>
                <c:pt idx="12582">
                  <c:v>103.2761405761397</c:v>
                </c:pt>
                <c:pt idx="12583">
                  <c:v>103.0386120441616</c:v>
                </c:pt>
                <c:pt idx="12584">
                  <c:v>102.80162981264743</c:v>
                </c:pt>
                <c:pt idx="12585">
                  <c:v>102.56519262514087</c:v>
                </c:pt>
                <c:pt idx="12586">
                  <c:v>102.56519262514087</c:v>
                </c:pt>
                <c:pt idx="12587">
                  <c:v>102.32929922807544</c:v>
                </c:pt>
                <c:pt idx="12588">
                  <c:v>102.09394837076805</c:v>
                </c:pt>
                <c:pt idx="12589">
                  <c:v>101.85913880541176</c:v>
                </c:pt>
                <c:pt idx="12590">
                  <c:v>101.85913880541176</c:v>
                </c:pt>
                <c:pt idx="12591">
                  <c:v>101.62486928706966</c:v>
                </c:pt>
                <c:pt idx="12592">
                  <c:v>101.39113857366796</c:v>
                </c:pt>
                <c:pt idx="12593">
                  <c:v>101.15794542598989</c:v>
                </c:pt>
                <c:pt idx="12594">
                  <c:v>101.15794542598989</c:v>
                </c:pt>
                <c:pt idx="12595">
                  <c:v>100.92528860766851</c:v>
                </c:pt>
                <c:pt idx="12596">
                  <c:v>100.69316688518049</c:v>
                </c:pt>
                <c:pt idx="12597">
                  <c:v>100.46157902783952</c:v>
                </c:pt>
                <c:pt idx="12598">
                  <c:v>100.23052380778999</c:v>
                </c:pt>
                <c:pt idx="12599">
                  <c:v>100.23052380778999</c:v>
                </c:pt>
                <c:pt idx="12600">
                  <c:v>100</c:v>
                </c:pt>
                <c:pt idx="12601">
                  <c:v>99.770006382255389</c:v>
                </c:pt>
                <c:pt idx="12602">
                  <c:v>99.540541735152772</c:v>
                </c:pt>
                <c:pt idx="12603">
                  <c:v>99.540541735152772</c:v>
                </c:pt>
                <c:pt idx="12604">
                  <c:v>99.311604842093473</c:v>
                </c:pt>
                <c:pt idx="12605">
                  <c:v>99.083194489276792</c:v>
                </c:pt>
                <c:pt idx="12606">
                  <c:v>98.855309465693935</c:v>
                </c:pt>
                <c:pt idx="12607">
                  <c:v>98.855309465693935</c:v>
                </c:pt>
                <c:pt idx="12608">
                  <c:v>98.627948563121109</c:v>
                </c:pt>
                <c:pt idx="12609">
                  <c:v>98.401110576113453</c:v>
                </c:pt>
                <c:pt idx="12610">
                  <c:v>98.17479430199846</c:v>
                </c:pt>
                <c:pt idx="12611">
                  <c:v>98.17479430199846</c:v>
                </c:pt>
                <c:pt idx="12612">
                  <c:v>97.948998540869923</c:v>
                </c:pt>
                <c:pt idx="12613">
                  <c:v>97.723722095581124</c:v>
                </c:pt>
                <c:pt idx="12614">
                  <c:v>97.498963771738772</c:v>
                </c:pt>
                <c:pt idx="12615">
                  <c:v>97.498963771738772</c:v>
                </c:pt>
                <c:pt idx="12616">
                  <c:v>97.274722377696506</c:v>
                </c:pt>
                <c:pt idx="12617">
                  <c:v>97.050996724549066</c:v>
                </c:pt>
                <c:pt idx="12618">
                  <c:v>96.82778562612495</c:v>
                </c:pt>
                <c:pt idx="12619">
                  <c:v>96.82778562612495</c:v>
                </c:pt>
                <c:pt idx="12620">
                  <c:v>96.605087898981395</c:v>
                </c:pt>
                <c:pt idx="12621">
                  <c:v>96.382902362397132</c:v>
                </c:pt>
                <c:pt idx="12622">
                  <c:v>96.161227838366557</c:v>
                </c:pt>
                <c:pt idx="12623">
                  <c:v>96.161227838366557</c:v>
                </c:pt>
                <c:pt idx="12624">
                  <c:v>95.940063151593336</c:v>
                </c:pt>
                <c:pt idx="12625">
                  <c:v>95.71940712948448</c:v>
                </c:pt>
                <c:pt idx="12626">
                  <c:v>95.499258602143655</c:v>
                </c:pt>
                <c:pt idx="12627">
                  <c:v>95.499258602143655</c:v>
                </c:pt>
                <c:pt idx="12628">
                  <c:v>95.279616402365264</c:v>
                </c:pt>
                <c:pt idx="12629">
                  <c:v>95.060479365628154</c:v>
                </c:pt>
                <c:pt idx="12630">
                  <c:v>94.841846330089737</c:v>
                </c:pt>
                <c:pt idx="12631">
                  <c:v>94.841846330089737</c:v>
                </c:pt>
                <c:pt idx="12632">
                  <c:v>94.623716136579347</c:v>
                </c:pt>
                <c:pt idx="12633">
                  <c:v>94.406087628592402</c:v>
                </c:pt>
                <c:pt idx="12634">
                  <c:v>94.18895965228414</c:v>
                </c:pt>
                <c:pt idx="12635">
                  <c:v>94.18895965228414</c:v>
                </c:pt>
                <c:pt idx="12636">
                  <c:v>93.972331056463887</c:v>
                </c:pt>
                <c:pt idx="12637">
                  <c:v>93.756200692588052</c:v>
                </c:pt>
                <c:pt idx="12638">
                  <c:v>93.540567414755245</c:v>
                </c:pt>
                <c:pt idx="12639">
                  <c:v>93.540567414755245</c:v>
                </c:pt>
                <c:pt idx="12640">
                  <c:v>93.325430079699174</c:v>
                </c:pt>
                <c:pt idx="12641">
                  <c:v>93.110787546783115</c:v>
                </c:pt>
                <c:pt idx="12642">
                  <c:v>92.89663867799365</c:v>
                </c:pt>
                <c:pt idx="12643">
                  <c:v>92.89663867799365</c:v>
                </c:pt>
                <c:pt idx="12644">
                  <c:v>92.682982337934959</c:v>
                </c:pt>
                <c:pt idx="12645">
                  <c:v>92.469817393822311</c:v>
                </c:pt>
                <c:pt idx="12646">
                  <c:v>92.257142715476391</c:v>
                </c:pt>
                <c:pt idx="12647">
                  <c:v>92.257142715476391</c:v>
                </c:pt>
                <c:pt idx="12648">
                  <c:v>92.044957175317137</c:v>
                </c:pt>
                <c:pt idx="12649">
                  <c:v>91.833259648358109</c:v>
                </c:pt>
                <c:pt idx="12650">
                  <c:v>91.622049012200009</c:v>
                </c:pt>
                <c:pt idx="12651">
                  <c:v>91.622049012200009</c:v>
                </c:pt>
                <c:pt idx="12652">
                  <c:v>91.411324147025084</c:v>
                </c:pt>
                <c:pt idx="12653">
                  <c:v>91.201083935590972</c:v>
                </c:pt>
                <c:pt idx="12654">
                  <c:v>90.991327263225244</c:v>
                </c:pt>
                <c:pt idx="12655">
                  <c:v>90.991327263225244</c:v>
                </c:pt>
                <c:pt idx="12656">
                  <c:v>90.782053017818598</c:v>
                </c:pt>
                <c:pt idx="12657">
                  <c:v>90.573260089820053</c:v>
                </c:pt>
                <c:pt idx="12658">
                  <c:v>90.364947372230205</c:v>
                </c:pt>
                <c:pt idx="12659">
                  <c:v>90.364947372230205</c:v>
                </c:pt>
                <c:pt idx="12660">
                  <c:v>90.157113760595763</c:v>
                </c:pt>
                <c:pt idx="12661">
                  <c:v>89.949758153003529</c:v>
                </c:pt>
                <c:pt idx="12662">
                  <c:v>89.742879450074881</c:v>
                </c:pt>
                <c:pt idx="12663">
                  <c:v>89.742879450074881</c:v>
                </c:pt>
                <c:pt idx="12664">
                  <c:v>89.536476554959435</c:v>
                </c:pt>
                <c:pt idx="12665">
                  <c:v>89.330548373329592</c:v>
                </c:pt>
                <c:pt idx="12666">
                  <c:v>89.125093813374562</c:v>
                </c:pt>
                <c:pt idx="12667">
                  <c:v>89.125093813374562</c:v>
                </c:pt>
                <c:pt idx="12668">
                  <c:v>88.920111785794859</c:v>
                </c:pt>
                <c:pt idx="12669">
                  <c:v>88.715601203796126</c:v>
                </c:pt>
                <c:pt idx="12670">
                  <c:v>88.511560983083598</c:v>
                </c:pt>
                <c:pt idx="12671">
                  <c:v>88.511560983083598</c:v>
                </c:pt>
                <c:pt idx="12672">
                  <c:v>88.307990041856272</c:v>
                </c:pt>
                <c:pt idx="12673">
                  <c:v>88.104887300801494</c:v>
                </c:pt>
                <c:pt idx="12674">
                  <c:v>87.902251683088451</c:v>
                </c:pt>
                <c:pt idx="12675">
                  <c:v>87.902251683088451</c:v>
                </c:pt>
                <c:pt idx="12676">
                  <c:v>87.700082114363511</c:v>
                </c:pt>
                <c:pt idx="12677">
                  <c:v>87.498377522743667</c:v>
                </c:pt>
                <c:pt idx="12678">
                  <c:v>87.297136838811227</c:v>
                </c:pt>
                <c:pt idx="12679">
                  <c:v>87.297136838811227</c:v>
                </c:pt>
                <c:pt idx="12680">
                  <c:v>87.096358995608071</c:v>
                </c:pt>
                <c:pt idx="12681">
                  <c:v>86.896042928630209</c:v>
                </c:pt>
                <c:pt idx="12682">
                  <c:v>86.69618757582171</c:v>
                </c:pt>
                <c:pt idx="12683">
                  <c:v>86.69618757582171</c:v>
                </c:pt>
                <c:pt idx="12684">
                  <c:v>86.496791877569393</c:v>
                </c:pt>
                <c:pt idx="12685">
                  <c:v>86.297854776697022</c:v>
                </c:pt>
                <c:pt idx="12686">
                  <c:v>86.099375218460082</c:v>
                </c:pt>
                <c:pt idx="12687">
                  <c:v>86.099375218460082</c:v>
                </c:pt>
                <c:pt idx="12688">
                  <c:v>85.901352150539608</c:v>
                </c:pt>
                <c:pt idx="12689">
                  <c:v>85.703784523037001</c:v>
                </c:pt>
                <c:pt idx="12690">
                  <c:v>85.506671288468311</c:v>
                </c:pt>
                <c:pt idx="12691">
                  <c:v>85.310011401759013</c:v>
                </c:pt>
                <c:pt idx="12692">
                  <c:v>85.310011401759013</c:v>
                </c:pt>
                <c:pt idx="12693">
                  <c:v>85.113803820237663</c:v>
                </c:pt>
                <c:pt idx="12694">
                  <c:v>84.918047503631414</c:v>
                </c:pt>
                <c:pt idx="12695">
                  <c:v>84.722741414059698</c:v>
                </c:pt>
                <c:pt idx="12696">
                  <c:v>84.722741414059698</c:v>
                </c:pt>
                <c:pt idx="12697">
                  <c:v>84.527884516029047</c:v>
                </c:pt>
                <c:pt idx="12698">
                  <c:v>84.333475776427548</c:v>
                </c:pt>
                <c:pt idx="12699">
                  <c:v>84.139514164519525</c:v>
                </c:pt>
                <c:pt idx="12700">
                  <c:v>84.139514164519525</c:v>
                </c:pt>
                <c:pt idx="12701">
                  <c:v>83.945998651939775</c:v>
                </c:pt>
                <c:pt idx="12702">
                  <c:v>83.752928212688303</c:v>
                </c:pt>
                <c:pt idx="12703">
                  <c:v>83.560301823124789</c:v>
                </c:pt>
                <c:pt idx="12704">
                  <c:v>83.560301823124789</c:v>
                </c:pt>
                <c:pt idx="12705">
                  <c:v>83.368118461963448</c:v>
                </c:pt>
                <c:pt idx="12706">
                  <c:v>83.176377110267126</c:v>
                </c:pt>
                <c:pt idx="12707">
                  <c:v>82.985076751442293</c:v>
                </c:pt>
                <c:pt idx="12708">
                  <c:v>82.985076751442293</c:v>
                </c:pt>
                <c:pt idx="12709">
                  <c:v>82.794216371233475</c:v>
                </c:pt>
                <c:pt idx="12710">
                  <c:v>82.603794957717938</c:v>
                </c:pt>
                <c:pt idx="12711">
                  <c:v>82.413811501300245</c:v>
                </c:pt>
                <c:pt idx="12712">
                  <c:v>82.413811501300245</c:v>
                </c:pt>
                <c:pt idx="12713">
                  <c:v>82.224264994707141</c:v>
                </c:pt>
                <c:pt idx="12714">
                  <c:v>82.035154432981869</c:v>
                </c:pt>
                <c:pt idx="12715">
                  <c:v>81.846478813479038</c:v>
                </c:pt>
                <c:pt idx="12716">
                  <c:v>81.846478813479038</c:v>
                </c:pt>
                <c:pt idx="12717">
                  <c:v>81.658237135859238</c:v>
                </c:pt>
                <c:pt idx="12718">
                  <c:v>81.470428402083982</c:v>
                </c:pt>
                <c:pt idx="12719">
                  <c:v>81.283051616409963</c:v>
                </c:pt>
                <c:pt idx="12720">
                  <c:v>81.283051616409963</c:v>
                </c:pt>
                <c:pt idx="12721">
                  <c:v>81.096105785384125</c:v>
                </c:pt>
                <c:pt idx="12722">
                  <c:v>80.909589917838218</c:v>
                </c:pt>
                <c:pt idx="12723">
                  <c:v>80.723503024883826</c:v>
                </c:pt>
                <c:pt idx="12724">
                  <c:v>80.723503024883826</c:v>
                </c:pt>
                <c:pt idx="12725">
                  <c:v>80.53784411990668</c:v>
                </c:pt>
                <c:pt idx="12726">
                  <c:v>80.35261221856176</c:v>
                </c:pt>
                <c:pt idx="12727">
                  <c:v>80.16780633876796</c:v>
                </c:pt>
                <c:pt idx="12728">
                  <c:v>80.16780633876796</c:v>
                </c:pt>
                <c:pt idx="12729">
                  <c:v>79.983425500702907</c:v>
                </c:pt>
                <c:pt idx="12730">
                  <c:v>79.79946872679767</c:v>
                </c:pt>
                <c:pt idx="12731">
                  <c:v>79.615935041731902</c:v>
                </c:pt>
                <c:pt idx="12732">
                  <c:v>79.615935041731902</c:v>
                </c:pt>
                <c:pt idx="12733">
                  <c:v>79.432823472428197</c:v>
                </c:pt>
                <c:pt idx="12734">
                  <c:v>79.250133048047232</c:v>
                </c:pt>
                <c:pt idx="12735">
                  <c:v>79.067862799982507</c:v>
                </c:pt>
                <c:pt idx="12736">
                  <c:v>79.067862799982507</c:v>
                </c:pt>
                <c:pt idx="12737">
                  <c:v>78.886011761855457</c:v>
                </c:pt>
                <c:pt idx="12738">
                  <c:v>78.704578969509896</c:v>
                </c:pt>
                <c:pt idx="12739">
                  <c:v>78.523563461007228</c:v>
                </c:pt>
                <c:pt idx="12740">
                  <c:v>78.523563461007228</c:v>
                </c:pt>
                <c:pt idx="12741">
                  <c:v>78.34296427662116</c:v>
                </c:pt>
                <c:pt idx="12742">
                  <c:v>78.16278045883297</c:v>
                </c:pt>
                <c:pt idx="12743">
                  <c:v>77.983011052325892</c:v>
                </c:pt>
                <c:pt idx="12744">
                  <c:v>77.983011052325892</c:v>
                </c:pt>
                <c:pt idx="12745">
                  <c:v>77.803655103980432</c:v>
                </c:pt>
                <c:pt idx="12746">
                  <c:v>77.624711662869217</c:v>
                </c:pt>
                <c:pt idx="12747">
                  <c:v>77.446179780251938</c:v>
                </c:pt>
                <c:pt idx="12748">
                  <c:v>77.446179780251938</c:v>
                </c:pt>
                <c:pt idx="12749">
                  <c:v>77.268058509570238</c:v>
                </c:pt>
                <c:pt idx="12750">
                  <c:v>77.090346906443031</c:v>
                </c:pt>
                <c:pt idx="12751">
                  <c:v>76.913044028660991</c:v>
                </c:pt>
                <c:pt idx="12752">
                  <c:v>76.913044028660991</c:v>
                </c:pt>
                <c:pt idx="12753">
                  <c:v>76.736148936181948</c:v>
                </c:pt>
                <c:pt idx="12754">
                  <c:v>76.559660691125629</c:v>
                </c:pt>
                <c:pt idx="12755">
                  <c:v>76.383578357769082</c:v>
                </c:pt>
                <c:pt idx="12756">
                  <c:v>76.383578357769082</c:v>
                </c:pt>
                <c:pt idx="12757">
                  <c:v>76.207901002541234</c:v>
                </c:pt>
                <c:pt idx="12758">
                  <c:v>76.032627694018217</c:v>
                </c:pt>
                <c:pt idx="12759">
                  <c:v>75.857757502918361</c:v>
                </c:pt>
                <c:pt idx="12760">
                  <c:v>75.857757502918361</c:v>
                </c:pt>
                <c:pt idx="12761">
                  <c:v>75.683289502097438</c:v>
                </c:pt>
                <c:pt idx="12762">
                  <c:v>75.509222766543402</c:v>
                </c:pt>
                <c:pt idx="12763">
                  <c:v>75.335556373371773</c:v>
                </c:pt>
                <c:pt idx="12764">
                  <c:v>75.335556373371773</c:v>
                </c:pt>
                <c:pt idx="12765">
                  <c:v>75.162289401820587</c:v>
                </c:pt>
                <c:pt idx="12766">
                  <c:v>74.98942093324564</c:v>
                </c:pt>
                <c:pt idx="12767">
                  <c:v>74.816950051115498</c:v>
                </c:pt>
                <c:pt idx="12768">
                  <c:v>74.816950051115498</c:v>
                </c:pt>
                <c:pt idx="12769">
                  <c:v>74.644875841006666</c:v>
                </c:pt>
                <c:pt idx="12770">
                  <c:v>74.473197390598941</c:v>
                </c:pt>
                <c:pt idx="12771">
                  <c:v>74.301913789670181</c:v>
                </c:pt>
                <c:pt idx="12772">
                  <c:v>74.301913789670181</c:v>
                </c:pt>
                <c:pt idx="12773">
                  <c:v>74.131024130091816</c:v>
                </c:pt>
                <c:pt idx="12774">
                  <c:v>73.960527505823791</c:v>
                </c:pt>
                <c:pt idx="12775">
                  <c:v>73.790423012910111</c:v>
                </c:pt>
                <c:pt idx="12776">
                  <c:v>73.790423012910111</c:v>
                </c:pt>
                <c:pt idx="12777">
                  <c:v>73.620709749473647</c:v>
                </c:pt>
                <c:pt idx="12778">
                  <c:v>73.451386815711544</c:v>
                </c:pt>
                <c:pt idx="12779">
                  <c:v>73.2824533138904</c:v>
                </c:pt>
                <c:pt idx="12780">
                  <c:v>73.113908348341823</c:v>
                </c:pt>
                <c:pt idx="12781">
                  <c:v>73.113908348341823</c:v>
                </c:pt>
                <c:pt idx="12782">
                  <c:v>72.9457510254569</c:v>
                </c:pt>
                <c:pt idx="12783">
                  <c:v>72.777980453682446</c:v>
                </c:pt>
                <c:pt idx="12784">
                  <c:v>72.610595743515518</c:v>
                </c:pt>
                <c:pt idx="12785">
                  <c:v>72.610595743515518</c:v>
                </c:pt>
                <c:pt idx="12786">
                  <c:v>72.443596007499067</c:v>
                </c:pt>
                <c:pt idx="12787">
                  <c:v>72.276980360217038</c:v>
                </c:pt>
                <c:pt idx="12788">
                  <c:v>72.110747918289988</c:v>
                </c:pt>
                <c:pt idx="12789">
                  <c:v>72.110747918289988</c:v>
                </c:pt>
                <c:pt idx="12790">
                  <c:v>71.944897800369986</c:v>
                </c:pt>
                <c:pt idx="12791">
                  <c:v>71.779429127136225</c:v>
                </c:pt>
                <c:pt idx="12792">
                  <c:v>71.614341021290201</c:v>
                </c:pt>
                <c:pt idx="12793">
                  <c:v>71.614341021290201</c:v>
                </c:pt>
                <c:pt idx="12794">
                  <c:v>71.449632607551351</c:v>
                </c:pt>
                <c:pt idx="12795">
                  <c:v>71.28530301265198</c:v>
                </c:pt>
                <c:pt idx="12796">
                  <c:v>71.121351365332941</c:v>
                </c:pt>
                <c:pt idx="12797">
                  <c:v>71.121351365332941</c:v>
                </c:pt>
                <c:pt idx="12798">
                  <c:v>70.957776796338933</c:v>
                </c:pt>
                <c:pt idx="12799">
                  <c:v>70.794578438413865</c:v>
                </c:pt>
                <c:pt idx="12800">
                  <c:v>70.631755426296209</c:v>
                </c:pt>
                <c:pt idx="12801">
                  <c:v>70.631755426296209</c:v>
                </c:pt>
                <c:pt idx="12802">
                  <c:v>70.469306896714727</c:v>
                </c:pt>
                <c:pt idx="12803">
                  <c:v>70.307231988383393</c:v>
                </c:pt>
                <c:pt idx="12804">
                  <c:v>70.145529841997188</c:v>
                </c:pt>
                <c:pt idx="12805">
                  <c:v>70.145529841997188</c:v>
                </c:pt>
                <c:pt idx="12806">
                  <c:v>69.984199600227356</c:v>
                </c:pt>
                <c:pt idx="12807">
                  <c:v>69.823240407717165</c:v>
                </c:pt>
                <c:pt idx="12808">
                  <c:v>69.662651411076908</c:v>
                </c:pt>
                <c:pt idx="12809">
                  <c:v>69.662651411076908</c:v>
                </c:pt>
                <c:pt idx="12810">
                  <c:v>69.502431758879723</c:v>
                </c:pt>
                <c:pt idx="12811">
                  <c:v>69.342580601656906</c:v>
                </c:pt>
                <c:pt idx="12812">
                  <c:v>69.183097091893657</c:v>
                </c:pt>
                <c:pt idx="12813">
                  <c:v>69.183097091893657</c:v>
                </c:pt>
                <c:pt idx="12814">
                  <c:v>69.023980384024227</c:v>
                </c:pt>
                <c:pt idx="12815">
                  <c:v>68.865229634427649</c:v>
                </c:pt>
                <c:pt idx="12816">
                  <c:v>68.706844001423264</c:v>
                </c:pt>
                <c:pt idx="12817">
                  <c:v>68.706844001423264</c:v>
                </c:pt>
                <c:pt idx="12818">
                  <c:v>68.548822645266227</c:v>
                </c:pt>
                <c:pt idx="12819">
                  <c:v>68.391164728142954</c:v>
                </c:pt>
                <c:pt idx="12820">
                  <c:v>68.233869414166989</c:v>
                </c:pt>
                <c:pt idx="12821">
                  <c:v>68.233869414166989</c:v>
                </c:pt>
                <c:pt idx="12822">
                  <c:v>68.076935869374182</c:v>
                </c:pt>
                <c:pt idx="12823">
                  <c:v>67.920363261718506</c:v>
                </c:pt>
                <c:pt idx="12824">
                  <c:v>67.764150761067512</c:v>
                </c:pt>
                <c:pt idx="12825">
                  <c:v>67.764150761067512</c:v>
                </c:pt>
                <c:pt idx="12826">
                  <c:v>67.60829753919819</c:v>
                </c:pt>
                <c:pt idx="12827">
                  <c:v>67.452802769792228</c:v>
                </c:pt>
                <c:pt idx="12828">
                  <c:v>67.297665628431815</c:v>
                </c:pt>
                <c:pt idx="12829">
                  <c:v>67.297665628431815</c:v>
                </c:pt>
                <c:pt idx="12830">
                  <c:v>67.142885292595238</c:v>
                </c:pt>
                <c:pt idx="12831">
                  <c:v>66.988460941652647</c:v>
                </c:pt>
                <c:pt idx="12832">
                  <c:v>66.834391756861478</c:v>
                </c:pt>
                <c:pt idx="12833">
                  <c:v>66.834391756861478</c:v>
                </c:pt>
                <c:pt idx="12834">
                  <c:v>66.680676921362249</c:v>
                </c:pt>
                <c:pt idx="12835">
                  <c:v>66.527315620174178</c:v>
                </c:pt>
                <c:pt idx="12836">
                  <c:v>66.374307040190942</c:v>
                </c:pt>
                <c:pt idx="12837">
                  <c:v>66.374307040190942</c:v>
                </c:pt>
                <c:pt idx="12838">
                  <c:v>66.221650370176206</c:v>
                </c:pt>
                <c:pt idx="12839">
                  <c:v>66.069344800759623</c:v>
                </c:pt>
                <c:pt idx="12840">
                  <c:v>65.917389524432167</c:v>
                </c:pt>
                <c:pt idx="12841">
                  <c:v>65.917389524432167</c:v>
                </c:pt>
                <c:pt idx="12842">
                  <c:v>65.765783735542101</c:v>
                </c:pt>
                <c:pt idx="12843">
                  <c:v>65.614526630290541</c:v>
                </c:pt>
                <c:pt idx="12844">
                  <c:v>65.463617406727508</c:v>
                </c:pt>
                <c:pt idx="12845">
                  <c:v>65.463617406727508</c:v>
                </c:pt>
                <c:pt idx="12846">
                  <c:v>65.313055264747263</c:v>
                </c:pt>
                <c:pt idx="12847">
                  <c:v>65.162839406084302</c:v>
                </c:pt>
                <c:pt idx="12848">
                  <c:v>65.012969034309066</c:v>
                </c:pt>
                <c:pt idx="12849">
                  <c:v>65.012969034309066</c:v>
                </c:pt>
                <c:pt idx="12850">
                  <c:v>64.863443354823843</c:v>
                </c:pt>
                <c:pt idx="12851">
                  <c:v>64.714261574858341</c:v>
                </c:pt>
                <c:pt idx="12852">
                  <c:v>64.565422903465588</c:v>
                </c:pt>
                <c:pt idx="12853">
                  <c:v>64.565422903465588</c:v>
                </c:pt>
                <c:pt idx="12854">
                  <c:v>64.416926551517776</c:v>
                </c:pt>
                <c:pt idx="12855">
                  <c:v>64.268771731702017</c:v>
                </c:pt>
                <c:pt idx="12856">
                  <c:v>64.120957658516176</c:v>
                </c:pt>
                <c:pt idx="12857">
                  <c:v>64.120957658516176</c:v>
                </c:pt>
                <c:pt idx="12858">
                  <c:v>63.973483548264831</c:v>
                </c:pt>
                <c:pt idx="12859">
                  <c:v>63.826348619054905</c:v>
                </c:pt>
                <c:pt idx="12860">
                  <c:v>63.679552090791624</c:v>
                </c:pt>
                <c:pt idx="12861">
                  <c:v>63.679552090791624</c:v>
                </c:pt>
                <c:pt idx="12862">
                  <c:v>63.533093185174366</c:v>
                </c:pt>
                <c:pt idx="12863">
                  <c:v>63.386971125692703</c:v>
                </c:pt>
                <c:pt idx="12864">
                  <c:v>63.241185137621969</c:v>
                </c:pt>
                <c:pt idx="12865">
                  <c:v>63.241185137621969</c:v>
                </c:pt>
                <c:pt idx="12866">
                  <c:v>63.095734448019364</c:v>
                </c:pt>
                <c:pt idx="12867">
                  <c:v>62.950618285719749</c:v>
                </c:pt>
                <c:pt idx="12868">
                  <c:v>62.805835881331795</c:v>
                </c:pt>
                <c:pt idx="12869">
                  <c:v>62.805835881331795</c:v>
                </c:pt>
                <c:pt idx="12870">
                  <c:v>62.661386467233555</c:v>
                </c:pt>
                <c:pt idx="12871">
                  <c:v>62.517269277568609</c:v>
                </c:pt>
                <c:pt idx="12872">
                  <c:v>62.373483548241964</c:v>
                </c:pt>
                <c:pt idx="12873">
                  <c:v>62.230028516916001</c:v>
                </c:pt>
                <c:pt idx="12874">
                  <c:v>62.230028516916001</c:v>
                </c:pt>
                <c:pt idx="12875">
                  <c:v>62.086903423006362</c:v>
                </c:pt>
                <c:pt idx="12876">
                  <c:v>61.944107507678162</c:v>
                </c:pt>
                <c:pt idx="12877">
                  <c:v>61.80164001384162</c:v>
                </c:pt>
                <c:pt idx="12878">
                  <c:v>61.80164001384162</c:v>
                </c:pt>
                <c:pt idx="12879">
                  <c:v>61.659500186148257</c:v>
                </c:pt>
                <c:pt idx="12880">
                  <c:v>61.517687270986812</c:v>
                </c:pt>
                <c:pt idx="12881">
                  <c:v>61.376200516479429</c:v>
                </c:pt>
                <c:pt idx="12882">
                  <c:v>61.376200516479429</c:v>
                </c:pt>
                <c:pt idx="12883">
                  <c:v>61.235039172477364</c:v>
                </c:pt>
                <c:pt idx="12884">
                  <c:v>61.094202490557237</c:v>
                </c:pt>
                <c:pt idx="12885">
                  <c:v>60.953689724016904</c:v>
                </c:pt>
                <c:pt idx="12886">
                  <c:v>60.953689724016904</c:v>
                </c:pt>
                <c:pt idx="12887">
                  <c:v>60.813500127871841</c:v>
                </c:pt>
                <c:pt idx="12888">
                  <c:v>60.673632958850554</c:v>
                </c:pt>
                <c:pt idx="12889">
                  <c:v>60.534087475391381</c:v>
                </c:pt>
                <c:pt idx="12890">
                  <c:v>60.534087475391381</c:v>
                </c:pt>
                <c:pt idx="12891">
                  <c:v>60.394862937638017</c:v>
                </c:pt>
                <c:pt idx="12892">
                  <c:v>60.255958607435822</c:v>
                </c:pt>
                <c:pt idx="12893">
                  <c:v>60.117373748327807</c:v>
                </c:pt>
                <c:pt idx="12894">
                  <c:v>60.117373748327807</c:v>
                </c:pt>
                <c:pt idx="12895">
                  <c:v>59.979107625550952</c:v>
                </c:pt>
                <c:pt idx="12896">
                  <c:v>59.841159506031993</c:v>
                </c:pt>
                <c:pt idx="12897">
                  <c:v>59.703528658383725</c:v>
                </c:pt>
                <c:pt idx="12898">
                  <c:v>59.703528658383725</c:v>
                </c:pt>
                <c:pt idx="12899">
                  <c:v>59.566214352901042</c:v>
                </c:pt>
                <c:pt idx="12900">
                  <c:v>59.429215861557275</c:v>
                </c:pt>
                <c:pt idx="12901">
                  <c:v>59.292532457999997</c:v>
                </c:pt>
                <c:pt idx="12902">
                  <c:v>59.292532457999997</c:v>
                </c:pt>
                <c:pt idx="12903">
                  <c:v>59.156163417547425</c:v>
                </c:pt>
                <c:pt idx="12904">
                  <c:v>59.02010801718442</c:v>
                </c:pt>
                <c:pt idx="12905">
                  <c:v>58.884365535558949</c:v>
                </c:pt>
                <c:pt idx="12906">
                  <c:v>58.884365535558949</c:v>
                </c:pt>
                <c:pt idx="12907">
                  <c:v>58.748935252977681</c:v>
                </c:pt>
                <c:pt idx="12908">
                  <c:v>58.613816451402897</c:v>
                </c:pt>
                <c:pt idx="12909">
                  <c:v>58.479008414448103</c:v>
                </c:pt>
                <c:pt idx="12910">
                  <c:v>58.479008414448103</c:v>
                </c:pt>
                <c:pt idx="12911">
                  <c:v>58.344510427374516</c:v>
                </c:pt>
                <c:pt idx="12912">
                  <c:v>58.210321777087145</c:v>
                </c:pt>
                <c:pt idx="12913">
                  <c:v>58.076441752131217</c:v>
                </c:pt>
                <c:pt idx="12914">
                  <c:v>58.076441752131217</c:v>
                </c:pt>
                <c:pt idx="12915">
                  <c:v>57.94286964268813</c:v>
                </c:pt>
                <c:pt idx="12916">
                  <c:v>57.809604740571842</c:v>
                </c:pt>
                <c:pt idx="12917">
                  <c:v>57.676646339225066</c:v>
                </c:pt>
                <c:pt idx="12918">
                  <c:v>57.676646339225066</c:v>
                </c:pt>
                <c:pt idx="12919">
                  <c:v>57.543993733715695</c:v>
                </c:pt>
                <c:pt idx="12920">
                  <c:v>57.41164622073277</c:v>
                </c:pt>
                <c:pt idx="12921">
                  <c:v>57.279603098582946</c:v>
                </c:pt>
                <c:pt idx="12922">
                  <c:v>57.279603098582946</c:v>
                </c:pt>
                <c:pt idx="12923">
                  <c:v>57.147863667186691</c:v>
                </c:pt>
                <c:pt idx="12924">
                  <c:v>57.016427228074797</c:v>
                </c:pt>
                <c:pt idx="12925">
                  <c:v>56.885293084384152</c:v>
                </c:pt>
                <c:pt idx="12926">
                  <c:v>56.885293084384152</c:v>
                </c:pt>
                <c:pt idx="12927">
                  <c:v>56.75446054085473</c:v>
                </c:pt>
                <c:pt idx="12928">
                  <c:v>56.623928903825359</c:v>
                </c:pt>
                <c:pt idx="12929">
                  <c:v>56.493697481230292</c:v>
                </c:pt>
                <c:pt idx="12930">
                  <c:v>56.493697481230292</c:v>
                </c:pt>
                <c:pt idx="12931">
                  <c:v>56.363765582595441</c:v>
                </c:pt>
                <c:pt idx="12932">
                  <c:v>56.234132519034915</c:v>
                </c:pt>
                <c:pt idx="12933">
                  <c:v>56.104797603247071</c:v>
                </c:pt>
                <c:pt idx="12934">
                  <c:v>56.104797603247071</c:v>
                </c:pt>
                <c:pt idx="12935">
                  <c:v>55.975760149511046</c:v>
                </c:pt>
                <c:pt idx="12936">
                  <c:v>55.847019473683119</c:v>
                </c:pt>
                <c:pt idx="12937">
                  <c:v>55.718574893192987</c:v>
                </c:pt>
                <c:pt idx="12938">
                  <c:v>55.718574893192987</c:v>
                </c:pt>
                <c:pt idx="12939">
                  <c:v>55.590425727040369</c:v>
                </c:pt>
                <c:pt idx="12940">
                  <c:v>55.462571295791093</c:v>
                </c:pt>
                <c:pt idx="12941">
                  <c:v>55.335010921573698</c:v>
                </c:pt>
                <c:pt idx="12942">
                  <c:v>55.335010921573698</c:v>
                </c:pt>
                <c:pt idx="12943">
                  <c:v>55.207743928075779</c:v>
                </c:pt>
                <c:pt idx="12944">
                  <c:v>55.080769640540396</c:v>
                </c:pt>
                <c:pt idx="12945">
                  <c:v>54.95408738576247</c:v>
                </c:pt>
                <c:pt idx="12946">
                  <c:v>54.95408738576247</c:v>
                </c:pt>
                <c:pt idx="12947">
                  <c:v>54.827696492085401</c:v>
                </c:pt>
                <c:pt idx="12948">
                  <c:v>54.701596289397195</c:v>
                </c:pt>
                <c:pt idx="12949">
                  <c:v>54.575786109127137</c:v>
                </c:pt>
                <c:pt idx="12950">
                  <c:v>54.575786109127137</c:v>
                </c:pt>
                <c:pt idx="12951">
                  <c:v>54.45026528424215</c:v>
                </c:pt>
                <c:pt idx="12952">
                  <c:v>54.32503314924336</c:v>
                </c:pt>
                <c:pt idx="12953">
                  <c:v>54.20008904016241</c:v>
                </c:pt>
                <c:pt idx="12954">
                  <c:v>54.20008904016241</c:v>
                </c:pt>
                <c:pt idx="12955">
                  <c:v>54.075432294558119</c:v>
                </c:pt>
                <c:pt idx="12956">
                  <c:v>53.951062251512788</c:v>
                </c:pt>
                <c:pt idx="12957">
                  <c:v>53.826978251628866</c:v>
                </c:pt>
                <c:pt idx="12958">
                  <c:v>53.826978251628866</c:v>
                </c:pt>
                <c:pt idx="12959">
                  <c:v>53.703179637025293</c:v>
                </c:pt>
                <c:pt idx="12960">
                  <c:v>53.57966575133419</c:v>
                </c:pt>
                <c:pt idx="12961">
                  <c:v>53.45643593969718</c:v>
                </c:pt>
                <c:pt idx="12962">
                  <c:v>53.333489548762124</c:v>
                </c:pt>
                <c:pt idx="12963">
                  <c:v>53.333489548762124</c:v>
                </c:pt>
                <c:pt idx="12964">
                  <c:v>53.210825926679433</c:v>
                </c:pt>
                <c:pt idx="12965">
                  <c:v>53.088444423098856</c:v>
                </c:pt>
                <c:pt idx="12966">
                  <c:v>52.966344389165791</c:v>
                </c:pt>
                <c:pt idx="12967">
                  <c:v>52.966344389165791</c:v>
                </c:pt>
                <c:pt idx="12968">
                  <c:v>52.844525177518079</c:v>
                </c:pt>
                <c:pt idx="12969">
                  <c:v>52.722986142282302</c:v>
                </c:pt>
                <c:pt idx="12970">
                  <c:v>52.601726639070655</c:v>
                </c:pt>
                <c:pt idx="12971">
                  <c:v>52.601726639070655</c:v>
                </c:pt>
                <c:pt idx="12972">
                  <c:v>52.480746024977286</c:v>
                </c:pt>
                <c:pt idx="12973">
                  <c:v>52.360043658575059</c:v>
                </c:pt>
                <c:pt idx="12974">
                  <c:v>52.239618899911996</c:v>
                </c:pt>
                <c:pt idx="12975">
                  <c:v>52.239618899911996</c:v>
                </c:pt>
                <c:pt idx="12976">
                  <c:v>52.119471110508073</c:v>
                </c:pt>
                <c:pt idx="12977">
                  <c:v>51.999599653351616</c:v>
                </c:pt>
                <c:pt idx="12978">
                  <c:v>51.880003892896134</c:v>
                </c:pt>
                <c:pt idx="12979">
                  <c:v>51.880003892896134</c:v>
                </c:pt>
                <c:pt idx="12980">
                  <c:v>51.760683195056778</c:v>
                </c:pt>
                <c:pt idx="12981">
                  <c:v>51.641636927207117</c:v>
                </c:pt>
                <c:pt idx="12982">
                  <c:v>51.522864458175654</c:v>
                </c:pt>
                <c:pt idx="12983">
                  <c:v>51.522864458175654</c:v>
                </c:pt>
                <c:pt idx="12984">
                  <c:v>51.404365158242626</c:v>
                </c:pt>
                <c:pt idx="12985">
                  <c:v>51.28613839913649</c:v>
                </c:pt>
                <c:pt idx="12986">
                  <c:v>51.168183554030811</c:v>
                </c:pt>
                <c:pt idx="12987">
                  <c:v>51.168183554030811</c:v>
                </c:pt>
                <c:pt idx="12988">
                  <c:v>51.050499997540648</c:v>
                </c:pt>
                <c:pt idx="12989">
                  <c:v>50.933087105719572</c:v>
                </c:pt>
                <c:pt idx="12990">
                  <c:v>50.815944256056071</c:v>
                </c:pt>
                <c:pt idx="12991">
                  <c:v>50.815944256056071</c:v>
                </c:pt>
                <c:pt idx="12992">
                  <c:v>50.699070827470464</c:v>
                </c:pt>
                <c:pt idx="12993">
                  <c:v>50.582466200311423</c:v>
                </c:pt>
                <c:pt idx="12994">
                  <c:v>50.466129756352863</c:v>
                </c:pt>
                <c:pt idx="12995">
                  <c:v>50.466129756352863</c:v>
                </c:pt>
                <c:pt idx="12996">
                  <c:v>50.350060878790494</c:v>
                </c:pt>
                <c:pt idx="12997">
                  <c:v>50.234258952238733</c:v>
                </c:pt>
                <c:pt idx="12998">
                  <c:v>50.118723362727238</c:v>
                </c:pt>
                <c:pt idx="12999">
                  <c:v>50.118723362727238</c:v>
                </c:pt>
                <c:pt idx="13000">
                  <c:v>50.003453497697869</c:v>
                </c:pt>
                <c:pt idx="13001">
                  <c:v>49.888448746001231</c:v>
                </c:pt>
                <c:pt idx="13002">
                  <c:v>49.773708497893615</c:v>
                </c:pt>
                <c:pt idx="13003">
                  <c:v>49.773708497893615</c:v>
                </c:pt>
                <c:pt idx="13004">
                  <c:v>49.659232145033613</c:v>
                </c:pt>
                <c:pt idx="13005">
                  <c:v>49.545019080479058</c:v>
                </c:pt>
                <c:pt idx="13006">
                  <c:v>49.431068698683561</c:v>
                </c:pt>
                <c:pt idx="13007">
                  <c:v>49.431068698683561</c:v>
                </c:pt>
                <c:pt idx="13008">
                  <c:v>49.317380395493615</c:v>
                </c:pt>
                <c:pt idx="13009">
                  <c:v>49.20395356814511</c:v>
                </c:pt>
                <c:pt idx="13010">
                  <c:v>49.090787615260332</c:v>
                </c:pt>
                <c:pt idx="13011">
                  <c:v>49.090787615260332</c:v>
                </c:pt>
                <c:pt idx="13012">
                  <c:v>48.977881936844632</c:v>
                </c:pt>
                <c:pt idx="13013">
                  <c:v>48.865235934283383</c:v>
                </c:pt>
                <c:pt idx="13014">
                  <c:v>48.752849010338643</c:v>
                </c:pt>
                <c:pt idx="13015">
                  <c:v>48.752849010338643</c:v>
                </c:pt>
                <c:pt idx="13016">
                  <c:v>48.640720569146175</c:v>
                </c:pt>
                <c:pt idx="13017">
                  <c:v>48.528850016212111</c:v>
                </c:pt>
                <c:pt idx="13018">
                  <c:v>48.417236758409949</c:v>
                </c:pt>
                <c:pt idx="13019">
                  <c:v>48.417236758409949</c:v>
                </c:pt>
                <c:pt idx="13020">
                  <c:v>48.305880203977267</c:v>
                </c:pt>
                <c:pt idx="13021">
                  <c:v>48.194779762512745</c:v>
                </c:pt>
                <c:pt idx="13022">
                  <c:v>48.083934844972852</c:v>
                </c:pt>
                <c:pt idx="13023">
                  <c:v>48.083934844972852</c:v>
                </c:pt>
                <c:pt idx="13024">
                  <c:v>47.973344863668942</c:v>
                </c:pt>
                <c:pt idx="13025">
                  <c:v>47.863009232263856</c:v>
                </c:pt>
                <c:pt idx="13026">
                  <c:v>47.752927365769111</c:v>
                </c:pt>
                <c:pt idx="13027">
                  <c:v>47.752927365769111</c:v>
                </c:pt>
                <c:pt idx="13028">
                  <c:v>47.643098680541584</c:v>
                </c:pt>
                <c:pt idx="13029">
                  <c:v>47.533522594280555</c:v>
                </c:pt>
                <c:pt idx="13030">
                  <c:v>47.424198526024476</c:v>
                </c:pt>
                <c:pt idx="13031">
                  <c:v>47.424198526024476</c:v>
                </c:pt>
                <c:pt idx="13032">
                  <c:v>47.315125896148068</c:v>
                </c:pt>
                <c:pt idx="13033">
                  <c:v>47.206304126359058</c:v>
                </c:pt>
                <c:pt idx="13034">
                  <c:v>47.097732639695309</c:v>
                </c:pt>
                <c:pt idx="13035">
                  <c:v>47.097732639695309</c:v>
                </c:pt>
                <c:pt idx="13036">
                  <c:v>46.989410860521545</c:v>
                </c:pt>
                <c:pt idx="13037">
                  <c:v>46.881338214526536</c:v>
                </c:pt>
                <c:pt idx="13038">
                  <c:v>46.773514128719818</c:v>
                </c:pt>
                <c:pt idx="13039">
                  <c:v>46.773514128719818</c:v>
                </c:pt>
                <c:pt idx="13040">
                  <c:v>46.665938031428894</c:v>
                </c:pt>
                <c:pt idx="13041">
                  <c:v>46.55860935229591</c:v>
                </c:pt>
                <c:pt idx="13042">
                  <c:v>46.451527522274972</c:v>
                </c:pt>
                <c:pt idx="13043">
                  <c:v>46.451527522274972</c:v>
                </c:pt>
                <c:pt idx="13044">
                  <c:v>46.344691973628819</c:v>
                </c:pt>
                <c:pt idx="13045">
                  <c:v>46.238102139926056</c:v>
                </c:pt>
                <c:pt idx="13046">
                  <c:v>46.131757456037953</c:v>
                </c:pt>
                <c:pt idx="13047">
                  <c:v>46.131757456037953</c:v>
                </c:pt>
                <c:pt idx="13048">
                  <c:v>46.025657358135625</c:v>
                </c:pt>
                <c:pt idx="13049">
                  <c:v>45.919801283686873</c:v>
                </c:pt>
                <c:pt idx="13050">
                  <c:v>45.814188671453365</c:v>
                </c:pt>
                <c:pt idx="13051">
                  <c:v>45.708818961487509</c:v>
                </c:pt>
                <c:pt idx="13052">
                  <c:v>45.708818961487509</c:v>
                </c:pt>
                <c:pt idx="13053">
                  <c:v>45.603691595129632</c:v>
                </c:pt>
                <c:pt idx="13054">
                  <c:v>45.49880601500486</c:v>
                </c:pt>
                <c:pt idx="13055">
                  <c:v>45.394161665020327</c:v>
                </c:pt>
                <c:pt idx="13056">
                  <c:v>45.394161665020327</c:v>
                </c:pt>
                <c:pt idx="13057">
                  <c:v>45.289757990362077</c:v>
                </c:pt>
                <c:pt idx="13058">
                  <c:v>45.185594437492263</c:v>
                </c:pt>
                <c:pt idx="13059">
                  <c:v>45.081670454146028</c:v>
                </c:pt>
                <c:pt idx="13060">
                  <c:v>45.081670454146028</c:v>
                </c:pt>
                <c:pt idx="13061">
                  <c:v>44.977985489328816</c:v>
                </c:pt>
                <c:pt idx="13062">
                  <c:v>44.87453899331323</c:v>
                </c:pt>
                <c:pt idx="13063">
                  <c:v>44.771330417636271</c:v>
                </c:pt>
                <c:pt idx="13064">
                  <c:v>44.771330417636271</c:v>
                </c:pt>
                <c:pt idx="13065">
                  <c:v>44.668359215096324</c:v>
                </c:pt>
                <c:pt idx="13066">
                  <c:v>44.565624839750349</c:v>
                </c:pt>
                <c:pt idx="13067">
                  <c:v>44.463126746910874</c:v>
                </c:pt>
                <c:pt idx="13068">
                  <c:v>44.463126746910874</c:v>
                </c:pt>
                <c:pt idx="13069">
                  <c:v>44.360864393143267</c:v>
                </c:pt>
                <c:pt idx="13070">
                  <c:v>44.258837236262657</c:v>
                </c:pt>
                <c:pt idx="13071">
                  <c:v>44.157044735331262</c:v>
                </c:pt>
                <c:pt idx="13072">
                  <c:v>44.157044735331262</c:v>
                </c:pt>
                <c:pt idx="13073">
                  <c:v>44.055486350655329</c:v>
                </c:pt>
                <c:pt idx="13074">
                  <c:v>43.954161543782462</c:v>
                </c:pt>
                <c:pt idx="13075">
                  <c:v>43.853069777498568</c:v>
                </c:pt>
                <c:pt idx="13076">
                  <c:v>43.853069777498568</c:v>
                </c:pt>
                <c:pt idx="13077">
                  <c:v>43.752210515825233</c:v>
                </c:pt>
                <c:pt idx="13078">
                  <c:v>43.651583224016612</c:v>
                </c:pt>
                <c:pt idx="13079">
                  <c:v>43.551187368556882</c:v>
                </c:pt>
                <c:pt idx="13080">
                  <c:v>43.551187368556882</c:v>
                </c:pt>
                <c:pt idx="13081">
                  <c:v>43.451022417157162</c:v>
                </c:pt>
                <c:pt idx="13082">
                  <c:v>43.351087838752903</c:v>
                </c:pt>
                <c:pt idx="13083">
                  <c:v>43.251383103500878</c:v>
                </c:pt>
                <c:pt idx="13084">
                  <c:v>43.251383103500878</c:v>
                </c:pt>
                <c:pt idx="13085">
                  <c:v>43.151907682776539</c:v>
                </c:pt>
                <c:pt idx="13086">
                  <c:v>43.052661049171071</c:v>
                </c:pt>
                <c:pt idx="13087">
                  <c:v>42.953642676488741</c:v>
                </c:pt>
                <c:pt idx="13088">
                  <c:v>42.953642676488741</c:v>
                </c:pt>
                <c:pt idx="13089">
                  <c:v>42.854852039743953</c:v>
                </c:pt>
                <c:pt idx="13090">
                  <c:v>42.756288615158631</c:v>
                </c:pt>
                <c:pt idx="13091">
                  <c:v>42.657951880159267</c:v>
                </c:pt>
                <c:pt idx="13092">
                  <c:v>42.657951880159267</c:v>
                </c:pt>
                <c:pt idx="13093">
                  <c:v>42.559841313374314</c:v>
                </c:pt>
                <c:pt idx="13094">
                  <c:v>42.461956394631287</c:v>
                </c:pt>
                <c:pt idx="13095">
                  <c:v>42.364296604954134</c:v>
                </c:pt>
                <c:pt idx="13096">
                  <c:v>42.364296604954134</c:v>
                </c:pt>
                <c:pt idx="13097">
                  <c:v>42.266861426560311</c:v>
                </c:pt>
                <c:pt idx="13098">
                  <c:v>42.169650342858247</c:v>
                </c:pt>
                <c:pt idx="13099">
                  <c:v>42.072662838444437</c:v>
                </c:pt>
                <c:pt idx="13100">
                  <c:v>42.072662838444437</c:v>
                </c:pt>
                <c:pt idx="13101">
                  <c:v>41.975898399100771</c:v>
                </c:pt>
                <c:pt idx="13102">
                  <c:v>41.879356511791862</c:v>
                </c:pt>
                <c:pt idx="13103">
                  <c:v>41.783036664662191</c:v>
                </c:pt>
                <c:pt idx="13104">
                  <c:v>41.783036664662191</c:v>
                </c:pt>
                <c:pt idx="13105">
                  <c:v>41.686938347033561</c:v>
                </c:pt>
                <c:pt idx="13106">
                  <c:v>41.591061049402221</c:v>
                </c:pt>
                <c:pt idx="13107">
                  <c:v>41.495404263436313</c:v>
                </c:pt>
                <c:pt idx="13108">
                  <c:v>41.495404263436313</c:v>
                </c:pt>
                <c:pt idx="13109">
                  <c:v>41.39996748197305</c:v>
                </c:pt>
                <c:pt idx="13110">
                  <c:v>41.304750199016155</c:v>
                </c:pt>
                <c:pt idx="13111">
                  <c:v>41.209751909733022</c:v>
                </c:pt>
                <c:pt idx="13112">
                  <c:v>41.209751909733022</c:v>
                </c:pt>
                <c:pt idx="13113">
                  <c:v>41.114972110452257</c:v>
                </c:pt>
                <c:pt idx="13114">
                  <c:v>41.0204102986607</c:v>
                </c:pt>
                <c:pt idx="13115">
                  <c:v>40.926065973001116</c:v>
                </c:pt>
                <c:pt idx="13116">
                  <c:v>40.926065973001116</c:v>
                </c:pt>
                <c:pt idx="13117">
                  <c:v>40.831938633269232</c:v>
                </c:pt>
                <c:pt idx="13118">
                  <c:v>40.738027780411301</c:v>
                </c:pt>
                <c:pt idx="13119">
                  <c:v>40.644332916521293</c:v>
                </c:pt>
                <c:pt idx="13120">
                  <c:v>40.644332916521293</c:v>
                </c:pt>
                <c:pt idx="13121">
                  <c:v>40.550853544838404</c:v>
                </c:pt>
                <c:pt idx="13122">
                  <c:v>40.457589169744281</c:v>
                </c:pt>
                <c:pt idx="13123">
                  <c:v>40.364539296760519</c:v>
                </c:pt>
                <c:pt idx="13124">
                  <c:v>40.364539296760519</c:v>
                </c:pt>
                <c:pt idx="13125">
                  <c:v>40.27170343254592</c:v>
                </c:pt>
                <c:pt idx="13126">
                  <c:v>40.179081084894008</c:v>
                </c:pt>
                <c:pt idx="13127">
                  <c:v>40.08667176273029</c:v>
                </c:pt>
                <c:pt idx="13128">
                  <c:v>40.08667176273029</c:v>
                </c:pt>
                <c:pt idx="13129">
                  <c:v>39.994474976109778</c:v>
                </c:pt>
                <c:pt idx="13130">
                  <c:v>39.902490236214227</c:v>
                </c:pt>
                <c:pt idx="13131">
                  <c:v>39.810717055349755</c:v>
                </c:pt>
                <c:pt idx="13132">
                  <c:v>39.810717055349755</c:v>
                </c:pt>
                <c:pt idx="13133">
                  <c:v>39.719154946944052</c:v>
                </c:pt>
                <c:pt idx="13134">
                  <c:v>39.627803425543974</c:v>
                </c:pt>
                <c:pt idx="13135">
                  <c:v>39.536662006812804</c:v>
                </c:pt>
                <c:pt idx="13136">
                  <c:v>39.536662006812804</c:v>
                </c:pt>
                <c:pt idx="13137">
                  <c:v>39.445730207527866</c:v>
                </c:pt>
                <c:pt idx="13138">
                  <c:v>39.355007545577756</c:v>
                </c:pt>
                <c:pt idx="13139">
                  <c:v>39.264493539960007</c:v>
                </c:pt>
                <c:pt idx="13140">
                  <c:v>39.264493539960007</c:v>
                </c:pt>
                <c:pt idx="13141">
                  <c:v>39.17418771077832</c:v>
                </c:pt>
                <c:pt idx="13142">
                  <c:v>39.084089579240221</c:v>
                </c:pt>
                <c:pt idx="13143">
                  <c:v>38.994198667654345</c:v>
                </c:pt>
                <c:pt idx="13144">
                  <c:v>38.904514499428075</c:v>
                </c:pt>
                <c:pt idx="13145">
                  <c:v>38.904514499428075</c:v>
                </c:pt>
                <c:pt idx="13146">
                  <c:v>38.815036599064833</c:v>
                </c:pt>
                <c:pt idx="13147">
                  <c:v>38.725764492161751</c:v>
                </c:pt>
                <c:pt idx="13148">
                  <c:v>38.636697705406938</c:v>
                </c:pt>
                <c:pt idx="13149">
                  <c:v>38.636697705406938</c:v>
                </c:pt>
                <c:pt idx="13150">
                  <c:v>38.547835766577208</c:v>
                </c:pt>
                <c:pt idx="13151">
                  <c:v>38.45917820453537</c:v>
                </c:pt>
                <c:pt idx="13152">
                  <c:v>38.370724549227901</c:v>
                </c:pt>
                <c:pt idx="13153">
                  <c:v>38.370724549227901</c:v>
                </c:pt>
                <c:pt idx="13154">
                  <c:v>38.28247433168228</c:v>
                </c:pt>
                <c:pt idx="13155">
                  <c:v>38.194427084004673</c:v>
                </c:pt>
                <c:pt idx="13156">
                  <c:v>38.106582339377312</c:v>
                </c:pt>
                <c:pt idx="13157">
                  <c:v>38.106582339377312</c:v>
                </c:pt>
                <c:pt idx="13158">
                  <c:v>38.018939632056139</c:v>
                </c:pt>
                <c:pt idx="13159">
                  <c:v>37.931498497368203</c:v>
                </c:pt>
                <c:pt idx="13160">
                  <c:v>37.844258471709345</c:v>
                </c:pt>
                <c:pt idx="13161">
                  <c:v>37.844258471709345</c:v>
                </c:pt>
                <c:pt idx="13162">
                  <c:v>37.757219092541611</c:v>
                </c:pt>
                <c:pt idx="13163">
                  <c:v>37.670379898390898</c:v>
                </c:pt>
                <c:pt idx="13164">
                  <c:v>37.583740428844422</c:v>
                </c:pt>
                <c:pt idx="13165">
                  <c:v>37.583740428844422</c:v>
                </c:pt>
                <c:pt idx="13166">
                  <c:v>37.497300224548376</c:v>
                </c:pt>
                <c:pt idx="13167">
                  <c:v>37.411058827205352</c:v>
                </c:pt>
                <c:pt idx="13168">
                  <c:v>37.325015779572084</c:v>
                </c:pt>
                <c:pt idx="13169">
                  <c:v>37.325015779572084</c:v>
                </c:pt>
                <c:pt idx="13170">
                  <c:v>37.239170625456865</c:v>
                </c:pt>
                <c:pt idx="13171">
                  <c:v>37.153522909717275</c:v>
                </c:pt>
                <c:pt idx="13172">
                  <c:v>37.068072178257609</c:v>
                </c:pt>
                <c:pt idx="13173">
                  <c:v>37.068072178257609</c:v>
                </c:pt>
                <c:pt idx="13174">
                  <c:v>36.982817978026638</c:v>
                </c:pt>
                <c:pt idx="13175">
                  <c:v>36.897759857015039</c:v>
                </c:pt>
                <c:pt idx="13176">
                  <c:v>36.812897364253161</c:v>
                </c:pt>
                <c:pt idx="13177">
                  <c:v>36.812897364253161</c:v>
                </c:pt>
                <c:pt idx="13178">
                  <c:v>36.728230049808474</c:v>
                </c:pt>
                <c:pt idx="13179">
                  <c:v>36.643757464783342</c:v>
                </c:pt>
                <c:pt idx="13180">
                  <c:v>36.559479161312495</c:v>
                </c:pt>
                <c:pt idx="13181">
                  <c:v>36.559479161312495</c:v>
                </c:pt>
                <c:pt idx="13182">
                  <c:v>36.475394692560791</c:v>
                </c:pt>
                <c:pt idx="13183">
                  <c:v>36.391503612720712</c:v>
                </c:pt>
                <c:pt idx="13184">
                  <c:v>36.307805477010156</c:v>
                </c:pt>
                <c:pt idx="13185">
                  <c:v>36.307805477010156</c:v>
                </c:pt>
                <c:pt idx="13186">
                  <c:v>36.224299841669875</c:v>
                </c:pt>
                <c:pt idx="13187">
                  <c:v>36.140986263961352</c:v>
                </c:pt>
                <c:pt idx="13188">
                  <c:v>36.057864302164255</c:v>
                </c:pt>
                <c:pt idx="13189">
                  <c:v>36.057864302164255</c:v>
                </c:pt>
                <c:pt idx="13190">
                  <c:v>35.97493351557425</c:v>
                </c:pt>
                <c:pt idx="13191">
                  <c:v>35.892193464500529</c:v>
                </c:pt>
                <c:pt idx="13192">
                  <c:v>35.809643710263614</c:v>
                </c:pt>
                <c:pt idx="13193">
                  <c:v>35.809643710263614</c:v>
                </c:pt>
                <c:pt idx="13194">
                  <c:v>35.727283815192898</c:v>
                </c:pt>
                <c:pt idx="13195">
                  <c:v>35.645113342624434</c:v>
                </c:pt>
                <c:pt idx="13196">
                  <c:v>35.563131856898536</c:v>
                </c:pt>
                <c:pt idx="13197">
                  <c:v>35.563131856898536</c:v>
                </c:pt>
                <c:pt idx="13198">
                  <c:v>35.481338923357555</c:v>
                </c:pt>
                <c:pt idx="13199">
                  <c:v>35.399734108343473</c:v>
                </c:pt>
                <c:pt idx="13200">
                  <c:v>35.318316979195707</c:v>
                </c:pt>
                <c:pt idx="13201">
                  <c:v>35.318316979195707</c:v>
                </c:pt>
                <c:pt idx="13202">
                  <c:v>35.237087104248715</c:v>
                </c:pt>
                <c:pt idx="13203">
                  <c:v>35.156044052829834</c:v>
                </c:pt>
                <c:pt idx="13204">
                  <c:v>35.075187395256812</c:v>
                </c:pt>
                <c:pt idx="13205">
                  <c:v>35.075187395256812</c:v>
                </c:pt>
                <c:pt idx="13206">
                  <c:v>34.994516702835746</c:v>
                </c:pt>
                <c:pt idx="13207">
                  <c:v>34.91403154785862</c:v>
                </c:pt>
                <c:pt idx="13208">
                  <c:v>34.833731503601193</c:v>
                </c:pt>
                <c:pt idx="13209">
                  <c:v>34.833731503601193</c:v>
                </c:pt>
                <c:pt idx="13210">
                  <c:v>34.753616144320588</c:v>
                </c:pt>
                <c:pt idx="13211">
                  <c:v>34.67368504525318</c:v>
                </c:pt>
                <c:pt idx="13212">
                  <c:v>34.593937782612201</c:v>
                </c:pt>
                <c:pt idx="13213">
                  <c:v>34.593937782612201</c:v>
                </c:pt>
                <c:pt idx="13214">
                  <c:v>34.514373933585638</c:v>
                </c:pt>
                <c:pt idx="13215">
                  <c:v>34.434993076333853</c:v>
                </c:pt>
                <c:pt idx="13216">
                  <c:v>34.35579478998747</c:v>
                </c:pt>
                <c:pt idx="13217">
                  <c:v>34.35579478998747</c:v>
                </c:pt>
                <c:pt idx="13218">
                  <c:v>34.276778654645035</c:v>
                </c:pt>
                <c:pt idx="13219">
                  <c:v>34.197944251370906</c:v>
                </c:pt>
                <c:pt idx="13220">
                  <c:v>34.119291162192866</c:v>
                </c:pt>
                <c:pt idx="13221">
                  <c:v>34.119291162192866</c:v>
                </c:pt>
                <c:pt idx="13222">
                  <c:v>34.040818970100105</c:v>
                </c:pt>
                <c:pt idx="13223">
                  <c:v>33.962527259040854</c:v>
                </c:pt>
                <c:pt idx="13224">
                  <c:v>33.884415613920268</c:v>
                </c:pt>
                <c:pt idx="13225">
                  <c:v>33.884415613920268</c:v>
                </c:pt>
                <c:pt idx="13226">
                  <c:v>33.806483620598165</c:v>
                </c:pt>
                <c:pt idx="13227">
                  <c:v>33.728730865886902</c:v>
                </c:pt>
                <c:pt idx="13228">
                  <c:v>33.651156937549075</c:v>
                </c:pt>
                <c:pt idx="13229">
                  <c:v>33.651156937549075</c:v>
                </c:pt>
                <c:pt idx="13230">
                  <c:v>33.573761424295476</c:v>
                </c:pt>
                <c:pt idx="13231">
                  <c:v>33.496543915782766</c:v>
                </c:pt>
                <c:pt idx="13232">
                  <c:v>33.419504002611433</c:v>
                </c:pt>
                <c:pt idx="13233">
                  <c:v>33.342641276323498</c:v>
                </c:pt>
                <c:pt idx="13234">
                  <c:v>33.342641276323498</c:v>
                </c:pt>
                <c:pt idx="13235">
                  <c:v>33.265955329400455</c:v>
                </c:pt>
                <c:pt idx="13236">
                  <c:v>33.189445755261033</c:v>
                </c:pt>
                <c:pt idx="13237">
                  <c:v>33.113112148259127</c:v>
                </c:pt>
                <c:pt idx="13238">
                  <c:v>33.113112148259127</c:v>
                </c:pt>
                <c:pt idx="13239">
                  <c:v>33.036954103681488</c:v>
                </c:pt>
                <c:pt idx="13240">
                  <c:v>32.960971217745794</c:v>
                </c:pt>
                <c:pt idx="13241">
                  <c:v>32.885163087598315</c:v>
                </c:pt>
                <c:pt idx="13242">
                  <c:v>32.885163087598315</c:v>
                </c:pt>
                <c:pt idx="13243">
                  <c:v>32.80952931131192</c:v>
                </c:pt>
                <c:pt idx="13244">
                  <c:v>32.734069487883822</c:v>
                </c:pt>
                <c:pt idx="13245">
                  <c:v>32.658783217233591</c:v>
                </c:pt>
                <c:pt idx="13246">
                  <c:v>32.658783217233591</c:v>
                </c:pt>
                <c:pt idx="13247">
                  <c:v>32.583670100200884</c:v>
                </c:pt>
                <c:pt idx="13248">
                  <c:v>32.508729738543444</c:v>
                </c:pt>
                <c:pt idx="13249">
                  <c:v>32.433961734934925</c:v>
                </c:pt>
                <c:pt idx="13250">
                  <c:v>32.433961734934925</c:v>
                </c:pt>
                <c:pt idx="13251">
                  <c:v>32.359365692962832</c:v>
                </c:pt>
                <c:pt idx="13252">
                  <c:v>32.284941217126352</c:v>
                </c:pt>
                <c:pt idx="13253">
                  <c:v>32.210687912834352</c:v>
                </c:pt>
                <c:pt idx="13254">
                  <c:v>32.210687912834352</c:v>
                </c:pt>
                <c:pt idx="13255">
                  <c:v>32.136605386403168</c:v>
                </c:pt>
                <c:pt idx="13256">
                  <c:v>32.062693245054675</c:v>
                </c:pt>
                <c:pt idx="13257">
                  <c:v>31.98895109691399</c:v>
                </c:pt>
                <c:pt idx="13258">
                  <c:v>31.98895109691399</c:v>
                </c:pt>
                <c:pt idx="13259">
                  <c:v>31.915378551007631</c:v>
                </c:pt>
                <c:pt idx="13260">
                  <c:v>31.841975217261254</c:v>
                </c:pt>
                <c:pt idx="13261">
                  <c:v>31.76874070649772</c:v>
                </c:pt>
                <c:pt idx="13262">
                  <c:v>31.76874070649772</c:v>
                </c:pt>
                <c:pt idx="13263">
                  <c:v>31.695674630434915</c:v>
                </c:pt>
                <c:pt idx="13264">
                  <c:v>31.622776601683803</c:v>
                </c:pt>
                <c:pt idx="13265">
                  <c:v>31.550046233746283</c:v>
                </c:pt>
                <c:pt idx="13266">
                  <c:v>31.550046233746283</c:v>
                </c:pt>
                <c:pt idx="13267">
                  <c:v>31.477483141013167</c:v>
                </c:pt>
                <c:pt idx="13268">
                  <c:v>31.405086938762189</c:v>
                </c:pt>
                <c:pt idx="13269">
                  <c:v>31.332857243155861</c:v>
                </c:pt>
                <c:pt idx="13270">
                  <c:v>31.332857243155861</c:v>
                </c:pt>
                <c:pt idx="13271">
                  <c:v>31.260793671239561</c:v>
                </c:pt>
                <c:pt idx="13272">
                  <c:v>31.188895840939374</c:v>
                </c:pt>
                <c:pt idx="13273">
                  <c:v>31.117163371060201</c:v>
                </c:pt>
                <c:pt idx="13274">
                  <c:v>31.117163371060201</c:v>
                </c:pt>
                <c:pt idx="13275">
                  <c:v>31.045595881283571</c:v>
                </c:pt>
                <c:pt idx="13276">
                  <c:v>30.974192992165825</c:v>
                </c:pt>
                <c:pt idx="13277">
                  <c:v>30.902954325135919</c:v>
                </c:pt>
                <c:pt idx="13278">
                  <c:v>30.902954325135919</c:v>
                </c:pt>
                <c:pt idx="13279">
                  <c:v>30.83187950249356</c:v>
                </c:pt>
                <c:pt idx="13280">
                  <c:v>30.760968147407091</c:v>
                </c:pt>
                <c:pt idx="13281">
                  <c:v>30.690219883911592</c:v>
                </c:pt>
                <c:pt idx="13282">
                  <c:v>30.690219883911592</c:v>
                </c:pt>
                <c:pt idx="13283">
                  <c:v>30.619634336906781</c:v>
                </c:pt>
                <c:pt idx="13284">
                  <c:v>30.549211132155147</c:v>
                </c:pt>
                <c:pt idx="13285">
                  <c:v>30.478949896279836</c:v>
                </c:pt>
                <c:pt idx="13286">
                  <c:v>30.478949896279836</c:v>
                </c:pt>
                <c:pt idx="13287">
                  <c:v>30.408850256762804</c:v>
                </c:pt>
                <c:pt idx="13288">
                  <c:v>30.338911841942711</c:v>
                </c:pt>
                <c:pt idx="13289">
                  <c:v>30.269134281013066</c:v>
                </c:pt>
                <c:pt idx="13290">
                  <c:v>30.269134281013066</c:v>
                </c:pt>
                <c:pt idx="13291">
                  <c:v>30.199517204020164</c:v>
                </c:pt>
                <c:pt idx="13292">
                  <c:v>30.130060241861234</c:v>
                </c:pt>
                <c:pt idx="13293">
                  <c:v>30.06076302628232</c:v>
                </c:pt>
                <c:pt idx="13294">
                  <c:v>30.06076302628232</c:v>
                </c:pt>
                <c:pt idx="13295">
                  <c:v>29.99162518987653</c:v>
                </c:pt>
                <c:pt idx="13296">
                  <c:v>29.922646366081903</c:v>
                </c:pt>
                <c:pt idx="13297">
                  <c:v>29.853826189179614</c:v>
                </c:pt>
                <c:pt idx="13298">
                  <c:v>29.853826189179614</c:v>
                </c:pt>
                <c:pt idx="13299">
                  <c:v>29.785164294291906</c:v>
                </c:pt>
                <c:pt idx="13300">
                  <c:v>29.716660317380278</c:v>
                </c:pt>
                <c:pt idx="13301">
                  <c:v>29.648313895243433</c:v>
                </c:pt>
                <c:pt idx="13302">
                  <c:v>29.648313895243433</c:v>
                </c:pt>
                <c:pt idx="13303">
                  <c:v>29.58012466551547</c:v>
                </c:pt>
                <c:pt idx="13304">
                  <c:v>29.512092266663863</c:v>
                </c:pt>
                <c:pt idx="13305">
                  <c:v>29.444216337987623</c:v>
                </c:pt>
                <c:pt idx="13306">
                  <c:v>29.444216337987623</c:v>
                </c:pt>
                <c:pt idx="13307">
                  <c:v>29.376496519615312</c:v>
                </c:pt>
                <c:pt idx="13308">
                  <c:v>29.308932452503218</c:v>
                </c:pt>
                <c:pt idx="13309">
                  <c:v>29.241523778433354</c:v>
                </c:pt>
                <c:pt idx="13310">
                  <c:v>29.241523778433354</c:v>
                </c:pt>
                <c:pt idx="13311">
                  <c:v>29.174270140011689</c:v>
                </c:pt>
                <c:pt idx="13312">
                  <c:v>29.107171180666064</c:v>
                </c:pt>
                <c:pt idx="13313">
                  <c:v>29.040226544644522</c:v>
                </c:pt>
                <c:pt idx="13314">
                  <c:v>29.040226544644522</c:v>
                </c:pt>
                <c:pt idx="13315">
                  <c:v>28.973435877013241</c:v>
                </c:pt>
                <c:pt idx="13316">
                  <c:v>28.906798823654771</c:v>
                </c:pt>
                <c:pt idx="13317">
                  <c:v>28.840315031266066</c:v>
                </c:pt>
                <c:pt idx="13318">
                  <c:v>28.840315031266066</c:v>
                </c:pt>
                <c:pt idx="13319">
                  <c:v>28.773984147356703</c:v>
                </c:pt>
                <c:pt idx="13320">
                  <c:v>28.707805820246914</c:v>
                </c:pt>
                <c:pt idx="13321">
                  <c:v>28.641779699065818</c:v>
                </c:pt>
                <c:pt idx="13322">
                  <c:v>28.641779699065818</c:v>
                </c:pt>
                <c:pt idx="13323">
                  <c:v>28.575905433749472</c:v>
                </c:pt>
                <c:pt idx="13324">
                  <c:v>28.510182675039101</c:v>
                </c:pt>
                <c:pt idx="13325">
                  <c:v>28.444611074479159</c:v>
                </c:pt>
                <c:pt idx="13326">
                  <c:v>28.379190284415582</c:v>
                </c:pt>
                <c:pt idx="13327">
                  <c:v>28.379190284415582</c:v>
                </c:pt>
                <c:pt idx="13328">
                  <c:v>28.313919957993804</c:v>
                </c:pt>
                <c:pt idx="13329">
                  <c:v>28.24879974915709</c:v>
                </c:pt>
                <c:pt idx="13330">
                  <c:v>28.183829312644548</c:v>
                </c:pt>
                <c:pt idx="13331">
                  <c:v>28.183829312644548</c:v>
                </c:pt>
                <c:pt idx="13332">
                  <c:v>28.119008303989421</c:v>
                </c:pt>
                <c:pt idx="13333">
                  <c:v>28.054336379517142</c:v>
                </c:pt>
                <c:pt idx="13334">
                  <c:v>27.98981319634364</c:v>
                </c:pt>
                <c:pt idx="13335">
                  <c:v>27.98981319634364</c:v>
                </c:pt>
                <c:pt idx="13336">
                  <c:v>27.925438412373385</c:v>
                </c:pt>
                <c:pt idx="13337">
                  <c:v>27.861211686297715</c:v>
                </c:pt>
                <c:pt idx="13338">
                  <c:v>27.797132677592892</c:v>
                </c:pt>
                <c:pt idx="13339">
                  <c:v>27.797132677592892</c:v>
                </c:pt>
                <c:pt idx="13340">
                  <c:v>27.733201046518417</c:v>
                </c:pt>
                <c:pt idx="13341">
                  <c:v>27.669416454115119</c:v>
                </c:pt>
                <c:pt idx="13342">
                  <c:v>27.605778562203465</c:v>
                </c:pt>
                <c:pt idx="13343">
                  <c:v>27.605778562203465</c:v>
                </c:pt>
                <c:pt idx="13344">
                  <c:v>27.542287033381665</c:v>
                </c:pt>
                <c:pt idx="13345">
                  <c:v>27.478941531023988</c:v>
                </c:pt>
                <c:pt idx="13346">
                  <c:v>27.415741719278834</c:v>
                </c:pt>
                <c:pt idx="13347">
                  <c:v>27.415741719278834</c:v>
                </c:pt>
                <c:pt idx="13348">
                  <c:v>27.352687263067136</c:v>
                </c:pt>
                <c:pt idx="13349">
                  <c:v>27.289777828080418</c:v>
                </c:pt>
                <c:pt idx="13350">
                  <c:v>27.227013080779138</c:v>
                </c:pt>
                <c:pt idx="13351">
                  <c:v>27.227013080779138</c:v>
                </c:pt>
                <c:pt idx="13352">
                  <c:v>27.164392688390834</c:v>
                </c:pt>
                <c:pt idx="13353">
                  <c:v>27.10191631890844</c:v>
                </c:pt>
                <c:pt idx="13354">
                  <c:v>27.039583641088441</c:v>
                </c:pt>
                <c:pt idx="13355">
                  <c:v>27.039583641088441</c:v>
                </c:pt>
                <c:pt idx="13356">
                  <c:v>26.977394324449211</c:v>
                </c:pt>
                <c:pt idx="13357">
                  <c:v>26.915348039269158</c:v>
                </c:pt>
                <c:pt idx="13358">
                  <c:v>26.853444456585081</c:v>
                </c:pt>
                <c:pt idx="13359">
                  <c:v>26.853444456585081</c:v>
                </c:pt>
                <c:pt idx="13360">
                  <c:v>26.791683248190321</c:v>
                </c:pt>
                <c:pt idx="13361">
                  <c:v>26.730064086633121</c:v>
                </c:pt>
                <c:pt idx="13362">
                  <c:v>26.668586645214795</c:v>
                </c:pt>
                <c:pt idx="13363">
                  <c:v>26.668586645214795</c:v>
                </c:pt>
                <c:pt idx="13364">
                  <c:v>26.607250597988113</c:v>
                </c:pt>
                <c:pt idx="13365">
                  <c:v>26.546055619755403</c:v>
                </c:pt>
                <c:pt idx="13366">
                  <c:v>26.485001386067019</c:v>
                </c:pt>
                <c:pt idx="13367">
                  <c:v>26.485001386067019</c:v>
                </c:pt>
                <c:pt idx="13368">
                  <c:v>26.424087573219474</c:v>
                </c:pt>
                <c:pt idx="13369">
                  <c:v>26.363313858253811</c:v>
                </c:pt>
                <c:pt idx="13370">
                  <c:v>26.302679918953825</c:v>
                </c:pt>
                <c:pt idx="13371">
                  <c:v>26.302679918953825</c:v>
                </c:pt>
                <c:pt idx="13372">
                  <c:v>26.242185433844426</c:v>
                </c:pt>
                <c:pt idx="13373">
                  <c:v>26.181830082189858</c:v>
                </c:pt>
                <c:pt idx="13374">
                  <c:v>26.121613543992073</c:v>
                </c:pt>
                <c:pt idx="13375">
                  <c:v>26.121613543992073</c:v>
                </c:pt>
                <c:pt idx="13376">
                  <c:v>26.061535499988956</c:v>
                </c:pt>
                <c:pt idx="13377">
                  <c:v>26.001595631652727</c:v>
                </c:pt>
                <c:pt idx="13378">
                  <c:v>25.94179362118814</c:v>
                </c:pt>
                <c:pt idx="13379">
                  <c:v>25.94179362118814</c:v>
                </c:pt>
                <c:pt idx="13380">
                  <c:v>25.882129151530918</c:v>
                </c:pt>
                <c:pt idx="13381">
                  <c:v>25.822601906345959</c:v>
                </c:pt>
                <c:pt idx="13382">
                  <c:v>25.763211570025767</c:v>
                </c:pt>
                <c:pt idx="13383">
                  <c:v>25.763211570025767</c:v>
                </c:pt>
                <c:pt idx="13384">
                  <c:v>25.703957827688647</c:v>
                </c:pt>
                <c:pt idx="13385">
                  <c:v>25.644840365177185</c:v>
                </c:pt>
                <c:pt idx="13386">
                  <c:v>25.585858869056462</c:v>
                </c:pt>
                <c:pt idx="13387">
                  <c:v>25.585858869056462</c:v>
                </c:pt>
                <c:pt idx="13388">
                  <c:v>25.52701302661248</c:v>
                </c:pt>
                <c:pt idx="13389">
                  <c:v>25.468302525850415</c:v>
                </c:pt>
                <c:pt idx="13390">
                  <c:v>25.409727055493057</c:v>
                </c:pt>
                <c:pt idx="13391">
                  <c:v>25.409727055493057</c:v>
                </c:pt>
                <c:pt idx="13392">
                  <c:v>25.351286304979077</c:v>
                </c:pt>
                <c:pt idx="13393">
                  <c:v>25.292979964461452</c:v>
                </c:pt>
                <c:pt idx="13394">
                  <c:v>25.234807724805748</c:v>
                </c:pt>
                <c:pt idx="13395">
                  <c:v>25.234807724805748</c:v>
                </c:pt>
                <c:pt idx="13396">
                  <c:v>25.176769277588562</c:v>
                </c:pt>
                <c:pt idx="13397">
                  <c:v>25.118864315095799</c:v>
                </c:pt>
                <c:pt idx="13398">
                  <c:v>25.06109253032114</c:v>
                </c:pt>
                <c:pt idx="13399">
                  <c:v>25.06109253032114</c:v>
                </c:pt>
                <c:pt idx="13400">
                  <c:v>25.003453616964311</c:v>
                </c:pt>
                <c:pt idx="13401">
                  <c:v>24.94594726942956</c:v>
                </c:pt>
                <c:pt idx="13402">
                  <c:v>24.888573182823915</c:v>
                </c:pt>
                <c:pt idx="13403">
                  <c:v>24.888573182823915</c:v>
                </c:pt>
                <c:pt idx="13404">
                  <c:v>24.831331052955715</c:v>
                </c:pt>
                <c:pt idx="13405">
                  <c:v>24.774220576332858</c:v>
                </c:pt>
                <c:pt idx="13406">
                  <c:v>24.71724145016131</c:v>
                </c:pt>
                <c:pt idx="13407">
                  <c:v>24.71724145016131</c:v>
                </c:pt>
                <c:pt idx="13408">
                  <c:v>24.660393372343396</c:v>
                </c:pt>
                <c:pt idx="13409">
                  <c:v>24.60367604147628</c:v>
                </c:pt>
                <c:pt idx="13410">
                  <c:v>24.547089156850305</c:v>
                </c:pt>
                <c:pt idx="13411">
                  <c:v>24.547089156850305</c:v>
                </c:pt>
                <c:pt idx="13412">
                  <c:v>24.490632418447461</c:v>
                </c:pt>
                <c:pt idx="13413">
                  <c:v>24.434305526939717</c:v>
                </c:pt>
                <c:pt idx="13414">
                  <c:v>24.378108183687527</c:v>
                </c:pt>
                <c:pt idx="13415">
                  <c:v>24.322040090738149</c:v>
                </c:pt>
                <c:pt idx="13416">
                  <c:v>24.322040090738149</c:v>
                </c:pt>
                <c:pt idx="13417">
                  <c:v>24.266100950824168</c:v>
                </c:pt>
                <c:pt idx="13418">
                  <c:v>24.210290467361787</c:v>
                </c:pt>
                <c:pt idx="13419">
                  <c:v>24.154608344449414</c:v>
                </c:pt>
                <c:pt idx="13420">
                  <c:v>24.154608344449414</c:v>
                </c:pt>
                <c:pt idx="13421">
                  <c:v>24.099054286865954</c:v>
                </c:pt>
                <c:pt idx="13422">
                  <c:v>24.043628000069344</c:v>
                </c:pt>
                <c:pt idx="13423">
                  <c:v>23.988329190194907</c:v>
                </c:pt>
                <c:pt idx="13424">
                  <c:v>23.988329190194907</c:v>
                </c:pt>
                <c:pt idx="13425">
                  <c:v>23.933157564053882</c:v>
                </c:pt>
                <c:pt idx="13426">
                  <c:v>23.878112829131776</c:v>
                </c:pt>
                <c:pt idx="13427">
                  <c:v>23.82319469358691</c:v>
                </c:pt>
                <c:pt idx="13428">
                  <c:v>23.82319469358691</c:v>
                </c:pt>
                <c:pt idx="13429">
                  <c:v>23.768402866248767</c:v>
                </c:pt>
                <c:pt idx="13430">
                  <c:v>23.713737056616559</c:v>
                </c:pt>
                <c:pt idx="13431">
                  <c:v>23.65919697485759</c:v>
                </c:pt>
                <c:pt idx="13432">
                  <c:v>23.65919697485759</c:v>
                </c:pt>
                <c:pt idx="13433">
                  <c:v>23.604782331805772</c:v>
                </c:pt>
                <c:pt idx="13434">
                  <c:v>23.550492838960114</c:v>
                </c:pt>
                <c:pt idx="13435">
                  <c:v>23.496328208483085</c:v>
                </c:pt>
                <c:pt idx="13436">
                  <c:v>23.496328208483085</c:v>
                </c:pt>
                <c:pt idx="13437">
                  <c:v>23.442288153199236</c:v>
                </c:pt>
                <c:pt idx="13438">
                  <c:v>23.388372386593559</c:v>
                </c:pt>
                <c:pt idx="13439">
                  <c:v>23.334580622810041</c:v>
                </c:pt>
                <c:pt idx="13440">
                  <c:v>23.334580622810041</c:v>
                </c:pt>
                <c:pt idx="13441">
                  <c:v>23.280912576650088</c:v>
                </c:pt>
                <c:pt idx="13442">
                  <c:v>23.22736796357108</c:v>
                </c:pt>
                <c:pt idx="13443">
                  <c:v>23.173946499684792</c:v>
                </c:pt>
                <c:pt idx="13444">
                  <c:v>23.173946499684792</c:v>
                </c:pt>
                <c:pt idx="13445">
                  <c:v>23.120647901755959</c:v>
                </c:pt>
                <c:pt idx="13446">
                  <c:v>23.067471887200696</c:v>
                </c:pt>
                <c:pt idx="13447">
                  <c:v>23.014418174085094</c:v>
                </c:pt>
                <c:pt idx="13448">
                  <c:v>23.014418174085094</c:v>
                </c:pt>
                <c:pt idx="13449">
                  <c:v>22.961486481123622</c:v>
                </c:pt>
                <c:pt idx="13450">
                  <c:v>22.908676527677738</c:v>
                </c:pt>
                <c:pt idx="13451">
                  <c:v>22.855988033754304</c:v>
                </c:pt>
                <c:pt idx="13452">
                  <c:v>22.855988033754304</c:v>
                </c:pt>
                <c:pt idx="13453">
                  <c:v>22.803420720004198</c:v>
                </c:pt>
                <c:pt idx="13454">
                  <c:v>22.750974307720718</c:v>
                </c:pt>
                <c:pt idx="13455">
                  <c:v>22.698648518838233</c:v>
                </c:pt>
                <c:pt idx="13456">
                  <c:v>22.698648518838233</c:v>
                </c:pt>
                <c:pt idx="13457">
                  <c:v>22.646443075930605</c:v>
                </c:pt>
                <c:pt idx="13458">
                  <c:v>22.594357702209791</c:v>
                </c:pt>
                <c:pt idx="13459">
                  <c:v>22.542392121524301</c:v>
                </c:pt>
                <c:pt idx="13460">
                  <c:v>22.542392121524301</c:v>
                </c:pt>
                <c:pt idx="13461">
                  <c:v>22.490546058357822</c:v>
                </c:pt>
                <c:pt idx="13462">
                  <c:v>22.438819237827669</c:v>
                </c:pt>
                <c:pt idx="13463">
                  <c:v>22.387211385683404</c:v>
                </c:pt>
                <c:pt idx="13464">
                  <c:v>22.387211385683404</c:v>
                </c:pt>
                <c:pt idx="13465">
                  <c:v>22.335722228305322</c:v>
                </c:pt>
                <c:pt idx="13466">
                  <c:v>22.284351492703045</c:v>
                </c:pt>
                <c:pt idx="13467">
                  <c:v>22.233098906514034</c:v>
                </c:pt>
                <c:pt idx="13468">
                  <c:v>22.233098906514034</c:v>
                </c:pt>
                <c:pt idx="13469">
                  <c:v>22.181964198002195</c:v>
                </c:pt>
                <c:pt idx="13470">
                  <c:v>22.130947096056378</c:v>
                </c:pt>
                <c:pt idx="13471">
                  <c:v>22.080047330189014</c:v>
                </c:pt>
                <c:pt idx="13472">
                  <c:v>22.080047330189014</c:v>
                </c:pt>
                <c:pt idx="13473">
                  <c:v>22.02926463053457</c:v>
                </c:pt>
                <c:pt idx="13474">
                  <c:v>21.978598727848262</c:v>
                </c:pt>
                <c:pt idx="13475">
                  <c:v>21.928049353504495</c:v>
                </c:pt>
                <c:pt idx="13476">
                  <c:v>21.928049353504495</c:v>
                </c:pt>
                <c:pt idx="13477">
                  <c:v>21.877616239495538</c:v>
                </c:pt>
                <c:pt idx="13478">
                  <c:v>21.82729911843002</c:v>
                </c:pt>
                <c:pt idx="13479">
                  <c:v>21.777097723531597</c:v>
                </c:pt>
                <c:pt idx="13480">
                  <c:v>21.777097723531597</c:v>
                </c:pt>
                <c:pt idx="13481">
                  <c:v>21.727011788637451</c:v>
                </c:pt>
                <c:pt idx="13482">
                  <c:v>21.677041048196955</c:v>
                </c:pt>
                <c:pt idx="13483">
                  <c:v>21.627185237270204</c:v>
                </c:pt>
                <c:pt idx="13484">
                  <c:v>21.627185237270204</c:v>
                </c:pt>
                <c:pt idx="13485">
                  <c:v>21.577444091526672</c:v>
                </c:pt>
                <c:pt idx="13486">
                  <c:v>21.52781734724373</c:v>
                </c:pt>
                <c:pt idx="13487">
                  <c:v>21.478304741305344</c:v>
                </c:pt>
                <c:pt idx="13488">
                  <c:v>21.478304741305344</c:v>
                </c:pt>
                <c:pt idx="13489">
                  <c:v>21.428906011200585</c:v>
                </c:pt>
                <c:pt idx="13490">
                  <c:v>21.379620895022335</c:v>
                </c:pt>
                <c:pt idx="13491">
                  <c:v>21.330449131465773</c:v>
                </c:pt>
                <c:pt idx="13492">
                  <c:v>21.330449131465773</c:v>
                </c:pt>
                <c:pt idx="13493">
                  <c:v>21.281390459827133</c:v>
                </c:pt>
                <c:pt idx="13494">
                  <c:v>21.232444620002202</c:v>
                </c:pt>
                <c:pt idx="13495">
                  <c:v>21.183611352485027</c:v>
                </c:pt>
                <c:pt idx="13496">
                  <c:v>21.183611352485027</c:v>
                </c:pt>
                <c:pt idx="13497">
                  <c:v>21.134890398366473</c:v>
                </c:pt>
                <c:pt idx="13498">
                  <c:v>21.086281499332902</c:v>
                </c:pt>
                <c:pt idx="13499">
                  <c:v>21.037784397664758</c:v>
                </c:pt>
                <c:pt idx="13500">
                  <c:v>21.037784397664758</c:v>
                </c:pt>
                <c:pt idx="13501">
                  <c:v>20.989398836235249</c:v>
                </c:pt>
                <c:pt idx="13502">
                  <c:v>20.941124558508928</c:v>
                </c:pt>
                <c:pt idx="13503">
                  <c:v>20.8929613085404</c:v>
                </c:pt>
                <c:pt idx="13504">
                  <c:v>20.8929613085404</c:v>
                </c:pt>
                <c:pt idx="13505">
                  <c:v>20.844908830972891</c:v>
                </c:pt>
                <c:pt idx="13506">
                  <c:v>20.796966871036972</c:v>
                </c:pt>
                <c:pt idx="13507">
                  <c:v>20.749135174549107</c:v>
                </c:pt>
                <c:pt idx="13508">
                  <c:v>20.701413487910433</c:v>
                </c:pt>
                <c:pt idx="13509">
                  <c:v>20.701413487910433</c:v>
                </c:pt>
                <c:pt idx="13510">
                  <c:v>20.6538015581053</c:v>
                </c:pt>
                <c:pt idx="13511">
                  <c:v>20.606299132700013</c:v>
                </c:pt>
                <c:pt idx="13512">
                  <c:v>20.558905959841422</c:v>
                </c:pt>
                <c:pt idx="13513">
                  <c:v>20.558905959841422</c:v>
                </c:pt>
                <c:pt idx="13514">
                  <c:v>20.511621788255663</c:v>
                </c:pt>
                <c:pt idx="13515">
                  <c:v>20.464446367246744</c:v>
                </c:pt>
                <c:pt idx="13516">
                  <c:v>20.4173794466953</c:v>
                </c:pt>
                <c:pt idx="13517">
                  <c:v>20.4173794466953</c:v>
                </c:pt>
                <c:pt idx="13518">
                  <c:v>20.370420777057184</c:v>
                </c:pt>
                <c:pt idx="13519">
                  <c:v>20.323570109362223</c:v>
                </c:pt>
                <c:pt idx="13520">
                  <c:v>20.276827195212821</c:v>
                </c:pt>
                <c:pt idx="13521">
                  <c:v>20.276827195212821</c:v>
                </c:pt>
                <c:pt idx="13522">
                  <c:v>20.230191786782722</c:v>
                </c:pt>
                <c:pt idx="13523">
                  <c:v>20.183663636815609</c:v>
                </c:pt>
                <c:pt idx="13524">
                  <c:v>20.137242498623895</c:v>
                </c:pt>
                <c:pt idx="13525">
                  <c:v>20.137242498623895</c:v>
                </c:pt>
                <c:pt idx="13526">
                  <c:v>20.090928126087288</c:v>
                </c:pt>
                <c:pt idx="13527">
                  <c:v>20.04472027365162</c:v>
                </c:pt>
                <c:pt idx="13528">
                  <c:v>19.998618696327448</c:v>
                </c:pt>
                <c:pt idx="13529">
                  <c:v>19.998618696327448</c:v>
                </c:pt>
                <c:pt idx="13530">
                  <c:v>19.952623149688804</c:v>
                </c:pt>
                <c:pt idx="13531">
                  <c:v>19.906733389871871</c:v>
                </c:pt>
                <c:pt idx="13532">
                  <c:v>19.860949173573722</c:v>
                </c:pt>
                <c:pt idx="13533">
                  <c:v>19.860949173573722</c:v>
                </c:pt>
                <c:pt idx="13534">
                  <c:v>19.815270258050987</c:v>
                </c:pt>
                <c:pt idx="13535">
                  <c:v>19.769696401118615</c:v>
                </c:pt>
                <c:pt idx="13536">
                  <c:v>19.724227361148539</c:v>
                </c:pt>
                <c:pt idx="13537">
                  <c:v>19.724227361148539</c:v>
                </c:pt>
                <c:pt idx="13538">
                  <c:v>19.678862897068452</c:v>
                </c:pt>
                <c:pt idx="13539">
                  <c:v>19.633602768360468</c:v>
                </c:pt>
                <c:pt idx="13540">
                  <c:v>19.5884467350599</c:v>
                </c:pt>
                <c:pt idx="13541">
                  <c:v>19.5884467350599</c:v>
                </c:pt>
                <c:pt idx="13542">
                  <c:v>19.543394557753945</c:v>
                </c:pt>
                <c:pt idx="13543">
                  <c:v>19.498445997580465</c:v>
                </c:pt>
                <c:pt idx="13544">
                  <c:v>19.453600816226633</c:v>
                </c:pt>
                <c:pt idx="13545">
                  <c:v>19.453600816226633</c:v>
                </c:pt>
                <c:pt idx="13546">
                  <c:v>19.40885877592779</c:v>
                </c:pt>
                <c:pt idx="13547">
                  <c:v>19.364219639466075</c:v>
                </c:pt>
                <c:pt idx="13548">
                  <c:v>19.319683170169249</c:v>
                </c:pt>
                <c:pt idx="13549">
                  <c:v>19.319683170169249</c:v>
                </c:pt>
                <c:pt idx="13550">
                  <c:v>19.275249131909362</c:v>
                </c:pt>
                <c:pt idx="13551">
                  <c:v>19.23091728910159</c:v>
                </c:pt>
                <c:pt idx="13552">
                  <c:v>19.186687406702895</c:v>
                </c:pt>
                <c:pt idx="13553">
                  <c:v>19.186687406702895</c:v>
                </c:pt>
                <c:pt idx="13554">
                  <c:v>19.142559250210862</c:v>
                </c:pt>
                <c:pt idx="13555">
                  <c:v>19.098532585662383</c:v>
                </c:pt>
                <c:pt idx="13556">
                  <c:v>19.054607179632477</c:v>
                </c:pt>
                <c:pt idx="13557">
                  <c:v>19.054607179632477</c:v>
                </c:pt>
                <c:pt idx="13558">
                  <c:v>19.010782799232999</c:v>
                </c:pt>
                <c:pt idx="13559">
                  <c:v>18.967059212111465</c:v>
                </c:pt>
                <c:pt idx="13560">
                  <c:v>18.923436186449752</c:v>
                </c:pt>
                <c:pt idx="13561">
                  <c:v>18.923436186449752</c:v>
                </c:pt>
                <c:pt idx="13562">
                  <c:v>18.879913490962945</c:v>
                </c:pt>
                <c:pt idx="13563">
                  <c:v>18.836490894898009</c:v>
                </c:pt>
                <c:pt idx="13564">
                  <c:v>18.793168168032693</c:v>
                </c:pt>
                <c:pt idx="13565">
                  <c:v>18.793168168032693</c:v>
                </c:pt>
                <c:pt idx="13566">
                  <c:v>18.749945080674191</c:v>
                </c:pt>
                <c:pt idx="13567">
                  <c:v>18.706821403658012</c:v>
                </c:pt>
                <c:pt idx="13568">
                  <c:v>18.663796908346701</c:v>
                </c:pt>
                <c:pt idx="13569">
                  <c:v>18.663796908346701</c:v>
                </c:pt>
                <c:pt idx="13570">
                  <c:v>18.62087136662868</c:v>
                </c:pt>
                <c:pt idx="13571">
                  <c:v>18.578044550916985</c:v>
                </c:pt>
                <c:pt idx="13572">
                  <c:v>18.535316234148119</c:v>
                </c:pt>
                <c:pt idx="13573">
                  <c:v>18.535316234148119</c:v>
                </c:pt>
                <c:pt idx="13574">
                  <c:v>18.49268618978078</c:v>
                </c:pt>
                <c:pt idx="13575">
                  <c:v>18.450154191794738</c:v>
                </c:pt>
                <c:pt idx="13576">
                  <c:v>18.407720014689556</c:v>
                </c:pt>
                <c:pt idx="13577">
                  <c:v>18.407720014689556</c:v>
                </c:pt>
                <c:pt idx="13578">
                  <c:v>18.365383433483466</c:v>
                </c:pt>
                <c:pt idx="13579">
                  <c:v>18.323144223712113</c:v>
                </c:pt>
                <c:pt idx="13580">
                  <c:v>18.281002161427434</c:v>
                </c:pt>
                <c:pt idx="13581">
                  <c:v>18.281002161427434</c:v>
                </c:pt>
                <c:pt idx="13582">
                  <c:v>18.238957023196384</c:v>
                </c:pt>
                <c:pt idx="13583">
                  <c:v>18.197008586099841</c:v>
                </c:pt>
                <c:pt idx="13584">
                  <c:v>18.155156627731358</c:v>
                </c:pt>
                <c:pt idx="13585">
                  <c:v>18.155156627731358</c:v>
                </c:pt>
                <c:pt idx="13586">
                  <c:v>18.113400926196032</c:v>
                </c:pt>
                <c:pt idx="13587">
                  <c:v>18.07174126010927</c:v>
                </c:pt>
                <c:pt idx="13588">
                  <c:v>18.030177408595694</c:v>
                </c:pt>
                <c:pt idx="13589">
                  <c:v>18.030177408595694</c:v>
                </c:pt>
                <c:pt idx="13590">
                  <c:v>17.988709151287878</c:v>
                </c:pt>
                <c:pt idx="13591">
                  <c:v>17.94733626832527</c:v>
                </c:pt>
                <c:pt idx="13592">
                  <c:v>17.906058540352941</c:v>
                </c:pt>
                <c:pt idx="13593">
                  <c:v>17.906058540352941</c:v>
                </c:pt>
                <c:pt idx="13594">
                  <c:v>17.864875748520511</c:v>
                </c:pt>
                <c:pt idx="13595">
                  <c:v>17.823787674480894</c:v>
                </c:pt>
                <c:pt idx="13596">
                  <c:v>17.782794100389236</c:v>
                </c:pt>
                <c:pt idx="13597">
                  <c:v>17.741894808901669</c:v>
                </c:pt>
                <c:pt idx="13598">
                  <c:v>17.741894808901669</c:v>
                </c:pt>
                <c:pt idx="13599">
                  <c:v>17.70108958317422</c:v>
                </c:pt>
                <c:pt idx="13600">
                  <c:v>17.660378206861655</c:v>
                </c:pt>
                <c:pt idx="13601">
                  <c:v>17.619760464116297</c:v>
                </c:pt>
                <c:pt idx="13602">
                  <c:v>17.619760464116297</c:v>
                </c:pt>
                <c:pt idx="13603">
                  <c:v>17.579236139586936</c:v>
                </c:pt>
                <c:pt idx="13604">
                  <c:v>17.538805018417616</c:v>
                </c:pt>
                <c:pt idx="13605">
                  <c:v>17.498466886246579</c:v>
                </c:pt>
                <c:pt idx="13606">
                  <c:v>17.498466886246579</c:v>
                </c:pt>
                <c:pt idx="13607">
                  <c:v>17.458221529205041</c:v>
                </c:pt>
                <c:pt idx="13608">
                  <c:v>17.418068733916147</c:v>
                </c:pt>
                <c:pt idx="13609">
                  <c:v>17.378008287493756</c:v>
                </c:pt>
                <c:pt idx="13610">
                  <c:v>17.378008287493756</c:v>
                </c:pt>
                <c:pt idx="13611">
                  <c:v>17.338039977541385</c:v>
                </c:pt>
                <c:pt idx="13612">
                  <c:v>17.298163592151017</c:v>
                </c:pt>
                <c:pt idx="13613">
                  <c:v>17.258378919902047</c:v>
                </c:pt>
                <c:pt idx="13614">
                  <c:v>17.258378919902047</c:v>
                </c:pt>
                <c:pt idx="13615">
                  <c:v>17.218685749860079</c:v>
                </c:pt>
                <c:pt idx="13616">
                  <c:v>17.179083871575891</c:v>
                </c:pt>
                <c:pt idx="13617">
                  <c:v>17.139573075084261</c:v>
                </c:pt>
                <c:pt idx="13618">
                  <c:v>17.139573075084261</c:v>
                </c:pt>
                <c:pt idx="13619">
                  <c:v>17.100153150902884</c:v>
                </c:pt>
                <c:pt idx="13620">
                  <c:v>17.060823890031241</c:v>
                </c:pt>
                <c:pt idx="13621">
                  <c:v>17.021585083949514</c:v>
                </c:pt>
                <c:pt idx="13622">
                  <c:v>17.021585083949514</c:v>
                </c:pt>
                <c:pt idx="13623">
                  <c:v>16.982436524617448</c:v>
                </c:pt>
                <c:pt idx="13624">
                  <c:v>16.943378004473292</c:v>
                </c:pt>
                <c:pt idx="13625">
                  <c:v>16.904409316432645</c:v>
                </c:pt>
                <c:pt idx="13626">
                  <c:v>16.904409316432645</c:v>
                </c:pt>
                <c:pt idx="13627">
                  <c:v>16.865530253887417</c:v>
                </c:pt>
                <c:pt idx="13628">
                  <c:v>16.826740610704675</c:v>
                </c:pt>
                <c:pt idx="13629">
                  <c:v>16.788040181225607</c:v>
                </c:pt>
                <c:pt idx="13630">
                  <c:v>16.788040181225607</c:v>
                </c:pt>
                <c:pt idx="13631">
                  <c:v>16.749428760264376</c:v>
                </c:pt>
                <c:pt idx="13632">
                  <c:v>16.710906143107088</c:v>
                </c:pt>
                <c:pt idx="13633">
                  <c:v>16.672472125510634</c:v>
                </c:pt>
                <c:pt idx="13634">
                  <c:v>16.672472125510634</c:v>
                </c:pt>
                <c:pt idx="13635">
                  <c:v>16.634126503701705</c:v>
                </c:pt>
                <c:pt idx="13636">
                  <c:v>16.595869074375614</c:v>
                </c:pt>
                <c:pt idx="13637">
                  <c:v>16.55769963469529</c:v>
                </c:pt>
                <c:pt idx="13638">
                  <c:v>16.55769963469529</c:v>
                </c:pt>
                <c:pt idx="13639">
                  <c:v>16.519617982290153</c:v>
                </c:pt>
                <c:pt idx="13640">
                  <c:v>16.481623915255089</c:v>
                </c:pt>
                <c:pt idx="13641">
                  <c:v>16.443717232149318</c:v>
                </c:pt>
                <c:pt idx="13642">
                  <c:v>16.443717232149318</c:v>
                </c:pt>
                <c:pt idx="13643">
                  <c:v>16.405897731995399</c:v>
                </c:pt>
                <c:pt idx="13644">
                  <c:v>16.36816521427809</c:v>
                </c:pt>
                <c:pt idx="13645">
                  <c:v>16.330519478943348</c:v>
                </c:pt>
                <c:pt idx="13646">
                  <c:v>16.330519478943348</c:v>
                </c:pt>
                <c:pt idx="13647">
                  <c:v>16.292960326397225</c:v>
                </c:pt>
                <c:pt idx="13648">
                  <c:v>16.255487557504843</c:v>
                </c:pt>
                <c:pt idx="13649">
                  <c:v>16.218100973589298</c:v>
                </c:pt>
                <c:pt idx="13650">
                  <c:v>16.218100973589298</c:v>
                </c:pt>
                <c:pt idx="13651">
                  <c:v>16.180800376430668</c:v>
                </c:pt>
                <c:pt idx="13652">
                  <c:v>16.143585568264868</c:v>
                </c:pt>
                <c:pt idx="13653">
                  <c:v>16.106456351782715</c:v>
                </c:pt>
                <c:pt idx="13654">
                  <c:v>16.106456351782715</c:v>
                </c:pt>
                <c:pt idx="13655">
                  <c:v>16.069412530128776</c:v>
                </c:pt>
                <c:pt idx="13656">
                  <c:v>16.032453906900422</c:v>
                </c:pt>
                <c:pt idx="13657">
                  <c:v>15.995580286146692</c:v>
                </c:pt>
                <c:pt idx="13658">
                  <c:v>15.995580286146692</c:v>
                </c:pt>
                <c:pt idx="13659">
                  <c:v>15.958791472367333</c:v>
                </c:pt>
                <c:pt idx="13660">
                  <c:v>15.922087270511703</c:v>
                </c:pt>
                <c:pt idx="13661">
                  <c:v>15.885467485977793</c:v>
                </c:pt>
                <c:pt idx="13662">
                  <c:v>15.885467485977793</c:v>
                </c:pt>
                <c:pt idx="13663">
                  <c:v>15.848931924611136</c:v>
                </c:pt>
                <c:pt idx="13664">
                  <c:v>15.812480392703836</c:v>
                </c:pt>
                <c:pt idx="13665">
                  <c:v>15.776112696993486</c:v>
                </c:pt>
                <c:pt idx="13666">
                  <c:v>15.776112696993486</c:v>
                </c:pt>
                <c:pt idx="13667">
                  <c:v>15.739828644662198</c:v>
                </c:pt>
                <c:pt idx="13668">
                  <c:v>15.703628043335524</c:v>
                </c:pt>
                <c:pt idx="13669">
                  <c:v>15.6675107010815</c:v>
                </c:pt>
                <c:pt idx="13670">
                  <c:v>15.6675107010815</c:v>
                </c:pt>
                <c:pt idx="13671">
                  <c:v>15.631476426409545</c:v>
                </c:pt>
                <c:pt idx="13672">
                  <c:v>15.595525028269543</c:v>
                </c:pt>
                <c:pt idx="13673">
                  <c:v>15.559656316050749</c:v>
                </c:pt>
                <c:pt idx="13674">
                  <c:v>15.559656316050749</c:v>
                </c:pt>
                <c:pt idx="13675">
                  <c:v>15.523870099580829</c:v>
                </c:pt>
                <c:pt idx="13676">
                  <c:v>15.488166189124817</c:v>
                </c:pt>
                <c:pt idx="13677">
                  <c:v>15.452544395384145</c:v>
                </c:pt>
                <c:pt idx="13678">
                  <c:v>15.452544395384145</c:v>
                </c:pt>
                <c:pt idx="13679">
                  <c:v>15.417004529495596</c:v>
                </c:pt>
                <c:pt idx="13680">
                  <c:v>15.381546403030352</c:v>
                </c:pt>
                <c:pt idx="13681">
                  <c:v>15.346169827992943</c:v>
                </c:pt>
                <c:pt idx="13682">
                  <c:v>15.346169827992943</c:v>
                </c:pt>
                <c:pt idx="13683">
                  <c:v>15.310874616820305</c:v>
                </c:pt>
                <c:pt idx="13684">
                  <c:v>15.275660582380725</c:v>
                </c:pt>
                <c:pt idx="13685">
                  <c:v>15.240527537972914</c:v>
                </c:pt>
                <c:pt idx="13686">
                  <c:v>15.240527537972914</c:v>
                </c:pt>
                <c:pt idx="13687">
                  <c:v>15.205475297324956</c:v>
                </c:pt>
                <c:pt idx="13688">
                  <c:v>15.170503674593375</c:v>
                </c:pt>
                <c:pt idx="13689">
                  <c:v>15.135612484362087</c:v>
                </c:pt>
                <c:pt idx="13690">
                  <c:v>15.100801541641491</c:v>
                </c:pt>
                <c:pt idx="13691">
                  <c:v>15.100801541641491</c:v>
                </c:pt>
                <c:pt idx="13692">
                  <c:v>15.066070661867423</c:v>
                </c:pt>
                <c:pt idx="13693">
                  <c:v>15.031419660900228</c:v>
                </c:pt>
                <c:pt idx="13694">
                  <c:v>14.996848355023737</c:v>
                </c:pt>
                <c:pt idx="13695">
                  <c:v>14.996848355023737</c:v>
                </c:pt>
                <c:pt idx="13696">
                  <c:v>14.96235656094434</c:v>
                </c:pt>
                <c:pt idx="13697">
                  <c:v>14.927944095789963</c:v>
                </c:pt>
                <c:pt idx="13698">
                  <c:v>14.893610777109156</c:v>
                </c:pt>
                <c:pt idx="13699">
                  <c:v>14.893610777109156</c:v>
                </c:pt>
                <c:pt idx="13700">
                  <c:v>14.85935642287007</c:v>
                </c:pt>
                <c:pt idx="13701">
                  <c:v>14.825180851459539</c:v>
                </c:pt>
                <c:pt idx="13702">
                  <c:v>14.791083881682074</c:v>
                </c:pt>
                <c:pt idx="13703">
                  <c:v>14.791083881682074</c:v>
                </c:pt>
                <c:pt idx="13704">
                  <c:v>14.757065332758954</c:v>
                </c:pt>
                <c:pt idx="13705">
                  <c:v>14.723125024327192</c:v>
                </c:pt>
                <c:pt idx="13706">
                  <c:v>14.689262776438675</c:v>
                </c:pt>
                <c:pt idx="13707">
                  <c:v>14.689262776438675</c:v>
                </c:pt>
                <c:pt idx="13708">
                  <c:v>14.65547840955912</c:v>
                </c:pt>
                <c:pt idx="13709">
                  <c:v>14.621771744567187</c:v>
                </c:pt>
                <c:pt idx="13710">
                  <c:v>14.588142602753486</c:v>
                </c:pt>
                <c:pt idx="13711">
                  <c:v>14.588142602753486</c:v>
                </c:pt>
                <c:pt idx="13712">
                  <c:v>14.554590805819664</c:v>
                </c:pt>
                <c:pt idx="13713">
                  <c:v>14.521116175877424</c:v>
                </c:pt>
                <c:pt idx="13714">
                  <c:v>14.48771853544762</c:v>
                </c:pt>
                <c:pt idx="13715">
                  <c:v>14.48771853544762</c:v>
                </c:pt>
                <c:pt idx="13716">
                  <c:v>14.454397707459275</c:v>
                </c:pt>
                <c:pt idx="13717">
                  <c:v>14.42115351524869</c:v>
                </c:pt>
                <c:pt idx="13718">
                  <c:v>14.387985782558454</c:v>
                </c:pt>
                <c:pt idx="13719">
                  <c:v>14.387985782558454</c:v>
                </c:pt>
                <c:pt idx="13720">
                  <c:v>14.354894333536562</c:v>
                </c:pt>
                <c:pt idx="13721">
                  <c:v>14.321878992735433</c:v>
                </c:pt>
                <c:pt idx="13722">
                  <c:v>14.288939585111036</c:v>
                </c:pt>
                <c:pt idx="13723">
                  <c:v>14.288939585111036</c:v>
                </c:pt>
                <c:pt idx="13724">
                  <c:v>14.256075936021885</c:v>
                </c:pt>
                <c:pt idx="13725">
                  <c:v>14.223287871228203</c:v>
                </c:pt>
                <c:pt idx="13726">
                  <c:v>14.190575216890924</c:v>
                </c:pt>
                <c:pt idx="13727">
                  <c:v>14.190575216890924</c:v>
                </c:pt>
                <c:pt idx="13728">
                  <c:v>14.157937799570821</c:v>
                </c:pt>
                <c:pt idx="13729">
                  <c:v>14.125375446227544</c:v>
                </c:pt>
                <c:pt idx="13730">
                  <c:v>14.092887984218752</c:v>
                </c:pt>
                <c:pt idx="13731">
                  <c:v>14.092887984218752</c:v>
                </c:pt>
                <c:pt idx="13732">
                  <c:v>14.060475241299139</c:v>
                </c:pt>
                <c:pt idx="13733">
                  <c:v>14.028137045619586</c:v>
                </c:pt>
                <c:pt idx="13734">
                  <c:v>13.99587322572618</c:v>
                </c:pt>
                <c:pt idx="13735">
                  <c:v>13.99587322572618</c:v>
                </c:pt>
                <c:pt idx="13736">
                  <c:v>13.963683610559379</c:v>
                </c:pt>
                <c:pt idx="13737">
                  <c:v>13.931568029453031</c:v>
                </c:pt>
                <c:pt idx="13738">
                  <c:v>13.899526312133533</c:v>
                </c:pt>
                <c:pt idx="13739">
                  <c:v>13.899526312133533</c:v>
                </c:pt>
                <c:pt idx="13740">
                  <c:v>13.867558288718882</c:v>
                </c:pt>
                <c:pt idx="13741">
                  <c:v>13.835663789717817</c:v>
                </c:pt>
                <c:pt idx="13742">
                  <c:v>13.803842646028851</c:v>
                </c:pt>
                <c:pt idx="13743">
                  <c:v>13.803842646028851</c:v>
                </c:pt>
                <c:pt idx="13744">
                  <c:v>13.77209468893947</c:v>
                </c:pt>
                <c:pt idx="13745">
                  <c:v>13.740419750125154</c:v>
                </c:pt>
                <c:pt idx="13746">
                  <c:v>13.70881766164854</c:v>
                </c:pt>
                <c:pt idx="13747">
                  <c:v>13.70881766164854</c:v>
                </c:pt>
                <c:pt idx="13748">
                  <c:v>13.677288255958493</c:v>
                </c:pt>
                <c:pt idx="13749">
                  <c:v>13.645831365889249</c:v>
                </c:pt>
                <c:pt idx="13750">
                  <c:v>13.614446824659501</c:v>
                </c:pt>
                <c:pt idx="13751">
                  <c:v>13.614446824659501</c:v>
                </c:pt>
                <c:pt idx="13752">
                  <c:v>13.583134465871543</c:v>
                </c:pt>
                <c:pt idx="13753">
                  <c:v>13.55189412351036</c:v>
                </c:pt>
                <c:pt idx="13754">
                  <c:v>13.520725631942774</c:v>
                </c:pt>
                <c:pt idx="13755">
                  <c:v>13.520725631942774</c:v>
                </c:pt>
                <c:pt idx="13756">
                  <c:v>13.489628825916535</c:v>
                </c:pt>
                <c:pt idx="13757">
                  <c:v>13.458603540559483</c:v>
                </c:pt>
                <c:pt idx="13758">
                  <c:v>13.427649611378635</c:v>
                </c:pt>
                <c:pt idx="13759">
                  <c:v>13.427649611378635</c:v>
                </c:pt>
                <c:pt idx="13760">
                  <c:v>13.396766874259356</c:v>
                </c:pt>
                <c:pt idx="13761">
                  <c:v>13.365955165464424</c:v>
                </c:pt>
                <c:pt idx="13762">
                  <c:v>13.335214321633245</c:v>
                </c:pt>
                <c:pt idx="13763">
                  <c:v>13.335214321633245</c:v>
                </c:pt>
                <c:pt idx="13764">
                  <c:v>13.304544179780917</c:v>
                </c:pt>
                <c:pt idx="13765">
                  <c:v>13.273944577297399</c:v>
                </c:pt>
                <c:pt idx="13766">
                  <c:v>13.243415351946652</c:v>
                </c:pt>
                <c:pt idx="13767">
                  <c:v>13.243415351946652</c:v>
                </c:pt>
                <c:pt idx="13768">
                  <c:v>13.212956341865754</c:v>
                </c:pt>
                <c:pt idx="13769">
                  <c:v>13.182567385564075</c:v>
                </c:pt>
                <c:pt idx="13770">
                  <c:v>13.152248321922386</c:v>
                </c:pt>
                <c:pt idx="13771">
                  <c:v>13.152248321922386</c:v>
                </c:pt>
                <c:pt idx="13772">
                  <c:v>13.121998990192036</c:v>
                </c:pt>
                <c:pt idx="13773">
                  <c:v>13.091819229994071</c:v>
                </c:pt>
                <c:pt idx="13774">
                  <c:v>13.061708881318419</c:v>
                </c:pt>
                <c:pt idx="13775">
                  <c:v>13.061708881318419</c:v>
                </c:pt>
                <c:pt idx="13776">
                  <c:v>13.031667784522995</c:v>
                </c:pt>
                <c:pt idx="13777">
                  <c:v>13.001695780332911</c:v>
                </c:pt>
                <c:pt idx="13778">
                  <c:v>12.971792709839564</c:v>
                </c:pt>
                <c:pt idx="13779">
                  <c:v>12.941958414499867</c:v>
                </c:pt>
                <c:pt idx="13780">
                  <c:v>12.941958414499867</c:v>
                </c:pt>
                <c:pt idx="13781">
                  <c:v>12.912192736135346</c:v>
                </c:pt>
                <c:pt idx="13782">
                  <c:v>12.882495516931346</c:v>
                </c:pt>
                <c:pt idx="13783">
                  <c:v>12.852866599436158</c:v>
                </c:pt>
                <c:pt idx="13784">
                  <c:v>12.852866599436158</c:v>
                </c:pt>
                <c:pt idx="13785">
                  <c:v>12.823305826560221</c:v>
                </c:pt>
                <c:pt idx="13786">
                  <c:v>12.793813041575248</c:v>
                </c:pt>
                <c:pt idx="13787">
                  <c:v>12.764388088113442</c:v>
                </c:pt>
                <c:pt idx="13788">
                  <c:v>12.764388088113442</c:v>
                </c:pt>
                <c:pt idx="13789">
                  <c:v>12.735030810166618</c:v>
                </c:pt>
                <c:pt idx="13790">
                  <c:v>12.70574105208542</c:v>
                </c:pt>
                <c:pt idx="13791">
                  <c:v>12.676518658578456</c:v>
                </c:pt>
                <c:pt idx="13792">
                  <c:v>12.676518658578456</c:v>
                </c:pt>
                <c:pt idx="13793">
                  <c:v>12.647363474711522</c:v>
                </c:pt>
                <c:pt idx="13794">
                  <c:v>12.618275345906712</c:v>
                </c:pt>
                <c:pt idx="13795">
                  <c:v>12.58925411794168</c:v>
                </c:pt>
                <c:pt idx="13796">
                  <c:v>12.58925411794168</c:v>
                </c:pt>
                <c:pt idx="13797">
                  <c:v>12.560299636948752</c:v>
                </c:pt>
                <c:pt idx="13798">
                  <c:v>12.531411749414167</c:v>
                </c:pt>
                <c:pt idx="13799">
                  <c:v>12.502590302177206</c:v>
                </c:pt>
                <c:pt idx="13800">
                  <c:v>12.502590302177206</c:v>
                </c:pt>
                <c:pt idx="13801">
                  <c:v>12.473835142429436</c:v>
                </c:pt>
                <c:pt idx="13802">
                  <c:v>12.445146117713854</c:v>
                </c:pt>
                <c:pt idx="13803">
                  <c:v>12.416523075924115</c:v>
                </c:pt>
                <c:pt idx="13804">
                  <c:v>12.416523075924115</c:v>
                </c:pt>
                <c:pt idx="13805">
                  <c:v>12.387965865303693</c:v>
                </c:pt>
                <c:pt idx="13806">
                  <c:v>12.359474334445109</c:v>
                </c:pt>
                <c:pt idx="13807">
                  <c:v>12.331048332289091</c:v>
                </c:pt>
                <c:pt idx="13808">
                  <c:v>12.331048332289091</c:v>
                </c:pt>
                <c:pt idx="13809">
                  <c:v>12.302687708123818</c:v>
                </c:pt>
                <c:pt idx="13810">
                  <c:v>12.274392311584073</c:v>
                </c:pt>
                <c:pt idx="13811">
                  <c:v>12.246161992650494</c:v>
                </c:pt>
                <c:pt idx="13812">
                  <c:v>12.246161992650494</c:v>
                </c:pt>
                <c:pt idx="13813">
                  <c:v>12.217996601648721</c:v>
                </c:pt>
                <c:pt idx="13814">
                  <c:v>12.189895989248672</c:v>
                </c:pt>
                <c:pt idx="13815">
                  <c:v>12.161860006463684</c:v>
                </c:pt>
                <c:pt idx="13816">
                  <c:v>12.161860006463684</c:v>
                </c:pt>
                <c:pt idx="13817">
                  <c:v>12.133888504649779</c:v>
                </c:pt>
                <c:pt idx="13818">
                  <c:v>12.105981335504827</c:v>
                </c:pt>
                <c:pt idx="13819">
                  <c:v>12.078138351067807</c:v>
                </c:pt>
                <c:pt idx="13820">
                  <c:v>12.078138351067807</c:v>
                </c:pt>
                <c:pt idx="13821">
                  <c:v>12.050359403717977</c:v>
                </c:pt>
                <c:pt idx="13822">
                  <c:v>12.022644346174133</c:v>
                </c:pt>
                <c:pt idx="13823">
                  <c:v>11.99499303149379</c:v>
                </c:pt>
                <c:pt idx="13824">
                  <c:v>11.99499303149379</c:v>
                </c:pt>
                <c:pt idx="13825">
                  <c:v>11.967405313072438</c:v>
                </c:pt>
                <c:pt idx="13826">
                  <c:v>11.939881044642732</c:v>
                </c:pt>
                <c:pt idx="13827">
                  <c:v>11.912420080273751</c:v>
                </c:pt>
                <c:pt idx="13828">
                  <c:v>11.912420080273751</c:v>
                </c:pt>
                <c:pt idx="13829">
                  <c:v>11.885022274370185</c:v>
                </c:pt>
                <c:pt idx="13830">
                  <c:v>11.857687481671608</c:v>
                </c:pt>
                <c:pt idx="13831">
                  <c:v>11.830415557251651</c:v>
                </c:pt>
                <c:pt idx="13832">
                  <c:v>11.830415557251651</c:v>
                </c:pt>
                <c:pt idx="13833">
                  <c:v>11.803206356517302</c:v>
                </c:pt>
                <c:pt idx="13834">
                  <c:v>11.776059735208076</c:v>
                </c:pt>
                <c:pt idx="13835">
                  <c:v>11.748975549395301</c:v>
                </c:pt>
                <c:pt idx="13836">
                  <c:v>11.748975549395301</c:v>
                </c:pt>
                <c:pt idx="13837">
                  <c:v>11.721953655481308</c:v>
                </c:pt>
                <c:pt idx="13838">
                  <c:v>11.694993910198715</c:v>
                </c:pt>
                <c:pt idx="13839">
                  <c:v>11.668096170609626</c:v>
                </c:pt>
                <c:pt idx="13840">
                  <c:v>11.668096170609626</c:v>
                </c:pt>
                <c:pt idx="13841">
                  <c:v>11.641260294104917</c:v>
                </c:pt>
                <c:pt idx="13842">
                  <c:v>11.614486138403429</c:v>
                </c:pt>
                <c:pt idx="13843">
                  <c:v>11.587773561551263</c:v>
                </c:pt>
                <c:pt idx="13844">
                  <c:v>11.587773561551263</c:v>
                </c:pt>
                <c:pt idx="13845">
                  <c:v>11.561122421920988</c:v>
                </c:pt>
                <c:pt idx="13846">
                  <c:v>11.534532578210925</c:v>
                </c:pt>
                <c:pt idx="13847">
                  <c:v>11.508003889444357</c:v>
                </c:pt>
                <c:pt idx="13848">
                  <c:v>11.508003889444357</c:v>
                </c:pt>
                <c:pt idx="13849">
                  <c:v>11.481536214968834</c:v>
                </c:pt>
                <c:pt idx="13850">
                  <c:v>11.45512941445536</c:v>
                </c:pt>
                <c:pt idx="13851">
                  <c:v>11.428783347897722</c:v>
                </c:pt>
                <c:pt idx="13852">
                  <c:v>11.428783347897722</c:v>
                </c:pt>
                <c:pt idx="13853">
                  <c:v>11.402497875611688</c:v>
                </c:pt>
                <c:pt idx="13854">
                  <c:v>11.376272858234312</c:v>
                </c:pt>
                <c:pt idx="13855">
                  <c:v>11.350108156723152</c:v>
                </c:pt>
                <c:pt idx="13856">
                  <c:v>11.350108156723152</c:v>
                </c:pt>
                <c:pt idx="13857">
                  <c:v>11.324003632355574</c:v>
                </c:pt>
                <c:pt idx="13858">
                  <c:v>11.29795914672798</c:v>
                </c:pt>
                <c:pt idx="13859">
                  <c:v>11.271974561755107</c:v>
                </c:pt>
                <c:pt idx="13860">
                  <c:v>11.271974561755107</c:v>
                </c:pt>
                <c:pt idx="13861">
                  <c:v>11.246049739669264</c:v>
                </c:pt>
                <c:pt idx="13862">
                  <c:v>11.220184543019636</c:v>
                </c:pt>
                <c:pt idx="13863">
                  <c:v>11.194378834671515</c:v>
                </c:pt>
                <c:pt idx="13864">
                  <c:v>11.194378834671515</c:v>
                </c:pt>
                <c:pt idx="13865">
                  <c:v>11.168632477805613</c:v>
                </c:pt>
                <c:pt idx="13866">
                  <c:v>11.142945335917299</c:v>
                </c:pt>
                <c:pt idx="13867">
                  <c:v>11.117317272815919</c:v>
                </c:pt>
                <c:pt idx="13868">
                  <c:v>11.117317272815919</c:v>
                </c:pt>
                <c:pt idx="13869">
                  <c:v>11.091748152624014</c:v>
                </c:pt>
                <c:pt idx="13870">
                  <c:v>11.066237839776669</c:v>
                </c:pt>
                <c:pt idx="13871">
                  <c:v>11.040786199020733</c:v>
                </c:pt>
                <c:pt idx="13872">
                  <c:v>11.015393095414154</c:v>
                </c:pt>
                <c:pt idx="13873">
                  <c:v>11.015393095414154</c:v>
                </c:pt>
                <c:pt idx="13874">
                  <c:v>10.990058394325212</c:v>
                </c:pt>
                <c:pt idx="13875">
                  <c:v>10.964781961431854</c:v>
                </c:pt>
                <c:pt idx="13876">
                  <c:v>10.939563662720939</c:v>
                </c:pt>
                <c:pt idx="13877">
                  <c:v>10.939563662720939</c:v>
                </c:pt>
                <c:pt idx="13878">
                  <c:v>10.914403364487567</c:v>
                </c:pt>
                <c:pt idx="13879">
                  <c:v>10.889300933334335</c:v>
                </c:pt>
                <c:pt idx="13880">
                  <c:v>10.864256236170656</c:v>
                </c:pt>
                <c:pt idx="13881">
                  <c:v>10.864256236170656</c:v>
                </c:pt>
                <c:pt idx="13882">
                  <c:v>10.839269140212034</c:v>
                </c:pt>
                <c:pt idx="13883">
                  <c:v>10.814339512979386</c:v>
                </c:pt>
                <c:pt idx="13884">
                  <c:v>10.78946722229829</c:v>
                </c:pt>
                <c:pt idx="13885">
                  <c:v>10.78946722229829</c:v>
                </c:pt>
                <c:pt idx="13886">
                  <c:v>10.764652136298354</c:v>
                </c:pt>
                <c:pt idx="13887">
                  <c:v>10.73989412341245</c:v>
                </c:pt>
                <c:pt idx="13888">
                  <c:v>10.715193052376069</c:v>
                </c:pt>
                <c:pt idx="13889">
                  <c:v>10.715193052376069</c:v>
                </c:pt>
                <c:pt idx="13890">
                  <c:v>10.690548792226581</c:v>
                </c:pt>
                <c:pt idx="13891">
                  <c:v>10.665961212302582</c:v>
                </c:pt>
                <c:pt idx="13892">
                  <c:v>10.641430182243161</c:v>
                </c:pt>
                <c:pt idx="13893">
                  <c:v>10.641430182243161</c:v>
                </c:pt>
                <c:pt idx="13894">
                  <c:v>10.616955571987249</c:v>
                </c:pt>
                <c:pt idx="13895">
                  <c:v>10.592537251772889</c:v>
                </c:pt>
                <c:pt idx="13896">
                  <c:v>10.568175092136586</c:v>
                </c:pt>
                <c:pt idx="13897">
                  <c:v>10.568175092136586</c:v>
                </c:pt>
                <c:pt idx="13898">
                  <c:v>10.543868963912589</c:v>
                </c:pt>
                <c:pt idx="13899">
                  <c:v>10.51961873823223</c:v>
                </c:pt>
                <c:pt idx="13900">
                  <c:v>10.495424286523221</c:v>
                </c:pt>
                <c:pt idx="13901">
                  <c:v>10.495424286523221</c:v>
                </c:pt>
                <c:pt idx="13902">
                  <c:v>10.471285480509</c:v>
                </c:pt>
                <c:pt idx="13903">
                  <c:v>10.447202192208003</c:v>
                </c:pt>
                <c:pt idx="13904">
                  <c:v>10.423174293933045</c:v>
                </c:pt>
                <c:pt idx="13905">
                  <c:v>10.423174293933045</c:v>
                </c:pt>
                <c:pt idx="13906">
                  <c:v>10.399201658290593</c:v>
                </c:pt>
                <c:pt idx="13907">
                  <c:v>10.375284158180129</c:v>
                </c:pt>
                <c:pt idx="13908">
                  <c:v>10.351421666793438</c:v>
                </c:pt>
                <c:pt idx="13909">
                  <c:v>10.351421666793438</c:v>
                </c:pt>
                <c:pt idx="13910">
                  <c:v>10.327614057613976</c:v>
                </c:pt>
                <c:pt idx="13911">
                  <c:v>10.303861204416162</c:v>
                </c:pt>
                <c:pt idx="13912">
                  <c:v>10.280162981264738</c:v>
                </c:pt>
                <c:pt idx="13913">
                  <c:v>10.280162981264738</c:v>
                </c:pt>
                <c:pt idx="13914">
                  <c:v>10.256519262514075</c:v>
                </c:pt>
                <c:pt idx="13915">
                  <c:v>10.232929922807543</c:v>
                </c:pt>
                <c:pt idx="13916">
                  <c:v>10.209394837076799</c:v>
                </c:pt>
                <c:pt idx="13917">
                  <c:v>10.209394837076799</c:v>
                </c:pt>
                <c:pt idx="13918">
                  <c:v>10.18591388054117</c:v>
                </c:pt>
                <c:pt idx="13919">
                  <c:v>10.162486928706954</c:v>
                </c:pt>
                <c:pt idx="13920">
                  <c:v>10.139113857366798</c:v>
                </c:pt>
                <c:pt idx="13921">
                  <c:v>10.139113857366798</c:v>
                </c:pt>
                <c:pt idx="13922">
                  <c:v>10.115794542598987</c:v>
                </c:pt>
                <c:pt idx="13923">
                  <c:v>10.092528860766848</c:v>
                </c:pt>
                <c:pt idx="13924">
                  <c:v>10.069316688518043</c:v>
                </c:pt>
                <c:pt idx="13925">
                  <c:v>10.069316688518043</c:v>
                </c:pt>
                <c:pt idx="13926">
                  <c:v>10.046157902783955</c:v>
                </c:pt>
                <c:pt idx="13927">
                  <c:v>10.023052380778998</c:v>
                </c:pt>
                <c:pt idx="13928">
                  <c:v>10</c:v>
                </c:pt>
                <c:pt idx="13929">
                  <c:v>10</c:v>
                </c:pt>
                <c:pt idx="13930">
                  <c:v>9.9770006382255367</c:v>
                </c:pt>
                <c:pt idx="13931">
                  <c:v>9.9540541735152708</c:v>
                </c:pt>
                <c:pt idx="13932">
                  <c:v>9.9311604842093413</c:v>
                </c:pt>
                <c:pt idx="13933">
                  <c:v>9.9311604842093413</c:v>
                </c:pt>
                <c:pt idx="13934">
                  <c:v>9.908319448927676</c:v>
                </c:pt>
                <c:pt idx="13935">
                  <c:v>9.885530946569391</c:v>
                </c:pt>
                <c:pt idx="13936">
                  <c:v>9.8627948563121048</c:v>
                </c:pt>
                <c:pt idx="13937">
                  <c:v>9.8627948563121048</c:v>
                </c:pt>
                <c:pt idx="13938">
                  <c:v>9.84011105761134</c:v>
                </c:pt>
                <c:pt idx="13939">
                  <c:v>9.8174794301998478</c:v>
                </c:pt>
                <c:pt idx="13940">
                  <c:v>9.7948998540869905</c:v>
                </c:pt>
                <c:pt idx="13941">
                  <c:v>9.7948998540869905</c:v>
                </c:pt>
                <c:pt idx="13942">
                  <c:v>9.7723722095581103</c:v>
                </c:pt>
                <c:pt idx="13943">
                  <c:v>9.7498963771738705</c:v>
                </c:pt>
                <c:pt idx="13944">
                  <c:v>9.7274722377696534</c:v>
                </c:pt>
                <c:pt idx="13945">
                  <c:v>9.7274722377696534</c:v>
                </c:pt>
                <c:pt idx="13946">
                  <c:v>9.7050996724548959</c:v>
                </c:pt>
                <c:pt idx="13947">
                  <c:v>9.6827785626124925</c:v>
                </c:pt>
                <c:pt idx="13948">
                  <c:v>9.6605087898981381</c:v>
                </c:pt>
                <c:pt idx="13949">
                  <c:v>9.6605087898981381</c:v>
                </c:pt>
                <c:pt idx="13950">
                  <c:v>9.6382902362397065</c:v>
                </c:pt>
                <c:pt idx="13951">
                  <c:v>9.6161227838366496</c:v>
                </c:pt>
                <c:pt idx="13952">
                  <c:v>9.5940063151593318</c:v>
                </c:pt>
                <c:pt idx="13953">
                  <c:v>9.5940063151593318</c:v>
                </c:pt>
                <c:pt idx="13954">
                  <c:v>9.5719407129484466</c:v>
                </c:pt>
                <c:pt idx="13955">
                  <c:v>9.5499258602143584</c:v>
                </c:pt>
                <c:pt idx="13956">
                  <c:v>9.527961640236521</c:v>
                </c:pt>
                <c:pt idx="13957">
                  <c:v>9.527961640236521</c:v>
                </c:pt>
                <c:pt idx="13958">
                  <c:v>9.5060479365628172</c:v>
                </c:pt>
                <c:pt idx="13959">
                  <c:v>9.4841846330089723</c:v>
                </c:pt>
                <c:pt idx="13960">
                  <c:v>9.4623716136579326</c:v>
                </c:pt>
                <c:pt idx="13961">
                  <c:v>9.4406087628592346</c:v>
                </c:pt>
                <c:pt idx="13962">
                  <c:v>9.4406087628592346</c:v>
                </c:pt>
                <c:pt idx="13963">
                  <c:v>9.4188959652284154</c:v>
                </c:pt>
                <c:pt idx="13964">
                  <c:v>9.3972331056463769</c:v>
                </c:pt>
                <c:pt idx="13965">
                  <c:v>9.3756200692588045</c:v>
                </c:pt>
                <c:pt idx="13966">
                  <c:v>9.3756200692588045</c:v>
                </c:pt>
                <c:pt idx="13967">
                  <c:v>9.3540567414755227</c:v>
                </c:pt>
                <c:pt idx="13968">
                  <c:v>9.3325430079699103</c:v>
                </c:pt>
                <c:pt idx="13969">
                  <c:v>9.3110787546783058</c:v>
                </c:pt>
                <c:pt idx="13970">
                  <c:v>9.3110787546783058</c:v>
                </c:pt>
                <c:pt idx="13971">
                  <c:v>9.2896638677993639</c:v>
                </c:pt>
                <c:pt idx="13972">
                  <c:v>9.2682982337934945</c:v>
                </c:pt>
                <c:pt idx="13973">
                  <c:v>9.2469817393822247</c:v>
                </c:pt>
                <c:pt idx="13974">
                  <c:v>9.2469817393822247</c:v>
                </c:pt>
                <c:pt idx="13975">
                  <c:v>9.2257142715476324</c:v>
                </c:pt>
                <c:pt idx="13976">
                  <c:v>9.2044957175317155</c:v>
                </c:pt>
                <c:pt idx="13977">
                  <c:v>9.1833259648358094</c:v>
                </c:pt>
                <c:pt idx="13978">
                  <c:v>9.1833259648358094</c:v>
                </c:pt>
                <c:pt idx="13979">
                  <c:v>9.1622049012199991</c:v>
                </c:pt>
                <c:pt idx="13980">
                  <c:v>9.1411324147025024</c:v>
                </c:pt>
                <c:pt idx="13981">
                  <c:v>9.1201083935590983</c:v>
                </c:pt>
                <c:pt idx="13982">
                  <c:v>9.1201083935590983</c:v>
                </c:pt>
                <c:pt idx="13983">
                  <c:v>9.0991327263225195</c:v>
                </c:pt>
                <c:pt idx="13984">
                  <c:v>9.0782053017818587</c:v>
                </c:pt>
                <c:pt idx="13985">
                  <c:v>9.0573260089820042</c:v>
                </c:pt>
                <c:pt idx="13986">
                  <c:v>9.0573260089820042</c:v>
                </c:pt>
                <c:pt idx="13987">
                  <c:v>9.0364947372230144</c:v>
                </c:pt>
                <c:pt idx="13988">
                  <c:v>9.0157113760595706</c:v>
                </c:pt>
                <c:pt idx="13989">
                  <c:v>8.9949758153003518</c:v>
                </c:pt>
                <c:pt idx="13990">
                  <c:v>8.9949758153003518</c:v>
                </c:pt>
                <c:pt idx="13991">
                  <c:v>8.9742879450074859</c:v>
                </c:pt>
                <c:pt idx="13992">
                  <c:v>8.9536476554959403</c:v>
                </c:pt>
                <c:pt idx="13993">
                  <c:v>8.9330548373329535</c:v>
                </c:pt>
                <c:pt idx="13994">
                  <c:v>8.9330548373329535</c:v>
                </c:pt>
                <c:pt idx="13995">
                  <c:v>8.9125093813374576</c:v>
                </c:pt>
                <c:pt idx="13996">
                  <c:v>8.8920111785794838</c:v>
                </c:pt>
                <c:pt idx="13997">
                  <c:v>8.8715601203796108</c:v>
                </c:pt>
                <c:pt idx="13998">
                  <c:v>8.8715601203796108</c:v>
                </c:pt>
                <c:pt idx="13999">
                  <c:v>8.8511560983083548</c:v>
                </c:pt>
                <c:pt idx="14000">
                  <c:v>8.8307990041856286</c:v>
                </c:pt>
                <c:pt idx="14001">
                  <c:v>8.8104887300801433</c:v>
                </c:pt>
                <c:pt idx="14002">
                  <c:v>8.8104887300801433</c:v>
                </c:pt>
                <c:pt idx="14003">
                  <c:v>8.7902251683088437</c:v>
                </c:pt>
                <c:pt idx="14004">
                  <c:v>8.77000821143635</c:v>
                </c:pt>
                <c:pt idx="14005">
                  <c:v>8.7498377522743596</c:v>
                </c:pt>
                <c:pt idx="14006">
                  <c:v>8.7498377522743596</c:v>
                </c:pt>
                <c:pt idx="14007">
                  <c:v>8.7297136838811173</c:v>
                </c:pt>
                <c:pt idx="14008">
                  <c:v>8.709635899560805</c:v>
                </c:pt>
                <c:pt idx="14009">
                  <c:v>8.6896042928630184</c:v>
                </c:pt>
                <c:pt idx="14010">
                  <c:v>8.6896042928630184</c:v>
                </c:pt>
                <c:pt idx="14011">
                  <c:v>8.6696187575821693</c:v>
                </c:pt>
                <c:pt idx="14012">
                  <c:v>8.6496791877569361</c:v>
                </c:pt>
                <c:pt idx="14013">
                  <c:v>8.6297854776697047</c:v>
                </c:pt>
                <c:pt idx="14014">
                  <c:v>8.6297854776697047</c:v>
                </c:pt>
                <c:pt idx="14015">
                  <c:v>8.6099375218460104</c:v>
                </c:pt>
                <c:pt idx="14016">
                  <c:v>8.5901352150539587</c:v>
                </c:pt>
                <c:pt idx="14017">
                  <c:v>8.5703784523036983</c:v>
                </c:pt>
                <c:pt idx="14018">
                  <c:v>8.5703784523036983</c:v>
                </c:pt>
                <c:pt idx="14019">
                  <c:v>8.5506671288468379</c:v>
                </c:pt>
                <c:pt idx="14020">
                  <c:v>8.5310011401758956</c:v>
                </c:pt>
                <c:pt idx="14021">
                  <c:v>8.5113803820237681</c:v>
                </c:pt>
                <c:pt idx="14022">
                  <c:v>8.5113803820237681</c:v>
                </c:pt>
                <c:pt idx="14023">
                  <c:v>8.4918047503631406</c:v>
                </c:pt>
                <c:pt idx="14024">
                  <c:v>8.4722741414059684</c:v>
                </c:pt>
                <c:pt idx="14025">
                  <c:v>8.452788451602899</c:v>
                </c:pt>
                <c:pt idx="14026">
                  <c:v>8.452788451602899</c:v>
                </c:pt>
                <c:pt idx="14027">
                  <c:v>8.4333475776427562</c:v>
                </c:pt>
                <c:pt idx="14028">
                  <c:v>8.4139514164519547</c:v>
                </c:pt>
                <c:pt idx="14029">
                  <c:v>8.3945998651939764</c:v>
                </c:pt>
                <c:pt idx="14030">
                  <c:v>8.3945998651939764</c:v>
                </c:pt>
                <c:pt idx="14031">
                  <c:v>8.3752928212688289</c:v>
                </c:pt>
                <c:pt idx="14032">
                  <c:v>8.3560301823124821</c:v>
                </c:pt>
                <c:pt idx="14033">
                  <c:v>8.3368118461963459</c:v>
                </c:pt>
                <c:pt idx="14034">
                  <c:v>8.3368118461963459</c:v>
                </c:pt>
                <c:pt idx="14035">
                  <c:v>8.3176377110267108</c:v>
                </c:pt>
                <c:pt idx="14036">
                  <c:v>8.2985076751442275</c:v>
                </c:pt>
                <c:pt idx="14037">
                  <c:v>8.2794216371233453</c:v>
                </c:pt>
                <c:pt idx="14038">
                  <c:v>8.2794216371233453</c:v>
                </c:pt>
                <c:pt idx="14039">
                  <c:v>8.2603794957717884</c:v>
                </c:pt>
                <c:pt idx="14040">
                  <c:v>8.2413811501300263</c:v>
                </c:pt>
                <c:pt idx="14041">
                  <c:v>8.2224264994707124</c:v>
                </c:pt>
                <c:pt idx="14042">
                  <c:v>8.2224264994707124</c:v>
                </c:pt>
                <c:pt idx="14043">
                  <c:v>8.2035154432981852</c:v>
                </c:pt>
                <c:pt idx="14044">
                  <c:v>8.1846478813478996</c:v>
                </c:pt>
                <c:pt idx="14045">
                  <c:v>8.165823713585926</c:v>
                </c:pt>
                <c:pt idx="14046">
                  <c:v>8.165823713585926</c:v>
                </c:pt>
                <c:pt idx="14047">
                  <c:v>8.1470428402083996</c:v>
                </c:pt>
                <c:pt idx="14048">
                  <c:v>8.1283051616409931</c:v>
                </c:pt>
                <c:pt idx="14049">
                  <c:v>8.1096105785384101</c:v>
                </c:pt>
                <c:pt idx="14050">
                  <c:v>8.1096105785384101</c:v>
                </c:pt>
                <c:pt idx="14051">
                  <c:v>8.0909589917838236</c:v>
                </c:pt>
                <c:pt idx="14052">
                  <c:v>8.0723503024883847</c:v>
                </c:pt>
                <c:pt idx="14053">
                  <c:v>8.0537844119906659</c:v>
                </c:pt>
                <c:pt idx="14054">
                  <c:v>8.0352612218561745</c:v>
                </c:pt>
                <c:pt idx="14055">
                  <c:v>8.0352612218561745</c:v>
                </c:pt>
                <c:pt idx="14056">
                  <c:v>8.0167806338767953</c:v>
                </c:pt>
                <c:pt idx="14057">
                  <c:v>7.9983425500702854</c:v>
                </c:pt>
                <c:pt idx="14058">
                  <c:v>7.9799468726797693</c:v>
                </c:pt>
                <c:pt idx="14059">
                  <c:v>7.9799468726797693</c:v>
                </c:pt>
                <c:pt idx="14060">
                  <c:v>7.9615935041731882</c:v>
                </c:pt>
                <c:pt idx="14061">
                  <c:v>7.9432823472428176</c:v>
                </c:pt>
                <c:pt idx="14062">
                  <c:v>7.9250133048047182</c:v>
                </c:pt>
                <c:pt idx="14063">
                  <c:v>7.9250133048047182</c:v>
                </c:pt>
                <c:pt idx="14064">
                  <c:v>7.9067862799982525</c:v>
                </c:pt>
                <c:pt idx="14065">
                  <c:v>7.8886011761855475</c:v>
                </c:pt>
                <c:pt idx="14066">
                  <c:v>7.8704578969509873</c:v>
                </c:pt>
                <c:pt idx="14067">
                  <c:v>7.8704578969509873</c:v>
                </c:pt>
                <c:pt idx="14068">
                  <c:v>7.8523563461007209</c:v>
                </c:pt>
                <c:pt idx="14069">
                  <c:v>7.8342964276621183</c:v>
                </c:pt>
                <c:pt idx="14070">
                  <c:v>7.8162780458832986</c:v>
                </c:pt>
                <c:pt idx="14071">
                  <c:v>7.8162780458832986</c:v>
                </c:pt>
                <c:pt idx="14072">
                  <c:v>7.798301105232591</c:v>
                </c:pt>
                <c:pt idx="14073">
                  <c:v>7.7803655103980418</c:v>
                </c:pt>
                <c:pt idx="14074">
                  <c:v>7.7624711662869199</c:v>
                </c:pt>
                <c:pt idx="14075">
                  <c:v>7.7624711662869199</c:v>
                </c:pt>
                <c:pt idx="14076">
                  <c:v>7.7446179780251887</c:v>
                </c:pt>
                <c:pt idx="14077">
                  <c:v>7.7268058509570254</c:v>
                </c:pt>
                <c:pt idx="14078">
                  <c:v>7.7090346906443008</c:v>
                </c:pt>
                <c:pt idx="14079">
                  <c:v>7.7090346906443008</c:v>
                </c:pt>
                <c:pt idx="14080">
                  <c:v>7.6913044028660984</c:v>
                </c:pt>
                <c:pt idx="14081">
                  <c:v>7.6736148936181925</c:v>
                </c:pt>
                <c:pt idx="14082">
                  <c:v>7.6559660691125648</c:v>
                </c:pt>
                <c:pt idx="14083">
                  <c:v>7.6559660691125648</c:v>
                </c:pt>
                <c:pt idx="14084">
                  <c:v>7.63835783577691</c:v>
                </c:pt>
                <c:pt idx="14085">
                  <c:v>7.620790100254121</c:v>
                </c:pt>
                <c:pt idx="14086">
                  <c:v>7.6032627694018204</c:v>
                </c:pt>
                <c:pt idx="14087">
                  <c:v>7.6032627694018204</c:v>
                </c:pt>
                <c:pt idx="14088">
                  <c:v>7.5857757502918375</c:v>
                </c:pt>
                <c:pt idx="14089">
                  <c:v>7.5683289502097457</c:v>
                </c:pt>
                <c:pt idx="14090">
                  <c:v>7.550922276654342</c:v>
                </c:pt>
                <c:pt idx="14091">
                  <c:v>7.550922276654342</c:v>
                </c:pt>
                <c:pt idx="14092">
                  <c:v>7.5335556373371748</c:v>
                </c:pt>
                <c:pt idx="14093">
                  <c:v>7.5162289401820574</c:v>
                </c:pt>
                <c:pt idx="14094">
                  <c:v>7.4989420933245592</c:v>
                </c:pt>
                <c:pt idx="14095">
                  <c:v>7.4989420933245592</c:v>
                </c:pt>
                <c:pt idx="14096">
                  <c:v>7.4816950051115452</c:v>
                </c:pt>
                <c:pt idx="14097">
                  <c:v>7.4644875841006648</c:v>
                </c:pt>
                <c:pt idx="14098">
                  <c:v>7.4473197390598918</c:v>
                </c:pt>
                <c:pt idx="14099">
                  <c:v>7.4473197390598918</c:v>
                </c:pt>
                <c:pt idx="14100">
                  <c:v>7.4301913789670166</c:v>
                </c:pt>
                <c:pt idx="14101">
                  <c:v>7.4131024130091765</c:v>
                </c:pt>
                <c:pt idx="14102">
                  <c:v>7.3960527505823803</c:v>
                </c:pt>
                <c:pt idx="14103">
                  <c:v>7.3960527505823803</c:v>
                </c:pt>
                <c:pt idx="14104">
                  <c:v>7.3790423012910118</c:v>
                </c:pt>
                <c:pt idx="14105">
                  <c:v>7.362070974947363</c:v>
                </c:pt>
                <c:pt idx="14106">
                  <c:v>7.345138681571151</c:v>
                </c:pt>
                <c:pt idx="14107">
                  <c:v>7.345138681571151</c:v>
                </c:pt>
                <c:pt idx="14108">
                  <c:v>7.3282453313890423</c:v>
                </c:pt>
                <c:pt idx="14109">
                  <c:v>7.3113908348341754</c:v>
                </c:pt>
                <c:pt idx="14110">
                  <c:v>7.2945751025456884</c:v>
                </c:pt>
                <c:pt idx="14111">
                  <c:v>7.2945751025456884</c:v>
                </c:pt>
                <c:pt idx="14112">
                  <c:v>7.2777980453682414</c:v>
                </c:pt>
                <c:pt idx="14113">
                  <c:v>7.2610595743515489</c:v>
                </c:pt>
                <c:pt idx="14114">
                  <c:v>7.2443596007499025</c:v>
                </c:pt>
                <c:pt idx="14115">
                  <c:v>7.2443596007499025</c:v>
                </c:pt>
                <c:pt idx="14116">
                  <c:v>7.227698036021704</c:v>
                </c:pt>
                <c:pt idx="14117">
                  <c:v>7.211074791828997</c:v>
                </c:pt>
                <c:pt idx="14118">
                  <c:v>7.1944897800369958</c:v>
                </c:pt>
                <c:pt idx="14119">
                  <c:v>7.1944897800369958</c:v>
                </c:pt>
                <c:pt idx="14120">
                  <c:v>7.1779429127136183</c:v>
                </c:pt>
                <c:pt idx="14121">
                  <c:v>7.1614341021290207</c:v>
                </c:pt>
                <c:pt idx="14122">
                  <c:v>7.1449632607551345</c:v>
                </c:pt>
                <c:pt idx="14123">
                  <c:v>7.1449632607551345</c:v>
                </c:pt>
                <c:pt idx="14124">
                  <c:v>7.1285303012651964</c:v>
                </c:pt>
                <c:pt idx="14125">
                  <c:v>7.1121351365332917</c:v>
                </c:pt>
                <c:pt idx="14126">
                  <c:v>7.0957776796338887</c:v>
                </c:pt>
                <c:pt idx="14127">
                  <c:v>7.0957776796338887</c:v>
                </c:pt>
                <c:pt idx="14128">
                  <c:v>7.0794578438413795</c:v>
                </c:pt>
                <c:pt idx="14129">
                  <c:v>7.0631755426296197</c:v>
                </c:pt>
                <c:pt idx="14130">
                  <c:v>7.046930689671469</c:v>
                </c:pt>
                <c:pt idx="14131">
                  <c:v>7.046930689671469</c:v>
                </c:pt>
                <c:pt idx="14132">
                  <c:v>7.0307231988383361</c:v>
                </c:pt>
                <c:pt idx="14133">
                  <c:v>7.0145529841997138</c:v>
                </c:pt>
                <c:pt idx="14134">
                  <c:v>6.9984199600227361</c:v>
                </c:pt>
                <c:pt idx="14135">
                  <c:v>6.9984199600227361</c:v>
                </c:pt>
                <c:pt idx="14136">
                  <c:v>6.9823240407717142</c:v>
                </c:pt>
                <c:pt idx="14137">
                  <c:v>6.9662651411076872</c:v>
                </c:pt>
                <c:pt idx="14138">
                  <c:v>6.9502431758879686</c:v>
                </c:pt>
                <c:pt idx="14139">
                  <c:v>6.9502431758879686</c:v>
                </c:pt>
                <c:pt idx="14140">
                  <c:v>6.9342580601656909</c:v>
                </c:pt>
                <c:pt idx="14141">
                  <c:v>6.9183097091893666</c:v>
                </c:pt>
                <c:pt idx="14142">
                  <c:v>6.9023980384024206</c:v>
                </c:pt>
                <c:pt idx="14143">
                  <c:v>6.8865229634427614</c:v>
                </c:pt>
                <c:pt idx="14144">
                  <c:v>6.8865229634427614</c:v>
                </c:pt>
                <c:pt idx="14145">
                  <c:v>6.8706844001423217</c:v>
                </c:pt>
                <c:pt idx="14146">
                  <c:v>6.8548822645266156</c:v>
                </c:pt>
                <c:pt idx="14147">
                  <c:v>6.8391164728142932</c:v>
                </c:pt>
                <c:pt idx="14148">
                  <c:v>6.8391164728142932</c:v>
                </c:pt>
                <c:pt idx="14149">
                  <c:v>6.8233869414166977</c:v>
                </c:pt>
                <c:pt idx="14150">
                  <c:v>6.8076935869374156</c:v>
                </c:pt>
                <c:pt idx="14151">
                  <c:v>6.7920363261718464</c:v>
                </c:pt>
                <c:pt idx="14152">
                  <c:v>6.7920363261718464</c:v>
                </c:pt>
                <c:pt idx="14153">
                  <c:v>6.7764150761067512</c:v>
                </c:pt>
                <c:pt idx="14154">
                  <c:v>6.7608297539198183</c:v>
                </c:pt>
                <c:pt idx="14155">
                  <c:v>6.7452802769792202</c:v>
                </c:pt>
                <c:pt idx="14156">
                  <c:v>6.7452802769792202</c:v>
                </c:pt>
                <c:pt idx="14157">
                  <c:v>6.7297665628431771</c:v>
                </c:pt>
                <c:pt idx="14158">
                  <c:v>6.7142885292595249</c:v>
                </c:pt>
                <c:pt idx="14159">
                  <c:v>6.6988460941652654</c:v>
                </c:pt>
                <c:pt idx="14160">
                  <c:v>6.6988460941652654</c:v>
                </c:pt>
                <c:pt idx="14161">
                  <c:v>6.6834391756861464</c:v>
                </c:pt>
                <c:pt idx="14162">
                  <c:v>6.6680676921362219</c:v>
                </c:pt>
                <c:pt idx="14163">
                  <c:v>6.6527315620174141</c:v>
                </c:pt>
                <c:pt idx="14164">
                  <c:v>6.6527315620174141</c:v>
                </c:pt>
                <c:pt idx="14165">
                  <c:v>6.6374307040190885</c:v>
                </c:pt>
                <c:pt idx="14166">
                  <c:v>6.622165037017619</c:v>
                </c:pt>
                <c:pt idx="14167">
                  <c:v>6.6069344800759611</c:v>
                </c:pt>
                <c:pt idx="14168">
                  <c:v>6.6069344800759611</c:v>
                </c:pt>
                <c:pt idx="14169">
                  <c:v>6.5917389524432144</c:v>
                </c:pt>
                <c:pt idx="14170">
                  <c:v>6.5765783735542058</c:v>
                </c:pt>
                <c:pt idx="14171">
                  <c:v>6.5614526630290548</c:v>
                </c:pt>
                <c:pt idx="14172">
                  <c:v>6.5614526630290548</c:v>
                </c:pt>
                <c:pt idx="14173">
                  <c:v>6.5463617406727499</c:v>
                </c:pt>
                <c:pt idx="14174">
                  <c:v>6.5313055264747231</c:v>
                </c:pt>
                <c:pt idx="14175">
                  <c:v>6.5162839406084263</c:v>
                </c:pt>
                <c:pt idx="14176">
                  <c:v>6.5162839406084263</c:v>
                </c:pt>
                <c:pt idx="14177">
                  <c:v>6.5012969034309078</c:v>
                </c:pt>
                <c:pt idx="14178">
                  <c:v>6.4863443354823858</c:v>
                </c:pt>
                <c:pt idx="14179">
                  <c:v>6.4714261574858334</c:v>
                </c:pt>
                <c:pt idx="14180">
                  <c:v>6.4714261574858334</c:v>
                </c:pt>
                <c:pt idx="14181">
                  <c:v>6.4565422903465572</c:v>
                </c:pt>
                <c:pt idx="14182">
                  <c:v>6.4416926551517744</c:v>
                </c:pt>
                <c:pt idx="14183">
                  <c:v>6.4268771731701975</c:v>
                </c:pt>
                <c:pt idx="14184">
                  <c:v>6.4268771731701975</c:v>
                </c:pt>
                <c:pt idx="14185">
                  <c:v>6.4120957658516184</c:v>
                </c:pt>
                <c:pt idx="14186">
                  <c:v>6.3973483548264838</c:v>
                </c:pt>
                <c:pt idx="14187">
                  <c:v>6.3826348619054887</c:v>
                </c:pt>
                <c:pt idx="14188">
                  <c:v>6.3826348619054887</c:v>
                </c:pt>
                <c:pt idx="14189">
                  <c:v>6.3679552090791596</c:v>
                </c:pt>
                <c:pt idx="14190">
                  <c:v>6.3533093185174385</c:v>
                </c:pt>
                <c:pt idx="14191">
                  <c:v>6.338697112569271</c:v>
                </c:pt>
                <c:pt idx="14192">
                  <c:v>6.338697112569271</c:v>
                </c:pt>
                <c:pt idx="14193">
                  <c:v>6.3241185137621967</c:v>
                </c:pt>
                <c:pt idx="14194">
                  <c:v>6.3095734448019343</c:v>
                </c:pt>
                <c:pt idx="14195">
                  <c:v>6.2950618285719777</c:v>
                </c:pt>
                <c:pt idx="14196">
                  <c:v>6.2950618285719777</c:v>
                </c:pt>
                <c:pt idx="14197">
                  <c:v>6.2805835881331813</c:v>
                </c:pt>
                <c:pt idx="14198">
                  <c:v>6.2661386467233555</c:v>
                </c:pt>
                <c:pt idx="14199">
                  <c:v>6.2517269277568595</c:v>
                </c:pt>
                <c:pt idx="14200">
                  <c:v>6.2517269277568595</c:v>
                </c:pt>
                <c:pt idx="14201">
                  <c:v>6.2373483548241939</c:v>
                </c:pt>
                <c:pt idx="14202">
                  <c:v>6.2230028516915974</c:v>
                </c:pt>
                <c:pt idx="14203">
                  <c:v>6.2086903423006374</c:v>
                </c:pt>
                <c:pt idx="14204">
                  <c:v>6.2086903423006374</c:v>
                </c:pt>
                <c:pt idx="14205">
                  <c:v>6.1944107507678163</c:v>
                </c:pt>
                <c:pt idx="14206">
                  <c:v>6.1801640013841608</c:v>
                </c:pt>
                <c:pt idx="14207">
                  <c:v>6.1659500186148231</c:v>
                </c:pt>
                <c:pt idx="14208">
                  <c:v>6.1659500186148231</c:v>
                </c:pt>
                <c:pt idx="14209">
                  <c:v>6.1517687270986823</c:v>
                </c:pt>
                <c:pt idx="14210">
                  <c:v>6.1376200516479429</c:v>
                </c:pt>
                <c:pt idx="14211">
                  <c:v>6.1235039172477368</c:v>
                </c:pt>
                <c:pt idx="14212">
                  <c:v>6.1235039172477368</c:v>
                </c:pt>
                <c:pt idx="14213">
                  <c:v>6.1094202490557219</c:v>
                </c:pt>
                <c:pt idx="14214">
                  <c:v>6.0953689724016931</c:v>
                </c:pt>
                <c:pt idx="14215">
                  <c:v>6.0813500127871807</c:v>
                </c:pt>
                <c:pt idx="14216">
                  <c:v>6.0813500127871807</c:v>
                </c:pt>
                <c:pt idx="14217">
                  <c:v>6.0673632958850554</c:v>
                </c:pt>
                <c:pt idx="14218">
                  <c:v>6.0534087475391365</c:v>
                </c:pt>
                <c:pt idx="14219">
                  <c:v>6.0394862937637992</c:v>
                </c:pt>
                <c:pt idx="14220">
                  <c:v>6.0394862937637992</c:v>
                </c:pt>
                <c:pt idx="14221">
                  <c:v>6.0255958607435796</c:v>
                </c:pt>
                <c:pt idx="14222">
                  <c:v>6.0117373748327818</c:v>
                </c:pt>
                <c:pt idx="14223">
                  <c:v>5.9979107625550956</c:v>
                </c:pt>
                <c:pt idx="14224">
                  <c:v>5.9979107625550956</c:v>
                </c:pt>
                <c:pt idx="14225">
                  <c:v>5.984115950603198</c:v>
                </c:pt>
                <c:pt idx="14226">
                  <c:v>5.97035286583837</c:v>
                </c:pt>
                <c:pt idx="14227">
                  <c:v>5.9566214352901055</c:v>
                </c:pt>
                <c:pt idx="14228">
                  <c:v>5.9566214352901055</c:v>
                </c:pt>
                <c:pt idx="14229">
                  <c:v>5.9429215861557267</c:v>
                </c:pt>
                <c:pt idx="14230">
                  <c:v>5.9292532458</c:v>
                </c:pt>
                <c:pt idx="14231">
                  <c:v>5.9156163417547409</c:v>
                </c:pt>
                <c:pt idx="14232">
                  <c:v>5.9156163417547409</c:v>
                </c:pt>
                <c:pt idx="14233">
                  <c:v>5.9020108017184443</c:v>
                </c:pt>
                <c:pt idx="14234">
                  <c:v>5.8884365535558905</c:v>
                </c:pt>
                <c:pt idx="14235">
                  <c:v>5.8748935252977681</c:v>
                </c:pt>
                <c:pt idx="14236">
                  <c:v>5.8613816451402885</c:v>
                </c:pt>
                <c:pt idx="14237">
                  <c:v>5.8613816451402885</c:v>
                </c:pt>
                <c:pt idx="14238">
                  <c:v>5.847900841444809</c:v>
                </c:pt>
                <c:pt idx="14239">
                  <c:v>5.8344510427374487</c:v>
                </c:pt>
                <c:pt idx="14240">
                  <c:v>5.8210321777087159</c:v>
                </c:pt>
                <c:pt idx="14241">
                  <c:v>5.8210321777087159</c:v>
                </c:pt>
                <c:pt idx="14242">
                  <c:v>5.807644175213122</c:v>
                </c:pt>
                <c:pt idx="14243">
                  <c:v>5.7942869642688111</c:v>
                </c:pt>
                <c:pt idx="14244">
                  <c:v>5.7809604740571814</c:v>
                </c:pt>
                <c:pt idx="14245">
                  <c:v>5.7809604740571814</c:v>
                </c:pt>
                <c:pt idx="14246">
                  <c:v>5.7676646339225082</c:v>
                </c:pt>
                <c:pt idx="14247">
                  <c:v>5.7543993733715713</c:v>
                </c:pt>
                <c:pt idx="14248">
                  <c:v>5.7411646220732768</c:v>
                </c:pt>
                <c:pt idx="14249">
                  <c:v>5.7411646220732768</c:v>
                </c:pt>
                <c:pt idx="14250">
                  <c:v>5.7279603098582932</c:v>
                </c:pt>
                <c:pt idx="14251">
                  <c:v>5.7147863667186716</c:v>
                </c:pt>
                <c:pt idx="14252">
                  <c:v>5.7016427228074757</c:v>
                </c:pt>
                <c:pt idx="14253">
                  <c:v>5.7016427228074757</c:v>
                </c:pt>
                <c:pt idx="14254">
                  <c:v>5.6885293084384152</c:v>
                </c:pt>
                <c:pt idx="14255">
                  <c:v>5.6754460540854721</c:v>
                </c:pt>
                <c:pt idx="14256">
                  <c:v>5.6623928903825345</c:v>
                </c:pt>
                <c:pt idx="14257">
                  <c:v>5.6623928903825345</c:v>
                </c:pt>
                <c:pt idx="14258">
                  <c:v>5.6493697481230267</c:v>
                </c:pt>
                <c:pt idx="14259">
                  <c:v>5.6363765582595455</c:v>
                </c:pt>
                <c:pt idx="14260">
                  <c:v>5.6234132519034921</c:v>
                </c:pt>
                <c:pt idx="14261">
                  <c:v>5.6234132519034921</c:v>
                </c:pt>
                <c:pt idx="14262">
                  <c:v>5.6104797603247052</c:v>
                </c:pt>
                <c:pt idx="14263">
                  <c:v>5.5975760149511018</c:v>
                </c:pt>
                <c:pt idx="14264">
                  <c:v>5.5847019473683082</c:v>
                </c:pt>
                <c:pt idx="14265">
                  <c:v>5.5847019473683082</c:v>
                </c:pt>
                <c:pt idx="14266">
                  <c:v>5.5718574893193002</c:v>
                </c:pt>
                <c:pt idx="14267">
                  <c:v>5.5590425727040369</c:v>
                </c:pt>
                <c:pt idx="14268">
                  <c:v>5.5462571295791081</c:v>
                </c:pt>
                <c:pt idx="14269">
                  <c:v>5.5462571295791081</c:v>
                </c:pt>
                <c:pt idx="14270">
                  <c:v>5.5335010921573673</c:v>
                </c:pt>
                <c:pt idx="14271">
                  <c:v>5.5207743928075743</c:v>
                </c:pt>
                <c:pt idx="14272">
                  <c:v>5.5080769640540348</c:v>
                </c:pt>
                <c:pt idx="14273">
                  <c:v>5.5080769640540348</c:v>
                </c:pt>
                <c:pt idx="14274">
                  <c:v>5.4954087385762458</c:v>
                </c:pt>
                <c:pt idx="14275">
                  <c:v>5.4827696492085387</c:v>
                </c:pt>
                <c:pt idx="14276">
                  <c:v>5.470159628939717</c:v>
                </c:pt>
                <c:pt idx="14277">
                  <c:v>5.470159628939717</c:v>
                </c:pt>
                <c:pt idx="14278">
                  <c:v>5.4575786109127105</c:v>
                </c:pt>
                <c:pt idx="14279">
                  <c:v>5.4450265284242123</c:v>
                </c:pt>
                <c:pt idx="14280">
                  <c:v>5.4325033149243325</c:v>
                </c:pt>
                <c:pt idx="14281">
                  <c:v>5.4325033149243325</c:v>
                </c:pt>
                <c:pt idx="14282">
                  <c:v>5.4200089040162389</c:v>
                </c:pt>
                <c:pt idx="14283">
                  <c:v>5.4075432294558086</c:v>
                </c:pt>
                <c:pt idx="14284">
                  <c:v>5.3951062251512774</c:v>
                </c:pt>
                <c:pt idx="14285">
                  <c:v>5.3951062251512774</c:v>
                </c:pt>
                <c:pt idx="14286">
                  <c:v>5.3826978251628841</c:v>
                </c:pt>
                <c:pt idx="14287">
                  <c:v>5.3703179637025285</c:v>
                </c:pt>
                <c:pt idx="14288">
                  <c:v>5.3579665751334167</c:v>
                </c:pt>
                <c:pt idx="14289">
                  <c:v>5.3579665751334167</c:v>
                </c:pt>
                <c:pt idx="14290">
                  <c:v>5.3456435939697169</c:v>
                </c:pt>
                <c:pt idx="14291">
                  <c:v>5.3333489548762101</c:v>
                </c:pt>
                <c:pt idx="14292">
                  <c:v>5.3210825926679437</c:v>
                </c:pt>
                <c:pt idx="14293">
                  <c:v>5.3210825926679437</c:v>
                </c:pt>
                <c:pt idx="14294">
                  <c:v>5.3088444423098844</c:v>
                </c:pt>
                <c:pt idx="14295">
                  <c:v>5.2966344389165787</c:v>
                </c:pt>
                <c:pt idx="14296">
                  <c:v>5.2844525177518049</c:v>
                </c:pt>
                <c:pt idx="14297">
                  <c:v>5.2844525177518049</c:v>
                </c:pt>
                <c:pt idx="14298">
                  <c:v>5.2722986142282275</c:v>
                </c:pt>
                <c:pt idx="14299">
                  <c:v>5.2601726639070625</c:v>
                </c:pt>
                <c:pt idx="14300">
                  <c:v>5.2480746024977263</c:v>
                </c:pt>
                <c:pt idx="14301">
                  <c:v>5.2480746024977263</c:v>
                </c:pt>
                <c:pt idx="14302">
                  <c:v>5.2360043658575037</c:v>
                </c:pt>
                <c:pt idx="14303">
                  <c:v>5.223961889991199</c:v>
                </c:pt>
                <c:pt idx="14304">
                  <c:v>5.2119471110508053</c:v>
                </c:pt>
                <c:pt idx="14305">
                  <c:v>5.2119471110508053</c:v>
                </c:pt>
                <c:pt idx="14306">
                  <c:v>5.19995996533516</c:v>
                </c:pt>
                <c:pt idx="14307">
                  <c:v>5.1880003892896118</c:v>
                </c:pt>
                <c:pt idx="14308">
                  <c:v>5.1760683195056769</c:v>
                </c:pt>
                <c:pt idx="14309">
                  <c:v>5.1760683195056769</c:v>
                </c:pt>
                <c:pt idx="14310">
                  <c:v>5.1641636927207095</c:v>
                </c:pt>
                <c:pt idx="14311">
                  <c:v>5.1522864458175652</c:v>
                </c:pt>
                <c:pt idx="14312">
                  <c:v>5.1404365158242618</c:v>
                </c:pt>
                <c:pt idx="14313">
                  <c:v>5.1404365158242618</c:v>
                </c:pt>
                <c:pt idx="14314">
                  <c:v>5.1286138399136494</c:v>
                </c:pt>
                <c:pt idx="14315">
                  <c:v>5.1168183554030779</c:v>
                </c:pt>
                <c:pt idx="14316">
                  <c:v>5.1050499997540628</c:v>
                </c:pt>
                <c:pt idx="14317">
                  <c:v>5.1050499997540628</c:v>
                </c:pt>
                <c:pt idx="14318">
                  <c:v>5.0933087105719537</c:v>
                </c:pt>
                <c:pt idx="14319">
                  <c:v>5.0815944256056049</c:v>
                </c:pt>
                <c:pt idx="14320">
                  <c:v>5.0699070827470445</c:v>
                </c:pt>
                <c:pt idx="14321">
                  <c:v>5.0699070827470445</c:v>
                </c:pt>
                <c:pt idx="14322">
                  <c:v>5.0582466200311407</c:v>
                </c:pt>
                <c:pt idx="14323">
                  <c:v>5.0466129756352842</c:v>
                </c:pt>
                <c:pt idx="14324">
                  <c:v>5.0350060878790481</c:v>
                </c:pt>
                <c:pt idx="14325">
                  <c:v>5.0234258952238706</c:v>
                </c:pt>
                <c:pt idx="14326">
                  <c:v>5.0234258952238706</c:v>
                </c:pt>
                <c:pt idx="14327">
                  <c:v>5.0118723362727229</c:v>
                </c:pt>
                <c:pt idx="14328">
                  <c:v>5.000345349769785</c:v>
                </c:pt>
                <c:pt idx="14329">
                  <c:v>4.9888448746001224</c:v>
                </c:pt>
                <c:pt idx="14330">
                  <c:v>4.9888448746001224</c:v>
                </c:pt>
                <c:pt idx="14331">
                  <c:v>4.9773708497893603</c:v>
                </c:pt>
                <c:pt idx="14332">
                  <c:v>4.9659232145033609</c:v>
                </c:pt>
                <c:pt idx="14333">
                  <c:v>4.9545019080479022</c:v>
                </c:pt>
                <c:pt idx="14334">
                  <c:v>4.9545019080479022</c:v>
                </c:pt>
                <c:pt idx="14335">
                  <c:v>4.9431068698683545</c:v>
                </c:pt>
                <c:pt idx="14336">
                  <c:v>4.9317380395493586</c:v>
                </c:pt>
                <c:pt idx="14337">
                  <c:v>4.9203953568145096</c:v>
                </c:pt>
                <c:pt idx="14338">
                  <c:v>4.9203953568145096</c:v>
                </c:pt>
                <c:pt idx="14339">
                  <c:v>4.9090787615260316</c:v>
                </c:pt>
                <c:pt idx="14340">
                  <c:v>4.8977881936844625</c:v>
                </c:pt>
                <c:pt idx="14341">
                  <c:v>4.8865235934283362</c:v>
                </c:pt>
                <c:pt idx="14342">
                  <c:v>4.8865235934283362</c:v>
                </c:pt>
                <c:pt idx="14343">
                  <c:v>4.8752849010338632</c:v>
                </c:pt>
                <c:pt idx="14344">
                  <c:v>4.8640720569146172</c:v>
                </c:pt>
                <c:pt idx="14345">
                  <c:v>4.8528850016212122</c:v>
                </c:pt>
                <c:pt idx="14346">
                  <c:v>4.8528850016212122</c:v>
                </c:pt>
                <c:pt idx="14347">
                  <c:v>4.8417236758409947</c:v>
                </c:pt>
                <c:pt idx="14348">
                  <c:v>4.8305880203977285</c:v>
                </c:pt>
                <c:pt idx="14349">
                  <c:v>4.8194779762512745</c:v>
                </c:pt>
                <c:pt idx="14350">
                  <c:v>4.8194779762512745</c:v>
                </c:pt>
                <c:pt idx="14351">
                  <c:v>4.8083934844972864</c:v>
                </c:pt>
                <c:pt idx="14352">
                  <c:v>4.7973344863668919</c:v>
                </c:pt>
                <c:pt idx="14353">
                  <c:v>4.786300923226384</c:v>
                </c:pt>
                <c:pt idx="14354">
                  <c:v>4.786300923226384</c:v>
                </c:pt>
                <c:pt idx="14355">
                  <c:v>4.77529273657691</c:v>
                </c:pt>
                <c:pt idx="14356">
                  <c:v>4.7643098680541582</c:v>
                </c:pt>
                <c:pt idx="14357">
                  <c:v>4.7533522594280546</c:v>
                </c:pt>
                <c:pt idx="14358">
                  <c:v>4.7533522594280546</c:v>
                </c:pt>
                <c:pt idx="14359">
                  <c:v>4.7424198526024481</c:v>
                </c:pt>
                <c:pt idx="14360">
                  <c:v>4.7315125896148054</c:v>
                </c:pt>
                <c:pt idx="14361">
                  <c:v>4.7206304126359058</c:v>
                </c:pt>
                <c:pt idx="14362">
                  <c:v>4.7206304126359058</c:v>
                </c:pt>
                <c:pt idx="14363">
                  <c:v>4.7097732639695291</c:v>
                </c:pt>
                <c:pt idx="14364">
                  <c:v>4.6989410860521561</c:v>
                </c:pt>
                <c:pt idx="14365">
                  <c:v>4.688133821452654</c:v>
                </c:pt>
                <c:pt idx="14366">
                  <c:v>4.688133821452654</c:v>
                </c:pt>
                <c:pt idx="14367">
                  <c:v>4.6773514128719835</c:v>
                </c:pt>
                <c:pt idx="14368">
                  <c:v>4.6665938031428871</c:v>
                </c:pt>
                <c:pt idx="14369">
                  <c:v>4.6558609352295903</c:v>
                </c:pt>
                <c:pt idx="14370">
                  <c:v>4.6558609352295903</c:v>
                </c:pt>
                <c:pt idx="14371">
                  <c:v>4.6451527522274949</c:v>
                </c:pt>
                <c:pt idx="14372">
                  <c:v>4.6344691973628809</c:v>
                </c:pt>
                <c:pt idx="14373">
                  <c:v>4.6238102139926047</c:v>
                </c:pt>
                <c:pt idx="14374">
                  <c:v>4.6238102139926047</c:v>
                </c:pt>
                <c:pt idx="14375">
                  <c:v>4.6131757456037947</c:v>
                </c:pt>
                <c:pt idx="14376">
                  <c:v>4.6025657358135614</c:v>
                </c:pt>
                <c:pt idx="14377">
                  <c:v>4.5919801283686867</c:v>
                </c:pt>
                <c:pt idx="14378">
                  <c:v>4.5919801283686867</c:v>
                </c:pt>
                <c:pt idx="14379">
                  <c:v>4.5814188671453353</c:v>
                </c:pt>
                <c:pt idx="14380">
                  <c:v>4.5708818961487507</c:v>
                </c:pt>
                <c:pt idx="14381">
                  <c:v>4.5603691595129634</c:v>
                </c:pt>
                <c:pt idx="14382">
                  <c:v>4.5603691595129634</c:v>
                </c:pt>
                <c:pt idx="14383">
                  <c:v>4.5498806015004867</c:v>
                </c:pt>
                <c:pt idx="14384">
                  <c:v>4.5394161665020327</c:v>
                </c:pt>
                <c:pt idx="14385">
                  <c:v>4.5289757990362087</c:v>
                </c:pt>
                <c:pt idx="14386">
                  <c:v>4.5289757990362087</c:v>
                </c:pt>
                <c:pt idx="14387">
                  <c:v>4.5185594437492247</c:v>
                </c:pt>
                <c:pt idx="14388">
                  <c:v>4.5081670454146021</c:v>
                </c:pt>
                <c:pt idx="14389">
                  <c:v>4.49779854893288</c:v>
                </c:pt>
                <c:pt idx="14390">
                  <c:v>4.49779854893288</c:v>
                </c:pt>
                <c:pt idx="14391">
                  <c:v>4.4874538993313227</c:v>
                </c:pt>
                <c:pt idx="14392">
                  <c:v>4.4771330417636266</c:v>
                </c:pt>
                <c:pt idx="14393">
                  <c:v>4.4668359215096318</c:v>
                </c:pt>
                <c:pt idx="14394">
                  <c:v>4.4668359215096318</c:v>
                </c:pt>
                <c:pt idx="14395">
                  <c:v>4.4565624839750333</c:v>
                </c:pt>
                <c:pt idx="14396">
                  <c:v>4.4463126746910877</c:v>
                </c:pt>
                <c:pt idx="14397">
                  <c:v>4.4360864393143258</c:v>
                </c:pt>
                <c:pt idx="14398">
                  <c:v>4.4360864393143258</c:v>
                </c:pt>
                <c:pt idx="14399">
                  <c:v>4.4258837236262663</c:v>
                </c:pt>
                <c:pt idx="14400">
                  <c:v>4.4157044735331263</c:v>
                </c:pt>
                <c:pt idx="14401">
                  <c:v>4.405548635065534</c:v>
                </c:pt>
                <c:pt idx="14402">
                  <c:v>4.405548635065534</c:v>
                </c:pt>
                <c:pt idx="14403">
                  <c:v>4.3954161543782462</c:v>
                </c:pt>
                <c:pt idx="14404">
                  <c:v>4.3853069777498579</c:v>
                </c:pt>
                <c:pt idx="14405">
                  <c:v>4.3752210515825212</c:v>
                </c:pt>
                <c:pt idx="14406">
                  <c:v>4.3752210515825212</c:v>
                </c:pt>
                <c:pt idx="14407">
                  <c:v>4.3651583224016601</c:v>
                </c:pt>
                <c:pt idx="14408">
                  <c:v>4.3551187368556858</c:v>
                </c:pt>
                <c:pt idx="14409">
                  <c:v>4.3451022417157166</c:v>
                </c:pt>
                <c:pt idx="14410">
                  <c:v>4.3451022417157166</c:v>
                </c:pt>
                <c:pt idx="14411">
                  <c:v>4.33510878387529</c:v>
                </c:pt>
                <c:pt idx="14412">
                  <c:v>4.3251383103500878</c:v>
                </c:pt>
                <c:pt idx="14413">
                  <c:v>4.3151907682776525</c:v>
                </c:pt>
                <c:pt idx="14414">
                  <c:v>4.3151907682776525</c:v>
                </c:pt>
                <c:pt idx="14415">
                  <c:v>4.3052661049171066</c:v>
                </c:pt>
                <c:pt idx="14416">
                  <c:v>4.295364267648873</c:v>
                </c:pt>
                <c:pt idx="14417">
                  <c:v>4.2854852039743951</c:v>
                </c:pt>
                <c:pt idx="14418">
                  <c:v>4.2756288615158633</c:v>
                </c:pt>
                <c:pt idx="14419">
                  <c:v>4.2756288615158633</c:v>
                </c:pt>
                <c:pt idx="14420">
                  <c:v>4.2657951880159271</c:v>
                </c:pt>
                <c:pt idx="14421">
                  <c:v>4.2559841313374314</c:v>
                </c:pt>
                <c:pt idx="14422">
                  <c:v>4.2461956394631297</c:v>
                </c:pt>
                <c:pt idx="14423">
                  <c:v>4.2461956394631297</c:v>
                </c:pt>
                <c:pt idx="14424">
                  <c:v>4.2364296604954115</c:v>
                </c:pt>
                <c:pt idx="14425">
                  <c:v>4.22668614265603</c:v>
                </c:pt>
                <c:pt idx="14426">
                  <c:v>4.2169650342858231</c:v>
                </c:pt>
                <c:pt idx="14427">
                  <c:v>4.2169650342858231</c:v>
                </c:pt>
                <c:pt idx="14428">
                  <c:v>4.2072662838444419</c:v>
                </c:pt>
                <c:pt idx="14429">
                  <c:v>4.1975898399100764</c:v>
                </c:pt>
                <c:pt idx="14430">
                  <c:v>4.1879356511791839</c:v>
                </c:pt>
                <c:pt idx="14431">
                  <c:v>4.1879356511791839</c:v>
                </c:pt>
                <c:pt idx="14432">
                  <c:v>4.1783036664662179</c:v>
                </c:pt>
                <c:pt idx="14433">
                  <c:v>4.1686938347033546</c:v>
                </c:pt>
                <c:pt idx="14434">
                  <c:v>4.1591061049402214</c:v>
                </c:pt>
                <c:pt idx="14435">
                  <c:v>4.1591061049402214</c:v>
                </c:pt>
                <c:pt idx="14436">
                  <c:v>4.1495404263436306</c:v>
                </c:pt>
                <c:pt idx="14437">
                  <c:v>4.139996748197305</c:v>
                </c:pt>
                <c:pt idx="14438">
                  <c:v>4.1304750199016143</c:v>
                </c:pt>
                <c:pt idx="14439">
                  <c:v>4.1304750199016143</c:v>
                </c:pt>
                <c:pt idx="14440">
                  <c:v>4.1209751909733026</c:v>
                </c:pt>
                <c:pt idx="14441">
                  <c:v>4.111497211045223</c:v>
                </c:pt>
                <c:pt idx="14442">
                  <c:v>4.1020410298660686</c:v>
                </c:pt>
                <c:pt idx="14443">
                  <c:v>4.1020410298660686</c:v>
                </c:pt>
                <c:pt idx="14444">
                  <c:v>4.0926065973001089</c:v>
                </c:pt>
                <c:pt idx="14445">
                  <c:v>4.0831938633269216</c:v>
                </c:pt>
                <c:pt idx="14446">
                  <c:v>4.0738027780411281</c:v>
                </c:pt>
                <c:pt idx="14447">
                  <c:v>4.0738027780411281</c:v>
                </c:pt>
                <c:pt idx="14448">
                  <c:v>4.0644332916521284</c:v>
                </c:pt>
                <c:pt idx="14449">
                  <c:v>4.0550853544838388</c:v>
                </c:pt>
                <c:pt idx="14450">
                  <c:v>4.0457589169744272</c:v>
                </c:pt>
                <c:pt idx="14451">
                  <c:v>4.0457589169744272</c:v>
                </c:pt>
                <c:pt idx="14452">
                  <c:v>4.0364539296760498</c:v>
                </c:pt>
                <c:pt idx="14453">
                  <c:v>4.0271703432545909</c:v>
                </c:pt>
                <c:pt idx="14454">
                  <c:v>4.0179081084893999</c:v>
                </c:pt>
                <c:pt idx="14455">
                  <c:v>4.0179081084893999</c:v>
                </c:pt>
                <c:pt idx="14456">
                  <c:v>4.008667176273029</c:v>
                </c:pt>
                <c:pt idx="14457">
                  <c:v>3.9994474976109751</c:v>
                </c:pt>
                <c:pt idx="14458">
                  <c:v>3.9902490236214212</c:v>
                </c:pt>
                <c:pt idx="14459">
                  <c:v>3.9902490236214212</c:v>
                </c:pt>
                <c:pt idx="14460">
                  <c:v>3.9810717055349727</c:v>
                </c:pt>
                <c:pt idx="14461">
                  <c:v>3.9719154946944033</c:v>
                </c:pt>
                <c:pt idx="14462">
                  <c:v>3.9627803425543946</c:v>
                </c:pt>
                <c:pt idx="14463">
                  <c:v>3.9627803425543946</c:v>
                </c:pt>
                <c:pt idx="14464">
                  <c:v>3.9536662006812797</c:v>
                </c:pt>
                <c:pt idx="14465">
                  <c:v>3.9445730207527845</c:v>
                </c:pt>
                <c:pt idx="14466">
                  <c:v>3.9355007545577751</c:v>
                </c:pt>
                <c:pt idx="14467">
                  <c:v>3.9355007545577751</c:v>
                </c:pt>
                <c:pt idx="14468">
                  <c:v>3.9264493539959986</c:v>
                </c:pt>
                <c:pt idx="14469">
                  <c:v>3.917418771077831</c:v>
                </c:pt>
                <c:pt idx="14470">
                  <c:v>3.9084089579240202</c:v>
                </c:pt>
                <c:pt idx="14471">
                  <c:v>3.9084089579240202</c:v>
                </c:pt>
                <c:pt idx="14472">
                  <c:v>3.8994198667654341</c:v>
                </c:pt>
                <c:pt idx="14473">
                  <c:v>3.8904514499428067</c:v>
                </c:pt>
                <c:pt idx="14474">
                  <c:v>3.8815036599064832</c:v>
                </c:pt>
                <c:pt idx="14475">
                  <c:v>3.8815036599064832</c:v>
                </c:pt>
                <c:pt idx="14476">
                  <c:v>3.8725764492161723</c:v>
                </c:pt>
                <c:pt idx="14477">
                  <c:v>3.8636697705406919</c:v>
                </c:pt>
                <c:pt idx="14478">
                  <c:v>3.8547835766577179</c:v>
                </c:pt>
                <c:pt idx="14479">
                  <c:v>3.8547835766577179</c:v>
                </c:pt>
                <c:pt idx="14480">
                  <c:v>3.8459178204535354</c:v>
                </c:pt>
                <c:pt idx="14481">
                  <c:v>3.8370724549227884</c:v>
                </c:pt>
                <c:pt idx="14482">
                  <c:v>3.8282474331682272</c:v>
                </c:pt>
                <c:pt idx="14483">
                  <c:v>3.8282474331682272</c:v>
                </c:pt>
                <c:pt idx="14484">
                  <c:v>3.8194427084004658</c:v>
                </c:pt>
                <c:pt idx="14485">
                  <c:v>3.8106582339377306</c:v>
                </c:pt>
                <c:pt idx="14486">
                  <c:v>3.8018939632056119</c:v>
                </c:pt>
                <c:pt idx="14487">
                  <c:v>3.8018939632056119</c:v>
                </c:pt>
                <c:pt idx="14488">
                  <c:v>3.7931498497368192</c:v>
                </c:pt>
                <c:pt idx="14489">
                  <c:v>3.7844258471709327</c:v>
                </c:pt>
                <c:pt idx="14490">
                  <c:v>3.7757219092541607</c:v>
                </c:pt>
                <c:pt idx="14491">
                  <c:v>3.7757219092541607</c:v>
                </c:pt>
                <c:pt idx="14492">
                  <c:v>3.7670379898390891</c:v>
                </c:pt>
                <c:pt idx="14493">
                  <c:v>3.7583740428844421</c:v>
                </c:pt>
                <c:pt idx="14494">
                  <c:v>3.7497300224548353</c:v>
                </c:pt>
                <c:pt idx="14495">
                  <c:v>3.7497300224548353</c:v>
                </c:pt>
                <c:pt idx="14496">
                  <c:v>3.7411058827205332</c:v>
                </c:pt>
                <c:pt idx="14497">
                  <c:v>3.7325015779572057</c:v>
                </c:pt>
                <c:pt idx="14498">
                  <c:v>3.7239170625456848</c:v>
                </c:pt>
                <c:pt idx="14499">
                  <c:v>3.7239170625456848</c:v>
                </c:pt>
                <c:pt idx="14500">
                  <c:v>3.7153522909717256</c:v>
                </c:pt>
                <c:pt idx="14501">
                  <c:v>3.7068072178257605</c:v>
                </c:pt>
                <c:pt idx="14502">
                  <c:v>3.6982817978026623</c:v>
                </c:pt>
                <c:pt idx="14503">
                  <c:v>3.6982817978026623</c:v>
                </c:pt>
                <c:pt idx="14504">
                  <c:v>3.6897759857015031</c:v>
                </c:pt>
                <c:pt idx="14505">
                  <c:v>3.6812897364253141</c:v>
                </c:pt>
                <c:pt idx="14506">
                  <c:v>3.6728230049808466</c:v>
                </c:pt>
                <c:pt idx="14507">
                  <c:v>3.6643757464783322</c:v>
                </c:pt>
                <c:pt idx="14508">
                  <c:v>3.6643757464783322</c:v>
                </c:pt>
                <c:pt idx="14509">
                  <c:v>3.6559479161312494</c:v>
                </c:pt>
                <c:pt idx="14510">
                  <c:v>3.647539469256079</c:v>
                </c:pt>
                <c:pt idx="14511">
                  <c:v>3.6391503612720721</c:v>
                </c:pt>
                <c:pt idx="14512">
                  <c:v>3.6391503612720721</c:v>
                </c:pt>
                <c:pt idx="14513">
                  <c:v>3.630780547701014</c:v>
                </c:pt>
                <c:pt idx="14514">
                  <c:v>3.6224299841669869</c:v>
                </c:pt>
                <c:pt idx="14515">
                  <c:v>3.6140986263961334</c:v>
                </c:pt>
                <c:pt idx="14516">
                  <c:v>3.6140986263961334</c:v>
                </c:pt>
                <c:pt idx="14517">
                  <c:v>3.6057864302164253</c:v>
                </c:pt>
                <c:pt idx="14518">
                  <c:v>3.5974933515574241</c:v>
                </c:pt>
                <c:pt idx="14519">
                  <c:v>3.589219346450053</c:v>
                </c:pt>
                <c:pt idx="14520">
                  <c:v>3.589219346450053</c:v>
                </c:pt>
                <c:pt idx="14521">
                  <c:v>3.580964371026361</c:v>
                </c:pt>
                <c:pt idx="14522">
                  <c:v>3.5727283815192896</c:v>
                </c:pt>
                <c:pt idx="14523">
                  <c:v>3.5645113342624426</c:v>
                </c:pt>
                <c:pt idx="14524">
                  <c:v>3.5645113342624426</c:v>
                </c:pt>
                <c:pt idx="14525">
                  <c:v>3.5563131856898544</c:v>
                </c:pt>
                <c:pt idx="14526">
                  <c:v>3.5481338923357555</c:v>
                </c:pt>
                <c:pt idx="14527">
                  <c:v>3.5399734108343477</c:v>
                </c:pt>
                <c:pt idx="14528">
                  <c:v>3.5399734108343477</c:v>
                </c:pt>
                <c:pt idx="14529">
                  <c:v>3.5318316979195705</c:v>
                </c:pt>
                <c:pt idx="14530">
                  <c:v>3.5237087104248723</c:v>
                </c:pt>
                <c:pt idx="14531">
                  <c:v>3.515604405282982</c:v>
                </c:pt>
                <c:pt idx="14532">
                  <c:v>3.515604405282982</c:v>
                </c:pt>
                <c:pt idx="14533">
                  <c:v>3.5075187395256804</c:v>
                </c:pt>
                <c:pt idx="14534">
                  <c:v>3.4994516702835736</c:v>
                </c:pt>
                <c:pt idx="14535">
                  <c:v>3.4914031547858624</c:v>
                </c:pt>
                <c:pt idx="14536">
                  <c:v>3.4914031547858624</c:v>
                </c:pt>
                <c:pt idx="14537">
                  <c:v>3.4833731503601189</c:v>
                </c:pt>
                <c:pt idx="14538">
                  <c:v>3.4753616144320589</c:v>
                </c:pt>
                <c:pt idx="14539">
                  <c:v>3.4673685045253171</c:v>
                </c:pt>
                <c:pt idx="14540">
                  <c:v>3.4673685045253171</c:v>
                </c:pt>
                <c:pt idx="14541">
                  <c:v>3.4593937782612199</c:v>
                </c:pt>
                <c:pt idx="14542">
                  <c:v>3.4514373933585629</c:v>
                </c:pt>
                <c:pt idx="14543">
                  <c:v>3.443499307633386</c:v>
                </c:pt>
                <c:pt idx="14544">
                  <c:v>3.443499307633386</c:v>
                </c:pt>
                <c:pt idx="14545">
                  <c:v>3.435579478998747</c:v>
                </c:pt>
                <c:pt idx="14546">
                  <c:v>3.4276778654645041</c:v>
                </c:pt>
                <c:pt idx="14547">
                  <c:v>3.4197944251370891</c:v>
                </c:pt>
                <c:pt idx="14548">
                  <c:v>3.4197944251370891</c:v>
                </c:pt>
                <c:pt idx="14549">
                  <c:v>3.411929116219286</c:v>
                </c:pt>
                <c:pt idx="14550">
                  <c:v>3.4040818970100091</c:v>
                </c:pt>
                <c:pt idx="14551">
                  <c:v>3.3962527259040844</c:v>
                </c:pt>
                <c:pt idx="14552">
                  <c:v>3.3962527259040844</c:v>
                </c:pt>
                <c:pt idx="14553">
                  <c:v>3.3884415613920265</c:v>
                </c:pt>
                <c:pt idx="14554">
                  <c:v>3.3806483620598167</c:v>
                </c:pt>
                <c:pt idx="14555">
                  <c:v>3.3728730865886893</c:v>
                </c:pt>
                <c:pt idx="14556">
                  <c:v>3.3728730865886893</c:v>
                </c:pt>
                <c:pt idx="14557">
                  <c:v>3.3651156937549076</c:v>
                </c:pt>
                <c:pt idx="14558">
                  <c:v>3.3573761424295472</c:v>
                </c:pt>
                <c:pt idx="14559">
                  <c:v>3.349654391578277</c:v>
                </c:pt>
                <c:pt idx="14560">
                  <c:v>3.349654391578277</c:v>
                </c:pt>
                <c:pt idx="14561">
                  <c:v>3.3419504002611427</c:v>
                </c:pt>
                <c:pt idx="14562">
                  <c:v>3.3342641276323501</c:v>
                </c:pt>
                <c:pt idx="14563">
                  <c:v>3.3265955329400461</c:v>
                </c:pt>
                <c:pt idx="14564">
                  <c:v>3.3265955329400461</c:v>
                </c:pt>
                <c:pt idx="14565">
                  <c:v>3.3189445755261042</c:v>
                </c:pt>
                <c:pt idx="14566">
                  <c:v>3.3113112148259116</c:v>
                </c:pt>
                <c:pt idx="14567">
                  <c:v>3.3036954103681482</c:v>
                </c:pt>
                <c:pt idx="14568">
                  <c:v>3.3036954103681482</c:v>
                </c:pt>
                <c:pt idx="14569">
                  <c:v>3.296097121774578</c:v>
                </c:pt>
                <c:pt idx="14570">
                  <c:v>3.288516308759831</c:v>
                </c:pt>
                <c:pt idx="14571">
                  <c:v>3.2809529311311909</c:v>
                </c:pt>
                <c:pt idx="14572">
                  <c:v>3.2809529311311909</c:v>
                </c:pt>
                <c:pt idx="14573">
                  <c:v>3.2734069487883826</c:v>
                </c:pt>
                <c:pt idx="14574">
                  <c:v>3.2658783217233585</c:v>
                </c:pt>
                <c:pt idx="14575">
                  <c:v>3.2583670100200881</c:v>
                </c:pt>
                <c:pt idx="14576">
                  <c:v>3.2583670100200881</c:v>
                </c:pt>
                <c:pt idx="14577">
                  <c:v>3.250872973854344</c:v>
                </c:pt>
                <c:pt idx="14578">
                  <c:v>3.2433961734934926</c:v>
                </c:pt>
                <c:pt idx="14579">
                  <c:v>3.2359365692962836</c:v>
                </c:pt>
                <c:pt idx="14580">
                  <c:v>3.2359365692962836</c:v>
                </c:pt>
                <c:pt idx="14581">
                  <c:v>3.2284941217126359</c:v>
                </c:pt>
                <c:pt idx="14582">
                  <c:v>3.221068791283435</c:v>
                </c:pt>
                <c:pt idx="14583">
                  <c:v>3.2136605386403176</c:v>
                </c:pt>
                <c:pt idx="14584">
                  <c:v>3.2136605386403176</c:v>
                </c:pt>
                <c:pt idx="14585">
                  <c:v>3.2062693245054659</c:v>
                </c:pt>
                <c:pt idx="14586">
                  <c:v>3.198895109691398</c:v>
                </c:pt>
                <c:pt idx="14587">
                  <c:v>3.1915378551007616</c:v>
                </c:pt>
                <c:pt idx="14588">
                  <c:v>3.1915378551007616</c:v>
                </c:pt>
                <c:pt idx="14589">
                  <c:v>3.1841975217261251</c:v>
                </c:pt>
                <c:pt idx="14590">
                  <c:v>3.1768740706497711</c:v>
                </c:pt>
                <c:pt idx="14591">
                  <c:v>3.1695674630434914</c:v>
                </c:pt>
                <c:pt idx="14592">
                  <c:v>3.1695674630434914</c:v>
                </c:pt>
                <c:pt idx="14593">
                  <c:v>3.1622776601683795</c:v>
                </c:pt>
                <c:pt idx="14594">
                  <c:v>3.1550046233746269</c:v>
                </c:pt>
                <c:pt idx="14595">
                  <c:v>3.1477483141013161</c:v>
                </c:pt>
                <c:pt idx="14596">
                  <c:v>3.1477483141013161</c:v>
                </c:pt>
                <c:pt idx="14597">
                  <c:v>3.1405086938762174</c:v>
                </c:pt>
                <c:pt idx="14598">
                  <c:v>3.1332857243155861</c:v>
                </c:pt>
                <c:pt idx="14599">
                  <c:v>3.1260793671239555</c:v>
                </c:pt>
                <c:pt idx="14600">
                  <c:v>3.1188895840939375</c:v>
                </c:pt>
                <c:pt idx="14601">
                  <c:v>3.1188895840939375</c:v>
                </c:pt>
                <c:pt idx="14602">
                  <c:v>3.1117163371060181</c:v>
                </c:pt>
                <c:pt idx="14603">
                  <c:v>3.1045595881283559</c:v>
                </c:pt>
                <c:pt idx="14604">
                  <c:v>3.0974192992165803</c:v>
                </c:pt>
                <c:pt idx="14605">
                  <c:v>3.0974192992165803</c:v>
                </c:pt>
                <c:pt idx="14606">
                  <c:v>3.0902954325135905</c:v>
                </c:pt>
                <c:pt idx="14607">
                  <c:v>3.0831879502493549</c:v>
                </c:pt>
                <c:pt idx="14608">
                  <c:v>3.0760968147407084</c:v>
                </c:pt>
                <c:pt idx="14609">
                  <c:v>3.0760968147407084</c:v>
                </c:pt>
                <c:pt idx="14610">
                  <c:v>3.0690219883911576</c:v>
                </c:pt>
                <c:pt idx="14611">
                  <c:v>3.0619634336906776</c:v>
                </c:pt>
                <c:pt idx="14612">
                  <c:v>3.0549211132155132</c:v>
                </c:pt>
                <c:pt idx="14613">
                  <c:v>3.0549211132155132</c:v>
                </c:pt>
                <c:pt idx="14614">
                  <c:v>3.047894989627983</c:v>
                </c:pt>
                <c:pt idx="14615">
                  <c:v>3.0408850256762792</c:v>
                </c:pt>
                <c:pt idx="14616">
                  <c:v>3.0338911841942711</c:v>
                </c:pt>
                <c:pt idx="14617">
                  <c:v>3.0338911841942711</c:v>
                </c:pt>
                <c:pt idx="14618">
                  <c:v>3.0269134281013059</c:v>
                </c:pt>
                <c:pt idx="14619">
                  <c:v>3.0199517204020165</c:v>
                </c:pt>
                <c:pt idx="14620">
                  <c:v>3.0130060241861214</c:v>
                </c:pt>
                <c:pt idx="14621">
                  <c:v>3.0130060241861214</c:v>
                </c:pt>
                <c:pt idx="14622">
                  <c:v>3.0060763026282307</c:v>
                </c:pt>
                <c:pt idx="14623">
                  <c:v>2.9991625189876507</c:v>
                </c:pt>
                <c:pt idx="14624">
                  <c:v>2.9922646366081898</c:v>
                </c:pt>
                <c:pt idx="14625">
                  <c:v>2.9922646366081898</c:v>
                </c:pt>
                <c:pt idx="14626">
                  <c:v>2.98538261891796</c:v>
                </c:pt>
                <c:pt idx="14627">
                  <c:v>2.9785164294291899</c:v>
                </c:pt>
                <c:pt idx="14628">
                  <c:v>2.9716660317380263</c:v>
                </c:pt>
                <c:pt idx="14629">
                  <c:v>2.9716660317380263</c:v>
                </c:pt>
                <c:pt idx="14630">
                  <c:v>2.9648313895243423</c:v>
                </c:pt>
                <c:pt idx="14631">
                  <c:v>2.9580124665515459</c:v>
                </c:pt>
                <c:pt idx="14632">
                  <c:v>2.9512092266663856</c:v>
                </c:pt>
                <c:pt idx="14633">
                  <c:v>2.9512092266663856</c:v>
                </c:pt>
                <c:pt idx="14634">
                  <c:v>2.9444216337987617</c:v>
                </c:pt>
                <c:pt idx="14635">
                  <c:v>2.9376496519615309</c:v>
                </c:pt>
                <c:pt idx="14636">
                  <c:v>2.9308932452503211</c:v>
                </c:pt>
                <c:pt idx="14637">
                  <c:v>2.9308932452503211</c:v>
                </c:pt>
                <c:pt idx="14638">
                  <c:v>2.924152377843336</c:v>
                </c:pt>
                <c:pt idx="14639">
                  <c:v>2.9174270140011673</c:v>
                </c:pt>
                <c:pt idx="14640">
                  <c:v>2.9107171180666058</c:v>
                </c:pt>
                <c:pt idx="14641">
                  <c:v>2.9107171180666058</c:v>
                </c:pt>
                <c:pt idx="14642">
                  <c:v>2.904022654464451</c:v>
                </c:pt>
                <c:pt idx="14643">
                  <c:v>2.8973435877013234</c:v>
                </c:pt>
                <c:pt idx="14644">
                  <c:v>2.8906798823654758</c:v>
                </c:pt>
                <c:pt idx="14645">
                  <c:v>2.8906798823654758</c:v>
                </c:pt>
                <c:pt idx="14646">
                  <c:v>2.8840315031266059</c:v>
                </c:pt>
                <c:pt idx="14647">
                  <c:v>2.8773984147356697</c:v>
                </c:pt>
                <c:pt idx="14648">
                  <c:v>2.8707805820246914</c:v>
                </c:pt>
                <c:pt idx="14649">
                  <c:v>2.8707805820246914</c:v>
                </c:pt>
                <c:pt idx="14650">
                  <c:v>2.8641779699065815</c:v>
                </c:pt>
                <c:pt idx="14651">
                  <c:v>2.8575905433749473</c:v>
                </c:pt>
                <c:pt idx="14652">
                  <c:v>2.8510182675039095</c:v>
                </c:pt>
                <c:pt idx="14653">
                  <c:v>2.8510182675039095</c:v>
                </c:pt>
                <c:pt idx="14654">
                  <c:v>2.8444611074479158</c:v>
                </c:pt>
                <c:pt idx="14655">
                  <c:v>2.8379190284415561</c:v>
                </c:pt>
                <c:pt idx="14656">
                  <c:v>2.8313919957993798</c:v>
                </c:pt>
                <c:pt idx="14657">
                  <c:v>2.8313919957993798</c:v>
                </c:pt>
                <c:pt idx="14658">
                  <c:v>2.8248799749157074</c:v>
                </c:pt>
                <c:pt idx="14659">
                  <c:v>2.8183829312644542</c:v>
                </c:pt>
                <c:pt idx="14660">
                  <c:v>2.8119008303989408</c:v>
                </c:pt>
                <c:pt idx="14661">
                  <c:v>2.8119008303989408</c:v>
                </c:pt>
                <c:pt idx="14662">
                  <c:v>2.805433637951714</c:v>
                </c:pt>
                <c:pt idx="14663">
                  <c:v>2.7989813196343625</c:v>
                </c:pt>
                <c:pt idx="14664">
                  <c:v>2.7925438412373387</c:v>
                </c:pt>
                <c:pt idx="14665">
                  <c:v>2.7925438412373387</c:v>
                </c:pt>
                <c:pt idx="14666">
                  <c:v>2.7861211686297711</c:v>
                </c:pt>
                <c:pt idx="14667">
                  <c:v>2.7797132677592891</c:v>
                </c:pt>
                <c:pt idx="14668">
                  <c:v>2.773320104651841</c:v>
                </c:pt>
                <c:pt idx="14669">
                  <c:v>2.773320104651841</c:v>
                </c:pt>
                <c:pt idx="14670">
                  <c:v>2.7669416454115119</c:v>
                </c:pt>
                <c:pt idx="14671">
                  <c:v>2.7605778562203458</c:v>
                </c:pt>
                <c:pt idx="14672">
                  <c:v>2.7542287033381663</c:v>
                </c:pt>
                <c:pt idx="14673">
                  <c:v>2.7542287033381663</c:v>
                </c:pt>
                <c:pt idx="14674">
                  <c:v>2.7478941531023975</c:v>
                </c:pt>
                <c:pt idx="14675">
                  <c:v>2.741574171927883</c:v>
                </c:pt>
                <c:pt idx="14676">
                  <c:v>2.7352687263067126</c:v>
                </c:pt>
                <c:pt idx="14677">
                  <c:v>2.7352687263067126</c:v>
                </c:pt>
                <c:pt idx="14678">
                  <c:v>2.728977782808041</c:v>
                </c:pt>
                <c:pt idx="14679">
                  <c:v>2.7227013080779128</c:v>
                </c:pt>
                <c:pt idx="14680">
                  <c:v>2.7164392688390828</c:v>
                </c:pt>
                <c:pt idx="14681">
                  <c:v>2.7164392688390828</c:v>
                </c:pt>
                <c:pt idx="14682">
                  <c:v>2.7101916318908432</c:v>
                </c:pt>
                <c:pt idx="14683">
                  <c:v>2.703958364108844</c:v>
                </c:pt>
                <c:pt idx="14684">
                  <c:v>2.6977394324449202</c:v>
                </c:pt>
                <c:pt idx="14685">
                  <c:v>2.6977394324449202</c:v>
                </c:pt>
                <c:pt idx="14686">
                  <c:v>2.691534803926916</c:v>
                </c:pt>
                <c:pt idx="14687">
                  <c:v>2.6853444456585076</c:v>
                </c:pt>
                <c:pt idx="14688">
                  <c:v>2.6791683248190319</c:v>
                </c:pt>
                <c:pt idx="14689">
                  <c:v>2.6730064086633116</c:v>
                </c:pt>
                <c:pt idx="14690">
                  <c:v>2.6730064086633116</c:v>
                </c:pt>
                <c:pt idx="14691">
                  <c:v>2.66685866452148</c:v>
                </c:pt>
                <c:pt idx="14692">
                  <c:v>2.6607250597988097</c:v>
                </c:pt>
                <c:pt idx="14693">
                  <c:v>2.6546055619755395</c:v>
                </c:pt>
                <c:pt idx="14694">
                  <c:v>2.6546055619755395</c:v>
                </c:pt>
                <c:pt idx="14695">
                  <c:v>2.6485001386067011</c:v>
                </c:pt>
                <c:pt idx="14696">
                  <c:v>2.6424087573219466</c:v>
                </c:pt>
                <c:pt idx="14697">
                  <c:v>2.6363313858253798</c:v>
                </c:pt>
                <c:pt idx="14698">
                  <c:v>2.6363313858253798</c:v>
                </c:pt>
                <c:pt idx="14699">
                  <c:v>2.6302679918953822</c:v>
                </c:pt>
                <c:pt idx="14700">
                  <c:v>2.6242185433844418</c:v>
                </c:pt>
                <c:pt idx="14701">
                  <c:v>2.6181830082189856</c:v>
                </c:pt>
                <c:pt idx="14702">
                  <c:v>2.6181830082189856</c:v>
                </c:pt>
                <c:pt idx="14703">
                  <c:v>2.6121613543992068</c:v>
                </c:pt>
                <c:pt idx="14704">
                  <c:v>2.6061535499988957</c:v>
                </c:pt>
                <c:pt idx="14705">
                  <c:v>2.6001595631652719</c:v>
                </c:pt>
                <c:pt idx="14706">
                  <c:v>2.6001595631652719</c:v>
                </c:pt>
                <c:pt idx="14707">
                  <c:v>2.5941793621188141</c:v>
                </c:pt>
                <c:pt idx="14708">
                  <c:v>2.5882129151530919</c:v>
                </c:pt>
                <c:pt idx="14709">
                  <c:v>2.5822601906345963</c:v>
                </c:pt>
                <c:pt idx="14710">
                  <c:v>2.5822601906345963</c:v>
                </c:pt>
                <c:pt idx="14711">
                  <c:v>2.5763211570025755</c:v>
                </c:pt>
                <c:pt idx="14712">
                  <c:v>2.5703957827688639</c:v>
                </c:pt>
                <c:pt idx="14713">
                  <c:v>2.5644840365177175</c:v>
                </c:pt>
                <c:pt idx="14714">
                  <c:v>2.5644840365177175</c:v>
                </c:pt>
                <c:pt idx="14715">
                  <c:v>2.5585858869056457</c:v>
                </c:pt>
                <c:pt idx="14716">
                  <c:v>2.5527013026612471</c:v>
                </c:pt>
                <c:pt idx="14717">
                  <c:v>2.5468302525850413</c:v>
                </c:pt>
                <c:pt idx="14718">
                  <c:v>2.5468302525850413</c:v>
                </c:pt>
                <c:pt idx="14719">
                  <c:v>2.5409727055493052</c:v>
                </c:pt>
                <c:pt idx="14720">
                  <c:v>2.5351286304979079</c:v>
                </c:pt>
                <c:pt idx="14721">
                  <c:v>2.5292979964461448</c:v>
                </c:pt>
                <c:pt idx="14722">
                  <c:v>2.5292979964461448</c:v>
                </c:pt>
                <c:pt idx="14723">
                  <c:v>2.5234807724805752</c:v>
                </c:pt>
                <c:pt idx="14724">
                  <c:v>2.5176769277588558</c:v>
                </c:pt>
                <c:pt idx="14725">
                  <c:v>2.5118864315095806</c:v>
                </c:pt>
                <c:pt idx="14726">
                  <c:v>2.5118864315095806</c:v>
                </c:pt>
                <c:pt idx="14727">
                  <c:v>2.5061092530321143</c:v>
                </c:pt>
                <c:pt idx="14728">
                  <c:v>2.5003453616964317</c:v>
                </c:pt>
                <c:pt idx="14729">
                  <c:v>2.4945947269429554</c:v>
                </c:pt>
                <c:pt idx="14730">
                  <c:v>2.4945947269429554</c:v>
                </c:pt>
                <c:pt idx="14731">
                  <c:v>2.4888573182823914</c:v>
                </c:pt>
                <c:pt idx="14732">
                  <c:v>2.4831331052955705</c:v>
                </c:pt>
                <c:pt idx="14733">
                  <c:v>2.4774220576332855</c:v>
                </c:pt>
                <c:pt idx="14734">
                  <c:v>2.4774220576332855</c:v>
                </c:pt>
                <c:pt idx="14735">
                  <c:v>2.4717241450161307</c:v>
                </c:pt>
                <c:pt idx="14736">
                  <c:v>2.4660393372343394</c:v>
                </c:pt>
                <c:pt idx="14737">
                  <c:v>2.4603676041476277</c:v>
                </c:pt>
                <c:pt idx="14738">
                  <c:v>2.4603676041476277</c:v>
                </c:pt>
                <c:pt idx="14739">
                  <c:v>2.4547089156850306</c:v>
                </c:pt>
                <c:pt idx="14740">
                  <c:v>2.4490632418447458</c:v>
                </c:pt>
                <c:pt idx="14741">
                  <c:v>2.4434305526939721</c:v>
                </c:pt>
                <c:pt idx="14742">
                  <c:v>2.4434305526939721</c:v>
                </c:pt>
                <c:pt idx="14743">
                  <c:v>2.4378108183687526</c:v>
                </c:pt>
                <c:pt idx="14744">
                  <c:v>2.4322040090738155</c:v>
                </c:pt>
                <c:pt idx="14745">
                  <c:v>2.4266100950824159</c:v>
                </c:pt>
                <c:pt idx="14746">
                  <c:v>2.4266100950824159</c:v>
                </c:pt>
                <c:pt idx="14747">
                  <c:v>2.4210290467361784</c:v>
                </c:pt>
                <c:pt idx="14748">
                  <c:v>2.4154608344449406</c:v>
                </c:pt>
                <c:pt idx="14749">
                  <c:v>2.4099054286865953</c:v>
                </c:pt>
                <c:pt idx="14750">
                  <c:v>2.4099054286865953</c:v>
                </c:pt>
                <c:pt idx="14751">
                  <c:v>2.4043628000069335</c:v>
                </c:pt>
                <c:pt idx="14752">
                  <c:v>2.3988329190194908</c:v>
                </c:pt>
                <c:pt idx="14753">
                  <c:v>2.393315756405388</c:v>
                </c:pt>
                <c:pt idx="14754">
                  <c:v>2.393315756405388</c:v>
                </c:pt>
                <c:pt idx="14755">
                  <c:v>2.3878112829131779</c:v>
                </c:pt>
                <c:pt idx="14756">
                  <c:v>2.3823194693586904</c:v>
                </c:pt>
                <c:pt idx="14757">
                  <c:v>2.3768402866248768</c:v>
                </c:pt>
                <c:pt idx="14758">
                  <c:v>2.3768402866248768</c:v>
                </c:pt>
                <c:pt idx="14759">
                  <c:v>2.3713737056616555</c:v>
                </c:pt>
                <c:pt idx="14760">
                  <c:v>2.3659196974857584</c:v>
                </c:pt>
                <c:pt idx="14761">
                  <c:v>2.3604782331805771</c:v>
                </c:pt>
                <c:pt idx="14762">
                  <c:v>2.3604782331805771</c:v>
                </c:pt>
                <c:pt idx="14763">
                  <c:v>2.35504928389601</c:v>
                </c:pt>
                <c:pt idx="14764">
                  <c:v>2.3496328208483073</c:v>
                </c:pt>
                <c:pt idx="14765">
                  <c:v>2.344228815319922</c:v>
                </c:pt>
                <c:pt idx="14766">
                  <c:v>2.344228815319922</c:v>
                </c:pt>
                <c:pt idx="14767">
                  <c:v>2.3388372386593552</c:v>
                </c:pt>
                <c:pt idx="14768">
                  <c:v>2.3334580622810028</c:v>
                </c:pt>
                <c:pt idx="14769">
                  <c:v>2.3280912576650081</c:v>
                </c:pt>
                <c:pt idx="14770">
                  <c:v>2.3280912576650081</c:v>
                </c:pt>
                <c:pt idx="14771">
                  <c:v>2.3227367963571073</c:v>
                </c:pt>
                <c:pt idx="14772">
                  <c:v>2.3173946499684788</c:v>
                </c:pt>
                <c:pt idx="14773">
                  <c:v>2.3120647901755946</c:v>
                </c:pt>
                <c:pt idx="14774">
                  <c:v>2.3120647901755946</c:v>
                </c:pt>
                <c:pt idx="14775">
                  <c:v>2.3067471887200695</c:v>
                </c:pt>
                <c:pt idx="14776">
                  <c:v>2.3014418174085085</c:v>
                </c:pt>
                <c:pt idx="14777">
                  <c:v>2.2961486481123621</c:v>
                </c:pt>
                <c:pt idx="14778">
                  <c:v>2.2908676527677732</c:v>
                </c:pt>
                <c:pt idx="14779">
                  <c:v>2.2908676527677732</c:v>
                </c:pt>
                <c:pt idx="14780">
                  <c:v>2.2855988033754304</c:v>
                </c:pt>
                <c:pt idx="14781">
                  <c:v>2.2803420720004182</c:v>
                </c:pt>
                <c:pt idx="14782">
                  <c:v>2.2750974307720706</c:v>
                </c:pt>
                <c:pt idx="14783">
                  <c:v>2.2750974307720706</c:v>
                </c:pt>
                <c:pt idx="14784">
                  <c:v>2.2698648518838223</c:v>
                </c:pt>
                <c:pt idx="14785">
                  <c:v>2.2646443075930596</c:v>
                </c:pt>
                <c:pt idx="14786">
                  <c:v>2.2594357702209775</c:v>
                </c:pt>
                <c:pt idx="14787">
                  <c:v>2.2594357702209775</c:v>
                </c:pt>
                <c:pt idx="14788">
                  <c:v>2.2542392121524295</c:v>
                </c:pt>
                <c:pt idx="14789">
                  <c:v>2.2490546058357812</c:v>
                </c:pt>
                <c:pt idx="14790">
                  <c:v>2.2438819237827663</c:v>
                </c:pt>
                <c:pt idx="14791">
                  <c:v>2.2438819237827663</c:v>
                </c:pt>
                <c:pt idx="14792">
                  <c:v>2.2387211385683394</c:v>
                </c:pt>
                <c:pt idx="14793">
                  <c:v>2.2335722228305319</c:v>
                </c:pt>
                <c:pt idx="14794">
                  <c:v>2.2284351492703038</c:v>
                </c:pt>
                <c:pt idx="14795">
                  <c:v>2.2284351492703038</c:v>
                </c:pt>
                <c:pt idx="14796">
                  <c:v>2.2233098906514033</c:v>
                </c:pt>
                <c:pt idx="14797">
                  <c:v>2.2181964198002193</c:v>
                </c:pt>
                <c:pt idx="14798">
                  <c:v>2.2130947096056377</c:v>
                </c:pt>
                <c:pt idx="14799">
                  <c:v>2.2130947096056377</c:v>
                </c:pt>
                <c:pt idx="14800">
                  <c:v>2.2080047330188997</c:v>
                </c:pt>
                <c:pt idx="14801">
                  <c:v>2.2029264630534566</c:v>
                </c:pt>
                <c:pt idx="14802">
                  <c:v>2.1978598727848251</c:v>
                </c:pt>
                <c:pt idx="14803">
                  <c:v>2.1978598727848251</c:v>
                </c:pt>
                <c:pt idx="14804">
                  <c:v>2.1928049353504488</c:v>
                </c:pt>
                <c:pt idx="14805">
                  <c:v>2.1877616239495525</c:v>
                </c:pt>
                <c:pt idx="14806">
                  <c:v>2.1827299118430017</c:v>
                </c:pt>
                <c:pt idx="14807">
                  <c:v>2.1827299118430017</c:v>
                </c:pt>
                <c:pt idx="14808">
                  <c:v>2.1777097723531589</c:v>
                </c:pt>
                <c:pt idx="14809">
                  <c:v>2.1727011788637447</c:v>
                </c:pt>
                <c:pt idx="14810">
                  <c:v>2.1677041048196952</c:v>
                </c:pt>
                <c:pt idx="14811">
                  <c:v>2.1677041048196952</c:v>
                </c:pt>
                <c:pt idx="14812">
                  <c:v>2.1627185237270203</c:v>
                </c:pt>
                <c:pt idx="14813">
                  <c:v>2.1577444091526665</c:v>
                </c:pt>
                <c:pt idx="14814">
                  <c:v>2.152781734724373</c:v>
                </c:pt>
                <c:pt idx="14815">
                  <c:v>2.152781734724373</c:v>
                </c:pt>
                <c:pt idx="14816">
                  <c:v>2.1478304741305343</c:v>
                </c:pt>
                <c:pt idx="14817">
                  <c:v>2.142890601120059</c:v>
                </c:pt>
                <c:pt idx="14818">
                  <c:v>2.1379620895022322</c:v>
                </c:pt>
                <c:pt idx="14819">
                  <c:v>2.1379620895022322</c:v>
                </c:pt>
                <c:pt idx="14820">
                  <c:v>2.1330449131465765</c:v>
                </c:pt>
                <c:pt idx="14821">
                  <c:v>2.1281390459827123</c:v>
                </c:pt>
                <c:pt idx="14822">
                  <c:v>2.1232444620002195</c:v>
                </c:pt>
                <c:pt idx="14823">
                  <c:v>2.1232444620002195</c:v>
                </c:pt>
                <c:pt idx="14824">
                  <c:v>2.1183611352485023</c:v>
                </c:pt>
                <c:pt idx="14825">
                  <c:v>2.1134890398366468</c:v>
                </c:pt>
                <c:pt idx="14826">
                  <c:v>2.1086281499332897</c:v>
                </c:pt>
                <c:pt idx="14827">
                  <c:v>2.1086281499332897</c:v>
                </c:pt>
                <c:pt idx="14828">
                  <c:v>2.1037784397664754</c:v>
                </c:pt>
                <c:pt idx="14829">
                  <c:v>2.0989398836235242</c:v>
                </c:pt>
                <c:pt idx="14830">
                  <c:v>2.094112455850893</c:v>
                </c:pt>
                <c:pt idx="14831">
                  <c:v>2.094112455850893</c:v>
                </c:pt>
                <c:pt idx="14832">
                  <c:v>2.0892961308540396</c:v>
                </c:pt>
                <c:pt idx="14833">
                  <c:v>2.0844908830972892</c:v>
                </c:pt>
                <c:pt idx="14834">
                  <c:v>2.0796966871036959</c:v>
                </c:pt>
                <c:pt idx="14835">
                  <c:v>2.0796966871036959</c:v>
                </c:pt>
                <c:pt idx="14836">
                  <c:v>2.07491351745491</c:v>
                </c:pt>
                <c:pt idx="14837">
                  <c:v>2.0701413487910423</c:v>
                </c:pt>
                <c:pt idx="14838">
                  <c:v>2.0653801558105296</c:v>
                </c:pt>
                <c:pt idx="14839">
                  <c:v>2.0653801558105296</c:v>
                </c:pt>
                <c:pt idx="14840">
                  <c:v>2.0606299132700006</c:v>
                </c:pt>
                <c:pt idx="14841">
                  <c:v>2.0558905959841418</c:v>
                </c:pt>
                <c:pt idx="14842">
                  <c:v>2.0511621788255656</c:v>
                </c:pt>
                <c:pt idx="14843">
                  <c:v>2.0511621788255656</c:v>
                </c:pt>
                <c:pt idx="14844">
                  <c:v>2.0464446367246745</c:v>
                </c:pt>
                <c:pt idx="14845">
                  <c:v>2.0417379446695296</c:v>
                </c:pt>
                <c:pt idx="14846">
                  <c:v>2.0370420777057183</c:v>
                </c:pt>
                <c:pt idx="14847">
                  <c:v>2.0370420777057183</c:v>
                </c:pt>
                <c:pt idx="14848">
                  <c:v>2.0323570109362219</c:v>
                </c:pt>
                <c:pt idx="14849">
                  <c:v>2.0276827195212821</c:v>
                </c:pt>
                <c:pt idx="14850">
                  <c:v>2.0230191786782714</c:v>
                </c:pt>
                <c:pt idx="14851">
                  <c:v>2.0230191786782714</c:v>
                </c:pt>
                <c:pt idx="14852">
                  <c:v>2.0183663636815612</c:v>
                </c:pt>
                <c:pt idx="14853">
                  <c:v>2.0137242498623884</c:v>
                </c:pt>
                <c:pt idx="14854">
                  <c:v>2.0090928126087282</c:v>
                </c:pt>
                <c:pt idx="14855">
                  <c:v>2.0090928126087282</c:v>
                </c:pt>
                <c:pt idx="14856">
                  <c:v>2.0044720273651615</c:v>
                </c:pt>
                <c:pt idx="14857">
                  <c:v>1.9998618696327441</c:v>
                </c:pt>
                <c:pt idx="14858">
                  <c:v>1.9952623149688797</c:v>
                </c:pt>
                <c:pt idx="14859">
                  <c:v>1.9952623149688797</c:v>
                </c:pt>
                <c:pt idx="14860">
                  <c:v>1.9906733389871867</c:v>
                </c:pt>
                <c:pt idx="14861">
                  <c:v>1.9860949173573716</c:v>
                </c:pt>
                <c:pt idx="14862">
                  <c:v>1.9815270258050983</c:v>
                </c:pt>
                <c:pt idx="14863">
                  <c:v>1.9815270258050983</c:v>
                </c:pt>
                <c:pt idx="14864">
                  <c:v>1.9769696401118608</c:v>
                </c:pt>
                <c:pt idx="14865">
                  <c:v>1.9724227361148539</c:v>
                </c:pt>
                <c:pt idx="14866">
                  <c:v>1.967886289706845</c:v>
                </c:pt>
                <c:pt idx="14867">
                  <c:v>1.967886289706845</c:v>
                </c:pt>
                <c:pt idx="14868">
                  <c:v>1.9633602768360467</c:v>
                </c:pt>
                <c:pt idx="14869">
                  <c:v>1.9588446735059899</c:v>
                </c:pt>
                <c:pt idx="14870">
                  <c:v>1.9543394557753946</c:v>
                </c:pt>
                <c:pt idx="14871">
                  <c:v>1.9498445997580454</c:v>
                </c:pt>
                <c:pt idx="14872">
                  <c:v>1.9498445997580454</c:v>
                </c:pt>
                <c:pt idx="14873">
                  <c:v>1.9453600816226626</c:v>
                </c:pt>
                <c:pt idx="14874">
                  <c:v>1.9408858775927782</c:v>
                </c:pt>
                <c:pt idx="14875">
                  <c:v>1.9364219639466071</c:v>
                </c:pt>
                <c:pt idx="14876">
                  <c:v>1.9364219639466071</c:v>
                </c:pt>
                <c:pt idx="14877">
                  <c:v>1.931968317016924</c:v>
                </c:pt>
                <c:pt idx="14878">
                  <c:v>1.9275249131909362</c:v>
                </c:pt>
                <c:pt idx="14879">
                  <c:v>1.9230917289101583</c:v>
                </c:pt>
                <c:pt idx="14880">
                  <c:v>1.9230917289101583</c:v>
                </c:pt>
                <c:pt idx="14881">
                  <c:v>1.9186687406702894</c:v>
                </c:pt>
                <c:pt idx="14882">
                  <c:v>1.9142559250210858</c:v>
                </c:pt>
                <c:pt idx="14883">
                  <c:v>1.9098532585662384</c:v>
                </c:pt>
                <c:pt idx="14884">
                  <c:v>1.9098532585662384</c:v>
                </c:pt>
                <c:pt idx="14885">
                  <c:v>1.9054607179632475</c:v>
                </c:pt>
                <c:pt idx="14886">
                  <c:v>1.9010782799233001</c:v>
                </c:pt>
                <c:pt idx="14887">
                  <c:v>1.8967059212111466</c:v>
                </c:pt>
                <c:pt idx="14888">
                  <c:v>1.8967059212111466</c:v>
                </c:pt>
                <c:pt idx="14889">
                  <c:v>1.8923436186449756</c:v>
                </c:pt>
                <c:pt idx="14890">
                  <c:v>1.8879913490962936</c:v>
                </c:pt>
                <c:pt idx="14891">
                  <c:v>1.8836490894898008</c:v>
                </c:pt>
                <c:pt idx="14892">
                  <c:v>1.8836490894898008</c:v>
                </c:pt>
                <c:pt idx="14893">
                  <c:v>1.8793168168032686</c:v>
                </c:pt>
                <c:pt idx="14894">
                  <c:v>1.8749945080674189</c:v>
                </c:pt>
                <c:pt idx="14895">
                  <c:v>1.8706821403658009</c:v>
                </c:pt>
                <c:pt idx="14896">
                  <c:v>1.8706821403658009</c:v>
                </c:pt>
                <c:pt idx="14897">
                  <c:v>1.8663796908346701</c:v>
                </c:pt>
                <c:pt idx="14898">
                  <c:v>1.8620871366628675</c:v>
                </c:pt>
                <c:pt idx="14899">
                  <c:v>1.8578044550916986</c:v>
                </c:pt>
                <c:pt idx="14900">
                  <c:v>1.8578044550916986</c:v>
                </c:pt>
                <c:pt idx="14901">
                  <c:v>1.8535316234148116</c:v>
                </c:pt>
                <c:pt idx="14902">
                  <c:v>1.8492686189780783</c:v>
                </c:pt>
                <c:pt idx="14903">
                  <c:v>1.8450154191794736</c:v>
                </c:pt>
                <c:pt idx="14904">
                  <c:v>1.8450154191794736</c:v>
                </c:pt>
                <c:pt idx="14905">
                  <c:v>1.8407720014689561</c:v>
                </c:pt>
                <c:pt idx="14906">
                  <c:v>1.8365383433483466</c:v>
                </c:pt>
                <c:pt idx="14907">
                  <c:v>1.8323144223712118</c:v>
                </c:pt>
                <c:pt idx="14908">
                  <c:v>1.8323144223712118</c:v>
                </c:pt>
                <c:pt idx="14909">
                  <c:v>1.8281002161427427</c:v>
                </c:pt>
                <c:pt idx="14910">
                  <c:v>1.823895702319638</c:v>
                </c:pt>
                <c:pt idx="14911">
                  <c:v>1.8197008586099837</c:v>
                </c:pt>
                <c:pt idx="14912">
                  <c:v>1.8197008586099837</c:v>
                </c:pt>
                <c:pt idx="14913">
                  <c:v>1.8155156627731357</c:v>
                </c:pt>
                <c:pt idx="14914">
                  <c:v>1.8113400926196028</c:v>
                </c:pt>
                <c:pt idx="14915">
                  <c:v>1.8071741260109273</c:v>
                </c:pt>
                <c:pt idx="14916">
                  <c:v>1.8071741260109273</c:v>
                </c:pt>
                <c:pt idx="14917">
                  <c:v>1.8030177408595691</c:v>
                </c:pt>
                <c:pt idx="14918">
                  <c:v>1.7988709151287881</c:v>
                </c:pt>
                <c:pt idx="14919">
                  <c:v>1.7947336268325267</c:v>
                </c:pt>
                <c:pt idx="14920">
                  <c:v>1.7947336268325267</c:v>
                </c:pt>
                <c:pt idx="14921">
                  <c:v>1.7906058540352945</c:v>
                </c:pt>
                <c:pt idx="14922">
                  <c:v>1.7864875748520508</c:v>
                </c:pt>
                <c:pt idx="14923">
                  <c:v>1.7823787674480895</c:v>
                </c:pt>
                <c:pt idx="14924">
                  <c:v>1.7823787674480895</c:v>
                </c:pt>
                <c:pt idx="14925">
                  <c:v>1.778279410038923</c:v>
                </c:pt>
                <c:pt idx="14926">
                  <c:v>1.7741894808901657</c:v>
                </c:pt>
                <c:pt idx="14927">
                  <c:v>1.7701089583174212</c:v>
                </c:pt>
                <c:pt idx="14928">
                  <c:v>1.7701089583174212</c:v>
                </c:pt>
                <c:pt idx="14929">
                  <c:v>1.7660378206861644</c:v>
                </c:pt>
                <c:pt idx="14930">
                  <c:v>1.7619760464116292</c:v>
                </c:pt>
                <c:pt idx="14931">
                  <c:v>1.7579236139586927</c:v>
                </c:pt>
                <c:pt idx="14932">
                  <c:v>1.7579236139586927</c:v>
                </c:pt>
                <c:pt idx="14933">
                  <c:v>1.7538805018417614</c:v>
                </c:pt>
                <c:pt idx="14934">
                  <c:v>1.7498466886246571</c:v>
                </c:pt>
                <c:pt idx="14935">
                  <c:v>1.7458221529205038</c:v>
                </c:pt>
                <c:pt idx="14936">
                  <c:v>1.7458221529205038</c:v>
                </c:pt>
                <c:pt idx="14937">
                  <c:v>1.7418068733916143</c:v>
                </c:pt>
                <c:pt idx="14938">
                  <c:v>1.7378008287493756</c:v>
                </c:pt>
                <c:pt idx="14939">
                  <c:v>1.733803997754138</c:v>
                </c:pt>
                <c:pt idx="14940">
                  <c:v>1.733803997754138</c:v>
                </c:pt>
                <c:pt idx="14941">
                  <c:v>1.7298163592151017</c:v>
                </c:pt>
                <c:pt idx="14942">
                  <c:v>1.7258378919902038</c:v>
                </c:pt>
                <c:pt idx="14943">
                  <c:v>1.721868574986007</c:v>
                </c:pt>
                <c:pt idx="14944">
                  <c:v>1.721868574986007</c:v>
                </c:pt>
                <c:pt idx="14945">
                  <c:v>1.717908387157588</c:v>
                </c:pt>
                <c:pt idx="14946">
                  <c:v>1.7139573075084253</c:v>
                </c:pt>
                <c:pt idx="14947">
                  <c:v>1.7100153150902877</c:v>
                </c:pt>
                <c:pt idx="14948">
                  <c:v>1.7100153150902877</c:v>
                </c:pt>
                <c:pt idx="14949">
                  <c:v>1.7060823890031236</c:v>
                </c:pt>
                <c:pt idx="14950">
                  <c:v>1.7021585083949506</c:v>
                </c:pt>
                <c:pt idx="14951">
                  <c:v>1.6982436524617444</c:v>
                </c:pt>
                <c:pt idx="14952">
                  <c:v>1.6982436524617444</c:v>
                </c:pt>
                <c:pt idx="14953">
                  <c:v>1.6943378004473286</c:v>
                </c:pt>
                <c:pt idx="14954">
                  <c:v>1.6904409316432643</c:v>
                </c:pt>
                <c:pt idx="14955">
                  <c:v>1.6865530253887411</c:v>
                </c:pt>
                <c:pt idx="14956">
                  <c:v>1.6865530253887411</c:v>
                </c:pt>
                <c:pt idx="14957">
                  <c:v>1.6826740610704676</c:v>
                </c:pt>
                <c:pt idx="14958">
                  <c:v>1.6788040181225605</c:v>
                </c:pt>
                <c:pt idx="14959">
                  <c:v>1.6749428760264375</c:v>
                </c:pt>
                <c:pt idx="14960">
                  <c:v>1.6710906143107078</c:v>
                </c:pt>
                <c:pt idx="14961">
                  <c:v>1.6710906143107078</c:v>
                </c:pt>
                <c:pt idx="14962">
                  <c:v>1.6672472125510629</c:v>
                </c:pt>
                <c:pt idx="14963">
                  <c:v>1.6634126503701696</c:v>
                </c:pt>
                <c:pt idx="14964">
                  <c:v>1.6595869074375607</c:v>
                </c:pt>
                <c:pt idx="14965">
                  <c:v>1.6595869074375607</c:v>
                </c:pt>
                <c:pt idx="14966">
                  <c:v>1.6557699634695282</c:v>
                </c:pt>
                <c:pt idx="14967">
                  <c:v>1.6519617982290151</c:v>
                </c:pt>
                <c:pt idx="14968">
                  <c:v>1.6481623915255084</c:v>
                </c:pt>
                <c:pt idx="14969">
                  <c:v>1.6481623915255084</c:v>
                </c:pt>
                <c:pt idx="14970">
                  <c:v>1.6443717232149317</c:v>
                </c:pt>
                <c:pt idx="14971">
                  <c:v>1.6405897731995394</c:v>
                </c:pt>
                <c:pt idx="14972">
                  <c:v>1.6368165214278085</c:v>
                </c:pt>
                <c:pt idx="14973">
                  <c:v>1.6368165214278085</c:v>
                </c:pt>
                <c:pt idx="14974">
                  <c:v>1.6330519478943344</c:v>
                </c:pt>
                <c:pt idx="14975">
                  <c:v>1.6292960326397223</c:v>
                </c:pt>
                <c:pt idx="14976">
                  <c:v>1.625548755750484</c:v>
                </c:pt>
                <c:pt idx="14977">
                  <c:v>1.625548755750484</c:v>
                </c:pt>
                <c:pt idx="14978">
                  <c:v>1.62181009735893</c:v>
                </c:pt>
                <c:pt idx="14979">
                  <c:v>1.618080037643066</c:v>
                </c:pt>
                <c:pt idx="14980">
                  <c:v>1.6143585568264862</c:v>
                </c:pt>
                <c:pt idx="14981">
                  <c:v>1.6143585568264862</c:v>
                </c:pt>
                <c:pt idx="14982">
                  <c:v>1.6106456351782703</c:v>
                </c:pt>
                <c:pt idx="14983">
                  <c:v>1.6069412530128773</c:v>
                </c:pt>
                <c:pt idx="14984">
                  <c:v>1.6032453906900415</c:v>
                </c:pt>
                <c:pt idx="14985">
                  <c:v>1.6032453906900415</c:v>
                </c:pt>
                <c:pt idx="14986">
                  <c:v>1.5995580286146689</c:v>
                </c:pt>
                <c:pt idx="14987">
                  <c:v>1.5958791472367329</c:v>
                </c:pt>
                <c:pt idx="14988">
                  <c:v>1.5922087270511702</c:v>
                </c:pt>
                <c:pt idx="14989">
                  <c:v>1.5922087270511702</c:v>
                </c:pt>
                <c:pt idx="14990">
                  <c:v>1.5885467485977789</c:v>
                </c:pt>
                <c:pt idx="14991">
                  <c:v>1.5848931924611136</c:v>
                </c:pt>
                <c:pt idx="14992">
                  <c:v>1.5812480392703834</c:v>
                </c:pt>
                <c:pt idx="14993">
                  <c:v>1.5812480392703834</c:v>
                </c:pt>
                <c:pt idx="14994">
                  <c:v>1.5776112696993487</c:v>
                </c:pt>
                <c:pt idx="14995">
                  <c:v>1.5739828644662195</c:v>
                </c:pt>
                <c:pt idx="14996">
                  <c:v>1.5703628043335525</c:v>
                </c:pt>
                <c:pt idx="14997">
                  <c:v>1.5703628043335525</c:v>
                </c:pt>
                <c:pt idx="14998">
                  <c:v>1.5667510701081493</c:v>
                </c:pt>
                <c:pt idx="14999">
                  <c:v>1.5631476426409541</c:v>
                </c:pt>
                <c:pt idx="15000">
                  <c:v>1.5595525028269537</c:v>
                </c:pt>
                <c:pt idx="15001">
                  <c:v>1.5595525028269537</c:v>
                </c:pt>
                <c:pt idx="15002">
                  <c:v>1.5559656316050745</c:v>
                </c:pt>
                <c:pt idx="15003">
                  <c:v>1.5523870099580823</c:v>
                </c:pt>
                <c:pt idx="15004">
                  <c:v>1.5488166189124815</c:v>
                </c:pt>
                <c:pt idx="15005">
                  <c:v>1.5488166189124815</c:v>
                </c:pt>
                <c:pt idx="15006">
                  <c:v>1.545254439538414</c:v>
                </c:pt>
                <c:pt idx="15007">
                  <c:v>1.5417004529495595</c:v>
                </c:pt>
                <c:pt idx="15008">
                  <c:v>1.5381546403030348</c:v>
                </c:pt>
                <c:pt idx="15009">
                  <c:v>1.5381546403030348</c:v>
                </c:pt>
                <c:pt idx="15010">
                  <c:v>1.5346169827992944</c:v>
                </c:pt>
                <c:pt idx="15011">
                  <c:v>1.5310874616820302</c:v>
                </c:pt>
                <c:pt idx="15012">
                  <c:v>1.5275660582380726</c:v>
                </c:pt>
                <c:pt idx="15013">
                  <c:v>1.5275660582380726</c:v>
                </c:pt>
                <c:pt idx="15014">
                  <c:v>1.5240527537972914</c:v>
                </c:pt>
                <c:pt idx="15015">
                  <c:v>1.5205475297324957</c:v>
                </c:pt>
                <c:pt idx="15016">
                  <c:v>1.5170503674593367</c:v>
                </c:pt>
                <c:pt idx="15017">
                  <c:v>1.5170503674593367</c:v>
                </c:pt>
                <c:pt idx="15018">
                  <c:v>1.5135612484362082</c:v>
                </c:pt>
                <c:pt idx="15019">
                  <c:v>1.5100801541641484</c:v>
                </c:pt>
                <c:pt idx="15020">
                  <c:v>1.5066070661867421</c:v>
                </c:pt>
                <c:pt idx="15021">
                  <c:v>1.5066070661867421</c:v>
                </c:pt>
                <c:pt idx="15022">
                  <c:v>1.5031419660900223</c:v>
                </c:pt>
                <c:pt idx="15023">
                  <c:v>1.4996848355023735</c:v>
                </c:pt>
                <c:pt idx="15024">
                  <c:v>1.4962356560944334</c:v>
                </c:pt>
                <c:pt idx="15025">
                  <c:v>1.4962356560944334</c:v>
                </c:pt>
                <c:pt idx="15026">
                  <c:v>1.4927944095789962</c:v>
                </c:pt>
                <c:pt idx="15027">
                  <c:v>1.4893610777109154</c:v>
                </c:pt>
                <c:pt idx="15028">
                  <c:v>1.4859356422870069</c:v>
                </c:pt>
                <c:pt idx="15029">
                  <c:v>1.4859356422870069</c:v>
                </c:pt>
                <c:pt idx="15030">
                  <c:v>1.4825180851459536</c:v>
                </c:pt>
                <c:pt idx="15031">
                  <c:v>1.4791083881682074</c:v>
                </c:pt>
                <c:pt idx="15032">
                  <c:v>1.4757065332758945</c:v>
                </c:pt>
                <c:pt idx="15033">
                  <c:v>1.4757065332758945</c:v>
                </c:pt>
                <c:pt idx="15034">
                  <c:v>1.4723125024327191</c:v>
                </c:pt>
                <c:pt idx="15035">
                  <c:v>1.468926277643867</c:v>
                </c:pt>
                <c:pt idx="15036">
                  <c:v>1.4655478409559117</c:v>
                </c:pt>
                <c:pt idx="15037">
                  <c:v>1.4655478409559117</c:v>
                </c:pt>
                <c:pt idx="15038">
                  <c:v>1.4621771744567182</c:v>
                </c:pt>
                <c:pt idx="15039">
                  <c:v>1.4588142602753484</c:v>
                </c:pt>
                <c:pt idx="15040">
                  <c:v>1.455459080581966</c:v>
                </c:pt>
                <c:pt idx="15041">
                  <c:v>1.455459080581966</c:v>
                </c:pt>
                <c:pt idx="15042">
                  <c:v>1.4521116175877424</c:v>
                </c:pt>
                <c:pt idx="15043">
                  <c:v>1.4487718535447618</c:v>
                </c:pt>
                <c:pt idx="15044">
                  <c:v>1.4454397707459274</c:v>
                </c:pt>
                <c:pt idx="15045">
                  <c:v>1.4454397707459274</c:v>
                </c:pt>
                <c:pt idx="15046">
                  <c:v>1.4421153515248688</c:v>
                </c:pt>
                <c:pt idx="15047">
                  <c:v>1.4387985782558455</c:v>
                </c:pt>
                <c:pt idx="15048">
                  <c:v>1.4354894333536561</c:v>
                </c:pt>
                <c:pt idx="15049">
                  <c:v>1.4354894333536561</c:v>
                </c:pt>
                <c:pt idx="15050">
                  <c:v>1.4321878992735435</c:v>
                </c:pt>
                <c:pt idx="15051">
                  <c:v>1.4288939585111029</c:v>
                </c:pt>
                <c:pt idx="15052">
                  <c:v>1.4256075936021881</c:v>
                </c:pt>
                <c:pt idx="15053">
                  <c:v>1.4223287871228198</c:v>
                </c:pt>
                <c:pt idx="15054">
                  <c:v>1.4223287871228198</c:v>
                </c:pt>
                <c:pt idx="15055">
                  <c:v>1.4190575216890922</c:v>
                </c:pt>
                <c:pt idx="15056">
                  <c:v>1.4157937799570817</c:v>
                </c:pt>
                <c:pt idx="15057">
                  <c:v>1.4125375446227544</c:v>
                </c:pt>
                <c:pt idx="15058">
                  <c:v>1.4125375446227544</c:v>
                </c:pt>
                <c:pt idx="15059">
                  <c:v>1.4092887984218747</c:v>
                </c:pt>
                <c:pt idx="15060">
                  <c:v>1.406047524129914</c:v>
                </c:pt>
                <c:pt idx="15061">
                  <c:v>1.4028137045619582</c:v>
                </c:pt>
                <c:pt idx="15062">
                  <c:v>1.4028137045619582</c:v>
                </c:pt>
                <c:pt idx="15063">
                  <c:v>1.3995873225726181</c:v>
                </c:pt>
                <c:pt idx="15064">
                  <c:v>1.3963683610559376</c:v>
                </c:pt>
                <c:pt idx="15065">
                  <c:v>1.3931568029453032</c:v>
                </c:pt>
                <c:pt idx="15066">
                  <c:v>1.3931568029453032</c:v>
                </c:pt>
                <c:pt idx="15067">
                  <c:v>1.3899526312133532</c:v>
                </c:pt>
                <c:pt idx="15068">
                  <c:v>1.3867558288718884</c:v>
                </c:pt>
                <c:pt idx="15069">
                  <c:v>1.3835663789717809</c:v>
                </c:pt>
                <c:pt idx="15070">
                  <c:v>1.3835663789717809</c:v>
                </c:pt>
                <c:pt idx="15071">
                  <c:v>1.380384264602885</c:v>
                </c:pt>
                <c:pt idx="15072">
                  <c:v>1.3772094688939467</c:v>
                </c:pt>
                <c:pt idx="15073">
                  <c:v>1.3740419750125152</c:v>
                </c:pt>
                <c:pt idx="15074">
                  <c:v>1.3740419750125152</c:v>
                </c:pt>
                <c:pt idx="15075">
                  <c:v>1.3708817661648538</c:v>
                </c:pt>
                <c:pt idx="15076">
                  <c:v>1.3677288255958493</c:v>
                </c:pt>
                <c:pt idx="15077">
                  <c:v>1.3645831365889245</c:v>
                </c:pt>
                <c:pt idx="15078">
                  <c:v>1.3645831365889245</c:v>
                </c:pt>
                <c:pt idx="15079">
                  <c:v>1.3614446824659501</c:v>
                </c:pt>
                <c:pt idx="15080">
                  <c:v>1.3583134465871542</c:v>
                </c:pt>
                <c:pt idx="15081">
                  <c:v>1.3551894123510362</c:v>
                </c:pt>
                <c:pt idx="15082">
                  <c:v>1.3551894123510362</c:v>
                </c:pt>
                <c:pt idx="15083">
                  <c:v>1.3520725631942772</c:v>
                </c:pt>
                <c:pt idx="15084">
                  <c:v>1.3489628825916538</c:v>
                </c:pt>
                <c:pt idx="15085">
                  <c:v>1.3458603540559484</c:v>
                </c:pt>
                <c:pt idx="15086">
                  <c:v>1.3458603540559484</c:v>
                </c:pt>
                <c:pt idx="15087">
                  <c:v>1.3427649611378638</c:v>
                </c:pt>
                <c:pt idx="15088">
                  <c:v>1.3396766874259352</c:v>
                </c:pt>
                <c:pt idx="15089">
                  <c:v>1.3365955165464423</c:v>
                </c:pt>
                <c:pt idx="15090">
                  <c:v>1.3365955165464423</c:v>
                </c:pt>
                <c:pt idx="15091">
                  <c:v>1.333521432163324</c:v>
                </c:pt>
                <c:pt idx="15092">
                  <c:v>1.3304544179780911</c:v>
                </c:pt>
                <c:pt idx="15093">
                  <c:v>1.3273944577297396</c:v>
                </c:pt>
                <c:pt idx="15094">
                  <c:v>1.3273944577297396</c:v>
                </c:pt>
                <c:pt idx="15095">
                  <c:v>1.3243415351946648</c:v>
                </c:pt>
                <c:pt idx="15096">
                  <c:v>1.3212956341865751</c:v>
                </c:pt>
                <c:pt idx="15097">
                  <c:v>1.3182567385564072</c:v>
                </c:pt>
                <c:pt idx="15098">
                  <c:v>1.3182567385564072</c:v>
                </c:pt>
                <c:pt idx="15099">
                  <c:v>1.3152248321922384</c:v>
                </c:pt>
                <c:pt idx="15100">
                  <c:v>1.3121998990192032</c:v>
                </c:pt>
                <c:pt idx="15101">
                  <c:v>1.3091819229994071</c:v>
                </c:pt>
                <c:pt idx="15102">
                  <c:v>1.3091819229994071</c:v>
                </c:pt>
                <c:pt idx="15103">
                  <c:v>1.3061708881318415</c:v>
                </c:pt>
                <c:pt idx="15104">
                  <c:v>1.3031667784522993</c:v>
                </c:pt>
                <c:pt idx="15105">
                  <c:v>1.3001695780332903</c:v>
                </c:pt>
                <c:pt idx="15106">
                  <c:v>1.3001695780332903</c:v>
                </c:pt>
                <c:pt idx="15107">
                  <c:v>1.297179270983956</c:v>
                </c:pt>
                <c:pt idx="15108">
                  <c:v>1.2941958414499861</c:v>
                </c:pt>
                <c:pt idx="15109">
                  <c:v>1.2912192736135342</c:v>
                </c:pt>
                <c:pt idx="15110">
                  <c:v>1.2912192736135342</c:v>
                </c:pt>
                <c:pt idx="15111">
                  <c:v>1.288249551693134</c:v>
                </c:pt>
                <c:pt idx="15112">
                  <c:v>1.2852866599436155</c:v>
                </c:pt>
                <c:pt idx="15113">
                  <c:v>1.2823305826560216</c:v>
                </c:pt>
                <c:pt idx="15114">
                  <c:v>1.2823305826560216</c:v>
                </c:pt>
                <c:pt idx="15115">
                  <c:v>1.2793813041575246</c:v>
                </c:pt>
                <c:pt idx="15116">
                  <c:v>1.2764388088113439</c:v>
                </c:pt>
                <c:pt idx="15117">
                  <c:v>1.2735030810166617</c:v>
                </c:pt>
                <c:pt idx="15118">
                  <c:v>1.2735030810166617</c:v>
                </c:pt>
                <c:pt idx="15119">
                  <c:v>1.2705741052085417</c:v>
                </c:pt>
                <c:pt idx="15120">
                  <c:v>1.2676518658578455</c:v>
                </c:pt>
                <c:pt idx="15121">
                  <c:v>1.2647363474711513</c:v>
                </c:pt>
                <c:pt idx="15122">
                  <c:v>1.2647363474711513</c:v>
                </c:pt>
                <c:pt idx="15123">
                  <c:v>1.2618275345906707</c:v>
                </c:pt>
                <c:pt idx="15124">
                  <c:v>1.2589254117941673</c:v>
                </c:pt>
                <c:pt idx="15125">
                  <c:v>1.2560299636948749</c:v>
                </c:pt>
                <c:pt idx="15126">
                  <c:v>1.2560299636948749</c:v>
                </c:pt>
                <c:pt idx="15127">
                  <c:v>1.2531411749414161</c:v>
                </c:pt>
                <c:pt idx="15128">
                  <c:v>1.2502590302177201</c:v>
                </c:pt>
                <c:pt idx="15129">
                  <c:v>1.247383514242943</c:v>
                </c:pt>
                <c:pt idx="15130">
                  <c:v>1.247383514242943</c:v>
                </c:pt>
                <c:pt idx="15131">
                  <c:v>1.2445146117713852</c:v>
                </c:pt>
                <c:pt idx="15132">
                  <c:v>1.2416523075924111</c:v>
                </c:pt>
                <c:pt idx="15133">
                  <c:v>1.2387965865303692</c:v>
                </c:pt>
                <c:pt idx="15134">
                  <c:v>1.2387965865303692</c:v>
                </c:pt>
                <c:pt idx="15135">
                  <c:v>1.2359474334445104</c:v>
                </c:pt>
                <c:pt idx="15136">
                  <c:v>1.2331048332289092</c:v>
                </c:pt>
                <c:pt idx="15137">
                  <c:v>1.2302687708123816</c:v>
                </c:pt>
                <c:pt idx="15138">
                  <c:v>1.2302687708123816</c:v>
                </c:pt>
                <c:pt idx="15139">
                  <c:v>1.2274392311584073</c:v>
                </c:pt>
                <c:pt idx="15140">
                  <c:v>1.2246161992650488</c:v>
                </c:pt>
                <c:pt idx="15141">
                  <c:v>1.2217996601648717</c:v>
                </c:pt>
                <c:pt idx="15142">
                  <c:v>1.2189895989248665</c:v>
                </c:pt>
                <c:pt idx="15143">
                  <c:v>1.2189895989248665</c:v>
                </c:pt>
                <c:pt idx="15144">
                  <c:v>1.2161860006463681</c:v>
                </c:pt>
                <c:pt idx="15145">
                  <c:v>1.2133888504649772</c:v>
                </c:pt>
                <c:pt idx="15146">
                  <c:v>1.2105981335504825</c:v>
                </c:pt>
                <c:pt idx="15147">
                  <c:v>1.2105981335504825</c:v>
                </c:pt>
                <c:pt idx="15148">
                  <c:v>1.2078138351067802</c:v>
                </c:pt>
                <c:pt idx="15149">
                  <c:v>1.2050359403717976</c:v>
                </c:pt>
                <c:pt idx="15150">
                  <c:v>1.2022644346174129</c:v>
                </c:pt>
                <c:pt idx="15151">
                  <c:v>1.2022644346174129</c:v>
                </c:pt>
                <c:pt idx="15152">
                  <c:v>1.1994993031493788</c:v>
                </c:pt>
                <c:pt idx="15153">
                  <c:v>1.1967405313072434</c:v>
                </c:pt>
                <c:pt idx="15154">
                  <c:v>1.1939881044642733</c:v>
                </c:pt>
                <c:pt idx="15155">
                  <c:v>1.1939881044642733</c:v>
                </c:pt>
                <c:pt idx="15156">
                  <c:v>1.1912420080273749</c:v>
                </c:pt>
                <c:pt idx="15157">
                  <c:v>1.1885022274370185</c:v>
                </c:pt>
                <c:pt idx="15158">
                  <c:v>1.1857687481671602</c:v>
                </c:pt>
                <c:pt idx="15159">
                  <c:v>1.1857687481671602</c:v>
                </c:pt>
                <c:pt idx="15160">
                  <c:v>1.1830415557251648</c:v>
                </c:pt>
                <c:pt idx="15161">
                  <c:v>1.1803206356517297</c:v>
                </c:pt>
                <c:pt idx="15162">
                  <c:v>1.1776059735208073</c:v>
                </c:pt>
                <c:pt idx="15163">
                  <c:v>1.1776059735208073</c:v>
                </c:pt>
                <c:pt idx="15164">
                  <c:v>1.1748975549395295</c:v>
                </c:pt>
                <c:pt idx="15165">
                  <c:v>1.1721953655481305</c:v>
                </c:pt>
                <c:pt idx="15166">
                  <c:v>1.169499391019871</c:v>
                </c:pt>
                <c:pt idx="15167">
                  <c:v>1.169499391019871</c:v>
                </c:pt>
                <c:pt idx="15168">
                  <c:v>1.1668096170609625</c:v>
                </c:pt>
                <c:pt idx="15169">
                  <c:v>1.1641260294104914</c:v>
                </c:pt>
                <c:pt idx="15170">
                  <c:v>1.1614486138403428</c:v>
                </c:pt>
                <c:pt idx="15171">
                  <c:v>1.1614486138403428</c:v>
                </c:pt>
                <c:pt idx="15172">
                  <c:v>1.158777356155126</c:v>
                </c:pt>
                <c:pt idx="15173">
                  <c:v>1.1561122421920988</c:v>
                </c:pt>
                <c:pt idx="15174">
                  <c:v>1.1534532578210923</c:v>
                </c:pt>
                <c:pt idx="15175">
                  <c:v>1.1534532578210923</c:v>
                </c:pt>
                <c:pt idx="15176">
                  <c:v>1.1508003889444358</c:v>
                </c:pt>
                <c:pt idx="15177">
                  <c:v>1.1481536214968828</c:v>
                </c:pt>
                <c:pt idx="15178">
                  <c:v>1.1455129414455356</c:v>
                </c:pt>
                <c:pt idx="15179">
                  <c:v>1.1455129414455356</c:v>
                </c:pt>
                <c:pt idx="15180">
                  <c:v>1.1428783347897717</c:v>
                </c:pt>
                <c:pt idx="15181">
                  <c:v>1.1402497875611688</c:v>
                </c:pt>
                <c:pt idx="15182">
                  <c:v>1.1376272858234309</c:v>
                </c:pt>
                <c:pt idx="15183">
                  <c:v>1.1376272858234309</c:v>
                </c:pt>
                <c:pt idx="15184">
                  <c:v>1.1350108156723151</c:v>
                </c:pt>
                <c:pt idx="15185">
                  <c:v>1.132400363235557</c:v>
                </c:pt>
                <c:pt idx="15186">
                  <c:v>1.1297959146727978</c:v>
                </c:pt>
                <c:pt idx="15187">
                  <c:v>1.1297959146727978</c:v>
                </c:pt>
                <c:pt idx="15188">
                  <c:v>1.1271974561755105</c:v>
                </c:pt>
                <c:pt idx="15189">
                  <c:v>1.1246049739669264</c:v>
                </c:pt>
                <c:pt idx="15190">
                  <c:v>1.1220184543019636</c:v>
                </c:pt>
                <c:pt idx="15191">
                  <c:v>1.1220184543019636</c:v>
                </c:pt>
                <c:pt idx="15192">
                  <c:v>1.1194378834671515</c:v>
                </c:pt>
                <c:pt idx="15193">
                  <c:v>1.1168632477805611</c:v>
                </c:pt>
                <c:pt idx="15194">
                  <c:v>1.11429453359173</c:v>
                </c:pt>
                <c:pt idx="15195">
                  <c:v>1.11429453359173</c:v>
                </c:pt>
                <c:pt idx="15196">
                  <c:v>1.1117317272815912</c:v>
                </c:pt>
                <c:pt idx="15197">
                  <c:v>1.109174815262401</c:v>
                </c:pt>
                <c:pt idx="15198">
                  <c:v>1.1066237839776663</c:v>
                </c:pt>
                <c:pt idx="15199">
                  <c:v>1.1066237839776663</c:v>
                </c:pt>
                <c:pt idx="15200">
                  <c:v>1.1040786199020731</c:v>
                </c:pt>
                <c:pt idx="15201">
                  <c:v>1.101539309541415</c:v>
                </c:pt>
                <c:pt idx="15202">
                  <c:v>1.0990058394325211</c:v>
                </c:pt>
                <c:pt idx="15203">
                  <c:v>1.0990058394325211</c:v>
                </c:pt>
                <c:pt idx="15204">
                  <c:v>1.0964781961431851</c:v>
                </c:pt>
                <c:pt idx="15205">
                  <c:v>1.0939563662720939</c:v>
                </c:pt>
                <c:pt idx="15206">
                  <c:v>1.0914403364487566</c:v>
                </c:pt>
                <c:pt idx="15207">
                  <c:v>1.0914403364487566</c:v>
                </c:pt>
                <c:pt idx="15208">
                  <c:v>1.0889300933334334</c:v>
                </c:pt>
                <c:pt idx="15209">
                  <c:v>1.0864256236170655</c:v>
                </c:pt>
                <c:pt idx="15210">
                  <c:v>1.0839269140212036</c:v>
                </c:pt>
                <c:pt idx="15211">
                  <c:v>1.0839269140212036</c:v>
                </c:pt>
                <c:pt idx="15212">
                  <c:v>1.0814339512979381</c:v>
                </c:pt>
                <c:pt idx="15213">
                  <c:v>1.0789467222298288</c:v>
                </c:pt>
                <c:pt idx="15214">
                  <c:v>1.0764652136298349</c:v>
                </c:pt>
                <c:pt idx="15215">
                  <c:v>1.0764652136298349</c:v>
                </c:pt>
                <c:pt idx="15216">
                  <c:v>1.0739894123412448</c:v>
                </c:pt>
                <c:pt idx="15217">
                  <c:v>1.0715193052376064</c:v>
                </c:pt>
                <c:pt idx="15218">
                  <c:v>1.069054879222658</c:v>
                </c:pt>
                <c:pt idx="15219">
                  <c:v>1.069054879222658</c:v>
                </c:pt>
                <c:pt idx="15220">
                  <c:v>1.0665961212302579</c:v>
                </c:pt>
                <c:pt idx="15221">
                  <c:v>1.0641430182243161</c:v>
                </c:pt>
                <c:pt idx="15222">
                  <c:v>1.0616955571987245</c:v>
                </c:pt>
                <c:pt idx="15223">
                  <c:v>1.0616955571987245</c:v>
                </c:pt>
                <c:pt idx="15224">
                  <c:v>1.0592537251772889</c:v>
                </c:pt>
                <c:pt idx="15225">
                  <c:v>1.0568175092136585</c:v>
                </c:pt>
                <c:pt idx="15226">
                  <c:v>1.0543868963912588</c:v>
                </c:pt>
                <c:pt idx="15227">
                  <c:v>1.0543868963912588</c:v>
                </c:pt>
                <c:pt idx="15228">
                  <c:v>1.0519618738232228</c:v>
                </c:pt>
                <c:pt idx="15229">
                  <c:v>1.0495424286523223</c:v>
                </c:pt>
                <c:pt idx="15230">
                  <c:v>1.0471285480508996</c:v>
                </c:pt>
                <c:pt idx="15231">
                  <c:v>1.0471285480508996</c:v>
                </c:pt>
                <c:pt idx="15232">
                  <c:v>1.0447202192208001</c:v>
                </c:pt>
                <c:pt idx="15233">
                  <c:v>1.0423174293933042</c:v>
                </c:pt>
                <c:pt idx="15234">
                  <c:v>1.0399201658290593</c:v>
                </c:pt>
                <c:pt idx="15235">
                  <c:v>1.0375284158180127</c:v>
                </c:pt>
                <c:pt idx="15236">
                  <c:v>1.0375284158180127</c:v>
                </c:pt>
                <c:pt idx="15237">
                  <c:v>1.0351421666793439</c:v>
                </c:pt>
                <c:pt idx="15238">
                  <c:v>1.0327614057613974</c:v>
                </c:pt>
                <c:pt idx="15239">
                  <c:v>1.030386120441616</c:v>
                </c:pt>
                <c:pt idx="15240">
                  <c:v>1.030386120441616</c:v>
                </c:pt>
                <c:pt idx="15241">
                  <c:v>1.0280162981264735</c:v>
                </c:pt>
                <c:pt idx="15242">
                  <c:v>1.0256519262514077</c:v>
                </c:pt>
                <c:pt idx="15243">
                  <c:v>1.0232929922807541</c:v>
                </c:pt>
                <c:pt idx="15244">
                  <c:v>1.0232929922807541</c:v>
                </c:pt>
                <c:pt idx="15245">
                  <c:v>1.02093948370768</c:v>
                </c:pt>
                <c:pt idx="15246">
                  <c:v>1.0185913880541169</c:v>
                </c:pt>
                <c:pt idx="15247">
                  <c:v>1.0162486928706955</c:v>
                </c:pt>
                <c:pt idx="15248">
                  <c:v>1.0162486928706955</c:v>
                </c:pt>
                <c:pt idx="15249">
                  <c:v>1.0139113857366795</c:v>
                </c:pt>
                <c:pt idx="15250">
                  <c:v>1.0115794542598986</c:v>
                </c:pt>
                <c:pt idx="15251">
                  <c:v>1.0092528860766845</c:v>
                </c:pt>
                <c:pt idx="15252">
                  <c:v>1.0092528860766845</c:v>
                </c:pt>
                <c:pt idx="15253">
                  <c:v>1.0069316688518042</c:v>
                </c:pt>
                <c:pt idx="15254">
                  <c:v>1.0046157902783952</c:v>
                </c:pt>
                <c:pt idx="15255">
                  <c:v>1.0023052380778996</c:v>
                </c:pt>
                <c:pt idx="15256">
                  <c:v>1.0023052380778996</c:v>
                </c:pt>
                <c:pt idx="15257">
                  <c:v>1</c:v>
                </c:pt>
                <c:pt idx="15258">
                  <c:v>1</c:v>
                </c:pt>
                <c:pt idx="15259">
                  <c:v>1</c:v>
                </c:pt>
                <c:pt idx="15260">
                  <c:v>1</c:v>
                </c:pt>
                <c:pt idx="15261">
                  <c:v>1</c:v>
                </c:pt>
                <c:pt idx="15262">
                  <c:v>1</c:v>
                </c:pt>
                <c:pt idx="15263">
                  <c:v>1</c:v>
                </c:pt>
                <c:pt idx="15264">
                  <c:v>1</c:v>
                </c:pt>
                <c:pt idx="15265">
                  <c:v>1</c:v>
                </c:pt>
                <c:pt idx="15266">
                  <c:v>1</c:v>
                </c:pt>
                <c:pt idx="15267">
                  <c:v>1</c:v>
                </c:pt>
                <c:pt idx="15268">
                  <c:v>1</c:v>
                </c:pt>
                <c:pt idx="15269">
                  <c:v>1</c:v>
                </c:pt>
                <c:pt idx="15270">
                  <c:v>1</c:v>
                </c:pt>
                <c:pt idx="15271">
                  <c:v>1</c:v>
                </c:pt>
                <c:pt idx="15272">
                  <c:v>1</c:v>
                </c:pt>
                <c:pt idx="15273">
                  <c:v>1</c:v>
                </c:pt>
                <c:pt idx="15274">
                  <c:v>1</c:v>
                </c:pt>
                <c:pt idx="15275">
                  <c:v>1</c:v>
                </c:pt>
                <c:pt idx="15276">
                  <c:v>1</c:v>
                </c:pt>
                <c:pt idx="15277">
                  <c:v>1</c:v>
                </c:pt>
                <c:pt idx="15278">
                  <c:v>1</c:v>
                </c:pt>
                <c:pt idx="15279">
                  <c:v>1</c:v>
                </c:pt>
                <c:pt idx="15280">
                  <c:v>1</c:v>
                </c:pt>
                <c:pt idx="15281">
                  <c:v>1</c:v>
                </c:pt>
                <c:pt idx="15282">
                  <c:v>1</c:v>
                </c:pt>
                <c:pt idx="15283">
                  <c:v>1</c:v>
                </c:pt>
                <c:pt idx="15284">
                  <c:v>1</c:v>
                </c:pt>
                <c:pt idx="15285">
                  <c:v>1</c:v>
                </c:pt>
                <c:pt idx="15286">
                  <c:v>1</c:v>
                </c:pt>
                <c:pt idx="15287">
                  <c:v>1</c:v>
                </c:pt>
                <c:pt idx="15288">
                  <c:v>1</c:v>
                </c:pt>
                <c:pt idx="15289">
                  <c:v>1</c:v>
                </c:pt>
                <c:pt idx="15290">
                  <c:v>1</c:v>
                </c:pt>
                <c:pt idx="15291">
                  <c:v>1</c:v>
                </c:pt>
                <c:pt idx="15292">
                  <c:v>1</c:v>
                </c:pt>
                <c:pt idx="15293">
                  <c:v>1</c:v>
                </c:pt>
                <c:pt idx="15294">
                  <c:v>1</c:v>
                </c:pt>
                <c:pt idx="15295">
                  <c:v>1</c:v>
                </c:pt>
                <c:pt idx="15296">
                  <c:v>1</c:v>
                </c:pt>
                <c:pt idx="15297">
                  <c:v>1</c:v>
                </c:pt>
                <c:pt idx="15298">
                  <c:v>1</c:v>
                </c:pt>
                <c:pt idx="15299">
                  <c:v>1</c:v>
                </c:pt>
                <c:pt idx="15300">
                  <c:v>1</c:v>
                </c:pt>
                <c:pt idx="15301">
                  <c:v>1</c:v>
                </c:pt>
                <c:pt idx="15302">
                  <c:v>1</c:v>
                </c:pt>
                <c:pt idx="15303">
                  <c:v>1</c:v>
                </c:pt>
                <c:pt idx="15304">
                  <c:v>1</c:v>
                </c:pt>
                <c:pt idx="15305">
                  <c:v>1</c:v>
                </c:pt>
                <c:pt idx="15306">
                  <c:v>1</c:v>
                </c:pt>
                <c:pt idx="15307">
                  <c:v>1</c:v>
                </c:pt>
                <c:pt idx="15308">
                  <c:v>1</c:v>
                </c:pt>
                <c:pt idx="15309">
                  <c:v>1</c:v>
                </c:pt>
                <c:pt idx="15310">
                  <c:v>1</c:v>
                </c:pt>
                <c:pt idx="15311">
                  <c:v>1</c:v>
                </c:pt>
                <c:pt idx="15312">
                  <c:v>1</c:v>
                </c:pt>
                <c:pt idx="15313">
                  <c:v>1</c:v>
                </c:pt>
                <c:pt idx="15314">
                  <c:v>1</c:v>
                </c:pt>
                <c:pt idx="15315">
                  <c:v>1</c:v>
                </c:pt>
                <c:pt idx="15316">
                  <c:v>1</c:v>
                </c:pt>
                <c:pt idx="15317">
                  <c:v>1</c:v>
                </c:pt>
                <c:pt idx="15318">
                  <c:v>1</c:v>
                </c:pt>
                <c:pt idx="15319">
                  <c:v>1</c:v>
                </c:pt>
                <c:pt idx="15320">
                  <c:v>1</c:v>
                </c:pt>
                <c:pt idx="15321">
                  <c:v>1</c:v>
                </c:pt>
                <c:pt idx="15322">
                  <c:v>1</c:v>
                </c:pt>
                <c:pt idx="15323">
                  <c:v>1</c:v>
                </c:pt>
                <c:pt idx="15324">
                  <c:v>1</c:v>
                </c:pt>
                <c:pt idx="15325">
                  <c:v>1</c:v>
                </c:pt>
                <c:pt idx="15326">
                  <c:v>1</c:v>
                </c:pt>
                <c:pt idx="15327">
                  <c:v>1</c:v>
                </c:pt>
                <c:pt idx="15328">
                  <c:v>1</c:v>
                </c:pt>
                <c:pt idx="15329">
                  <c:v>1</c:v>
                </c:pt>
                <c:pt idx="15330">
                  <c:v>1</c:v>
                </c:pt>
                <c:pt idx="15331">
                  <c:v>1</c:v>
                </c:pt>
                <c:pt idx="15332">
                  <c:v>1</c:v>
                </c:pt>
                <c:pt idx="15333">
                  <c:v>1</c:v>
                </c:pt>
                <c:pt idx="15334">
                  <c:v>1</c:v>
                </c:pt>
                <c:pt idx="15335">
                  <c:v>1</c:v>
                </c:pt>
                <c:pt idx="15336">
                  <c:v>1</c:v>
                </c:pt>
                <c:pt idx="15337">
                  <c:v>1</c:v>
                </c:pt>
                <c:pt idx="15338">
                  <c:v>1</c:v>
                </c:pt>
                <c:pt idx="15339">
                  <c:v>1</c:v>
                </c:pt>
                <c:pt idx="15340">
                  <c:v>1</c:v>
                </c:pt>
                <c:pt idx="15341">
                  <c:v>1</c:v>
                </c:pt>
                <c:pt idx="15342">
                  <c:v>1</c:v>
                </c:pt>
                <c:pt idx="15343">
                  <c:v>1</c:v>
                </c:pt>
                <c:pt idx="15344">
                  <c:v>1</c:v>
                </c:pt>
                <c:pt idx="15345">
                  <c:v>1</c:v>
                </c:pt>
                <c:pt idx="15346">
                  <c:v>1</c:v>
                </c:pt>
                <c:pt idx="15347">
                  <c:v>1</c:v>
                </c:pt>
                <c:pt idx="15348">
                  <c:v>1</c:v>
                </c:pt>
                <c:pt idx="15349">
                  <c:v>1</c:v>
                </c:pt>
                <c:pt idx="15350">
                  <c:v>1</c:v>
                </c:pt>
                <c:pt idx="15351">
                  <c:v>1</c:v>
                </c:pt>
                <c:pt idx="15352">
                  <c:v>1</c:v>
                </c:pt>
                <c:pt idx="15353">
                  <c:v>1</c:v>
                </c:pt>
                <c:pt idx="15354">
                  <c:v>1</c:v>
                </c:pt>
                <c:pt idx="15355">
                  <c:v>1</c:v>
                </c:pt>
                <c:pt idx="15356">
                  <c:v>1</c:v>
                </c:pt>
                <c:pt idx="15357">
                  <c:v>1</c:v>
                </c:pt>
                <c:pt idx="15358">
                  <c:v>1</c:v>
                </c:pt>
                <c:pt idx="15359">
                  <c:v>1</c:v>
                </c:pt>
                <c:pt idx="15360">
                  <c:v>1</c:v>
                </c:pt>
                <c:pt idx="15361">
                  <c:v>1</c:v>
                </c:pt>
                <c:pt idx="15362">
                  <c:v>1</c:v>
                </c:pt>
                <c:pt idx="15363">
                  <c:v>1</c:v>
                </c:pt>
                <c:pt idx="15364">
                  <c:v>1</c:v>
                </c:pt>
                <c:pt idx="15365">
                  <c:v>1</c:v>
                </c:pt>
                <c:pt idx="15366">
                  <c:v>1</c:v>
                </c:pt>
                <c:pt idx="15367">
                  <c:v>1</c:v>
                </c:pt>
                <c:pt idx="15368">
                  <c:v>1</c:v>
                </c:pt>
                <c:pt idx="15369">
                  <c:v>1</c:v>
                </c:pt>
                <c:pt idx="15370">
                  <c:v>1</c:v>
                </c:pt>
                <c:pt idx="15371">
                  <c:v>1</c:v>
                </c:pt>
                <c:pt idx="15372">
                  <c:v>1</c:v>
                </c:pt>
                <c:pt idx="15373">
                  <c:v>1</c:v>
                </c:pt>
                <c:pt idx="15374">
                  <c:v>1</c:v>
                </c:pt>
                <c:pt idx="15375">
                  <c:v>1</c:v>
                </c:pt>
                <c:pt idx="15376">
                  <c:v>1</c:v>
                </c:pt>
                <c:pt idx="15377">
                  <c:v>1</c:v>
                </c:pt>
                <c:pt idx="15378">
                  <c:v>1</c:v>
                </c:pt>
                <c:pt idx="15379">
                  <c:v>1</c:v>
                </c:pt>
                <c:pt idx="15380">
                  <c:v>1</c:v>
                </c:pt>
                <c:pt idx="15381">
                  <c:v>1</c:v>
                </c:pt>
                <c:pt idx="15382">
                  <c:v>1</c:v>
                </c:pt>
                <c:pt idx="15383">
                  <c:v>1</c:v>
                </c:pt>
                <c:pt idx="15384">
                  <c:v>1</c:v>
                </c:pt>
                <c:pt idx="15385">
                  <c:v>1</c:v>
                </c:pt>
                <c:pt idx="15386">
                  <c:v>1</c:v>
                </c:pt>
                <c:pt idx="15387">
                  <c:v>1</c:v>
                </c:pt>
                <c:pt idx="15388">
                  <c:v>1</c:v>
                </c:pt>
                <c:pt idx="15389">
                  <c:v>1</c:v>
                </c:pt>
                <c:pt idx="15390">
                  <c:v>1</c:v>
                </c:pt>
                <c:pt idx="15391">
                  <c:v>1</c:v>
                </c:pt>
                <c:pt idx="15392">
                  <c:v>1</c:v>
                </c:pt>
                <c:pt idx="15393">
                  <c:v>1</c:v>
                </c:pt>
                <c:pt idx="15394">
                  <c:v>1</c:v>
                </c:pt>
                <c:pt idx="15395">
                  <c:v>1</c:v>
                </c:pt>
                <c:pt idx="15396">
                  <c:v>1</c:v>
                </c:pt>
                <c:pt idx="15397">
                  <c:v>1</c:v>
                </c:pt>
                <c:pt idx="15398">
                  <c:v>1</c:v>
                </c:pt>
                <c:pt idx="15399">
                  <c:v>1</c:v>
                </c:pt>
                <c:pt idx="15400">
                  <c:v>1</c:v>
                </c:pt>
                <c:pt idx="15401">
                  <c:v>1</c:v>
                </c:pt>
                <c:pt idx="15402">
                  <c:v>1</c:v>
                </c:pt>
                <c:pt idx="15403">
                  <c:v>1</c:v>
                </c:pt>
                <c:pt idx="15404">
                  <c:v>1</c:v>
                </c:pt>
                <c:pt idx="15405">
                  <c:v>1</c:v>
                </c:pt>
                <c:pt idx="15406">
                  <c:v>1</c:v>
                </c:pt>
                <c:pt idx="15407">
                  <c:v>1</c:v>
                </c:pt>
                <c:pt idx="15408">
                  <c:v>1</c:v>
                </c:pt>
                <c:pt idx="15409">
                  <c:v>1</c:v>
                </c:pt>
                <c:pt idx="15410">
                  <c:v>1</c:v>
                </c:pt>
                <c:pt idx="15411">
                  <c:v>1</c:v>
                </c:pt>
                <c:pt idx="15412">
                  <c:v>1</c:v>
                </c:pt>
                <c:pt idx="15413">
                  <c:v>1</c:v>
                </c:pt>
                <c:pt idx="15414">
                  <c:v>1</c:v>
                </c:pt>
                <c:pt idx="15415">
                  <c:v>1</c:v>
                </c:pt>
                <c:pt idx="15416">
                  <c:v>1</c:v>
                </c:pt>
                <c:pt idx="15417">
                  <c:v>1</c:v>
                </c:pt>
                <c:pt idx="15418">
                  <c:v>1</c:v>
                </c:pt>
                <c:pt idx="15419">
                  <c:v>1</c:v>
                </c:pt>
                <c:pt idx="15420">
                  <c:v>1</c:v>
                </c:pt>
                <c:pt idx="15421">
                  <c:v>1</c:v>
                </c:pt>
                <c:pt idx="15422">
                  <c:v>1</c:v>
                </c:pt>
                <c:pt idx="15423">
                  <c:v>1</c:v>
                </c:pt>
                <c:pt idx="15424">
                  <c:v>1</c:v>
                </c:pt>
                <c:pt idx="15425">
                  <c:v>1</c:v>
                </c:pt>
                <c:pt idx="15426">
                  <c:v>1</c:v>
                </c:pt>
                <c:pt idx="15427">
                  <c:v>1</c:v>
                </c:pt>
                <c:pt idx="15428">
                  <c:v>1</c:v>
                </c:pt>
                <c:pt idx="15429">
                  <c:v>1</c:v>
                </c:pt>
                <c:pt idx="15430">
                  <c:v>1</c:v>
                </c:pt>
                <c:pt idx="15431">
                  <c:v>1</c:v>
                </c:pt>
                <c:pt idx="15432">
                  <c:v>1</c:v>
                </c:pt>
                <c:pt idx="15433">
                  <c:v>1</c:v>
                </c:pt>
                <c:pt idx="15434">
                  <c:v>1</c:v>
                </c:pt>
                <c:pt idx="15435">
                  <c:v>1</c:v>
                </c:pt>
                <c:pt idx="15436">
                  <c:v>1</c:v>
                </c:pt>
                <c:pt idx="15437">
                  <c:v>1</c:v>
                </c:pt>
                <c:pt idx="15438">
                  <c:v>1</c:v>
                </c:pt>
                <c:pt idx="15439">
                  <c:v>1</c:v>
                </c:pt>
                <c:pt idx="15440">
                  <c:v>1</c:v>
                </c:pt>
                <c:pt idx="15441">
                  <c:v>1</c:v>
                </c:pt>
                <c:pt idx="15442">
                  <c:v>1</c:v>
                </c:pt>
                <c:pt idx="15443">
                  <c:v>1</c:v>
                </c:pt>
                <c:pt idx="15444">
                  <c:v>1</c:v>
                </c:pt>
                <c:pt idx="15445">
                  <c:v>1</c:v>
                </c:pt>
                <c:pt idx="15446">
                  <c:v>1</c:v>
                </c:pt>
                <c:pt idx="15447">
                  <c:v>1</c:v>
                </c:pt>
                <c:pt idx="15448">
                  <c:v>1</c:v>
                </c:pt>
                <c:pt idx="15449">
                  <c:v>1</c:v>
                </c:pt>
                <c:pt idx="15450">
                  <c:v>1</c:v>
                </c:pt>
                <c:pt idx="15451">
                  <c:v>1</c:v>
                </c:pt>
                <c:pt idx="15452">
                  <c:v>1</c:v>
                </c:pt>
                <c:pt idx="15453">
                  <c:v>1</c:v>
                </c:pt>
                <c:pt idx="15454">
                  <c:v>1</c:v>
                </c:pt>
                <c:pt idx="15455">
                  <c:v>1</c:v>
                </c:pt>
                <c:pt idx="15456">
                  <c:v>1</c:v>
                </c:pt>
                <c:pt idx="15457">
                  <c:v>1</c:v>
                </c:pt>
                <c:pt idx="15458">
                  <c:v>1</c:v>
                </c:pt>
                <c:pt idx="15459">
                  <c:v>1</c:v>
                </c:pt>
                <c:pt idx="15460">
                  <c:v>1</c:v>
                </c:pt>
                <c:pt idx="15461">
                  <c:v>1</c:v>
                </c:pt>
                <c:pt idx="15462">
                  <c:v>1</c:v>
                </c:pt>
                <c:pt idx="15463">
                  <c:v>1</c:v>
                </c:pt>
                <c:pt idx="15464">
                  <c:v>1</c:v>
                </c:pt>
                <c:pt idx="15465">
                  <c:v>1</c:v>
                </c:pt>
                <c:pt idx="15466">
                  <c:v>1</c:v>
                </c:pt>
                <c:pt idx="15467">
                  <c:v>1</c:v>
                </c:pt>
                <c:pt idx="15468">
                  <c:v>1</c:v>
                </c:pt>
                <c:pt idx="15469">
                  <c:v>1</c:v>
                </c:pt>
                <c:pt idx="15470">
                  <c:v>1</c:v>
                </c:pt>
                <c:pt idx="15471">
                  <c:v>1</c:v>
                </c:pt>
                <c:pt idx="15472">
                  <c:v>1</c:v>
                </c:pt>
                <c:pt idx="15473">
                  <c:v>1</c:v>
                </c:pt>
                <c:pt idx="15474">
                  <c:v>1</c:v>
                </c:pt>
                <c:pt idx="15475">
                  <c:v>1</c:v>
                </c:pt>
                <c:pt idx="15476">
                  <c:v>1</c:v>
                </c:pt>
                <c:pt idx="15477">
                  <c:v>1</c:v>
                </c:pt>
                <c:pt idx="15478">
                  <c:v>1</c:v>
                </c:pt>
                <c:pt idx="15479">
                  <c:v>1</c:v>
                </c:pt>
                <c:pt idx="15480">
                  <c:v>1</c:v>
                </c:pt>
                <c:pt idx="15481">
                  <c:v>1</c:v>
                </c:pt>
                <c:pt idx="15482">
                  <c:v>1</c:v>
                </c:pt>
                <c:pt idx="15483">
                  <c:v>1</c:v>
                </c:pt>
                <c:pt idx="15484">
                  <c:v>1</c:v>
                </c:pt>
                <c:pt idx="15485">
                  <c:v>1</c:v>
                </c:pt>
                <c:pt idx="15486">
                  <c:v>1</c:v>
                </c:pt>
                <c:pt idx="15487">
                  <c:v>1</c:v>
                </c:pt>
                <c:pt idx="15488">
                  <c:v>1</c:v>
                </c:pt>
                <c:pt idx="15489">
                  <c:v>1</c:v>
                </c:pt>
                <c:pt idx="15490">
                  <c:v>1</c:v>
                </c:pt>
                <c:pt idx="15491">
                  <c:v>1</c:v>
                </c:pt>
                <c:pt idx="15492">
                  <c:v>1</c:v>
                </c:pt>
                <c:pt idx="15493">
                  <c:v>1</c:v>
                </c:pt>
                <c:pt idx="15494">
                  <c:v>1</c:v>
                </c:pt>
                <c:pt idx="15495">
                  <c:v>1</c:v>
                </c:pt>
                <c:pt idx="15496">
                  <c:v>1</c:v>
                </c:pt>
                <c:pt idx="15497">
                  <c:v>1</c:v>
                </c:pt>
                <c:pt idx="15498">
                  <c:v>1</c:v>
                </c:pt>
                <c:pt idx="15499">
                  <c:v>1</c:v>
                </c:pt>
                <c:pt idx="15500">
                  <c:v>1</c:v>
                </c:pt>
                <c:pt idx="15501">
                  <c:v>1</c:v>
                </c:pt>
                <c:pt idx="15502">
                  <c:v>1</c:v>
                </c:pt>
                <c:pt idx="15503">
                  <c:v>1</c:v>
                </c:pt>
                <c:pt idx="15504">
                  <c:v>1</c:v>
                </c:pt>
                <c:pt idx="15505">
                  <c:v>1</c:v>
                </c:pt>
                <c:pt idx="15506">
                  <c:v>1</c:v>
                </c:pt>
                <c:pt idx="15507">
                  <c:v>1</c:v>
                </c:pt>
                <c:pt idx="15508">
                  <c:v>1</c:v>
                </c:pt>
                <c:pt idx="15509">
                  <c:v>1</c:v>
                </c:pt>
                <c:pt idx="15510">
                  <c:v>1</c:v>
                </c:pt>
                <c:pt idx="15511">
                  <c:v>1</c:v>
                </c:pt>
                <c:pt idx="15512">
                  <c:v>1</c:v>
                </c:pt>
                <c:pt idx="15513">
                  <c:v>1</c:v>
                </c:pt>
                <c:pt idx="15514">
                  <c:v>1</c:v>
                </c:pt>
                <c:pt idx="15515">
                  <c:v>1</c:v>
                </c:pt>
                <c:pt idx="15516">
                  <c:v>1</c:v>
                </c:pt>
                <c:pt idx="15517">
                  <c:v>1</c:v>
                </c:pt>
                <c:pt idx="15518">
                  <c:v>1</c:v>
                </c:pt>
                <c:pt idx="15519">
                  <c:v>1</c:v>
                </c:pt>
                <c:pt idx="15520">
                  <c:v>1</c:v>
                </c:pt>
                <c:pt idx="15521">
                  <c:v>1</c:v>
                </c:pt>
                <c:pt idx="15522">
                  <c:v>1</c:v>
                </c:pt>
                <c:pt idx="15523">
                  <c:v>1</c:v>
                </c:pt>
                <c:pt idx="15524">
                  <c:v>1</c:v>
                </c:pt>
                <c:pt idx="15525">
                  <c:v>1</c:v>
                </c:pt>
                <c:pt idx="15526">
                  <c:v>1</c:v>
                </c:pt>
                <c:pt idx="15527">
                  <c:v>1</c:v>
                </c:pt>
                <c:pt idx="15528">
                  <c:v>1</c:v>
                </c:pt>
                <c:pt idx="15529">
                  <c:v>1</c:v>
                </c:pt>
                <c:pt idx="15530">
                  <c:v>1</c:v>
                </c:pt>
                <c:pt idx="15531">
                  <c:v>1</c:v>
                </c:pt>
                <c:pt idx="15532">
                  <c:v>1</c:v>
                </c:pt>
                <c:pt idx="15533">
                  <c:v>1</c:v>
                </c:pt>
                <c:pt idx="15534">
                  <c:v>1</c:v>
                </c:pt>
                <c:pt idx="15535">
                  <c:v>1</c:v>
                </c:pt>
                <c:pt idx="15536">
                  <c:v>1</c:v>
                </c:pt>
                <c:pt idx="15537">
                  <c:v>1</c:v>
                </c:pt>
                <c:pt idx="15538">
                  <c:v>1</c:v>
                </c:pt>
                <c:pt idx="15539">
                  <c:v>1</c:v>
                </c:pt>
                <c:pt idx="15540">
                  <c:v>1</c:v>
                </c:pt>
                <c:pt idx="15541">
                  <c:v>1</c:v>
                </c:pt>
                <c:pt idx="15542">
                  <c:v>1</c:v>
                </c:pt>
                <c:pt idx="15543">
                  <c:v>1</c:v>
                </c:pt>
                <c:pt idx="15544">
                  <c:v>1</c:v>
                </c:pt>
                <c:pt idx="15545">
                  <c:v>1</c:v>
                </c:pt>
                <c:pt idx="15546">
                  <c:v>1</c:v>
                </c:pt>
                <c:pt idx="15547">
                  <c:v>1</c:v>
                </c:pt>
                <c:pt idx="15548">
                  <c:v>1</c:v>
                </c:pt>
                <c:pt idx="15549">
                  <c:v>1</c:v>
                </c:pt>
                <c:pt idx="15550">
                  <c:v>1</c:v>
                </c:pt>
                <c:pt idx="15551">
                  <c:v>1</c:v>
                </c:pt>
                <c:pt idx="15552">
                  <c:v>1</c:v>
                </c:pt>
                <c:pt idx="15553">
                  <c:v>1</c:v>
                </c:pt>
                <c:pt idx="15554">
                  <c:v>1</c:v>
                </c:pt>
                <c:pt idx="15555">
                  <c:v>1</c:v>
                </c:pt>
                <c:pt idx="15556">
                  <c:v>1</c:v>
                </c:pt>
                <c:pt idx="15557">
                  <c:v>1</c:v>
                </c:pt>
                <c:pt idx="15558">
                  <c:v>1</c:v>
                </c:pt>
                <c:pt idx="15559">
                  <c:v>1</c:v>
                </c:pt>
                <c:pt idx="15560">
                  <c:v>1</c:v>
                </c:pt>
                <c:pt idx="15561">
                  <c:v>1</c:v>
                </c:pt>
                <c:pt idx="15562">
                  <c:v>1</c:v>
                </c:pt>
                <c:pt idx="15563">
                  <c:v>1</c:v>
                </c:pt>
                <c:pt idx="15564">
                  <c:v>1</c:v>
                </c:pt>
                <c:pt idx="15565">
                  <c:v>1</c:v>
                </c:pt>
                <c:pt idx="15566">
                  <c:v>1</c:v>
                </c:pt>
                <c:pt idx="15567">
                  <c:v>1</c:v>
                </c:pt>
                <c:pt idx="15568">
                  <c:v>1</c:v>
                </c:pt>
                <c:pt idx="15569">
                  <c:v>1</c:v>
                </c:pt>
                <c:pt idx="15570">
                  <c:v>1</c:v>
                </c:pt>
                <c:pt idx="15571">
                  <c:v>1</c:v>
                </c:pt>
                <c:pt idx="15572">
                  <c:v>1</c:v>
                </c:pt>
                <c:pt idx="15573">
                  <c:v>1</c:v>
                </c:pt>
                <c:pt idx="15574">
                  <c:v>1</c:v>
                </c:pt>
                <c:pt idx="15575">
                  <c:v>1</c:v>
                </c:pt>
                <c:pt idx="15576">
                  <c:v>1</c:v>
                </c:pt>
                <c:pt idx="15577">
                  <c:v>1</c:v>
                </c:pt>
                <c:pt idx="15578">
                  <c:v>1</c:v>
                </c:pt>
                <c:pt idx="15579">
                  <c:v>1</c:v>
                </c:pt>
                <c:pt idx="15580">
                  <c:v>1</c:v>
                </c:pt>
                <c:pt idx="15581">
                  <c:v>1</c:v>
                </c:pt>
                <c:pt idx="15582">
                  <c:v>1</c:v>
                </c:pt>
                <c:pt idx="15583">
                  <c:v>1</c:v>
                </c:pt>
                <c:pt idx="15584">
                  <c:v>1</c:v>
                </c:pt>
                <c:pt idx="15585">
                  <c:v>1</c:v>
                </c:pt>
                <c:pt idx="15586">
                  <c:v>1</c:v>
                </c:pt>
                <c:pt idx="15587">
                  <c:v>1</c:v>
                </c:pt>
                <c:pt idx="15588">
                  <c:v>1</c:v>
                </c:pt>
                <c:pt idx="15589">
                  <c:v>1</c:v>
                </c:pt>
                <c:pt idx="15590">
                  <c:v>1</c:v>
                </c:pt>
                <c:pt idx="15591">
                  <c:v>1</c:v>
                </c:pt>
                <c:pt idx="15592">
                  <c:v>1</c:v>
                </c:pt>
                <c:pt idx="15593">
                  <c:v>1</c:v>
                </c:pt>
                <c:pt idx="15594">
                  <c:v>1</c:v>
                </c:pt>
                <c:pt idx="15595">
                  <c:v>1</c:v>
                </c:pt>
                <c:pt idx="15596">
                  <c:v>1</c:v>
                </c:pt>
                <c:pt idx="15597">
                  <c:v>1</c:v>
                </c:pt>
                <c:pt idx="15598">
                  <c:v>1</c:v>
                </c:pt>
                <c:pt idx="15599">
                  <c:v>1</c:v>
                </c:pt>
                <c:pt idx="15600">
                  <c:v>1</c:v>
                </c:pt>
                <c:pt idx="15601">
                  <c:v>1</c:v>
                </c:pt>
                <c:pt idx="15602">
                  <c:v>1</c:v>
                </c:pt>
                <c:pt idx="15603">
                  <c:v>1</c:v>
                </c:pt>
                <c:pt idx="15604">
                  <c:v>1</c:v>
                </c:pt>
                <c:pt idx="15605">
                  <c:v>1</c:v>
                </c:pt>
                <c:pt idx="15606">
                  <c:v>1</c:v>
                </c:pt>
                <c:pt idx="15607">
                  <c:v>1</c:v>
                </c:pt>
                <c:pt idx="15608">
                  <c:v>1</c:v>
                </c:pt>
                <c:pt idx="15609">
                  <c:v>1</c:v>
                </c:pt>
                <c:pt idx="15610">
                  <c:v>1</c:v>
                </c:pt>
                <c:pt idx="15611">
                  <c:v>1</c:v>
                </c:pt>
                <c:pt idx="15612">
                  <c:v>1</c:v>
                </c:pt>
                <c:pt idx="15613">
                  <c:v>1</c:v>
                </c:pt>
                <c:pt idx="15614">
                  <c:v>1</c:v>
                </c:pt>
                <c:pt idx="15615">
                  <c:v>1</c:v>
                </c:pt>
                <c:pt idx="15616">
                  <c:v>1</c:v>
                </c:pt>
                <c:pt idx="15617">
                  <c:v>1</c:v>
                </c:pt>
                <c:pt idx="15618">
                  <c:v>1</c:v>
                </c:pt>
                <c:pt idx="15619">
                  <c:v>1</c:v>
                </c:pt>
                <c:pt idx="15620">
                  <c:v>1</c:v>
                </c:pt>
                <c:pt idx="15621">
                  <c:v>1</c:v>
                </c:pt>
                <c:pt idx="15622">
                  <c:v>1</c:v>
                </c:pt>
                <c:pt idx="15623">
                  <c:v>1</c:v>
                </c:pt>
                <c:pt idx="15624">
                  <c:v>1</c:v>
                </c:pt>
                <c:pt idx="15625">
                  <c:v>1</c:v>
                </c:pt>
                <c:pt idx="15626">
                  <c:v>1</c:v>
                </c:pt>
                <c:pt idx="15627">
                  <c:v>1</c:v>
                </c:pt>
                <c:pt idx="15628">
                  <c:v>1</c:v>
                </c:pt>
                <c:pt idx="15629">
                  <c:v>1</c:v>
                </c:pt>
                <c:pt idx="15630">
                  <c:v>1</c:v>
                </c:pt>
                <c:pt idx="15631">
                  <c:v>1</c:v>
                </c:pt>
                <c:pt idx="15632">
                  <c:v>1</c:v>
                </c:pt>
                <c:pt idx="15633">
                  <c:v>1</c:v>
                </c:pt>
                <c:pt idx="15634">
                  <c:v>1</c:v>
                </c:pt>
                <c:pt idx="15635">
                  <c:v>1</c:v>
                </c:pt>
                <c:pt idx="15636">
                  <c:v>1</c:v>
                </c:pt>
                <c:pt idx="15637">
                  <c:v>1</c:v>
                </c:pt>
                <c:pt idx="15638">
                  <c:v>1</c:v>
                </c:pt>
                <c:pt idx="15639">
                  <c:v>1</c:v>
                </c:pt>
                <c:pt idx="15640">
                  <c:v>1</c:v>
                </c:pt>
                <c:pt idx="15641">
                  <c:v>1</c:v>
                </c:pt>
                <c:pt idx="15642">
                  <c:v>1</c:v>
                </c:pt>
                <c:pt idx="15643">
                  <c:v>1</c:v>
                </c:pt>
                <c:pt idx="15644">
                  <c:v>1</c:v>
                </c:pt>
                <c:pt idx="15645">
                  <c:v>1</c:v>
                </c:pt>
                <c:pt idx="15646">
                  <c:v>1</c:v>
                </c:pt>
                <c:pt idx="15647">
                  <c:v>1</c:v>
                </c:pt>
                <c:pt idx="15648">
                  <c:v>1</c:v>
                </c:pt>
                <c:pt idx="15649">
                  <c:v>1</c:v>
                </c:pt>
                <c:pt idx="15650">
                  <c:v>1</c:v>
                </c:pt>
                <c:pt idx="15651">
                  <c:v>1</c:v>
                </c:pt>
                <c:pt idx="15652">
                  <c:v>1</c:v>
                </c:pt>
                <c:pt idx="15653">
                  <c:v>1</c:v>
                </c:pt>
                <c:pt idx="15654">
                  <c:v>1</c:v>
                </c:pt>
                <c:pt idx="15655">
                  <c:v>1</c:v>
                </c:pt>
                <c:pt idx="15656">
                  <c:v>1</c:v>
                </c:pt>
                <c:pt idx="15657">
                  <c:v>1</c:v>
                </c:pt>
                <c:pt idx="15658">
                  <c:v>1</c:v>
                </c:pt>
                <c:pt idx="15659">
                  <c:v>1</c:v>
                </c:pt>
                <c:pt idx="15660">
                  <c:v>1</c:v>
                </c:pt>
                <c:pt idx="15661">
                  <c:v>1</c:v>
                </c:pt>
                <c:pt idx="15662">
                  <c:v>1</c:v>
                </c:pt>
                <c:pt idx="15663">
                  <c:v>1</c:v>
                </c:pt>
                <c:pt idx="15664">
                  <c:v>1</c:v>
                </c:pt>
                <c:pt idx="15665">
                  <c:v>1</c:v>
                </c:pt>
                <c:pt idx="15666">
                  <c:v>1</c:v>
                </c:pt>
                <c:pt idx="15667">
                  <c:v>1</c:v>
                </c:pt>
                <c:pt idx="15668">
                  <c:v>1</c:v>
                </c:pt>
                <c:pt idx="15669">
                  <c:v>1</c:v>
                </c:pt>
                <c:pt idx="15670">
                  <c:v>1</c:v>
                </c:pt>
                <c:pt idx="15671">
                  <c:v>1</c:v>
                </c:pt>
                <c:pt idx="15672">
                  <c:v>1</c:v>
                </c:pt>
                <c:pt idx="15673">
                  <c:v>1</c:v>
                </c:pt>
                <c:pt idx="15674">
                  <c:v>1</c:v>
                </c:pt>
                <c:pt idx="15675">
                  <c:v>1</c:v>
                </c:pt>
                <c:pt idx="15676">
                  <c:v>1</c:v>
                </c:pt>
                <c:pt idx="15677">
                  <c:v>1</c:v>
                </c:pt>
                <c:pt idx="15678">
                  <c:v>1</c:v>
                </c:pt>
                <c:pt idx="15679">
                  <c:v>1</c:v>
                </c:pt>
                <c:pt idx="15680">
                  <c:v>1</c:v>
                </c:pt>
                <c:pt idx="15681">
                  <c:v>1</c:v>
                </c:pt>
                <c:pt idx="15682">
                  <c:v>1</c:v>
                </c:pt>
                <c:pt idx="15683">
                  <c:v>1</c:v>
                </c:pt>
                <c:pt idx="15684">
                  <c:v>1</c:v>
                </c:pt>
                <c:pt idx="15685">
                  <c:v>1</c:v>
                </c:pt>
                <c:pt idx="15686">
                  <c:v>1</c:v>
                </c:pt>
                <c:pt idx="15687">
                  <c:v>1</c:v>
                </c:pt>
                <c:pt idx="15688">
                  <c:v>1</c:v>
                </c:pt>
                <c:pt idx="15689">
                  <c:v>1</c:v>
                </c:pt>
                <c:pt idx="15690">
                  <c:v>1</c:v>
                </c:pt>
                <c:pt idx="15691">
                  <c:v>1</c:v>
                </c:pt>
                <c:pt idx="15692">
                  <c:v>1</c:v>
                </c:pt>
                <c:pt idx="15693">
                  <c:v>1</c:v>
                </c:pt>
                <c:pt idx="15694">
                  <c:v>1</c:v>
                </c:pt>
                <c:pt idx="15695">
                  <c:v>1</c:v>
                </c:pt>
                <c:pt idx="15696">
                  <c:v>1</c:v>
                </c:pt>
                <c:pt idx="15697">
                  <c:v>1</c:v>
                </c:pt>
                <c:pt idx="15698">
                  <c:v>1</c:v>
                </c:pt>
                <c:pt idx="15699">
                  <c:v>1</c:v>
                </c:pt>
                <c:pt idx="15700">
                  <c:v>1</c:v>
                </c:pt>
                <c:pt idx="15701">
                  <c:v>1</c:v>
                </c:pt>
                <c:pt idx="15702">
                  <c:v>1</c:v>
                </c:pt>
                <c:pt idx="15703">
                  <c:v>1</c:v>
                </c:pt>
                <c:pt idx="15704">
                  <c:v>1</c:v>
                </c:pt>
                <c:pt idx="15705">
                  <c:v>1</c:v>
                </c:pt>
                <c:pt idx="15706">
                  <c:v>1</c:v>
                </c:pt>
                <c:pt idx="15707">
                  <c:v>1</c:v>
                </c:pt>
                <c:pt idx="15708">
                  <c:v>1</c:v>
                </c:pt>
                <c:pt idx="15709">
                  <c:v>1</c:v>
                </c:pt>
                <c:pt idx="15710">
                  <c:v>1</c:v>
                </c:pt>
                <c:pt idx="15711">
                  <c:v>1</c:v>
                </c:pt>
                <c:pt idx="15712">
                  <c:v>1</c:v>
                </c:pt>
                <c:pt idx="15713">
                  <c:v>1</c:v>
                </c:pt>
                <c:pt idx="15714">
                  <c:v>1</c:v>
                </c:pt>
                <c:pt idx="15715">
                  <c:v>1</c:v>
                </c:pt>
                <c:pt idx="15716">
                  <c:v>1</c:v>
                </c:pt>
                <c:pt idx="15717">
                  <c:v>1</c:v>
                </c:pt>
                <c:pt idx="15718">
                  <c:v>1</c:v>
                </c:pt>
                <c:pt idx="15719">
                  <c:v>1</c:v>
                </c:pt>
                <c:pt idx="15720">
                  <c:v>1</c:v>
                </c:pt>
                <c:pt idx="15721">
                  <c:v>1</c:v>
                </c:pt>
                <c:pt idx="15722">
                  <c:v>1</c:v>
                </c:pt>
                <c:pt idx="15723">
                  <c:v>1</c:v>
                </c:pt>
                <c:pt idx="15724">
                  <c:v>1</c:v>
                </c:pt>
                <c:pt idx="15725">
                  <c:v>1</c:v>
                </c:pt>
                <c:pt idx="15726">
                  <c:v>1</c:v>
                </c:pt>
                <c:pt idx="15727">
                  <c:v>1</c:v>
                </c:pt>
                <c:pt idx="15728">
                  <c:v>1</c:v>
                </c:pt>
                <c:pt idx="15729">
                  <c:v>1</c:v>
                </c:pt>
                <c:pt idx="15730">
                  <c:v>1</c:v>
                </c:pt>
                <c:pt idx="15731">
                  <c:v>1</c:v>
                </c:pt>
                <c:pt idx="15732">
                  <c:v>1</c:v>
                </c:pt>
                <c:pt idx="15733">
                  <c:v>1</c:v>
                </c:pt>
                <c:pt idx="15734">
                  <c:v>1</c:v>
                </c:pt>
                <c:pt idx="15735">
                  <c:v>1</c:v>
                </c:pt>
                <c:pt idx="15736">
                  <c:v>1</c:v>
                </c:pt>
                <c:pt idx="15737">
                  <c:v>1</c:v>
                </c:pt>
                <c:pt idx="15738">
                  <c:v>1</c:v>
                </c:pt>
                <c:pt idx="15739">
                  <c:v>1</c:v>
                </c:pt>
                <c:pt idx="15740">
                  <c:v>1</c:v>
                </c:pt>
                <c:pt idx="15741">
                  <c:v>1</c:v>
                </c:pt>
                <c:pt idx="15742">
                  <c:v>1</c:v>
                </c:pt>
                <c:pt idx="15743">
                  <c:v>1</c:v>
                </c:pt>
                <c:pt idx="15744">
                  <c:v>1</c:v>
                </c:pt>
                <c:pt idx="15745">
                  <c:v>1</c:v>
                </c:pt>
                <c:pt idx="15746">
                  <c:v>1</c:v>
                </c:pt>
                <c:pt idx="15747">
                  <c:v>1</c:v>
                </c:pt>
                <c:pt idx="15748">
                  <c:v>1</c:v>
                </c:pt>
                <c:pt idx="15749">
                  <c:v>1</c:v>
                </c:pt>
                <c:pt idx="15750">
                  <c:v>1</c:v>
                </c:pt>
                <c:pt idx="15751">
                  <c:v>1</c:v>
                </c:pt>
                <c:pt idx="15752">
                  <c:v>1</c:v>
                </c:pt>
                <c:pt idx="15753">
                  <c:v>1</c:v>
                </c:pt>
                <c:pt idx="15754">
                  <c:v>1</c:v>
                </c:pt>
                <c:pt idx="15755">
                  <c:v>1</c:v>
                </c:pt>
                <c:pt idx="15756">
                  <c:v>1</c:v>
                </c:pt>
                <c:pt idx="15757">
                  <c:v>1</c:v>
                </c:pt>
                <c:pt idx="15758">
                  <c:v>1</c:v>
                </c:pt>
                <c:pt idx="15759">
                  <c:v>1</c:v>
                </c:pt>
                <c:pt idx="15760">
                  <c:v>1</c:v>
                </c:pt>
                <c:pt idx="15761">
                  <c:v>1</c:v>
                </c:pt>
                <c:pt idx="15762">
                  <c:v>1</c:v>
                </c:pt>
                <c:pt idx="15763">
                  <c:v>1</c:v>
                </c:pt>
                <c:pt idx="15764">
                  <c:v>1</c:v>
                </c:pt>
                <c:pt idx="15765">
                  <c:v>1</c:v>
                </c:pt>
                <c:pt idx="15766">
                  <c:v>1</c:v>
                </c:pt>
                <c:pt idx="15767">
                  <c:v>1</c:v>
                </c:pt>
                <c:pt idx="15768">
                  <c:v>1</c:v>
                </c:pt>
                <c:pt idx="15769">
                  <c:v>1</c:v>
                </c:pt>
                <c:pt idx="15770">
                  <c:v>1</c:v>
                </c:pt>
                <c:pt idx="15771">
                  <c:v>1</c:v>
                </c:pt>
                <c:pt idx="15772">
                  <c:v>1</c:v>
                </c:pt>
                <c:pt idx="15773">
                  <c:v>1</c:v>
                </c:pt>
                <c:pt idx="15774">
                  <c:v>1</c:v>
                </c:pt>
                <c:pt idx="15775">
                  <c:v>1</c:v>
                </c:pt>
                <c:pt idx="15776">
                  <c:v>1</c:v>
                </c:pt>
                <c:pt idx="15777">
                  <c:v>1</c:v>
                </c:pt>
                <c:pt idx="15778">
                  <c:v>1</c:v>
                </c:pt>
                <c:pt idx="15779">
                  <c:v>1</c:v>
                </c:pt>
                <c:pt idx="15780">
                  <c:v>1</c:v>
                </c:pt>
                <c:pt idx="15781">
                  <c:v>1</c:v>
                </c:pt>
                <c:pt idx="15782">
                  <c:v>1</c:v>
                </c:pt>
                <c:pt idx="15783">
                  <c:v>1</c:v>
                </c:pt>
                <c:pt idx="15784">
                  <c:v>1</c:v>
                </c:pt>
                <c:pt idx="15785">
                  <c:v>1</c:v>
                </c:pt>
                <c:pt idx="15786">
                  <c:v>1</c:v>
                </c:pt>
                <c:pt idx="15787">
                  <c:v>1</c:v>
                </c:pt>
                <c:pt idx="15788">
                  <c:v>1</c:v>
                </c:pt>
                <c:pt idx="15789">
                  <c:v>1</c:v>
                </c:pt>
                <c:pt idx="15790">
                  <c:v>1</c:v>
                </c:pt>
                <c:pt idx="15791">
                  <c:v>1</c:v>
                </c:pt>
                <c:pt idx="15792">
                  <c:v>1</c:v>
                </c:pt>
                <c:pt idx="15793">
                  <c:v>1</c:v>
                </c:pt>
                <c:pt idx="15794">
                  <c:v>1</c:v>
                </c:pt>
                <c:pt idx="15795">
                  <c:v>1</c:v>
                </c:pt>
                <c:pt idx="15796">
                  <c:v>1</c:v>
                </c:pt>
                <c:pt idx="15797">
                  <c:v>1</c:v>
                </c:pt>
                <c:pt idx="15798">
                  <c:v>1</c:v>
                </c:pt>
                <c:pt idx="15799">
                  <c:v>1</c:v>
                </c:pt>
                <c:pt idx="15800">
                  <c:v>1</c:v>
                </c:pt>
                <c:pt idx="15801">
                  <c:v>1</c:v>
                </c:pt>
                <c:pt idx="15802">
                  <c:v>1</c:v>
                </c:pt>
                <c:pt idx="15803">
                  <c:v>1</c:v>
                </c:pt>
                <c:pt idx="15804">
                  <c:v>1</c:v>
                </c:pt>
                <c:pt idx="15805">
                  <c:v>1</c:v>
                </c:pt>
                <c:pt idx="15806">
                  <c:v>1</c:v>
                </c:pt>
                <c:pt idx="15807">
                  <c:v>1</c:v>
                </c:pt>
                <c:pt idx="15808">
                  <c:v>1</c:v>
                </c:pt>
                <c:pt idx="15809">
                  <c:v>1</c:v>
                </c:pt>
                <c:pt idx="15810">
                  <c:v>1</c:v>
                </c:pt>
                <c:pt idx="15811">
                  <c:v>1</c:v>
                </c:pt>
                <c:pt idx="15812">
                  <c:v>1</c:v>
                </c:pt>
                <c:pt idx="15813">
                  <c:v>1</c:v>
                </c:pt>
                <c:pt idx="15814">
                  <c:v>1</c:v>
                </c:pt>
                <c:pt idx="15815">
                  <c:v>1</c:v>
                </c:pt>
                <c:pt idx="15816">
                  <c:v>1</c:v>
                </c:pt>
                <c:pt idx="15817">
                  <c:v>1</c:v>
                </c:pt>
                <c:pt idx="15818">
                  <c:v>1</c:v>
                </c:pt>
                <c:pt idx="15819">
                  <c:v>1</c:v>
                </c:pt>
                <c:pt idx="15820">
                  <c:v>1</c:v>
                </c:pt>
                <c:pt idx="15821">
                  <c:v>1</c:v>
                </c:pt>
                <c:pt idx="15822">
                  <c:v>1</c:v>
                </c:pt>
                <c:pt idx="15823">
                  <c:v>1</c:v>
                </c:pt>
                <c:pt idx="15824">
                  <c:v>1</c:v>
                </c:pt>
                <c:pt idx="15825">
                  <c:v>1</c:v>
                </c:pt>
                <c:pt idx="15826">
                  <c:v>1</c:v>
                </c:pt>
                <c:pt idx="15827">
                  <c:v>1</c:v>
                </c:pt>
                <c:pt idx="15828">
                  <c:v>1</c:v>
                </c:pt>
                <c:pt idx="15829">
                  <c:v>1</c:v>
                </c:pt>
                <c:pt idx="15830">
                  <c:v>1</c:v>
                </c:pt>
                <c:pt idx="15831">
                  <c:v>1</c:v>
                </c:pt>
                <c:pt idx="15832">
                  <c:v>1</c:v>
                </c:pt>
                <c:pt idx="15833">
                  <c:v>1</c:v>
                </c:pt>
                <c:pt idx="15834">
                  <c:v>1</c:v>
                </c:pt>
                <c:pt idx="15835">
                  <c:v>1</c:v>
                </c:pt>
                <c:pt idx="15836">
                  <c:v>1</c:v>
                </c:pt>
                <c:pt idx="15837">
                  <c:v>1</c:v>
                </c:pt>
                <c:pt idx="15838">
                  <c:v>1</c:v>
                </c:pt>
                <c:pt idx="15839">
                  <c:v>1</c:v>
                </c:pt>
                <c:pt idx="15840">
                  <c:v>1</c:v>
                </c:pt>
                <c:pt idx="15841">
                  <c:v>1</c:v>
                </c:pt>
                <c:pt idx="15842">
                  <c:v>1</c:v>
                </c:pt>
                <c:pt idx="15843">
                  <c:v>1</c:v>
                </c:pt>
                <c:pt idx="15844">
                  <c:v>1</c:v>
                </c:pt>
                <c:pt idx="15845">
                  <c:v>1</c:v>
                </c:pt>
                <c:pt idx="15846">
                  <c:v>1</c:v>
                </c:pt>
                <c:pt idx="15847">
                  <c:v>1</c:v>
                </c:pt>
                <c:pt idx="15848">
                  <c:v>1</c:v>
                </c:pt>
                <c:pt idx="15849">
                  <c:v>1</c:v>
                </c:pt>
                <c:pt idx="15850">
                  <c:v>1</c:v>
                </c:pt>
                <c:pt idx="15851">
                  <c:v>1</c:v>
                </c:pt>
                <c:pt idx="15852">
                  <c:v>1</c:v>
                </c:pt>
                <c:pt idx="15853">
                  <c:v>1</c:v>
                </c:pt>
                <c:pt idx="15854">
                  <c:v>1</c:v>
                </c:pt>
                <c:pt idx="15855">
                  <c:v>1</c:v>
                </c:pt>
                <c:pt idx="15856">
                  <c:v>1</c:v>
                </c:pt>
                <c:pt idx="15857">
                  <c:v>1</c:v>
                </c:pt>
                <c:pt idx="15858">
                  <c:v>1</c:v>
                </c:pt>
                <c:pt idx="15859">
                  <c:v>1</c:v>
                </c:pt>
                <c:pt idx="15860">
                  <c:v>1</c:v>
                </c:pt>
                <c:pt idx="15861">
                  <c:v>1</c:v>
                </c:pt>
                <c:pt idx="15862">
                  <c:v>1</c:v>
                </c:pt>
                <c:pt idx="15863">
                  <c:v>1</c:v>
                </c:pt>
                <c:pt idx="15864">
                  <c:v>1</c:v>
                </c:pt>
                <c:pt idx="15865">
                  <c:v>1</c:v>
                </c:pt>
                <c:pt idx="15866">
                  <c:v>1</c:v>
                </c:pt>
                <c:pt idx="15867">
                  <c:v>1</c:v>
                </c:pt>
                <c:pt idx="15868">
                  <c:v>1</c:v>
                </c:pt>
                <c:pt idx="15869">
                  <c:v>1</c:v>
                </c:pt>
                <c:pt idx="15870">
                  <c:v>1</c:v>
                </c:pt>
                <c:pt idx="15871">
                  <c:v>1</c:v>
                </c:pt>
                <c:pt idx="15872">
                  <c:v>1</c:v>
                </c:pt>
                <c:pt idx="15873">
                  <c:v>1</c:v>
                </c:pt>
                <c:pt idx="15874">
                  <c:v>1</c:v>
                </c:pt>
                <c:pt idx="15875">
                  <c:v>1</c:v>
                </c:pt>
                <c:pt idx="15876">
                  <c:v>1</c:v>
                </c:pt>
                <c:pt idx="15877">
                  <c:v>1</c:v>
                </c:pt>
                <c:pt idx="15878">
                  <c:v>1</c:v>
                </c:pt>
                <c:pt idx="15879">
                  <c:v>1</c:v>
                </c:pt>
                <c:pt idx="15880">
                  <c:v>1</c:v>
                </c:pt>
                <c:pt idx="15881">
                  <c:v>1</c:v>
                </c:pt>
                <c:pt idx="15882">
                  <c:v>1</c:v>
                </c:pt>
                <c:pt idx="15883">
                  <c:v>1</c:v>
                </c:pt>
                <c:pt idx="15884">
                  <c:v>1</c:v>
                </c:pt>
                <c:pt idx="15885">
                  <c:v>1</c:v>
                </c:pt>
                <c:pt idx="15886">
                  <c:v>1</c:v>
                </c:pt>
                <c:pt idx="15887">
                  <c:v>1</c:v>
                </c:pt>
                <c:pt idx="15888">
                  <c:v>1</c:v>
                </c:pt>
                <c:pt idx="15889">
                  <c:v>1</c:v>
                </c:pt>
                <c:pt idx="15890">
                  <c:v>1</c:v>
                </c:pt>
                <c:pt idx="15891">
                  <c:v>1</c:v>
                </c:pt>
                <c:pt idx="15892">
                  <c:v>1</c:v>
                </c:pt>
                <c:pt idx="15893">
                  <c:v>1</c:v>
                </c:pt>
                <c:pt idx="15894">
                  <c:v>1</c:v>
                </c:pt>
                <c:pt idx="15895">
                  <c:v>1</c:v>
                </c:pt>
                <c:pt idx="15896">
                  <c:v>1</c:v>
                </c:pt>
                <c:pt idx="15897">
                  <c:v>1</c:v>
                </c:pt>
                <c:pt idx="15898">
                  <c:v>1</c:v>
                </c:pt>
                <c:pt idx="15899">
                  <c:v>1</c:v>
                </c:pt>
                <c:pt idx="15900">
                  <c:v>1</c:v>
                </c:pt>
                <c:pt idx="15901">
                  <c:v>1</c:v>
                </c:pt>
                <c:pt idx="15902">
                  <c:v>1</c:v>
                </c:pt>
                <c:pt idx="15903">
                  <c:v>1</c:v>
                </c:pt>
                <c:pt idx="15904">
                  <c:v>1</c:v>
                </c:pt>
                <c:pt idx="15905">
                  <c:v>1</c:v>
                </c:pt>
                <c:pt idx="15906">
                  <c:v>1</c:v>
                </c:pt>
                <c:pt idx="15907">
                  <c:v>1</c:v>
                </c:pt>
                <c:pt idx="15908">
                  <c:v>1</c:v>
                </c:pt>
                <c:pt idx="15909">
                  <c:v>1</c:v>
                </c:pt>
                <c:pt idx="15910">
                  <c:v>1</c:v>
                </c:pt>
                <c:pt idx="15911">
                  <c:v>1</c:v>
                </c:pt>
                <c:pt idx="15912">
                  <c:v>1</c:v>
                </c:pt>
                <c:pt idx="15913">
                  <c:v>1</c:v>
                </c:pt>
                <c:pt idx="15914">
                  <c:v>1</c:v>
                </c:pt>
                <c:pt idx="15915">
                  <c:v>1</c:v>
                </c:pt>
                <c:pt idx="15916">
                  <c:v>1</c:v>
                </c:pt>
                <c:pt idx="15917">
                  <c:v>1</c:v>
                </c:pt>
                <c:pt idx="15918">
                  <c:v>1</c:v>
                </c:pt>
                <c:pt idx="15919">
                  <c:v>1</c:v>
                </c:pt>
                <c:pt idx="15920">
                  <c:v>1</c:v>
                </c:pt>
                <c:pt idx="15921">
                  <c:v>1</c:v>
                </c:pt>
                <c:pt idx="15922">
                  <c:v>1</c:v>
                </c:pt>
                <c:pt idx="15923">
                  <c:v>1</c:v>
                </c:pt>
                <c:pt idx="15924">
                  <c:v>1</c:v>
                </c:pt>
                <c:pt idx="15925">
                  <c:v>1</c:v>
                </c:pt>
                <c:pt idx="15926">
                  <c:v>1</c:v>
                </c:pt>
                <c:pt idx="15927">
                  <c:v>1</c:v>
                </c:pt>
                <c:pt idx="15928">
                  <c:v>1</c:v>
                </c:pt>
                <c:pt idx="15929">
                  <c:v>1</c:v>
                </c:pt>
                <c:pt idx="15930">
                  <c:v>1</c:v>
                </c:pt>
                <c:pt idx="15931">
                  <c:v>1</c:v>
                </c:pt>
                <c:pt idx="15932">
                  <c:v>1</c:v>
                </c:pt>
                <c:pt idx="15933">
                  <c:v>1</c:v>
                </c:pt>
                <c:pt idx="15934">
                  <c:v>1</c:v>
                </c:pt>
                <c:pt idx="15935">
                  <c:v>1</c:v>
                </c:pt>
                <c:pt idx="15936">
                  <c:v>1</c:v>
                </c:pt>
                <c:pt idx="15937">
                  <c:v>1</c:v>
                </c:pt>
                <c:pt idx="15938">
                  <c:v>1</c:v>
                </c:pt>
                <c:pt idx="15939">
                  <c:v>1</c:v>
                </c:pt>
                <c:pt idx="15940">
                  <c:v>1</c:v>
                </c:pt>
                <c:pt idx="15941">
                  <c:v>1</c:v>
                </c:pt>
                <c:pt idx="15942">
                  <c:v>1</c:v>
                </c:pt>
                <c:pt idx="15943">
                  <c:v>1</c:v>
                </c:pt>
                <c:pt idx="15944">
                  <c:v>1</c:v>
                </c:pt>
                <c:pt idx="15945">
                  <c:v>1</c:v>
                </c:pt>
                <c:pt idx="15946">
                  <c:v>1</c:v>
                </c:pt>
                <c:pt idx="15947">
                  <c:v>1</c:v>
                </c:pt>
                <c:pt idx="15948">
                  <c:v>1</c:v>
                </c:pt>
                <c:pt idx="15949">
                  <c:v>1</c:v>
                </c:pt>
                <c:pt idx="15950">
                  <c:v>1</c:v>
                </c:pt>
                <c:pt idx="15951">
                  <c:v>1</c:v>
                </c:pt>
                <c:pt idx="15952">
                  <c:v>1</c:v>
                </c:pt>
                <c:pt idx="15953">
                  <c:v>1</c:v>
                </c:pt>
                <c:pt idx="15954">
                  <c:v>1</c:v>
                </c:pt>
                <c:pt idx="15955">
                  <c:v>1</c:v>
                </c:pt>
                <c:pt idx="15956">
                  <c:v>1</c:v>
                </c:pt>
                <c:pt idx="15957">
                  <c:v>1</c:v>
                </c:pt>
                <c:pt idx="15958">
                  <c:v>1</c:v>
                </c:pt>
                <c:pt idx="15959">
                  <c:v>1</c:v>
                </c:pt>
                <c:pt idx="15960">
                  <c:v>1</c:v>
                </c:pt>
                <c:pt idx="15961">
                  <c:v>1</c:v>
                </c:pt>
                <c:pt idx="15962">
                  <c:v>1</c:v>
                </c:pt>
                <c:pt idx="15963">
                  <c:v>1</c:v>
                </c:pt>
                <c:pt idx="15964">
                  <c:v>1</c:v>
                </c:pt>
                <c:pt idx="15965">
                  <c:v>1</c:v>
                </c:pt>
                <c:pt idx="15966">
                  <c:v>1</c:v>
                </c:pt>
                <c:pt idx="15967">
                  <c:v>1</c:v>
                </c:pt>
                <c:pt idx="15968">
                  <c:v>1</c:v>
                </c:pt>
                <c:pt idx="15969">
                  <c:v>1</c:v>
                </c:pt>
                <c:pt idx="15970">
                  <c:v>1</c:v>
                </c:pt>
                <c:pt idx="15971">
                  <c:v>1</c:v>
                </c:pt>
                <c:pt idx="15972">
                  <c:v>1</c:v>
                </c:pt>
                <c:pt idx="15973">
                  <c:v>1</c:v>
                </c:pt>
                <c:pt idx="15974">
                  <c:v>1</c:v>
                </c:pt>
                <c:pt idx="15975">
                  <c:v>1</c:v>
                </c:pt>
                <c:pt idx="15976">
                  <c:v>1</c:v>
                </c:pt>
                <c:pt idx="15977">
                  <c:v>1</c:v>
                </c:pt>
                <c:pt idx="15978">
                  <c:v>1</c:v>
                </c:pt>
                <c:pt idx="15979">
                  <c:v>1</c:v>
                </c:pt>
                <c:pt idx="15980">
                  <c:v>1</c:v>
                </c:pt>
                <c:pt idx="15981">
                  <c:v>1</c:v>
                </c:pt>
                <c:pt idx="15982">
                  <c:v>1</c:v>
                </c:pt>
                <c:pt idx="15983">
                  <c:v>1</c:v>
                </c:pt>
                <c:pt idx="15984">
                  <c:v>1</c:v>
                </c:pt>
                <c:pt idx="15985">
                  <c:v>1</c:v>
                </c:pt>
                <c:pt idx="15986">
                  <c:v>1</c:v>
                </c:pt>
                <c:pt idx="15987">
                  <c:v>1</c:v>
                </c:pt>
                <c:pt idx="15988">
                  <c:v>1</c:v>
                </c:pt>
                <c:pt idx="15989">
                  <c:v>1</c:v>
                </c:pt>
                <c:pt idx="15990">
                  <c:v>1</c:v>
                </c:pt>
                <c:pt idx="15991">
                  <c:v>1</c:v>
                </c:pt>
                <c:pt idx="15992">
                  <c:v>1</c:v>
                </c:pt>
                <c:pt idx="15993">
                  <c:v>1</c:v>
                </c:pt>
                <c:pt idx="15994">
                  <c:v>1</c:v>
                </c:pt>
                <c:pt idx="15995">
                  <c:v>1</c:v>
                </c:pt>
                <c:pt idx="15996">
                  <c:v>1</c:v>
                </c:pt>
                <c:pt idx="15997">
                  <c:v>1</c:v>
                </c:pt>
                <c:pt idx="15998">
                  <c:v>1</c:v>
                </c:pt>
                <c:pt idx="15999">
                  <c:v>1</c:v>
                </c:pt>
                <c:pt idx="16000">
                  <c:v>1</c:v>
                </c:pt>
                <c:pt idx="16001">
                  <c:v>1</c:v>
                </c:pt>
                <c:pt idx="16002">
                  <c:v>1</c:v>
                </c:pt>
                <c:pt idx="16003">
                  <c:v>1</c:v>
                </c:pt>
                <c:pt idx="16004">
                  <c:v>1</c:v>
                </c:pt>
                <c:pt idx="16005">
                  <c:v>1</c:v>
                </c:pt>
                <c:pt idx="16006">
                  <c:v>1</c:v>
                </c:pt>
                <c:pt idx="16007">
                  <c:v>1</c:v>
                </c:pt>
                <c:pt idx="16008">
                  <c:v>1</c:v>
                </c:pt>
                <c:pt idx="16009">
                  <c:v>1</c:v>
                </c:pt>
                <c:pt idx="16010">
                  <c:v>1</c:v>
                </c:pt>
                <c:pt idx="16011">
                  <c:v>1</c:v>
                </c:pt>
                <c:pt idx="16012">
                  <c:v>1</c:v>
                </c:pt>
                <c:pt idx="16013">
                  <c:v>1</c:v>
                </c:pt>
                <c:pt idx="16014">
                  <c:v>1</c:v>
                </c:pt>
                <c:pt idx="16015">
                  <c:v>1</c:v>
                </c:pt>
                <c:pt idx="16016">
                  <c:v>1</c:v>
                </c:pt>
                <c:pt idx="16017">
                  <c:v>1</c:v>
                </c:pt>
                <c:pt idx="16018">
                  <c:v>1</c:v>
                </c:pt>
                <c:pt idx="16019">
                  <c:v>1</c:v>
                </c:pt>
                <c:pt idx="16020">
                  <c:v>1</c:v>
                </c:pt>
                <c:pt idx="16021">
                  <c:v>1</c:v>
                </c:pt>
                <c:pt idx="16022">
                  <c:v>1</c:v>
                </c:pt>
                <c:pt idx="16023">
                  <c:v>1</c:v>
                </c:pt>
                <c:pt idx="16024">
                  <c:v>1</c:v>
                </c:pt>
                <c:pt idx="16025">
                  <c:v>1</c:v>
                </c:pt>
                <c:pt idx="16026">
                  <c:v>1</c:v>
                </c:pt>
                <c:pt idx="16027">
                  <c:v>1</c:v>
                </c:pt>
                <c:pt idx="16028">
                  <c:v>1</c:v>
                </c:pt>
                <c:pt idx="16029">
                  <c:v>1</c:v>
                </c:pt>
                <c:pt idx="16030">
                  <c:v>1</c:v>
                </c:pt>
                <c:pt idx="16031">
                  <c:v>1</c:v>
                </c:pt>
                <c:pt idx="16032">
                  <c:v>1</c:v>
                </c:pt>
                <c:pt idx="16033">
                  <c:v>1</c:v>
                </c:pt>
                <c:pt idx="16034">
                  <c:v>1</c:v>
                </c:pt>
                <c:pt idx="16035">
                  <c:v>1</c:v>
                </c:pt>
                <c:pt idx="16036">
                  <c:v>1</c:v>
                </c:pt>
                <c:pt idx="16037">
                  <c:v>1</c:v>
                </c:pt>
                <c:pt idx="16038">
                  <c:v>1</c:v>
                </c:pt>
                <c:pt idx="16039">
                  <c:v>1</c:v>
                </c:pt>
                <c:pt idx="16040">
                  <c:v>1</c:v>
                </c:pt>
                <c:pt idx="16041">
                  <c:v>1</c:v>
                </c:pt>
                <c:pt idx="16042">
                  <c:v>1</c:v>
                </c:pt>
                <c:pt idx="16043">
                  <c:v>1</c:v>
                </c:pt>
                <c:pt idx="16044">
                  <c:v>1</c:v>
                </c:pt>
                <c:pt idx="16045">
                  <c:v>1</c:v>
                </c:pt>
                <c:pt idx="16046">
                  <c:v>1</c:v>
                </c:pt>
                <c:pt idx="16047">
                  <c:v>1</c:v>
                </c:pt>
                <c:pt idx="16048">
                  <c:v>1</c:v>
                </c:pt>
                <c:pt idx="16049">
                  <c:v>1</c:v>
                </c:pt>
                <c:pt idx="16050">
                  <c:v>1</c:v>
                </c:pt>
                <c:pt idx="16051">
                  <c:v>1</c:v>
                </c:pt>
                <c:pt idx="16052">
                  <c:v>1</c:v>
                </c:pt>
                <c:pt idx="16053">
                  <c:v>1</c:v>
                </c:pt>
                <c:pt idx="16054">
                  <c:v>1</c:v>
                </c:pt>
                <c:pt idx="16055">
                  <c:v>1</c:v>
                </c:pt>
                <c:pt idx="16056">
                  <c:v>1</c:v>
                </c:pt>
                <c:pt idx="16057">
                  <c:v>1</c:v>
                </c:pt>
                <c:pt idx="16058">
                  <c:v>1</c:v>
                </c:pt>
                <c:pt idx="16059">
                  <c:v>1</c:v>
                </c:pt>
                <c:pt idx="16060">
                  <c:v>1</c:v>
                </c:pt>
                <c:pt idx="16061">
                  <c:v>1</c:v>
                </c:pt>
                <c:pt idx="16062">
                  <c:v>1</c:v>
                </c:pt>
                <c:pt idx="16063">
                  <c:v>1</c:v>
                </c:pt>
                <c:pt idx="16064">
                  <c:v>1</c:v>
                </c:pt>
                <c:pt idx="16065">
                  <c:v>1</c:v>
                </c:pt>
                <c:pt idx="16066">
                  <c:v>1</c:v>
                </c:pt>
                <c:pt idx="16067">
                  <c:v>1</c:v>
                </c:pt>
                <c:pt idx="16068">
                  <c:v>1</c:v>
                </c:pt>
                <c:pt idx="16069">
                  <c:v>1</c:v>
                </c:pt>
                <c:pt idx="16070">
                  <c:v>1</c:v>
                </c:pt>
                <c:pt idx="16071">
                  <c:v>1</c:v>
                </c:pt>
                <c:pt idx="16072">
                  <c:v>1</c:v>
                </c:pt>
                <c:pt idx="16073">
                  <c:v>1</c:v>
                </c:pt>
                <c:pt idx="16074">
                  <c:v>1</c:v>
                </c:pt>
                <c:pt idx="16075">
                  <c:v>1</c:v>
                </c:pt>
                <c:pt idx="16076">
                  <c:v>1</c:v>
                </c:pt>
                <c:pt idx="16077">
                  <c:v>1</c:v>
                </c:pt>
                <c:pt idx="16078">
                  <c:v>1</c:v>
                </c:pt>
                <c:pt idx="16079">
                  <c:v>1</c:v>
                </c:pt>
                <c:pt idx="16080">
                  <c:v>1</c:v>
                </c:pt>
                <c:pt idx="16081">
                  <c:v>1</c:v>
                </c:pt>
                <c:pt idx="16082">
                  <c:v>1</c:v>
                </c:pt>
                <c:pt idx="16083">
                  <c:v>1</c:v>
                </c:pt>
                <c:pt idx="16084">
                  <c:v>1</c:v>
                </c:pt>
                <c:pt idx="16085">
                  <c:v>1</c:v>
                </c:pt>
                <c:pt idx="16086">
                  <c:v>1</c:v>
                </c:pt>
                <c:pt idx="16087">
                  <c:v>1</c:v>
                </c:pt>
                <c:pt idx="16088">
                  <c:v>1</c:v>
                </c:pt>
                <c:pt idx="16089">
                  <c:v>1</c:v>
                </c:pt>
                <c:pt idx="16090">
                  <c:v>1</c:v>
                </c:pt>
                <c:pt idx="16091">
                  <c:v>1</c:v>
                </c:pt>
                <c:pt idx="16092">
                  <c:v>1</c:v>
                </c:pt>
                <c:pt idx="16093">
                  <c:v>1</c:v>
                </c:pt>
                <c:pt idx="16094">
                  <c:v>1</c:v>
                </c:pt>
                <c:pt idx="16095">
                  <c:v>1</c:v>
                </c:pt>
                <c:pt idx="16096">
                  <c:v>1</c:v>
                </c:pt>
                <c:pt idx="16097">
                  <c:v>1</c:v>
                </c:pt>
                <c:pt idx="16098">
                  <c:v>1</c:v>
                </c:pt>
                <c:pt idx="16099">
                  <c:v>1</c:v>
                </c:pt>
                <c:pt idx="16100">
                  <c:v>1</c:v>
                </c:pt>
                <c:pt idx="16101">
                  <c:v>1</c:v>
                </c:pt>
                <c:pt idx="16102">
                  <c:v>1</c:v>
                </c:pt>
                <c:pt idx="16103">
                  <c:v>1</c:v>
                </c:pt>
                <c:pt idx="16104">
                  <c:v>1</c:v>
                </c:pt>
                <c:pt idx="16105">
                  <c:v>1</c:v>
                </c:pt>
                <c:pt idx="16106">
                  <c:v>1</c:v>
                </c:pt>
                <c:pt idx="16107">
                  <c:v>1</c:v>
                </c:pt>
                <c:pt idx="16108">
                  <c:v>1</c:v>
                </c:pt>
                <c:pt idx="16109">
                  <c:v>1</c:v>
                </c:pt>
                <c:pt idx="16110">
                  <c:v>1</c:v>
                </c:pt>
                <c:pt idx="16111">
                  <c:v>1</c:v>
                </c:pt>
                <c:pt idx="16112">
                  <c:v>1</c:v>
                </c:pt>
                <c:pt idx="16113">
                  <c:v>1</c:v>
                </c:pt>
                <c:pt idx="16114">
                  <c:v>1</c:v>
                </c:pt>
                <c:pt idx="16115">
                  <c:v>1</c:v>
                </c:pt>
                <c:pt idx="16116">
                  <c:v>1</c:v>
                </c:pt>
                <c:pt idx="16117">
                  <c:v>1</c:v>
                </c:pt>
                <c:pt idx="16118">
                  <c:v>1</c:v>
                </c:pt>
                <c:pt idx="16119">
                  <c:v>1</c:v>
                </c:pt>
                <c:pt idx="16120">
                  <c:v>1</c:v>
                </c:pt>
                <c:pt idx="16121">
                  <c:v>1</c:v>
                </c:pt>
                <c:pt idx="16122">
                  <c:v>1</c:v>
                </c:pt>
                <c:pt idx="16123">
                  <c:v>1</c:v>
                </c:pt>
                <c:pt idx="16124">
                  <c:v>1</c:v>
                </c:pt>
                <c:pt idx="16125">
                  <c:v>1</c:v>
                </c:pt>
                <c:pt idx="16126">
                  <c:v>1</c:v>
                </c:pt>
                <c:pt idx="16127">
                  <c:v>1</c:v>
                </c:pt>
                <c:pt idx="16128">
                  <c:v>1</c:v>
                </c:pt>
                <c:pt idx="16129">
                  <c:v>1</c:v>
                </c:pt>
                <c:pt idx="16130">
                  <c:v>1</c:v>
                </c:pt>
                <c:pt idx="16131">
                  <c:v>1</c:v>
                </c:pt>
                <c:pt idx="16132">
                  <c:v>1</c:v>
                </c:pt>
                <c:pt idx="16133">
                  <c:v>1</c:v>
                </c:pt>
                <c:pt idx="16134">
                  <c:v>1</c:v>
                </c:pt>
                <c:pt idx="16135">
                  <c:v>1</c:v>
                </c:pt>
                <c:pt idx="16136">
                  <c:v>1</c:v>
                </c:pt>
                <c:pt idx="16137">
                  <c:v>1</c:v>
                </c:pt>
                <c:pt idx="16138">
                  <c:v>1</c:v>
                </c:pt>
                <c:pt idx="16139">
                  <c:v>1</c:v>
                </c:pt>
                <c:pt idx="16140">
                  <c:v>1</c:v>
                </c:pt>
                <c:pt idx="16141">
                  <c:v>1</c:v>
                </c:pt>
                <c:pt idx="16142">
                  <c:v>1</c:v>
                </c:pt>
                <c:pt idx="16143">
                  <c:v>1</c:v>
                </c:pt>
                <c:pt idx="16144">
                  <c:v>1</c:v>
                </c:pt>
                <c:pt idx="16145">
                  <c:v>1</c:v>
                </c:pt>
                <c:pt idx="16146">
                  <c:v>1</c:v>
                </c:pt>
                <c:pt idx="16147">
                  <c:v>1</c:v>
                </c:pt>
                <c:pt idx="16148">
                  <c:v>1</c:v>
                </c:pt>
                <c:pt idx="16149">
                  <c:v>1</c:v>
                </c:pt>
                <c:pt idx="16150">
                  <c:v>1</c:v>
                </c:pt>
                <c:pt idx="16151">
                  <c:v>1</c:v>
                </c:pt>
                <c:pt idx="16152">
                  <c:v>1</c:v>
                </c:pt>
                <c:pt idx="16153">
                  <c:v>1</c:v>
                </c:pt>
                <c:pt idx="16154">
                  <c:v>1</c:v>
                </c:pt>
                <c:pt idx="16155">
                  <c:v>1</c:v>
                </c:pt>
                <c:pt idx="16156">
                  <c:v>1</c:v>
                </c:pt>
                <c:pt idx="16157">
                  <c:v>1</c:v>
                </c:pt>
                <c:pt idx="16158">
                  <c:v>1</c:v>
                </c:pt>
                <c:pt idx="16159">
                  <c:v>1</c:v>
                </c:pt>
                <c:pt idx="16160">
                  <c:v>1</c:v>
                </c:pt>
                <c:pt idx="16161">
                  <c:v>1</c:v>
                </c:pt>
                <c:pt idx="16162">
                  <c:v>1</c:v>
                </c:pt>
                <c:pt idx="16163">
                  <c:v>1</c:v>
                </c:pt>
                <c:pt idx="16164">
                  <c:v>1</c:v>
                </c:pt>
                <c:pt idx="16165">
                  <c:v>1</c:v>
                </c:pt>
                <c:pt idx="16166">
                  <c:v>1</c:v>
                </c:pt>
                <c:pt idx="16167">
                  <c:v>1</c:v>
                </c:pt>
                <c:pt idx="16168">
                  <c:v>1</c:v>
                </c:pt>
                <c:pt idx="16169">
                  <c:v>1</c:v>
                </c:pt>
                <c:pt idx="16170">
                  <c:v>1</c:v>
                </c:pt>
                <c:pt idx="16171">
                  <c:v>1</c:v>
                </c:pt>
                <c:pt idx="16172">
                  <c:v>1</c:v>
                </c:pt>
                <c:pt idx="16173">
                  <c:v>1</c:v>
                </c:pt>
                <c:pt idx="16174">
                  <c:v>1</c:v>
                </c:pt>
                <c:pt idx="16175">
                  <c:v>1</c:v>
                </c:pt>
                <c:pt idx="16176">
                  <c:v>1</c:v>
                </c:pt>
                <c:pt idx="16177">
                  <c:v>1</c:v>
                </c:pt>
                <c:pt idx="16178">
                  <c:v>1</c:v>
                </c:pt>
                <c:pt idx="16179">
                  <c:v>1</c:v>
                </c:pt>
                <c:pt idx="16180">
                  <c:v>1</c:v>
                </c:pt>
                <c:pt idx="16181">
                  <c:v>1</c:v>
                </c:pt>
                <c:pt idx="16182">
                  <c:v>1</c:v>
                </c:pt>
                <c:pt idx="16183">
                  <c:v>1</c:v>
                </c:pt>
                <c:pt idx="16184">
                  <c:v>1</c:v>
                </c:pt>
                <c:pt idx="16185">
                  <c:v>1</c:v>
                </c:pt>
                <c:pt idx="16186">
                  <c:v>1</c:v>
                </c:pt>
                <c:pt idx="16187">
                  <c:v>1</c:v>
                </c:pt>
                <c:pt idx="16188">
                  <c:v>1</c:v>
                </c:pt>
                <c:pt idx="16189">
                  <c:v>1</c:v>
                </c:pt>
                <c:pt idx="16190">
                  <c:v>1</c:v>
                </c:pt>
                <c:pt idx="16191">
                  <c:v>1</c:v>
                </c:pt>
                <c:pt idx="16192">
                  <c:v>1</c:v>
                </c:pt>
                <c:pt idx="16193">
                  <c:v>1</c:v>
                </c:pt>
                <c:pt idx="16194">
                  <c:v>1</c:v>
                </c:pt>
                <c:pt idx="16195">
                  <c:v>1</c:v>
                </c:pt>
                <c:pt idx="16196">
                  <c:v>1</c:v>
                </c:pt>
                <c:pt idx="16197">
                  <c:v>1</c:v>
                </c:pt>
                <c:pt idx="16198">
                  <c:v>1</c:v>
                </c:pt>
                <c:pt idx="16199">
                  <c:v>1</c:v>
                </c:pt>
                <c:pt idx="16200">
                  <c:v>1</c:v>
                </c:pt>
                <c:pt idx="16201">
                  <c:v>1</c:v>
                </c:pt>
                <c:pt idx="16202">
                  <c:v>1</c:v>
                </c:pt>
                <c:pt idx="16203">
                  <c:v>1</c:v>
                </c:pt>
                <c:pt idx="16204">
                  <c:v>1</c:v>
                </c:pt>
                <c:pt idx="16205">
                  <c:v>1</c:v>
                </c:pt>
                <c:pt idx="16206">
                  <c:v>1</c:v>
                </c:pt>
                <c:pt idx="16207">
                  <c:v>1</c:v>
                </c:pt>
                <c:pt idx="16208">
                  <c:v>1</c:v>
                </c:pt>
                <c:pt idx="16209">
                  <c:v>1</c:v>
                </c:pt>
                <c:pt idx="16210">
                  <c:v>1</c:v>
                </c:pt>
                <c:pt idx="16211">
                  <c:v>1</c:v>
                </c:pt>
                <c:pt idx="16212">
                  <c:v>1</c:v>
                </c:pt>
                <c:pt idx="16213">
                  <c:v>1</c:v>
                </c:pt>
                <c:pt idx="16214">
                  <c:v>1</c:v>
                </c:pt>
                <c:pt idx="16215">
                  <c:v>1</c:v>
                </c:pt>
                <c:pt idx="16216">
                  <c:v>1</c:v>
                </c:pt>
                <c:pt idx="16217">
                  <c:v>1</c:v>
                </c:pt>
                <c:pt idx="16218">
                  <c:v>1</c:v>
                </c:pt>
                <c:pt idx="16219">
                  <c:v>1</c:v>
                </c:pt>
                <c:pt idx="16220">
                  <c:v>1</c:v>
                </c:pt>
                <c:pt idx="16221">
                  <c:v>1</c:v>
                </c:pt>
                <c:pt idx="16222">
                  <c:v>1</c:v>
                </c:pt>
                <c:pt idx="16223">
                  <c:v>1</c:v>
                </c:pt>
                <c:pt idx="16224">
                  <c:v>1</c:v>
                </c:pt>
                <c:pt idx="16225">
                  <c:v>1</c:v>
                </c:pt>
                <c:pt idx="16226">
                  <c:v>1</c:v>
                </c:pt>
                <c:pt idx="16227">
                  <c:v>1</c:v>
                </c:pt>
                <c:pt idx="16228">
                  <c:v>1</c:v>
                </c:pt>
                <c:pt idx="16229">
                  <c:v>1</c:v>
                </c:pt>
                <c:pt idx="16230">
                  <c:v>1</c:v>
                </c:pt>
                <c:pt idx="16231">
                  <c:v>1</c:v>
                </c:pt>
                <c:pt idx="16232">
                  <c:v>1</c:v>
                </c:pt>
                <c:pt idx="16233">
                  <c:v>1</c:v>
                </c:pt>
                <c:pt idx="16234">
                  <c:v>1</c:v>
                </c:pt>
                <c:pt idx="16235">
                  <c:v>1</c:v>
                </c:pt>
                <c:pt idx="16236">
                  <c:v>1</c:v>
                </c:pt>
                <c:pt idx="16237">
                  <c:v>1</c:v>
                </c:pt>
                <c:pt idx="16238">
                  <c:v>1</c:v>
                </c:pt>
                <c:pt idx="16239">
                  <c:v>1</c:v>
                </c:pt>
                <c:pt idx="16240">
                  <c:v>1</c:v>
                </c:pt>
                <c:pt idx="16241">
                  <c:v>1</c:v>
                </c:pt>
                <c:pt idx="16242">
                  <c:v>1</c:v>
                </c:pt>
                <c:pt idx="16243">
                  <c:v>1</c:v>
                </c:pt>
                <c:pt idx="16244">
                  <c:v>1</c:v>
                </c:pt>
                <c:pt idx="16245">
                  <c:v>1</c:v>
                </c:pt>
                <c:pt idx="16246">
                  <c:v>1</c:v>
                </c:pt>
                <c:pt idx="16247">
                  <c:v>1</c:v>
                </c:pt>
                <c:pt idx="16248">
                  <c:v>1</c:v>
                </c:pt>
                <c:pt idx="16249">
                  <c:v>1</c:v>
                </c:pt>
                <c:pt idx="16250">
                  <c:v>1</c:v>
                </c:pt>
                <c:pt idx="16251">
                  <c:v>1</c:v>
                </c:pt>
                <c:pt idx="16252">
                  <c:v>1</c:v>
                </c:pt>
                <c:pt idx="16253">
                  <c:v>1</c:v>
                </c:pt>
                <c:pt idx="16254">
                  <c:v>1</c:v>
                </c:pt>
                <c:pt idx="16255">
                  <c:v>1</c:v>
                </c:pt>
                <c:pt idx="16256">
                  <c:v>1</c:v>
                </c:pt>
                <c:pt idx="16257">
                  <c:v>1</c:v>
                </c:pt>
                <c:pt idx="16258">
                  <c:v>1</c:v>
                </c:pt>
                <c:pt idx="16259">
                  <c:v>1</c:v>
                </c:pt>
                <c:pt idx="16260">
                  <c:v>1</c:v>
                </c:pt>
                <c:pt idx="16261">
                  <c:v>1</c:v>
                </c:pt>
                <c:pt idx="16262">
                  <c:v>1</c:v>
                </c:pt>
                <c:pt idx="16263">
                  <c:v>1</c:v>
                </c:pt>
                <c:pt idx="16264">
                  <c:v>1</c:v>
                </c:pt>
                <c:pt idx="16265">
                  <c:v>1</c:v>
                </c:pt>
                <c:pt idx="16266">
                  <c:v>1</c:v>
                </c:pt>
                <c:pt idx="16267">
                  <c:v>1</c:v>
                </c:pt>
                <c:pt idx="16268">
                  <c:v>1</c:v>
                </c:pt>
                <c:pt idx="16269">
                  <c:v>1</c:v>
                </c:pt>
                <c:pt idx="16270">
                  <c:v>1</c:v>
                </c:pt>
                <c:pt idx="16271">
                  <c:v>1</c:v>
                </c:pt>
                <c:pt idx="16272">
                  <c:v>1</c:v>
                </c:pt>
                <c:pt idx="16273">
                  <c:v>1</c:v>
                </c:pt>
                <c:pt idx="16274">
                  <c:v>1</c:v>
                </c:pt>
                <c:pt idx="16275">
                  <c:v>1</c:v>
                </c:pt>
                <c:pt idx="16276">
                  <c:v>1</c:v>
                </c:pt>
                <c:pt idx="16277">
                  <c:v>1</c:v>
                </c:pt>
                <c:pt idx="16278">
                  <c:v>1</c:v>
                </c:pt>
                <c:pt idx="16279">
                  <c:v>1</c:v>
                </c:pt>
                <c:pt idx="16280">
                  <c:v>1</c:v>
                </c:pt>
                <c:pt idx="16281">
                  <c:v>1</c:v>
                </c:pt>
                <c:pt idx="16282">
                  <c:v>1</c:v>
                </c:pt>
                <c:pt idx="16283">
                  <c:v>1</c:v>
                </c:pt>
                <c:pt idx="16284">
                  <c:v>1</c:v>
                </c:pt>
                <c:pt idx="16285">
                  <c:v>1</c:v>
                </c:pt>
                <c:pt idx="16286">
                  <c:v>1</c:v>
                </c:pt>
                <c:pt idx="16287">
                  <c:v>1</c:v>
                </c:pt>
                <c:pt idx="16288">
                  <c:v>1</c:v>
                </c:pt>
                <c:pt idx="16289">
                  <c:v>1</c:v>
                </c:pt>
                <c:pt idx="16290">
                  <c:v>1</c:v>
                </c:pt>
                <c:pt idx="16291">
                  <c:v>1</c:v>
                </c:pt>
                <c:pt idx="16292">
                  <c:v>1</c:v>
                </c:pt>
                <c:pt idx="16293">
                  <c:v>1</c:v>
                </c:pt>
                <c:pt idx="16294">
                  <c:v>1</c:v>
                </c:pt>
                <c:pt idx="16295">
                  <c:v>1</c:v>
                </c:pt>
                <c:pt idx="16296">
                  <c:v>1</c:v>
                </c:pt>
                <c:pt idx="16297">
                  <c:v>1</c:v>
                </c:pt>
                <c:pt idx="16298">
                  <c:v>1</c:v>
                </c:pt>
                <c:pt idx="16299">
                  <c:v>1</c:v>
                </c:pt>
                <c:pt idx="16300">
                  <c:v>1</c:v>
                </c:pt>
                <c:pt idx="16301">
                  <c:v>1</c:v>
                </c:pt>
                <c:pt idx="16302">
                  <c:v>1</c:v>
                </c:pt>
                <c:pt idx="16303">
                  <c:v>1</c:v>
                </c:pt>
                <c:pt idx="16304">
                  <c:v>1</c:v>
                </c:pt>
                <c:pt idx="16305">
                  <c:v>1</c:v>
                </c:pt>
                <c:pt idx="16306">
                  <c:v>1</c:v>
                </c:pt>
                <c:pt idx="16307">
                  <c:v>1</c:v>
                </c:pt>
                <c:pt idx="16308">
                  <c:v>1</c:v>
                </c:pt>
                <c:pt idx="16309">
                  <c:v>1</c:v>
                </c:pt>
                <c:pt idx="16310">
                  <c:v>1</c:v>
                </c:pt>
                <c:pt idx="16311">
                  <c:v>1</c:v>
                </c:pt>
                <c:pt idx="16312">
                  <c:v>1</c:v>
                </c:pt>
                <c:pt idx="16313">
                  <c:v>1</c:v>
                </c:pt>
                <c:pt idx="16314">
                  <c:v>1</c:v>
                </c:pt>
                <c:pt idx="16315">
                  <c:v>1</c:v>
                </c:pt>
                <c:pt idx="16316">
                  <c:v>1</c:v>
                </c:pt>
                <c:pt idx="16317">
                  <c:v>1</c:v>
                </c:pt>
                <c:pt idx="16318">
                  <c:v>1</c:v>
                </c:pt>
                <c:pt idx="16319">
                  <c:v>1</c:v>
                </c:pt>
                <c:pt idx="16320">
                  <c:v>1</c:v>
                </c:pt>
                <c:pt idx="16321">
                  <c:v>1</c:v>
                </c:pt>
                <c:pt idx="16322">
                  <c:v>1</c:v>
                </c:pt>
                <c:pt idx="16323">
                  <c:v>1</c:v>
                </c:pt>
                <c:pt idx="16324">
                  <c:v>1</c:v>
                </c:pt>
                <c:pt idx="16325">
                  <c:v>1</c:v>
                </c:pt>
                <c:pt idx="16326">
                  <c:v>1</c:v>
                </c:pt>
                <c:pt idx="16327">
                  <c:v>1</c:v>
                </c:pt>
                <c:pt idx="16328">
                  <c:v>1</c:v>
                </c:pt>
                <c:pt idx="16329">
                  <c:v>1</c:v>
                </c:pt>
                <c:pt idx="16330">
                  <c:v>1</c:v>
                </c:pt>
                <c:pt idx="16331">
                  <c:v>1</c:v>
                </c:pt>
                <c:pt idx="16332">
                  <c:v>1</c:v>
                </c:pt>
                <c:pt idx="16333">
                  <c:v>1</c:v>
                </c:pt>
                <c:pt idx="16334">
                  <c:v>1</c:v>
                </c:pt>
                <c:pt idx="16335">
                  <c:v>1</c:v>
                </c:pt>
                <c:pt idx="16336">
                  <c:v>1</c:v>
                </c:pt>
                <c:pt idx="16337">
                  <c:v>1</c:v>
                </c:pt>
                <c:pt idx="16338">
                  <c:v>1</c:v>
                </c:pt>
                <c:pt idx="16339">
                  <c:v>1</c:v>
                </c:pt>
                <c:pt idx="16340">
                  <c:v>1</c:v>
                </c:pt>
                <c:pt idx="16341">
                  <c:v>1</c:v>
                </c:pt>
                <c:pt idx="16342">
                  <c:v>1</c:v>
                </c:pt>
                <c:pt idx="16343">
                  <c:v>1</c:v>
                </c:pt>
                <c:pt idx="16344">
                  <c:v>1</c:v>
                </c:pt>
                <c:pt idx="16345">
                  <c:v>1</c:v>
                </c:pt>
                <c:pt idx="16346">
                  <c:v>1</c:v>
                </c:pt>
                <c:pt idx="16347">
                  <c:v>1</c:v>
                </c:pt>
                <c:pt idx="16348">
                  <c:v>1</c:v>
                </c:pt>
                <c:pt idx="16349">
                  <c:v>1</c:v>
                </c:pt>
                <c:pt idx="16350">
                  <c:v>1</c:v>
                </c:pt>
                <c:pt idx="16351">
                  <c:v>1</c:v>
                </c:pt>
                <c:pt idx="16352">
                  <c:v>1</c:v>
                </c:pt>
                <c:pt idx="16353">
                  <c:v>1</c:v>
                </c:pt>
                <c:pt idx="16354">
                  <c:v>1</c:v>
                </c:pt>
                <c:pt idx="16355">
                  <c:v>1</c:v>
                </c:pt>
                <c:pt idx="16356">
                  <c:v>1</c:v>
                </c:pt>
                <c:pt idx="16357">
                  <c:v>1</c:v>
                </c:pt>
                <c:pt idx="16358">
                  <c:v>1</c:v>
                </c:pt>
                <c:pt idx="16359">
                  <c:v>1</c:v>
                </c:pt>
                <c:pt idx="16360">
                  <c:v>1</c:v>
                </c:pt>
                <c:pt idx="16361">
                  <c:v>1</c:v>
                </c:pt>
                <c:pt idx="16362">
                  <c:v>1</c:v>
                </c:pt>
                <c:pt idx="16363">
                  <c:v>1</c:v>
                </c:pt>
                <c:pt idx="16364">
                  <c:v>1</c:v>
                </c:pt>
                <c:pt idx="16365">
                  <c:v>1</c:v>
                </c:pt>
                <c:pt idx="16366">
                  <c:v>1</c:v>
                </c:pt>
                <c:pt idx="16367">
                  <c:v>1</c:v>
                </c:pt>
                <c:pt idx="16368">
                  <c:v>1</c:v>
                </c:pt>
                <c:pt idx="16369">
                  <c:v>1</c:v>
                </c:pt>
                <c:pt idx="16370">
                  <c:v>1</c:v>
                </c:pt>
                <c:pt idx="16371">
                  <c:v>1</c:v>
                </c:pt>
                <c:pt idx="16372">
                  <c:v>1</c:v>
                </c:pt>
                <c:pt idx="16373">
                  <c:v>1</c:v>
                </c:pt>
                <c:pt idx="16374">
                  <c:v>1</c:v>
                </c:pt>
                <c:pt idx="16375">
                  <c:v>1</c:v>
                </c:pt>
                <c:pt idx="16376">
                  <c:v>1</c:v>
                </c:pt>
                <c:pt idx="16377">
                  <c:v>1</c:v>
                </c:pt>
                <c:pt idx="16378">
                  <c:v>1</c:v>
                </c:pt>
                <c:pt idx="16379">
                  <c:v>1</c:v>
                </c:pt>
                <c:pt idx="16380">
                  <c:v>1</c:v>
                </c:pt>
                <c:pt idx="16381">
                  <c:v>1</c:v>
                </c:pt>
                <c:pt idx="16382">
                  <c:v>1</c:v>
                </c:pt>
                <c:pt idx="16383">
                  <c:v>1</c:v>
                </c:pt>
                <c:pt idx="16384">
                  <c:v>1</c:v>
                </c:pt>
                <c:pt idx="16385">
                  <c:v>1</c:v>
                </c:pt>
                <c:pt idx="16386">
                  <c:v>1</c:v>
                </c:pt>
                <c:pt idx="16387">
                  <c:v>1</c:v>
                </c:pt>
                <c:pt idx="16388">
                  <c:v>1</c:v>
                </c:pt>
                <c:pt idx="16389">
                  <c:v>1</c:v>
                </c:pt>
                <c:pt idx="16390">
                  <c:v>1</c:v>
                </c:pt>
                <c:pt idx="16391">
                  <c:v>1</c:v>
                </c:pt>
                <c:pt idx="16392">
                  <c:v>1</c:v>
                </c:pt>
                <c:pt idx="16393">
                  <c:v>1</c:v>
                </c:pt>
                <c:pt idx="16394">
                  <c:v>1</c:v>
                </c:pt>
                <c:pt idx="16395">
                  <c:v>1</c:v>
                </c:pt>
                <c:pt idx="16396">
                  <c:v>1</c:v>
                </c:pt>
                <c:pt idx="16397">
                  <c:v>1</c:v>
                </c:pt>
                <c:pt idx="16398">
                  <c:v>1</c:v>
                </c:pt>
                <c:pt idx="16399">
                  <c:v>1</c:v>
                </c:pt>
                <c:pt idx="16400">
                  <c:v>1</c:v>
                </c:pt>
                <c:pt idx="16401">
                  <c:v>1</c:v>
                </c:pt>
                <c:pt idx="16402">
                  <c:v>1</c:v>
                </c:pt>
                <c:pt idx="16403">
                  <c:v>1</c:v>
                </c:pt>
                <c:pt idx="16404">
                  <c:v>1</c:v>
                </c:pt>
                <c:pt idx="16405">
                  <c:v>1</c:v>
                </c:pt>
                <c:pt idx="16406">
                  <c:v>1</c:v>
                </c:pt>
                <c:pt idx="16407">
                  <c:v>1</c:v>
                </c:pt>
                <c:pt idx="16408">
                  <c:v>1</c:v>
                </c:pt>
                <c:pt idx="16409">
                  <c:v>1</c:v>
                </c:pt>
                <c:pt idx="16410">
                  <c:v>1</c:v>
                </c:pt>
                <c:pt idx="16411">
                  <c:v>1</c:v>
                </c:pt>
                <c:pt idx="16412">
                  <c:v>1</c:v>
                </c:pt>
                <c:pt idx="16413">
                  <c:v>1</c:v>
                </c:pt>
                <c:pt idx="16414">
                  <c:v>1</c:v>
                </c:pt>
                <c:pt idx="16415">
                  <c:v>1</c:v>
                </c:pt>
                <c:pt idx="16416">
                  <c:v>1</c:v>
                </c:pt>
                <c:pt idx="16417">
                  <c:v>1</c:v>
                </c:pt>
                <c:pt idx="16418">
                  <c:v>1</c:v>
                </c:pt>
                <c:pt idx="16419">
                  <c:v>1</c:v>
                </c:pt>
                <c:pt idx="16420">
                  <c:v>1</c:v>
                </c:pt>
                <c:pt idx="16421">
                  <c:v>1</c:v>
                </c:pt>
                <c:pt idx="16422">
                  <c:v>1</c:v>
                </c:pt>
                <c:pt idx="16423">
                  <c:v>1</c:v>
                </c:pt>
                <c:pt idx="16424">
                  <c:v>1</c:v>
                </c:pt>
                <c:pt idx="16425">
                  <c:v>1</c:v>
                </c:pt>
                <c:pt idx="16426">
                  <c:v>1</c:v>
                </c:pt>
                <c:pt idx="16427">
                  <c:v>1</c:v>
                </c:pt>
                <c:pt idx="16428">
                  <c:v>1</c:v>
                </c:pt>
                <c:pt idx="16429">
                  <c:v>1</c:v>
                </c:pt>
                <c:pt idx="16430">
                  <c:v>1</c:v>
                </c:pt>
                <c:pt idx="16431">
                  <c:v>1</c:v>
                </c:pt>
                <c:pt idx="16432">
                  <c:v>1</c:v>
                </c:pt>
                <c:pt idx="16433">
                  <c:v>1</c:v>
                </c:pt>
                <c:pt idx="16434">
                  <c:v>1</c:v>
                </c:pt>
                <c:pt idx="16435">
                  <c:v>1</c:v>
                </c:pt>
                <c:pt idx="16436">
                  <c:v>1</c:v>
                </c:pt>
                <c:pt idx="16437">
                  <c:v>1</c:v>
                </c:pt>
                <c:pt idx="16438">
                  <c:v>1</c:v>
                </c:pt>
                <c:pt idx="16439">
                  <c:v>1</c:v>
                </c:pt>
                <c:pt idx="16440">
                  <c:v>1</c:v>
                </c:pt>
                <c:pt idx="16441">
                  <c:v>1</c:v>
                </c:pt>
                <c:pt idx="16442">
                  <c:v>1</c:v>
                </c:pt>
                <c:pt idx="16443">
                  <c:v>1</c:v>
                </c:pt>
                <c:pt idx="16444">
                  <c:v>1</c:v>
                </c:pt>
                <c:pt idx="16445">
                  <c:v>1</c:v>
                </c:pt>
                <c:pt idx="16446">
                  <c:v>1</c:v>
                </c:pt>
                <c:pt idx="16447">
                  <c:v>1</c:v>
                </c:pt>
                <c:pt idx="16448">
                  <c:v>1</c:v>
                </c:pt>
                <c:pt idx="16449">
                  <c:v>1</c:v>
                </c:pt>
                <c:pt idx="16450">
                  <c:v>1</c:v>
                </c:pt>
                <c:pt idx="16451">
                  <c:v>1</c:v>
                </c:pt>
                <c:pt idx="16452">
                  <c:v>1</c:v>
                </c:pt>
                <c:pt idx="16453">
                  <c:v>1</c:v>
                </c:pt>
                <c:pt idx="16454">
                  <c:v>1</c:v>
                </c:pt>
                <c:pt idx="16455">
                  <c:v>1</c:v>
                </c:pt>
                <c:pt idx="16456">
                  <c:v>1</c:v>
                </c:pt>
                <c:pt idx="16457">
                  <c:v>1</c:v>
                </c:pt>
                <c:pt idx="16458">
                  <c:v>1</c:v>
                </c:pt>
                <c:pt idx="16459">
                  <c:v>1</c:v>
                </c:pt>
                <c:pt idx="16460">
                  <c:v>1</c:v>
                </c:pt>
                <c:pt idx="16461">
                  <c:v>1</c:v>
                </c:pt>
                <c:pt idx="16462">
                  <c:v>1</c:v>
                </c:pt>
                <c:pt idx="16463">
                  <c:v>1</c:v>
                </c:pt>
                <c:pt idx="16464">
                  <c:v>1</c:v>
                </c:pt>
                <c:pt idx="16465">
                  <c:v>1</c:v>
                </c:pt>
                <c:pt idx="16466">
                  <c:v>1</c:v>
                </c:pt>
                <c:pt idx="16467">
                  <c:v>1</c:v>
                </c:pt>
                <c:pt idx="16468">
                  <c:v>1</c:v>
                </c:pt>
                <c:pt idx="16469">
                  <c:v>1</c:v>
                </c:pt>
                <c:pt idx="16470">
                  <c:v>1</c:v>
                </c:pt>
                <c:pt idx="16471">
                  <c:v>1</c:v>
                </c:pt>
                <c:pt idx="16472">
                  <c:v>1</c:v>
                </c:pt>
                <c:pt idx="16473">
                  <c:v>1</c:v>
                </c:pt>
                <c:pt idx="16474">
                  <c:v>1</c:v>
                </c:pt>
                <c:pt idx="16475">
                  <c:v>1</c:v>
                </c:pt>
                <c:pt idx="16476">
                  <c:v>1</c:v>
                </c:pt>
                <c:pt idx="16477">
                  <c:v>1</c:v>
                </c:pt>
                <c:pt idx="16478">
                  <c:v>1</c:v>
                </c:pt>
                <c:pt idx="16479">
                  <c:v>1</c:v>
                </c:pt>
                <c:pt idx="16480">
                  <c:v>1</c:v>
                </c:pt>
                <c:pt idx="16481">
                  <c:v>1</c:v>
                </c:pt>
                <c:pt idx="16482">
                  <c:v>1</c:v>
                </c:pt>
                <c:pt idx="16483">
                  <c:v>1</c:v>
                </c:pt>
                <c:pt idx="16484">
                  <c:v>1</c:v>
                </c:pt>
                <c:pt idx="16485">
                  <c:v>1</c:v>
                </c:pt>
                <c:pt idx="16486">
                  <c:v>1</c:v>
                </c:pt>
                <c:pt idx="16487">
                  <c:v>1</c:v>
                </c:pt>
                <c:pt idx="16488">
                  <c:v>1</c:v>
                </c:pt>
                <c:pt idx="16489">
                  <c:v>1</c:v>
                </c:pt>
                <c:pt idx="16490">
                  <c:v>1</c:v>
                </c:pt>
                <c:pt idx="16491">
                  <c:v>1</c:v>
                </c:pt>
                <c:pt idx="16492">
                  <c:v>1</c:v>
                </c:pt>
                <c:pt idx="16493">
                  <c:v>1</c:v>
                </c:pt>
                <c:pt idx="16494">
                  <c:v>1</c:v>
                </c:pt>
                <c:pt idx="16495">
                  <c:v>1</c:v>
                </c:pt>
                <c:pt idx="16496">
                  <c:v>1</c:v>
                </c:pt>
                <c:pt idx="16497">
                  <c:v>1</c:v>
                </c:pt>
                <c:pt idx="16498">
                  <c:v>1</c:v>
                </c:pt>
                <c:pt idx="16499">
                  <c:v>1</c:v>
                </c:pt>
                <c:pt idx="16500">
                  <c:v>1</c:v>
                </c:pt>
                <c:pt idx="16501">
                  <c:v>1</c:v>
                </c:pt>
                <c:pt idx="16502">
                  <c:v>1</c:v>
                </c:pt>
                <c:pt idx="16503">
                  <c:v>1</c:v>
                </c:pt>
                <c:pt idx="16504">
                  <c:v>1</c:v>
                </c:pt>
                <c:pt idx="16505">
                  <c:v>1</c:v>
                </c:pt>
                <c:pt idx="16506">
                  <c:v>1</c:v>
                </c:pt>
                <c:pt idx="16507">
                  <c:v>1</c:v>
                </c:pt>
                <c:pt idx="16508">
                  <c:v>1</c:v>
                </c:pt>
                <c:pt idx="16509">
                  <c:v>1</c:v>
                </c:pt>
                <c:pt idx="16510">
                  <c:v>1</c:v>
                </c:pt>
                <c:pt idx="16511">
                  <c:v>1</c:v>
                </c:pt>
                <c:pt idx="16512">
                  <c:v>1</c:v>
                </c:pt>
                <c:pt idx="16513">
                  <c:v>1</c:v>
                </c:pt>
                <c:pt idx="16514">
                  <c:v>1</c:v>
                </c:pt>
                <c:pt idx="16515">
                  <c:v>1</c:v>
                </c:pt>
                <c:pt idx="16516">
                  <c:v>1</c:v>
                </c:pt>
                <c:pt idx="16517">
                  <c:v>1</c:v>
                </c:pt>
                <c:pt idx="16518">
                  <c:v>1</c:v>
                </c:pt>
                <c:pt idx="16519">
                  <c:v>1</c:v>
                </c:pt>
                <c:pt idx="16520">
                  <c:v>1</c:v>
                </c:pt>
                <c:pt idx="16521">
                  <c:v>1</c:v>
                </c:pt>
                <c:pt idx="16522">
                  <c:v>1</c:v>
                </c:pt>
                <c:pt idx="16523">
                  <c:v>1</c:v>
                </c:pt>
                <c:pt idx="16524">
                  <c:v>1</c:v>
                </c:pt>
                <c:pt idx="16525">
                  <c:v>1</c:v>
                </c:pt>
                <c:pt idx="16526">
                  <c:v>1</c:v>
                </c:pt>
                <c:pt idx="16527">
                  <c:v>1</c:v>
                </c:pt>
                <c:pt idx="16528">
                  <c:v>1</c:v>
                </c:pt>
                <c:pt idx="16529">
                  <c:v>1</c:v>
                </c:pt>
                <c:pt idx="16530">
                  <c:v>1</c:v>
                </c:pt>
                <c:pt idx="16531">
                  <c:v>1</c:v>
                </c:pt>
                <c:pt idx="16532">
                  <c:v>1</c:v>
                </c:pt>
                <c:pt idx="16533">
                  <c:v>1</c:v>
                </c:pt>
                <c:pt idx="16534">
                  <c:v>1</c:v>
                </c:pt>
                <c:pt idx="16535">
                  <c:v>1</c:v>
                </c:pt>
                <c:pt idx="16536">
                  <c:v>1</c:v>
                </c:pt>
                <c:pt idx="16537">
                  <c:v>1</c:v>
                </c:pt>
                <c:pt idx="16538">
                  <c:v>1</c:v>
                </c:pt>
                <c:pt idx="16539">
                  <c:v>1</c:v>
                </c:pt>
                <c:pt idx="16540">
                  <c:v>1</c:v>
                </c:pt>
                <c:pt idx="16541">
                  <c:v>1</c:v>
                </c:pt>
                <c:pt idx="16542">
                  <c:v>1</c:v>
                </c:pt>
                <c:pt idx="16543">
                  <c:v>1</c:v>
                </c:pt>
                <c:pt idx="16544">
                  <c:v>1</c:v>
                </c:pt>
                <c:pt idx="16545">
                  <c:v>1</c:v>
                </c:pt>
                <c:pt idx="16546">
                  <c:v>1</c:v>
                </c:pt>
                <c:pt idx="16547">
                  <c:v>1</c:v>
                </c:pt>
                <c:pt idx="16548">
                  <c:v>1</c:v>
                </c:pt>
                <c:pt idx="16549">
                  <c:v>1</c:v>
                </c:pt>
                <c:pt idx="16550">
                  <c:v>1</c:v>
                </c:pt>
                <c:pt idx="16551">
                  <c:v>1</c:v>
                </c:pt>
                <c:pt idx="16552">
                  <c:v>1</c:v>
                </c:pt>
                <c:pt idx="16553">
                  <c:v>1</c:v>
                </c:pt>
                <c:pt idx="16554">
                  <c:v>1</c:v>
                </c:pt>
                <c:pt idx="16555">
                  <c:v>1</c:v>
                </c:pt>
                <c:pt idx="16556">
                  <c:v>1</c:v>
                </c:pt>
                <c:pt idx="16557">
                  <c:v>1</c:v>
                </c:pt>
                <c:pt idx="16558">
                  <c:v>1</c:v>
                </c:pt>
                <c:pt idx="16559">
                  <c:v>1</c:v>
                </c:pt>
                <c:pt idx="16560">
                  <c:v>1</c:v>
                </c:pt>
                <c:pt idx="16561">
                  <c:v>1</c:v>
                </c:pt>
                <c:pt idx="16562">
                  <c:v>1</c:v>
                </c:pt>
                <c:pt idx="16563">
                  <c:v>1</c:v>
                </c:pt>
                <c:pt idx="16564">
                  <c:v>1</c:v>
                </c:pt>
                <c:pt idx="16565">
                  <c:v>1</c:v>
                </c:pt>
                <c:pt idx="16566">
                  <c:v>1</c:v>
                </c:pt>
                <c:pt idx="16567">
                  <c:v>1</c:v>
                </c:pt>
                <c:pt idx="16568">
                  <c:v>1</c:v>
                </c:pt>
                <c:pt idx="16569">
                  <c:v>1</c:v>
                </c:pt>
                <c:pt idx="16570">
                  <c:v>1</c:v>
                </c:pt>
                <c:pt idx="16571">
                  <c:v>1</c:v>
                </c:pt>
                <c:pt idx="16572">
                  <c:v>1</c:v>
                </c:pt>
                <c:pt idx="16573">
                  <c:v>1</c:v>
                </c:pt>
                <c:pt idx="16574">
                  <c:v>1</c:v>
                </c:pt>
                <c:pt idx="16575">
                  <c:v>1</c:v>
                </c:pt>
                <c:pt idx="16576">
                  <c:v>1</c:v>
                </c:pt>
                <c:pt idx="16577">
                  <c:v>1</c:v>
                </c:pt>
                <c:pt idx="16578">
                  <c:v>1</c:v>
                </c:pt>
                <c:pt idx="16579">
                  <c:v>1</c:v>
                </c:pt>
                <c:pt idx="16580">
                  <c:v>1</c:v>
                </c:pt>
                <c:pt idx="16581">
                  <c:v>1</c:v>
                </c:pt>
                <c:pt idx="16582">
                  <c:v>1</c:v>
                </c:pt>
                <c:pt idx="16583">
                  <c:v>1</c:v>
                </c:pt>
                <c:pt idx="16584">
                  <c:v>1</c:v>
                </c:pt>
                <c:pt idx="16585">
                  <c:v>1</c:v>
                </c:pt>
                <c:pt idx="16586">
                  <c:v>1</c:v>
                </c:pt>
                <c:pt idx="16587">
                  <c:v>1</c:v>
                </c:pt>
                <c:pt idx="16588">
                  <c:v>1</c:v>
                </c:pt>
                <c:pt idx="16589">
                  <c:v>1</c:v>
                </c:pt>
                <c:pt idx="16590">
                  <c:v>1</c:v>
                </c:pt>
                <c:pt idx="16591">
                  <c:v>1</c:v>
                </c:pt>
                <c:pt idx="16592">
                  <c:v>1</c:v>
                </c:pt>
                <c:pt idx="16593">
                  <c:v>1</c:v>
                </c:pt>
                <c:pt idx="16594">
                  <c:v>1</c:v>
                </c:pt>
                <c:pt idx="16595">
                  <c:v>1</c:v>
                </c:pt>
                <c:pt idx="16596">
                  <c:v>1</c:v>
                </c:pt>
                <c:pt idx="16597">
                  <c:v>1</c:v>
                </c:pt>
                <c:pt idx="16598">
                  <c:v>1</c:v>
                </c:pt>
                <c:pt idx="16599">
                  <c:v>1</c:v>
                </c:pt>
                <c:pt idx="16600">
                  <c:v>1</c:v>
                </c:pt>
                <c:pt idx="16601">
                  <c:v>1</c:v>
                </c:pt>
                <c:pt idx="16602">
                  <c:v>1</c:v>
                </c:pt>
                <c:pt idx="16603">
                  <c:v>1</c:v>
                </c:pt>
                <c:pt idx="16604">
                  <c:v>1</c:v>
                </c:pt>
                <c:pt idx="16605">
                  <c:v>1</c:v>
                </c:pt>
                <c:pt idx="16606">
                  <c:v>1</c:v>
                </c:pt>
                <c:pt idx="16607">
                  <c:v>1</c:v>
                </c:pt>
                <c:pt idx="16608">
                  <c:v>1</c:v>
                </c:pt>
                <c:pt idx="16609">
                  <c:v>1</c:v>
                </c:pt>
                <c:pt idx="16610">
                  <c:v>1</c:v>
                </c:pt>
                <c:pt idx="16611">
                  <c:v>1</c:v>
                </c:pt>
                <c:pt idx="16612">
                  <c:v>1</c:v>
                </c:pt>
                <c:pt idx="16613">
                  <c:v>1</c:v>
                </c:pt>
                <c:pt idx="16614">
                  <c:v>1</c:v>
                </c:pt>
                <c:pt idx="16615">
                  <c:v>1</c:v>
                </c:pt>
                <c:pt idx="16616">
                  <c:v>1</c:v>
                </c:pt>
                <c:pt idx="16617">
                  <c:v>1</c:v>
                </c:pt>
                <c:pt idx="16618">
                  <c:v>1</c:v>
                </c:pt>
                <c:pt idx="16619">
                  <c:v>1</c:v>
                </c:pt>
                <c:pt idx="16620">
                  <c:v>1</c:v>
                </c:pt>
                <c:pt idx="16621">
                  <c:v>1</c:v>
                </c:pt>
                <c:pt idx="16622">
                  <c:v>1</c:v>
                </c:pt>
                <c:pt idx="16623">
                  <c:v>1</c:v>
                </c:pt>
                <c:pt idx="16624">
                  <c:v>1</c:v>
                </c:pt>
                <c:pt idx="16625">
                  <c:v>1</c:v>
                </c:pt>
                <c:pt idx="16626">
                  <c:v>1</c:v>
                </c:pt>
                <c:pt idx="16627">
                  <c:v>1</c:v>
                </c:pt>
                <c:pt idx="16628">
                  <c:v>1</c:v>
                </c:pt>
                <c:pt idx="16629">
                  <c:v>1</c:v>
                </c:pt>
                <c:pt idx="16630">
                  <c:v>1</c:v>
                </c:pt>
                <c:pt idx="16631">
                  <c:v>1</c:v>
                </c:pt>
                <c:pt idx="16632">
                  <c:v>1</c:v>
                </c:pt>
                <c:pt idx="16633">
                  <c:v>1</c:v>
                </c:pt>
                <c:pt idx="16634">
                  <c:v>1</c:v>
                </c:pt>
                <c:pt idx="16635">
                  <c:v>1</c:v>
                </c:pt>
                <c:pt idx="16636">
                  <c:v>1</c:v>
                </c:pt>
                <c:pt idx="16637">
                  <c:v>1</c:v>
                </c:pt>
                <c:pt idx="16638">
                  <c:v>1</c:v>
                </c:pt>
                <c:pt idx="16639">
                  <c:v>1</c:v>
                </c:pt>
                <c:pt idx="16640">
                  <c:v>1</c:v>
                </c:pt>
                <c:pt idx="16641">
                  <c:v>1</c:v>
                </c:pt>
                <c:pt idx="16642">
                  <c:v>1</c:v>
                </c:pt>
                <c:pt idx="16643">
                  <c:v>1</c:v>
                </c:pt>
                <c:pt idx="16644">
                  <c:v>1</c:v>
                </c:pt>
                <c:pt idx="16645">
                  <c:v>1</c:v>
                </c:pt>
                <c:pt idx="16646">
                  <c:v>1</c:v>
                </c:pt>
                <c:pt idx="16647">
                  <c:v>1</c:v>
                </c:pt>
                <c:pt idx="16648">
                  <c:v>1</c:v>
                </c:pt>
                <c:pt idx="16649">
                  <c:v>1</c:v>
                </c:pt>
                <c:pt idx="16650">
                  <c:v>1</c:v>
                </c:pt>
                <c:pt idx="16651">
                  <c:v>1</c:v>
                </c:pt>
                <c:pt idx="16652">
                  <c:v>1</c:v>
                </c:pt>
                <c:pt idx="16653">
                  <c:v>1</c:v>
                </c:pt>
                <c:pt idx="16654">
                  <c:v>1</c:v>
                </c:pt>
                <c:pt idx="16655">
                  <c:v>1</c:v>
                </c:pt>
                <c:pt idx="16656">
                  <c:v>1</c:v>
                </c:pt>
                <c:pt idx="16657">
                  <c:v>1</c:v>
                </c:pt>
                <c:pt idx="16658">
                  <c:v>1</c:v>
                </c:pt>
                <c:pt idx="16659">
                  <c:v>1</c:v>
                </c:pt>
                <c:pt idx="16660">
                  <c:v>1</c:v>
                </c:pt>
                <c:pt idx="16661">
                  <c:v>1</c:v>
                </c:pt>
                <c:pt idx="16662">
                  <c:v>1</c:v>
                </c:pt>
                <c:pt idx="16663">
                  <c:v>1</c:v>
                </c:pt>
                <c:pt idx="16664">
                  <c:v>1</c:v>
                </c:pt>
                <c:pt idx="16665">
                  <c:v>1</c:v>
                </c:pt>
                <c:pt idx="16666">
                  <c:v>1</c:v>
                </c:pt>
                <c:pt idx="16667">
                  <c:v>1</c:v>
                </c:pt>
                <c:pt idx="16668">
                  <c:v>1</c:v>
                </c:pt>
                <c:pt idx="16669">
                  <c:v>1</c:v>
                </c:pt>
                <c:pt idx="16670">
                  <c:v>1</c:v>
                </c:pt>
                <c:pt idx="16671">
                  <c:v>1</c:v>
                </c:pt>
                <c:pt idx="16672">
                  <c:v>1</c:v>
                </c:pt>
                <c:pt idx="16673">
                  <c:v>1</c:v>
                </c:pt>
                <c:pt idx="16674">
                  <c:v>1</c:v>
                </c:pt>
                <c:pt idx="16675">
                  <c:v>1</c:v>
                </c:pt>
                <c:pt idx="16676">
                  <c:v>1</c:v>
                </c:pt>
                <c:pt idx="16677">
                  <c:v>1</c:v>
                </c:pt>
                <c:pt idx="16678">
                  <c:v>1</c:v>
                </c:pt>
                <c:pt idx="16679">
                  <c:v>1</c:v>
                </c:pt>
                <c:pt idx="16680">
                  <c:v>1</c:v>
                </c:pt>
                <c:pt idx="16681">
                  <c:v>1</c:v>
                </c:pt>
                <c:pt idx="16682">
                  <c:v>1</c:v>
                </c:pt>
                <c:pt idx="16683">
                  <c:v>1</c:v>
                </c:pt>
                <c:pt idx="16684">
                  <c:v>1</c:v>
                </c:pt>
                <c:pt idx="16685">
                  <c:v>1</c:v>
                </c:pt>
                <c:pt idx="16686">
                  <c:v>1</c:v>
                </c:pt>
                <c:pt idx="16687">
                  <c:v>1</c:v>
                </c:pt>
                <c:pt idx="16688">
                  <c:v>1</c:v>
                </c:pt>
                <c:pt idx="16689">
                  <c:v>1</c:v>
                </c:pt>
                <c:pt idx="16690">
                  <c:v>1</c:v>
                </c:pt>
                <c:pt idx="16691">
                  <c:v>1</c:v>
                </c:pt>
                <c:pt idx="16692">
                  <c:v>1</c:v>
                </c:pt>
                <c:pt idx="16693">
                  <c:v>1</c:v>
                </c:pt>
                <c:pt idx="16694">
                  <c:v>1</c:v>
                </c:pt>
                <c:pt idx="16695">
                  <c:v>1</c:v>
                </c:pt>
                <c:pt idx="16696">
                  <c:v>1</c:v>
                </c:pt>
                <c:pt idx="16697">
                  <c:v>1</c:v>
                </c:pt>
                <c:pt idx="16698">
                  <c:v>1</c:v>
                </c:pt>
                <c:pt idx="16699">
                  <c:v>1</c:v>
                </c:pt>
                <c:pt idx="16700">
                  <c:v>1</c:v>
                </c:pt>
                <c:pt idx="16701">
                  <c:v>1</c:v>
                </c:pt>
                <c:pt idx="16702">
                  <c:v>1</c:v>
                </c:pt>
                <c:pt idx="16703">
                  <c:v>1</c:v>
                </c:pt>
                <c:pt idx="16704">
                  <c:v>1</c:v>
                </c:pt>
                <c:pt idx="16705">
                  <c:v>1</c:v>
                </c:pt>
                <c:pt idx="16706">
                  <c:v>1</c:v>
                </c:pt>
                <c:pt idx="16707">
                  <c:v>1</c:v>
                </c:pt>
                <c:pt idx="16708">
                  <c:v>1</c:v>
                </c:pt>
                <c:pt idx="16709">
                  <c:v>1</c:v>
                </c:pt>
                <c:pt idx="16710">
                  <c:v>1</c:v>
                </c:pt>
                <c:pt idx="16711">
                  <c:v>1</c:v>
                </c:pt>
                <c:pt idx="16712">
                  <c:v>1</c:v>
                </c:pt>
                <c:pt idx="16713">
                  <c:v>1</c:v>
                </c:pt>
                <c:pt idx="16714">
                  <c:v>1</c:v>
                </c:pt>
                <c:pt idx="16715">
                  <c:v>1</c:v>
                </c:pt>
                <c:pt idx="16716">
                  <c:v>1</c:v>
                </c:pt>
                <c:pt idx="16717">
                  <c:v>1</c:v>
                </c:pt>
                <c:pt idx="16718">
                  <c:v>1</c:v>
                </c:pt>
                <c:pt idx="16719">
                  <c:v>1</c:v>
                </c:pt>
                <c:pt idx="16720">
                  <c:v>1</c:v>
                </c:pt>
                <c:pt idx="16721">
                  <c:v>1</c:v>
                </c:pt>
                <c:pt idx="16722">
                  <c:v>1</c:v>
                </c:pt>
                <c:pt idx="16723">
                  <c:v>1</c:v>
                </c:pt>
                <c:pt idx="16724">
                  <c:v>1</c:v>
                </c:pt>
                <c:pt idx="16725">
                  <c:v>1</c:v>
                </c:pt>
                <c:pt idx="16726">
                  <c:v>1</c:v>
                </c:pt>
                <c:pt idx="16727">
                  <c:v>1</c:v>
                </c:pt>
                <c:pt idx="16728">
                  <c:v>1</c:v>
                </c:pt>
                <c:pt idx="16729">
                  <c:v>1</c:v>
                </c:pt>
                <c:pt idx="16730">
                  <c:v>1</c:v>
                </c:pt>
                <c:pt idx="16731">
                  <c:v>1</c:v>
                </c:pt>
                <c:pt idx="16732">
                  <c:v>1</c:v>
                </c:pt>
                <c:pt idx="16733">
                  <c:v>1</c:v>
                </c:pt>
                <c:pt idx="16734">
                  <c:v>1</c:v>
                </c:pt>
                <c:pt idx="16735">
                  <c:v>1</c:v>
                </c:pt>
                <c:pt idx="16736">
                  <c:v>1</c:v>
                </c:pt>
                <c:pt idx="16737">
                  <c:v>1</c:v>
                </c:pt>
                <c:pt idx="16738">
                  <c:v>1</c:v>
                </c:pt>
                <c:pt idx="16739">
                  <c:v>1</c:v>
                </c:pt>
                <c:pt idx="16740">
                  <c:v>1</c:v>
                </c:pt>
                <c:pt idx="16741">
                  <c:v>1</c:v>
                </c:pt>
                <c:pt idx="16742">
                  <c:v>1</c:v>
                </c:pt>
                <c:pt idx="16743">
                  <c:v>1</c:v>
                </c:pt>
                <c:pt idx="16744">
                  <c:v>1</c:v>
                </c:pt>
                <c:pt idx="16745">
                  <c:v>1</c:v>
                </c:pt>
                <c:pt idx="16746">
                  <c:v>1</c:v>
                </c:pt>
                <c:pt idx="16747">
                  <c:v>1</c:v>
                </c:pt>
                <c:pt idx="16748">
                  <c:v>1</c:v>
                </c:pt>
                <c:pt idx="16749">
                  <c:v>1</c:v>
                </c:pt>
                <c:pt idx="16750">
                  <c:v>1</c:v>
                </c:pt>
                <c:pt idx="16751">
                  <c:v>1</c:v>
                </c:pt>
                <c:pt idx="16752">
                  <c:v>1</c:v>
                </c:pt>
                <c:pt idx="16753">
                  <c:v>1</c:v>
                </c:pt>
                <c:pt idx="16754">
                  <c:v>1</c:v>
                </c:pt>
                <c:pt idx="16755">
                  <c:v>1</c:v>
                </c:pt>
                <c:pt idx="16756">
                  <c:v>1</c:v>
                </c:pt>
                <c:pt idx="16757">
                  <c:v>1</c:v>
                </c:pt>
                <c:pt idx="16758">
                  <c:v>1</c:v>
                </c:pt>
                <c:pt idx="16759">
                  <c:v>1</c:v>
                </c:pt>
                <c:pt idx="16760">
                  <c:v>1</c:v>
                </c:pt>
                <c:pt idx="16761">
                  <c:v>1</c:v>
                </c:pt>
                <c:pt idx="16762">
                  <c:v>1</c:v>
                </c:pt>
                <c:pt idx="16763">
                  <c:v>1</c:v>
                </c:pt>
                <c:pt idx="16764">
                  <c:v>1</c:v>
                </c:pt>
                <c:pt idx="16765">
                  <c:v>1</c:v>
                </c:pt>
                <c:pt idx="16766">
                  <c:v>1</c:v>
                </c:pt>
                <c:pt idx="16767">
                  <c:v>1</c:v>
                </c:pt>
                <c:pt idx="16768">
                  <c:v>1</c:v>
                </c:pt>
                <c:pt idx="16769">
                  <c:v>1</c:v>
                </c:pt>
                <c:pt idx="16770">
                  <c:v>1</c:v>
                </c:pt>
                <c:pt idx="16771">
                  <c:v>1</c:v>
                </c:pt>
                <c:pt idx="16772">
                  <c:v>1</c:v>
                </c:pt>
                <c:pt idx="16773">
                  <c:v>1</c:v>
                </c:pt>
                <c:pt idx="16774">
                  <c:v>1</c:v>
                </c:pt>
                <c:pt idx="16775">
                  <c:v>1</c:v>
                </c:pt>
                <c:pt idx="16776">
                  <c:v>1</c:v>
                </c:pt>
                <c:pt idx="16777">
                  <c:v>1</c:v>
                </c:pt>
                <c:pt idx="16778">
                  <c:v>1</c:v>
                </c:pt>
                <c:pt idx="16779">
                  <c:v>1</c:v>
                </c:pt>
                <c:pt idx="16780">
                  <c:v>1</c:v>
                </c:pt>
                <c:pt idx="16781">
                  <c:v>1</c:v>
                </c:pt>
                <c:pt idx="16782">
                  <c:v>1</c:v>
                </c:pt>
                <c:pt idx="16783">
                  <c:v>1</c:v>
                </c:pt>
                <c:pt idx="16784">
                  <c:v>1</c:v>
                </c:pt>
                <c:pt idx="16785">
                  <c:v>1</c:v>
                </c:pt>
                <c:pt idx="16786">
                  <c:v>1</c:v>
                </c:pt>
                <c:pt idx="16787">
                  <c:v>1</c:v>
                </c:pt>
                <c:pt idx="16788">
                  <c:v>1</c:v>
                </c:pt>
                <c:pt idx="16789">
                  <c:v>1</c:v>
                </c:pt>
                <c:pt idx="16790">
                  <c:v>1</c:v>
                </c:pt>
                <c:pt idx="16791">
                  <c:v>1</c:v>
                </c:pt>
                <c:pt idx="16792">
                  <c:v>1</c:v>
                </c:pt>
                <c:pt idx="16793">
                  <c:v>1</c:v>
                </c:pt>
                <c:pt idx="16794">
                  <c:v>1</c:v>
                </c:pt>
                <c:pt idx="16795">
                  <c:v>1</c:v>
                </c:pt>
                <c:pt idx="16796">
                  <c:v>1</c:v>
                </c:pt>
                <c:pt idx="16797">
                  <c:v>1</c:v>
                </c:pt>
                <c:pt idx="16798">
                  <c:v>1</c:v>
                </c:pt>
                <c:pt idx="16799">
                  <c:v>1</c:v>
                </c:pt>
                <c:pt idx="16800">
                  <c:v>1</c:v>
                </c:pt>
                <c:pt idx="16801">
                  <c:v>1</c:v>
                </c:pt>
                <c:pt idx="16802">
                  <c:v>1</c:v>
                </c:pt>
                <c:pt idx="16803">
                  <c:v>1</c:v>
                </c:pt>
                <c:pt idx="16804">
                  <c:v>1</c:v>
                </c:pt>
                <c:pt idx="16805">
                  <c:v>1</c:v>
                </c:pt>
                <c:pt idx="16806">
                  <c:v>1</c:v>
                </c:pt>
                <c:pt idx="16807">
                  <c:v>1</c:v>
                </c:pt>
                <c:pt idx="16808">
                  <c:v>1</c:v>
                </c:pt>
                <c:pt idx="16809">
                  <c:v>1</c:v>
                </c:pt>
                <c:pt idx="16810">
                  <c:v>1</c:v>
                </c:pt>
                <c:pt idx="16811">
                  <c:v>1</c:v>
                </c:pt>
                <c:pt idx="16812">
                  <c:v>1</c:v>
                </c:pt>
                <c:pt idx="16813">
                  <c:v>1</c:v>
                </c:pt>
                <c:pt idx="16814">
                  <c:v>1</c:v>
                </c:pt>
                <c:pt idx="16815">
                  <c:v>1</c:v>
                </c:pt>
                <c:pt idx="16816">
                  <c:v>1</c:v>
                </c:pt>
                <c:pt idx="16817">
                  <c:v>1</c:v>
                </c:pt>
                <c:pt idx="16818">
                  <c:v>1</c:v>
                </c:pt>
                <c:pt idx="16819">
                  <c:v>1</c:v>
                </c:pt>
                <c:pt idx="16820">
                  <c:v>1</c:v>
                </c:pt>
                <c:pt idx="16821">
                  <c:v>1</c:v>
                </c:pt>
                <c:pt idx="16822">
                  <c:v>1</c:v>
                </c:pt>
                <c:pt idx="16823">
                  <c:v>1</c:v>
                </c:pt>
                <c:pt idx="16824">
                  <c:v>1</c:v>
                </c:pt>
                <c:pt idx="16825">
                  <c:v>1</c:v>
                </c:pt>
                <c:pt idx="16826">
                  <c:v>1</c:v>
                </c:pt>
                <c:pt idx="16827">
                  <c:v>1</c:v>
                </c:pt>
                <c:pt idx="16828">
                  <c:v>1</c:v>
                </c:pt>
                <c:pt idx="16829">
                  <c:v>1</c:v>
                </c:pt>
                <c:pt idx="16830">
                  <c:v>1</c:v>
                </c:pt>
                <c:pt idx="16831">
                  <c:v>1</c:v>
                </c:pt>
                <c:pt idx="16832">
                  <c:v>1</c:v>
                </c:pt>
                <c:pt idx="16833">
                  <c:v>1</c:v>
                </c:pt>
                <c:pt idx="16834">
                  <c:v>1</c:v>
                </c:pt>
                <c:pt idx="16835">
                  <c:v>1</c:v>
                </c:pt>
                <c:pt idx="16836">
                  <c:v>1</c:v>
                </c:pt>
                <c:pt idx="16837">
                  <c:v>1</c:v>
                </c:pt>
                <c:pt idx="16838">
                  <c:v>1</c:v>
                </c:pt>
                <c:pt idx="16839">
                  <c:v>1</c:v>
                </c:pt>
                <c:pt idx="16840">
                  <c:v>1</c:v>
                </c:pt>
                <c:pt idx="16841">
                  <c:v>1</c:v>
                </c:pt>
                <c:pt idx="16842">
                  <c:v>1</c:v>
                </c:pt>
                <c:pt idx="16843">
                  <c:v>1</c:v>
                </c:pt>
                <c:pt idx="16844">
                  <c:v>1</c:v>
                </c:pt>
                <c:pt idx="16845">
                  <c:v>1</c:v>
                </c:pt>
                <c:pt idx="16846">
                  <c:v>1</c:v>
                </c:pt>
                <c:pt idx="16847">
                  <c:v>1</c:v>
                </c:pt>
                <c:pt idx="16848">
                  <c:v>1</c:v>
                </c:pt>
                <c:pt idx="16849">
                  <c:v>1</c:v>
                </c:pt>
                <c:pt idx="16850">
                  <c:v>1</c:v>
                </c:pt>
                <c:pt idx="16851">
                  <c:v>1</c:v>
                </c:pt>
                <c:pt idx="16852">
                  <c:v>1</c:v>
                </c:pt>
                <c:pt idx="16853">
                  <c:v>1</c:v>
                </c:pt>
                <c:pt idx="16854">
                  <c:v>1</c:v>
                </c:pt>
                <c:pt idx="16855">
                  <c:v>1</c:v>
                </c:pt>
                <c:pt idx="16856">
                  <c:v>1</c:v>
                </c:pt>
                <c:pt idx="16857">
                  <c:v>1</c:v>
                </c:pt>
                <c:pt idx="16858">
                  <c:v>1</c:v>
                </c:pt>
                <c:pt idx="16859">
                  <c:v>1</c:v>
                </c:pt>
                <c:pt idx="16860">
                  <c:v>1</c:v>
                </c:pt>
                <c:pt idx="16861">
                  <c:v>1</c:v>
                </c:pt>
                <c:pt idx="16862">
                  <c:v>1</c:v>
                </c:pt>
                <c:pt idx="16863">
                  <c:v>1</c:v>
                </c:pt>
                <c:pt idx="16864">
                  <c:v>1</c:v>
                </c:pt>
                <c:pt idx="16865">
                  <c:v>1</c:v>
                </c:pt>
                <c:pt idx="16866">
                  <c:v>1</c:v>
                </c:pt>
                <c:pt idx="16867">
                  <c:v>1</c:v>
                </c:pt>
                <c:pt idx="16868">
                  <c:v>1</c:v>
                </c:pt>
                <c:pt idx="16869">
                  <c:v>1</c:v>
                </c:pt>
                <c:pt idx="16870">
                  <c:v>1</c:v>
                </c:pt>
                <c:pt idx="16871">
                  <c:v>1</c:v>
                </c:pt>
                <c:pt idx="16872">
                  <c:v>1</c:v>
                </c:pt>
                <c:pt idx="16873">
                  <c:v>1</c:v>
                </c:pt>
                <c:pt idx="16874">
                  <c:v>1</c:v>
                </c:pt>
                <c:pt idx="16875">
                  <c:v>1</c:v>
                </c:pt>
                <c:pt idx="16876">
                  <c:v>1</c:v>
                </c:pt>
                <c:pt idx="16877">
                  <c:v>1</c:v>
                </c:pt>
                <c:pt idx="16878">
                  <c:v>1</c:v>
                </c:pt>
                <c:pt idx="16879">
                  <c:v>1</c:v>
                </c:pt>
                <c:pt idx="16880">
                  <c:v>1</c:v>
                </c:pt>
                <c:pt idx="16881">
                  <c:v>1</c:v>
                </c:pt>
                <c:pt idx="16882">
                  <c:v>1</c:v>
                </c:pt>
                <c:pt idx="16883">
                  <c:v>1</c:v>
                </c:pt>
                <c:pt idx="16884">
                  <c:v>1</c:v>
                </c:pt>
                <c:pt idx="16885">
                  <c:v>1</c:v>
                </c:pt>
                <c:pt idx="16886">
                  <c:v>1</c:v>
                </c:pt>
                <c:pt idx="16887">
                  <c:v>1</c:v>
                </c:pt>
                <c:pt idx="16888">
                  <c:v>1</c:v>
                </c:pt>
                <c:pt idx="16889">
                  <c:v>1</c:v>
                </c:pt>
                <c:pt idx="16890">
                  <c:v>1</c:v>
                </c:pt>
                <c:pt idx="16891">
                  <c:v>1</c:v>
                </c:pt>
                <c:pt idx="16892">
                  <c:v>1</c:v>
                </c:pt>
                <c:pt idx="16893">
                  <c:v>1</c:v>
                </c:pt>
                <c:pt idx="16894">
                  <c:v>1</c:v>
                </c:pt>
                <c:pt idx="16895">
                  <c:v>1</c:v>
                </c:pt>
                <c:pt idx="16896">
                  <c:v>1</c:v>
                </c:pt>
                <c:pt idx="16897">
                  <c:v>1</c:v>
                </c:pt>
                <c:pt idx="16898">
                  <c:v>1</c:v>
                </c:pt>
                <c:pt idx="16899">
                  <c:v>1</c:v>
                </c:pt>
                <c:pt idx="16900">
                  <c:v>1</c:v>
                </c:pt>
                <c:pt idx="16901">
                  <c:v>1</c:v>
                </c:pt>
                <c:pt idx="16902">
                  <c:v>1</c:v>
                </c:pt>
                <c:pt idx="16903">
                  <c:v>1</c:v>
                </c:pt>
                <c:pt idx="16904">
                  <c:v>1</c:v>
                </c:pt>
                <c:pt idx="16905">
                  <c:v>1</c:v>
                </c:pt>
                <c:pt idx="16906">
                  <c:v>1</c:v>
                </c:pt>
                <c:pt idx="16907">
                  <c:v>1</c:v>
                </c:pt>
                <c:pt idx="16908">
                  <c:v>1</c:v>
                </c:pt>
                <c:pt idx="16909">
                  <c:v>1</c:v>
                </c:pt>
                <c:pt idx="16910">
                  <c:v>1</c:v>
                </c:pt>
                <c:pt idx="16911">
                  <c:v>1</c:v>
                </c:pt>
                <c:pt idx="16912">
                  <c:v>1</c:v>
                </c:pt>
                <c:pt idx="16913">
                  <c:v>1</c:v>
                </c:pt>
                <c:pt idx="16914">
                  <c:v>1</c:v>
                </c:pt>
                <c:pt idx="16915">
                  <c:v>1</c:v>
                </c:pt>
                <c:pt idx="16916">
                  <c:v>1</c:v>
                </c:pt>
                <c:pt idx="16917">
                  <c:v>1</c:v>
                </c:pt>
                <c:pt idx="16918">
                  <c:v>1</c:v>
                </c:pt>
                <c:pt idx="16919">
                  <c:v>1</c:v>
                </c:pt>
                <c:pt idx="16920">
                  <c:v>1</c:v>
                </c:pt>
                <c:pt idx="16921">
                  <c:v>1</c:v>
                </c:pt>
                <c:pt idx="16922">
                  <c:v>1</c:v>
                </c:pt>
                <c:pt idx="16923">
                  <c:v>1</c:v>
                </c:pt>
                <c:pt idx="16924">
                  <c:v>1</c:v>
                </c:pt>
                <c:pt idx="16925">
                  <c:v>1</c:v>
                </c:pt>
                <c:pt idx="16926">
                  <c:v>1</c:v>
                </c:pt>
                <c:pt idx="16927">
                  <c:v>1</c:v>
                </c:pt>
                <c:pt idx="16928">
                  <c:v>1</c:v>
                </c:pt>
                <c:pt idx="16929">
                  <c:v>1</c:v>
                </c:pt>
                <c:pt idx="16930">
                  <c:v>1</c:v>
                </c:pt>
                <c:pt idx="16931">
                  <c:v>1</c:v>
                </c:pt>
                <c:pt idx="16932">
                  <c:v>1</c:v>
                </c:pt>
                <c:pt idx="16933">
                  <c:v>1</c:v>
                </c:pt>
                <c:pt idx="16934">
                  <c:v>1</c:v>
                </c:pt>
                <c:pt idx="16935">
                  <c:v>1</c:v>
                </c:pt>
                <c:pt idx="16936">
                  <c:v>1</c:v>
                </c:pt>
                <c:pt idx="16937">
                  <c:v>1</c:v>
                </c:pt>
                <c:pt idx="16938">
                  <c:v>1</c:v>
                </c:pt>
                <c:pt idx="16939">
                  <c:v>1</c:v>
                </c:pt>
                <c:pt idx="16940">
                  <c:v>1</c:v>
                </c:pt>
                <c:pt idx="16941">
                  <c:v>1</c:v>
                </c:pt>
                <c:pt idx="16942">
                  <c:v>1</c:v>
                </c:pt>
                <c:pt idx="16943">
                  <c:v>1</c:v>
                </c:pt>
                <c:pt idx="16944">
                  <c:v>1</c:v>
                </c:pt>
                <c:pt idx="16945">
                  <c:v>1</c:v>
                </c:pt>
                <c:pt idx="16946">
                  <c:v>1</c:v>
                </c:pt>
                <c:pt idx="16947">
                  <c:v>1</c:v>
                </c:pt>
                <c:pt idx="16948">
                  <c:v>1</c:v>
                </c:pt>
                <c:pt idx="16949">
                  <c:v>1</c:v>
                </c:pt>
                <c:pt idx="16950">
                  <c:v>1</c:v>
                </c:pt>
                <c:pt idx="16951">
                  <c:v>1</c:v>
                </c:pt>
                <c:pt idx="16952">
                  <c:v>1</c:v>
                </c:pt>
                <c:pt idx="16953">
                  <c:v>1</c:v>
                </c:pt>
                <c:pt idx="16954">
                  <c:v>1</c:v>
                </c:pt>
                <c:pt idx="16955">
                  <c:v>1</c:v>
                </c:pt>
                <c:pt idx="16956">
                  <c:v>1</c:v>
                </c:pt>
                <c:pt idx="16957">
                  <c:v>1</c:v>
                </c:pt>
                <c:pt idx="16958">
                  <c:v>1</c:v>
                </c:pt>
                <c:pt idx="16959">
                  <c:v>1</c:v>
                </c:pt>
                <c:pt idx="16960">
                  <c:v>1</c:v>
                </c:pt>
                <c:pt idx="16961">
                  <c:v>1</c:v>
                </c:pt>
                <c:pt idx="16962">
                  <c:v>1</c:v>
                </c:pt>
                <c:pt idx="16963">
                  <c:v>1</c:v>
                </c:pt>
                <c:pt idx="16964">
                  <c:v>1</c:v>
                </c:pt>
                <c:pt idx="16965">
                  <c:v>1</c:v>
                </c:pt>
                <c:pt idx="16966">
                  <c:v>1</c:v>
                </c:pt>
                <c:pt idx="16967">
                  <c:v>1</c:v>
                </c:pt>
                <c:pt idx="16968">
                  <c:v>1</c:v>
                </c:pt>
                <c:pt idx="16969">
                  <c:v>1</c:v>
                </c:pt>
                <c:pt idx="16970">
                  <c:v>1</c:v>
                </c:pt>
                <c:pt idx="16971">
                  <c:v>1</c:v>
                </c:pt>
                <c:pt idx="16972">
                  <c:v>1</c:v>
                </c:pt>
                <c:pt idx="16973">
                  <c:v>1</c:v>
                </c:pt>
                <c:pt idx="16974">
                  <c:v>1</c:v>
                </c:pt>
                <c:pt idx="16975">
                  <c:v>1</c:v>
                </c:pt>
                <c:pt idx="16976">
                  <c:v>1</c:v>
                </c:pt>
                <c:pt idx="16977">
                  <c:v>1</c:v>
                </c:pt>
                <c:pt idx="16978">
                  <c:v>1</c:v>
                </c:pt>
                <c:pt idx="16979">
                  <c:v>1</c:v>
                </c:pt>
                <c:pt idx="16980">
                  <c:v>1</c:v>
                </c:pt>
                <c:pt idx="16981">
                  <c:v>1</c:v>
                </c:pt>
                <c:pt idx="16982">
                  <c:v>1</c:v>
                </c:pt>
                <c:pt idx="16983">
                  <c:v>1</c:v>
                </c:pt>
                <c:pt idx="16984">
                  <c:v>1</c:v>
                </c:pt>
                <c:pt idx="16985">
                  <c:v>1</c:v>
                </c:pt>
                <c:pt idx="16986">
                  <c:v>1</c:v>
                </c:pt>
                <c:pt idx="16987">
                  <c:v>1</c:v>
                </c:pt>
                <c:pt idx="16988">
                  <c:v>1</c:v>
                </c:pt>
                <c:pt idx="16989">
                  <c:v>1</c:v>
                </c:pt>
                <c:pt idx="16990">
                  <c:v>1</c:v>
                </c:pt>
                <c:pt idx="16991">
                  <c:v>1</c:v>
                </c:pt>
                <c:pt idx="16992">
                  <c:v>1</c:v>
                </c:pt>
                <c:pt idx="16993">
                  <c:v>1</c:v>
                </c:pt>
                <c:pt idx="16994">
                  <c:v>1</c:v>
                </c:pt>
                <c:pt idx="16995">
                  <c:v>1</c:v>
                </c:pt>
                <c:pt idx="16996">
                  <c:v>1</c:v>
                </c:pt>
                <c:pt idx="16997">
                  <c:v>1</c:v>
                </c:pt>
                <c:pt idx="16998">
                  <c:v>1</c:v>
                </c:pt>
                <c:pt idx="16999">
                  <c:v>1</c:v>
                </c:pt>
                <c:pt idx="17000">
                  <c:v>1</c:v>
                </c:pt>
                <c:pt idx="17001">
                  <c:v>1</c:v>
                </c:pt>
                <c:pt idx="17002">
                  <c:v>1</c:v>
                </c:pt>
                <c:pt idx="17003">
                  <c:v>1</c:v>
                </c:pt>
                <c:pt idx="17004">
                  <c:v>1</c:v>
                </c:pt>
                <c:pt idx="17005">
                  <c:v>1</c:v>
                </c:pt>
                <c:pt idx="17006">
                  <c:v>1</c:v>
                </c:pt>
                <c:pt idx="17007">
                  <c:v>1</c:v>
                </c:pt>
                <c:pt idx="17008">
                  <c:v>1</c:v>
                </c:pt>
                <c:pt idx="17009">
                  <c:v>1</c:v>
                </c:pt>
                <c:pt idx="17010">
                  <c:v>1</c:v>
                </c:pt>
                <c:pt idx="17011">
                  <c:v>1</c:v>
                </c:pt>
                <c:pt idx="17012">
                  <c:v>1</c:v>
                </c:pt>
                <c:pt idx="17013">
                  <c:v>1</c:v>
                </c:pt>
                <c:pt idx="17014">
                  <c:v>1</c:v>
                </c:pt>
                <c:pt idx="17015">
                  <c:v>1</c:v>
                </c:pt>
                <c:pt idx="17016">
                  <c:v>1</c:v>
                </c:pt>
                <c:pt idx="17017">
                  <c:v>1</c:v>
                </c:pt>
                <c:pt idx="17018">
                  <c:v>1</c:v>
                </c:pt>
                <c:pt idx="17019">
                  <c:v>1</c:v>
                </c:pt>
                <c:pt idx="17020">
                  <c:v>1</c:v>
                </c:pt>
                <c:pt idx="17021">
                  <c:v>1</c:v>
                </c:pt>
                <c:pt idx="17022">
                  <c:v>1</c:v>
                </c:pt>
                <c:pt idx="17023">
                  <c:v>1</c:v>
                </c:pt>
                <c:pt idx="17024">
                  <c:v>1</c:v>
                </c:pt>
                <c:pt idx="17025">
                  <c:v>1</c:v>
                </c:pt>
                <c:pt idx="17026">
                  <c:v>1</c:v>
                </c:pt>
                <c:pt idx="17027">
                  <c:v>1</c:v>
                </c:pt>
                <c:pt idx="17028">
                  <c:v>1</c:v>
                </c:pt>
                <c:pt idx="17029">
                  <c:v>1</c:v>
                </c:pt>
                <c:pt idx="17030">
                  <c:v>1</c:v>
                </c:pt>
                <c:pt idx="17031">
                  <c:v>1</c:v>
                </c:pt>
                <c:pt idx="17032">
                  <c:v>1</c:v>
                </c:pt>
                <c:pt idx="17033">
                  <c:v>1</c:v>
                </c:pt>
                <c:pt idx="17034">
                  <c:v>1</c:v>
                </c:pt>
                <c:pt idx="17035">
                  <c:v>1</c:v>
                </c:pt>
                <c:pt idx="17036">
                  <c:v>1</c:v>
                </c:pt>
                <c:pt idx="17037">
                  <c:v>1</c:v>
                </c:pt>
                <c:pt idx="17038">
                  <c:v>1</c:v>
                </c:pt>
                <c:pt idx="17039">
                  <c:v>1</c:v>
                </c:pt>
                <c:pt idx="17040">
                  <c:v>1</c:v>
                </c:pt>
                <c:pt idx="17041">
                  <c:v>1</c:v>
                </c:pt>
                <c:pt idx="17042">
                  <c:v>1</c:v>
                </c:pt>
                <c:pt idx="17043">
                  <c:v>1</c:v>
                </c:pt>
                <c:pt idx="17044">
                  <c:v>1</c:v>
                </c:pt>
                <c:pt idx="17045">
                  <c:v>1</c:v>
                </c:pt>
                <c:pt idx="17046">
                  <c:v>1</c:v>
                </c:pt>
                <c:pt idx="17047">
                  <c:v>1</c:v>
                </c:pt>
                <c:pt idx="17048">
                  <c:v>1</c:v>
                </c:pt>
                <c:pt idx="17049">
                  <c:v>1</c:v>
                </c:pt>
                <c:pt idx="17050">
                  <c:v>1</c:v>
                </c:pt>
                <c:pt idx="17051">
                  <c:v>1</c:v>
                </c:pt>
                <c:pt idx="17052">
                  <c:v>1</c:v>
                </c:pt>
                <c:pt idx="17053">
                  <c:v>1</c:v>
                </c:pt>
                <c:pt idx="17054">
                  <c:v>1</c:v>
                </c:pt>
                <c:pt idx="17055">
                  <c:v>1</c:v>
                </c:pt>
                <c:pt idx="17056">
                  <c:v>1</c:v>
                </c:pt>
                <c:pt idx="17057">
                  <c:v>1</c:v>
                </c:pt>
                <c:pt idx="17058">
                  <c:v>1</c:v>
                </c:pt>
                <c:pt idx="17059">
                  <c:v>1</c:v>
                </c:pt>
                <c:pt idx="17060">
                  <c:v>1</c:v>
                </c:pt>
                <c:pt idx="17061">
                  <c:v>1</c:v>
                </c:pt>
                <c:pt idx="17062">
                  <c:v>1</c:v>
                </c:pt>
                <c:pt idx="17063">
                  <c:v>1</c:v>
                </c:pt>
                <c:pt idx="17064">
                  <c:v>1</c:v>
                </c:pt>
                <c:pt idx="17065">
                  <c:v>1</c:v>
                </c:pt>
                <c:pt idx="17066">
                  <c:v>1</c:v>
                </c:pt>
                <c:pt idx="17067">
                  <c:v>1</c:v>
                </c:pt>
                <c:pt idx="17068">
                  <c:v>1</c:v>
                </c:pt>
                <c:pt idx="17069">
                  <c:v>1</c:v>
                </c:pt>
                <c:pt idx="17070">
                  <c:v>1</c:v>
                </c:pt>
                <c:pt idx="17071">
                  <c:v>1</c:v>
                </c:pt>
                <c:pt idx="17072">
                  <c:v>1</c:v>
                </c:pt>
                <c:pt idx="17073">
                  <c:v>1</c:v>
                </c:pt>
                <c:pt idx="17074">
                  <c:v>1</c:v>
                </c:pt>
                <c:pt idx="17075">
                  <c:v>1</c:v>
                </c:pt>
                <c:pt idx="17076">
                  <c:v>1</c:v>
                </c:pt>
                <c:pt idx="17077">
                  <c:v>1</c:v>
                </c:pt>
                <c:pt idx="17078">
                  <c:v>1</c:v>
                </c:pt>
                <c:pt idx="17079">
                  <c:v>1</c:v>
                </c:pt>
                <c:pt idx="17080">
                  <c:v>1</c:v>
                </c:pt>
                <c:pt idx="17081">
                  <c:v>1</c:v>
                </c:pt>
                <c:pt idx="17082">
                  <c:v>1</c:v>
                </c:pt>
                <c:pt idx="17083">
                  <c:v>1</c:v>
                </c:pt>
                <c:pt idx="17084">
                  <c:v>1</c:v>
                </c:pt>
                <c:pt idx="17085">
                  <c:v>1</c:v>
                </c:pt>
                <c:pt idx="17086">
                  <c:v>1</c:v>
                </c:pt>
                <c:pt idx="17087">
                  <c:v>1</c:v>
                </c:pt>
                <c:pt idx="17088">
                  <c:v>1</c:v>
                </c:pt>
                <c:pt idx="17089">
                  <c:v>1</c:v>
                </c:pt>
                <c:pt idx="17090">
                  <c:v>1</c:v>
                </c:pt>
                <c:pt idx="17091">
                  <c:v>1</c:v>
                </c:pt>
                <c:pt idx="17092">
                  <c:v>1</c:v>
                </c:pt>
                <c:pt idx="17093">
                  <c:v>1</c:v>
                </c:pt>
                <c:pt idx="17094">
                  <c:v>1</c:v>
                </c:pt>
                <c:pt idx="17095">
                  <c:v>1</c:v>
                </c:pt>
                <c:pt idx="17096">
                  <c:v>1</c:v>
                </c:pt>
                <c:pt idx="17097">
                  <c:v>1</c:v>
                </c:pt>
                <c:pt idx="17098">
                  <c:v>1</c:v>
                </c:pt>
                <c:pt idx="17099">
                  <c:v>1</c:v>
                </c:pt>
                <c:pt idx="17100">
                  <c:v>1</c:v>
                </c:pt>
                <c:pt idx="17101">
                  <c:v>1</c:v>
                </c:pt>
                <c:pt idx="17102">
                  <c:v>1</c:v>
                </c:pt>
                <c:pt idx="17103">
                  <c:v>1</c:v>
                </c:pt>
                <c:pt idx="17104">
                  <c:v>1</c:v>
                </c:pt>
                <c:pt idx="17105">
                  <c:v>1</c:v>
                </c:pt>
                <c:pt idx="17106">
                  <c:v>1</c:v>
                </c:pt>
                <c:pt idx="17107">
                  <c:v>1</c:v>
                </c:pt>
                <c:pt idx="17108">
                  <c:v>1</c:v>
                </c:pt>
                <c:pt idx="17109">
                  <c:v>1</c:v>
                </c:pt>
                <c:pt idx="17110">
                  <c:v>1</c:v>
                </c:pt>
                <c:pt idx="17111">
                  <c:v>1</c:v>
                </c:pt>
                <c:pt idx="17112">
                  <c:v>1</c:v>
                </c:pt>
                <c:pt idx="17113">
                  <c:v>1</c:v>
                </c:pt>
                <c:pt idx="17114">
                  <c:v>1</c:v>
                </c:pt>
                <c:pt idx="17115">
                  <c:v>1</c:v>
                </c:pt>
                <c:pt idx="17116">
                  <c:v>1</c:v>
                </c:pt>
                <c:pt idx="17117">
                  <c:v>1</c:v>
                </c:pt>
                <c:pt idx="17118">
                  <c:v>1</c:v>
                </c:pt>
                <c:pt idx="17119">
                  <c:v>1</c:v>
                </c:pt>
                <c:pt idx="17120">
                  <c:v>1</c:v>
                </c:pt>
                <c:pt idx="17121">
                  <c:v>1</c:v>
                </c:pt>
                <c:pt idx="17122">
                  <c:v>1</c:v>
                </c:pt>
                <c:pt idx="17123">
                  <c:v>1</c:v>
                </c:pt>
                <c:pt idx="17124">
                  <c:v>1</c:v>
                </c:pt>
                <c:pt idx="17125">
                  <c:v>1</c:v>
                </c:pt>
                <c:pt idx="17126">
                  <c:v>1</c:v>
                </c:pt>
                <c:pt idx="17127">
                  <c:v>1</c:v>
                </c:pt>
                <c:pt idx="17128">
                  <c:v>1</c:v>
                </c:pt>
                <c:pt idx="17129">
                  <c:v>1</c:v>
                </c:pt>
                <c:pt idx="17130">
                  <c:v>1</c:v>
                </c:pt>
                <c:pt idx="17131">
                  <c:v>1</c:v>
                </c:pt>
                <c:pt idx="17132">
                  <c:v>1</c:v>
                </c:pt>
                <c:pt idx="17133">
                  <c:v>1</c:v>
                </c:pt>
                <c:pt idx="17134">
                  <c:v>1</c:v>
                </c:pt>
                <c:pt idx="17135">
                  <c:v>1</c:v>
                </c:pt>
                <c:pt idx="17136">
                  <c:v>1</c:v>
                </c:pt>
                <c:pt idx="17137">
                  <c:v>1</c:v>
                </c:pt>
                <c:pt idx="17138">
                  <c:v>1</c:v>
                </c:pt>
                <c:pt idx="17139">
                  <c:v>1</c:v>
                </c:pt>
                <c:pt idx="17140">
                  <c:v>1</c:v>
                </c:pt>
                <c:pt idx="17141">
                  <c:v>1</c:v>
                </c:pt>
                <c:pt idx="17142">
                  <c:v>1</c:v>
                </c:pt>
                <c:pt idx="17143">
                  <c:v>1</c:v>
                </c:pt>
                <c:pt idx="17144">
                  <c:v>1</c:v>
                </c:pt>
                <c:pt idx="17145">
                  <c:v>1</c:v>
                </c:pt>
                <c:pt idx="17146">
                  <c:v>1</c:v>
                </c:pt>
                <c:pt idx="17147">
                  <c:v>1</c:v>
                </c:pt>
                <c:pt idx="17148">
                  <c:v>1</c:v>
                </c:pt>
                <c:pt idx="17149">
                  <c:v>1</c:v>
                </c:pt>
                <c:pt idx="17150">
                  <c:v>1</c:v>
                </c:pt>
                <c:pt idx="17151">
                  <c:v>1</c:v>
                </c:pt>
                <c:pt idx="17152">
                  <c:v>1</c:v>
                </c:pt>
                <c:pt idx="17153">
                  <c:v>1</c:v>
                </c:pt>
                <c:pt idx="17154">
                  <c:v>1</c:v>
                </c:pt>
                <c:pt idx="17155">
                  <c:v>1</c:v>
                </c:pt>
                <c:pt idx="17156">
                  <c:v>1</c:v>
                </c:pt>
                <c:pt idx="17157">
                  <c:v>1</c:v>
                </c:pt>
                <c:pt idx="17158">
                  <c:v>1</c:v>
                </c:pt>
                <c:pt idx="17159">
                  <c:v>1</c:v>
                </c:pt>
                <c:pt idx="17160">
                  <c:v>1</c:v>
                </c:pt>
                <c:pt idx="17161">
                  <c:v>1</c:v>
                </c:pt>
                <c:pt idx="17162">
                  <c:v>1</c:v>
                </c:pt>
                <c:pt idx="17163">
                  <c:v>1</c:v>
                </c:pt>
                <c:pt idx="17164">
                  <c:v>1</c:v>
                </c:pt>
                <c:pt idx="17165">
                  <c:v>1</c:v>
                </c:pt>
                <c:pt idx="17166">
                  <c:v>1</c:v>
                </c:pt>
                <c:pt idx="17167">
                  <c:v>1</c:v>
                </c:pt>
                <c:pt idx="17168">
                  <c:v>1</c:v>
                </c:pt>
                <c:pt idx="17169">
                  <c:v>1</c:v>
                </c:pt>
                <c:pt idx="17170">
                  <c:v>1</c:v>
                </c:pt>
                <c:pt idx="17171">
                  <c:v>1</c:v>
                </c:pt>
                <c:pt idx="17172">
                  <c:v>1</c:v>
                </c:pt>
                <c:pt idx="17173">
                  <c:v>1</c:v>
                </c:pt>
                <c:pt idx="17174">
                  <c:v>1</c:v>
                </c:pt>
                <c:pt idx="17175">
                  <c:v>1</c:v>
                </c:pt>
                <c:pt idx="17176">
                  <c:v>1</c:v>
                </c:pt>
                <c:pt idx="17177">
                  <c:v>1</c:v>
                </c:pt>
                <c:pt idx="17178">
                  <c:v>1</c:v>
                </c:pt>
                <c:pt idx="17179">
                  <c:v>1</c:v>
                </c:pt>
                <c:pt idx="17180">
                  <c:v>1</c:v>
                </c:pt>
                <c:pt idx="17181">
                  <c:v>1</c:v>
                </c:pt>
                <c:pt idx="17182">
                  <c:v>1</c:v>
                </c:pt>
                <c:pt idx="17183">
                  <c:v>1</c:v>
                </c:pt>
                <c:pt idx="17184">
                  <c:v>1</c:v>
                </c:pt>
                <c:pt idx="17185">
                  <c:v>1</c:v>
                </c:pt>
                <c:pt idx="17186">
                  <c:v>1</c:v>
                </c:pt>
                <c:pt idx="17187">
                  <c:v>1</c:v>
                </c:pt>
                <c:pt idx="17188">
                  <c:v>1</c:v>
                </c:pt>
                <c:pt idx="17189">
                  <c:v>1</c:v>
                </c:pt>
                <c:pt idx="17190">
                  <c:v>1</c:v>
                </c:pt>
                <c:pt idx="17191">
                  <c:v>1</c:v>
                </c:pt>
                <c:pt idx="17192">
                  <c:v>1</c:v>
                </c:pt>
                <c:pt idx="17193">
                  <c:v>1</c:v>
                </c:pt>
                <c:pt idx="17194">
                  <c:v>1</c:v>
                </c:pt>
                <c:pt idx="17195">
                  <c:v>1</c:v>
                </c:pt>
                <c:pt idx="17196">
                  <c:v>1</c:v>
                </c:pt>
                <c:pt idx="17197">
                  <c:v>1</c:v>
                </c:pt>
                <c:pt idx="17198">
                  <c:v>1</c:v>
                </c:pt>
                <c:pt idx="17199">
                  <c:v>1</c:v>
                </c:pt>
                <c:pt idx="17200">
                  <c:v>1</c:v>
                </c:pt>
                <c:pt idx="17201">
                  <c:v>1</c:v>
                </c:pt>
                <c:pt idx="17202">
                  <c:v>1</c:v>
                </c:pt>
                <c:pt idx="17203">
                  <c:v>1</c:v>
                </c:pt>
                <c:pt idx="17204">
                  <c:v>1</c:v>
                </c:pt>
                <c:pt idx="17205">
                  <c:v>1</c:v>
                </c:pt>
                <c:pt idx="17206">
                  <c:v>1</c:v>
                </c:pt>
                <c:pt idx="17207">
                  <c:v>1</c:v>
                </c:pt>
                <c:pt idx="17208">
                  <c:v>1</c:v>
                </c:pt>
                <c:pt idx="17209">
                  <c:v>1</c:v>
                </c:pt>
                <c:pt idx="17210">
                  <c:v>1</c:v>
                </c:pt>
                <c:pt idx="17211">
                  <c:v>1</c:v>
                </c:pt>
                <c:pt idx="17212">
                  <c:v>1</c:v>
                </c:pt>
                <c:pt idx="17213">
                  <c:v>1</c:v>
                </c:pt>
                <c:pt idx="17214">
                  <c:v>1</c:v>
                </c:pt>
                <c:pt idx="17215">
                  <c:v>1</c:v>
                </c:pt>
                <c:pt idx="17216">
                  <c:v>1</c:v>
                </c:pt>
                <c:pt idx="17217">
                  <c:v>1</c:v>
                </c:pt>
                <c:pt idx="17218">
                  <c:v>1</c:v>
                </c:pt>
                <c:pt idx="17219">
                  <c:v>1</c:v>
                </c:pt>
                <c:pt idx="17220">
                  <c:v>1</c:v>
                </c:pt>
                <c:pt idx="17221">
                  <c:v>1</c:v>
                </c:pt>
                <c:pt idx="17222">
                  <c:v>1</c:v>
                </c:pt>
                <c:pt idx="17223">
                  <c:v>1</c:v>
                </c:pt>
                <c:pt idx="17224">
                  <c:v>1</c:v>
                </c:pt>
                <c:pt idx="17225">
                  <c:v>1</c:v>
                </c:pt>
                <c:pt idx="17226">
                  <c:v>1</c:v>
                </c:pt>
                <c:pt idx="17227">
                  <c:v>1</c:v>
                </c:pt>
                <c:pt idx="17228">
                  <c:v>1</c:v>
                </c:pt>
                <c:pt idx="17229">
                  <c:v>1</c:v>
                </c:pt>
                <c:pt idx="17230">
                  <c:v>1</c:v>
                </c:pt>
                <c:pt idx="17231">
                  <c:v>1</c:v>
                </c:pt>
                <c:pt idx="17232">
                  <c:v>1</c:v>
                </c:pt>
                <c:pt idx="17233">
                  <c:v>1</c:v>
                </c:pt>
                <c:pt idx="17234">
                  <c:v>1</c:v>
                </c:pt>
                <c:pt idx="17235">
                  <c:v>1</c:v>
                </c:pt>
                <c:pt idx="17236">
                  <c:v>1</c:v>
                </c:pt>
                <c:pt idx="17237">
                  <c:v>1</c:v>
                </c:pt>
                <c:pt idx="17238">
                  <c:v>1</c:v>
                </c:pt>
                <c:pt idx="17239">
                  <c:v>1</c:v>
                </c:pt>
                <c:pt idx="17240">
                  <c:v>1</c:v>
                </c:pt>
                <c:pt idx="17241">
                  <c:v>1</c:v>
                </c:pt>
                <c:pt idx="17242">
                  <c:v>1</c:v>
                </c:pt>
                <c:pt idx="17243">
                  <c:v>1</c:v>
                </c:pt>
                <c:pt idx="17244">
                  <c:v>1</c:v>
                </c:pt>
                <c:pt idx="17245">
                  <c:v>1</c:v>
                </c:pt>
                <c:pt idx="17246">
                  <c:v>1</c:v>
                </c:pt>
                <c:pt idx="17247">
                  <c:v>1</c:v>
                </c:pt>
                <c:pt idx="17248">
                  <c:v>1</c:v>
                </c:pt>
                <c:pt idx="17249">
                  <c:v>1</c:v>
                </c:pt>
                <c:pt idx="17250">
                  <c:v>1</c:v>
                </c:pt>
                <c:pt idx="17251">
                  <c:v>1</c:v>
                </c:pt>
                <c:pt idx="17252">
                  <c:v>1</c:v>
                </c:pt>
                <c:pt idx="17253">
                  <c:v>1</c:v>
                </c:pt>
                <c:pt idx="17254">
                  <c:v>1</c:v>
                </c:pt>
                <c:pt idx="17255">
                  <c:v>1</c:v>
                </c:pt>
                <c:pt idx="17256">
                  <c:v>1</c:v>
                </c:pt>
                <c:pt idx="17257">
                  <c:v>1</c:v>
                </c:pt>
                <c:pt idx="17258">
                  <c:v>1</c:v>
                </c:pt>
                <c:pt idx="17259">
                  <c:v>1</c:v>
                </c:pt>
                <c:pt idx="17260">
                  <c:v>1</c:v>
                </c:pt>
                <c:pt idx="17261">
                  <c:v>1</c:v>
                </c:pt>
                <c:pt idx="17262">
                  <c:v>1</c:v>
                </c:pt>
                <c:pt idx="17263">
                  <c:v>1</c:v>
                </c:pt>
                <c:pt idx="17264">
                  <c:v>1</c:v>
                </c:pt>
                <c:pt idx="17265">
                  <c:v>1</c:v>
                </c:pt>
                <c:pt idx="17266">
                  <c:v>1</c:v>
                </c:pt>
                <c:pt idx="17267">
                  <c:v>1</c:v>
                </c:pt>
                <c:pt idx="17268">
                  <c:v>1</c:v>
                </c:pt>
                <c:pt idx="17269">
                  <c:v>1</c:v>
                </c:pt>
                <c:pt idx="17270">
                  <c:v>1</c:v>
                </c:pt>
                <c:pt idx="17271">
                  <c:v>1</c:v>
                </c:pt>
                <c:pt idx="17272">
                  <c:v>1</c:v>
                </c:pt>
                <c:pt idx="17273">
                  <c:v>1</c:v>
                </c:pt>
                <c:pt idx="17274">
                  <c:v>1</c:v>
                </c:pt>
                <c:pt idx="17275">
                  <c:v>1</c:v>
                </c:pt>
                <c:pt idx="17276">
                  <c:v>1</c:v>
                </c:pt>
                <c:pt idx="17277">
                  <c:v>1</c:v>
                </c:pt>
                <c:pt idx="17278">
                  <c:v>1</c:v>
                </c:pt>
                <c:pt idx="17279">
                  <c:v>1</c:v>
                </c:pt>
                <c:pt idx="17280">
                  <c:v>1</c:v>
                </c:pt>
                <c:pt idx="17281">
                  <c:v>1</c:v>
                </c:pt>
                <c:pt idx="17282">
                  <c:v>1</c:v>
                </c:pt>
                <c:pt idx="17283">
                  <c:v>1</c:v>
                </c:pt>
                <c:pt idx="17284">
                  <c:v>1</c:v>
                </c:pt>
                <c:pt idx="17285">
                  <c:v>1</c:v>
                </c:pt>
                <c:pt idx="17286">
                  <c:v>1</c:v>
                </c:pt>
                <c:pt idx="17287">
                  <c:v>1</c:v>
                </c:pt>
                <c:pt idx="17288">
                  <c:v>1</c:v>
                </c:pt>
                <c:pt idx="17289">
                  <c:v>1</c:v>
                </c:pt>
                <c:pt idx="17290">
                  <c:v>1</c:v>
                </c:pt>
                <c:pt idx="17291">
                  <c:v>1</c:v>
                </c:pt>
                <c:pt idx="17292">
                  <c:v>1</c:v>
                </c:pt>
                <c:pt idx="17293">
                  <c:v>1</c:v>
                </c:pt>
                <c:pt idx="17294">
                  <c:v>1</c:v>
                </c:pt>
                <c:pt idx="17295">
                  <c:v>1</c:v>
                </c:pt>
                <c:pt idx="17296">
                  <c:v>1</c:v>
                </c:pt>
                <c:pt idx="17297">
                  <c:v>1</c:v>
                </c:pt>
                <c:pt idx="17298">
                  <c:v>1</c:v>
                </c:pt>
                <c:pt idx="17299">
                  <c:v>1</c:v>
                </c:pt>
                <c:pt idx="17300">
                  <c:v>1</c:v>
                </c:pt>
                <c:pt idx="17301">
                  <c:v>1</c:v>
                </c:pt>
                <c:pt idx="17302">
                  <c:v>1</c:v>
                </c:pt>
                <c:pt idx="17303">
                  <c:v>1</c:v>
                </c:pt>
                <c:pt idx="17304">
                  <c:v>1</c:v>
                </c:pt>
                <c:pt idx="17305">
                  <c:v>1</c:v>
                </c:pt>
                <c:pt idx="17306">
                  <c:v>1</c:v>
                </c:pt>
                <c:pt idx="17307">
                  <c:v>1</c:v>
                </c:pt>
                <c:pt idx="17308">
                  <c:v>1</c:v>
                </c:pt>
                <c:pt idx="17309">
                  <c:v>1</c:v>
                </c:pt>
                <c:pt idx="17310">
                  <c:v>1</c:v>
                </c:pt>
                <c:pt idx="17311">
                  <c:v>1</c:v>
                </c:pt>
                <c:pt idx="17312">
                  <c:v>1</c:v>
                </c:pt>
                <c:pt idx="17313">
                  <c:v>1</c:v>
                </c:pt>
                <c:pt idx="17314">
                  <c:v>1</c:v>
                </c:pt>
                <c:pt idx="17315">
                  <c:v>1</c:v>
                </c:pt>
                <c:pt idx="17316">
                  <c:v>1</c:v>
                </c:pt>
                <c:pt idx="17317">
                  <c:v>1</c:v>
                </c:pt>
                <c:pt idx="17318">
                  <c:v>1</c:v>
                </c:pt>
                <c:pt idx="17319">
                  <c:v>1</c:v>
                </c:pt>
                <c:pt idx="17320">
                  <c:v>1</c:v>
                </c:pt>
                <c:pt idx="17321">
                  <c:v>1</c:v>
                </c:pt>
                <c:pt idx="17322">
                  <c:v>1</c:v>
                </c:pt>
                <c:pt idx="17323">
                  <c:v>1</c:v>
                </c:pt>
                <c:pt idx="17324">
                  <c:v>1</c:v>
                </c:pt>
                <c:pt idx="17325">
                  <c:v>1</c:v>
                </c:pt>
                <c:pt idx="17326">
                  <c:v>1</c:v>
                </c:pt>
                <c:pt idx="17327">
                  <c:v>1</c:v>
                </c:pt>
                <c:pt idx="17328">
                  <c:v>1</c:v>
                </c:pt>
                <c:pt idx="17329">
                  <c:v>1</c:v>
                </c:pt>
                <c:pt idx="17330">
                  <c:v>1</c:v>
                </c:pt>
                <c:pt idx="17331">
                  <c:v>1</c:v>
                </c:pt>
                <c:pt idx="17332">
                  <c:v>1</c:v>
                </c:pt>
                <c:pt idx="17333">
                  <c:v>1</c:v>
                </c:pt>
                <c:pt idx="17334">
                  <c:v>1</c:v>
                </c:pt>
                <c:pt idx="17335">
                  <c:v>1</c:v>
                </c:pt>
                <c:pt idx="17336">
                  <c:v>1</c:v>
                </c:pt>
                <c:pt idx="17337">
                  <c:v>1</c:v>
                </c:pt>
                <c:pt idx="17338">
                  <c:v>1</c:v>
                </c:pt>
                <c:pt idx="17339">
                  <c:v>1</c:v>
                </c:pt>
                <c:pt idx="17340">
                  <c:v>1</c:v>
                </c:pt>
                <c:pt idx="17341">
                  <c:v>1</c:v>
                </c:pt>
                <c:pt idx="17342">
                  <c:v>1</c:v>
                </c:pt>
                <c:pt idx="17343">
                  <c:v>1</c:v>
                </c:pt>
                <c:pt idx="17344">
                  <c:v>1</c:v>
                </c:pt>
                <c:pt idx="17345">
                  <c:v>1</c:v>
                </c:pt>
                <c:pt idx="17346">
                  <c:v>1</c:v>
                </c:pt>
                <c:pt idx="17347">
                  <c:v>1</c:v>
                </c:pt>
                <c:pt idx="17348">
                  <c:v>1</c:v>
                </c:pt>
                <c:pt idx="17349">
                  <c:v>1</c:v>
                </c:pt>
                <c:pt idx="17350">
                  <c:v>1</c:v>
                </c:pt>
                <c:pt idx="17351">
                  <c:v>1</c:v>
                </c:pt>
                <c:pt idx="17352">
                  <c:v>1</c:v>
                </c:pt>
                <c:pt idx="17353">
                  <c:v>1</c:v>
                </c:pt>
                <c:pt idx="17354">
                  <c:v>1</c:v>
                </c:pt>
                <c:pt idx="17355">
                  <c:v>1</c:v>
                </c:pt>
                <c:pt idx="17356">
                  <c:v>1</c:v>
                </c:pt>
                <c:pt idx="17357">
                  <c:v>1</c:v>
                </c:pt>
                <c:pt idx="17358">
                  <c:v>1</c:v>
                </c:pt>
                <c:pt idx="17359">
                  <c:v>1</c:v>
                </c:pt>
                <c:pt idx="17360">
                  <c:v>1</c:v>
                </c:pt>
                <c:pt idx="17361">
                  <c:v>1</c:v>
                </c:pt>
                <c:pt idx="17362">
                  <c:v>1</c:v>
                </c:pt>
                <c:pt idx="17363">
                  <c:v>1</c:v>
                </c:pt>
                <c:pt idx="17364">
                  <c:v>1</c:v>
                </c:pt>
                <c:pt idx="17365">
                  <c:v>1</c:v>
                </c:pt>
                <c:pt idx="17366">
                  <c:v>1</c:v>
                </c:pt>
                <c:pt idx="17367">
                  <c:v>1</c:v>
                </c:pt>
                <c:pt idx="17368">
                  <c:v>1</c:v>
                </c:pt>
                <c:pt idx="17369">
                  <c:v>1</c:v>
                </c:pt>
                <c:pt idx="17370">
                  <c:v>1</c:v>
                </c:pt>
                <c:pt idx="17371">
                  <c:v>1</c:v>
                </c:pt>
                <c:pt idx="17372">
                  <c:v>1</c:v>
                </c:pt>
                <c:pt idx="17373">
                  <c:v>1</c:v>
                </c:pt>
                <c:pt idx="17374">
                  <c:v>1</c:v>
                </c:pt>
                <c:pt idx="17375">
                  <c:v>1</c:v>
                </c:pt>
                <c:pt idx="17376">
                  <c:v>1</c:v>
                </c:pt>
                <c:pt idx="17377">
                  <c:v>1</c:v>
                </c:pt>
                <c:pt idx="17378">
                  <c:v>1</c:v>
                </c:pt>
                <c:pt idx="17379">
                  <c:v>1</c:v>
                </c:pt>
                <c:pt idx="17380">
                  <c:v>1</c:v>
                </c:pt>
                <c:pt idx="17381">
                  <c:v>1</c:v>
                </c:pt>
                <c:pt idx="17382">
                  <c:v>1</c:v>
                </c:pt>
                <c:pt idx="17383">
                  <c:v>1</c:v>
                </c:pt>
                <c:pt idx="17384">
                  <c:v>1</c:v>
                </c:pt>
                <c:pt idx="17385">
                  <c:v>1</c:v>
                </c:pt>
                <c:pt idx="17386">
                  <c:v>1</c:v>
                </c:pt>
                <c:pt idx="17387">
                  <c:v>1</c:v>
                </c:pt>
                <c:pt idx="17388">
                  <c:v>1</c:v>
                </c:pt>
                <c:pt idx="17389">
                  <c:v>1</c:v>
                </c:pt>
                <c:pt idx="17390">
                  <c:v>1</c:v>
                </c:pt>
                <c:pt idx="17391">
                  <c:v>1</c:v>
                </c:pt>
                <c:pt idx="17392">
                  <c:v>1</c:v>
                </c:pt>
                <c:pt idx="17393">
                  <c:v>1</c:v>
                </c:pt>
                <c:pt idx="17394">
                  <c:v>1</c:v>
                </c:pt>
                <c:pt idx="17395">
                  <c:v>1</c:v>
                </c:pt>
                <c:pt idx="17396">
                  <c:v>1</c:v>
                </c:pt>
                <c:pt idx="17397">
                  <c:v>1</c:v>
                </c:pt>
                <c:pt idx="17398">
                  <c:v>1</c:v>
                </c:pt>
                <c:pt idx="17399">
                  <c:v>1</c:v>
                </c:pt>
                <c:pt idx="17400">
                  <c:v>1</c:v>
                </c:pt>
                <c:pt idx="17401">
                  <c:v>1</c:v>
                </c:pt>
                <c:pt idx="17402">
                  <c:v>1</c:v>
                </c:pt>
                <c:pt idx="17403">
                  <c:v>1</c:v>
                </c:pt>
                <c:pt idx="17404">
                  <c:v>1</c:v>
                </c:pt>
                <c:pt idx="17405">
                  <c:v>1</c:v>
                </c:pt>
                <c:pt idx="17406">
                  <c:v>1</c:v>
                </c:pt>
                <c:pt idx="17407">
                  <c:v>1</c:v>
                </c:pt>
                <c:pt idx="17408">
                  <c:v>1</c:v>
                </c:pt>
                <c:pt idx="17409">
                  <c:v>1</c:v>
                </c:pt>
                <c:pt idx="17410">
                  <c:v>1</c:v>
                </c:pt>
                <c:pt idx="17411">
                  <c:v>1</c:v>
                </c:pt>
                <c:pt idx="17412">
                  <c:v>1</c:v>
                </c:pt>
                <c:pt idx="17413">
                  <c:v>1</c:v>
                </c:pt>
                <c:pt idx="17414">
                  <c:v>1</c:v>
                </c:pt>
                <c:pt idx="17415">
                  <c:v>1</c:v>
                </c:pt>
                <c:pt idx="17416">
                  <c:v>1</c:v>
                </c:pt>
                <c:pt idx="17417">
                  <c:v>1</c:v>
                </c:pt>
                <c:pt idx="17418">
                  <c:v>1</c:v>
                </c:pt>
                <c:pt idx="17419">
                  <c:v>1</c:v>
                </c:pt>
                <c:pt idx="17420">
                  <c:v>1</c:v>
                </c:pt>
                <c:pt idx="17421">
                  <c:v>1</c:v>
                </c:pt>
                <c:pt idx="17422">
                  <c:v>1</c:v>
                </c:pt>
                <c:pt idx="17423">
                  <c:v>1</c:v>
                </c:pt>
                <c:pt idx="17424">
                  <c:v>1</c:v>
                </c:pt>
                <c:pt idx="17425">
                  <c:v>1</c:v>
                </c:pt>
                <c:pt idx="17426">
                  <c:v>1</c:v>
                </c:pt>
                <c:pt idx="17427">
                  <c:v>1</c:v>
                </c:pt>
                <c:pt idx="17428">
                  <c:v>1</c:v>
                </c:pt>
                <c:pt idx="17429">
                  <c:v>1</c:v>
                </c:pt>
                <c:pt idx="17430">
                  <c:v>1</c:v>
                </c:pt>
                <c:pt idx="17431">
                  <c:v>1</c:v>
                </c:pt>
                <c:pt idx="17432">
                  <c:v>1</c:v>
                </c:pt>
                <c:pt idx="17433">
                  <c:v>1</c:v>
                </c:pt>
                <c:pt idx="17434">
                  <c:v>1</c:v>
                </c:pt>
                <c:pt idx="17435">
                  <c:v>1</c:v>
                </c:pt>
                <c:pt idx="17436">
                  <c:v>1</c:v>
                </c:pt>
                <c:pt idx="17437">
                  <c:v>1</c:v>
                </c:pt>
                <c:pt idx="17438">
                  <c:v>1</c:v>
                </c:pt>
                <c:pt idx="17439">
                  <c:v>1</c:v>
                </c:pt>
                <c:pt idx="17440">
                  <c:v>1</c:v>
                </c:pt>
                <c:pt idx="17441">
                  <c:v>1</c:v>
                </c:pt>
                <c:pt idx="17442">
                  <c:v>1</c:v>
                </c:pt>
                <c:pt idx="17443">
                  <c:v>1</c:v>
                </c:pt>
                <c:pt idx="17444">
                  <c:v>1</c:v>
                </c:pt>
                <c:pt idx="17445">
                  <c:v>1</c:v>
                </c:pt>
                <c:pt idx="17446">
                  <c:v>1</c:v>
                </c:pt>
                <c:pt idx="17447">
                  <c:v>1</c:v>
                </c:pt>
                <c:pt idx="17448">
                  <c:v>1</c:v>
                </c:pt>
                <c:pt idx="17449">
                  <c:v>1</c:v>
                </c:pt>
                <c:pt idx="17450">
                  <c:v>1</c:v>
                </c:pt>
                <c:pt idx="17451">
                  <c:v>1</c:v>
                </c:pt>
                <c:pt idx="17452">
                  <c:v>1</c:v>
                </c:pt>
                <c:pt idx="17453">
                  <c:v>1</c:v>
                </c:pt>
                <c:pt idx="17454">
                  <c:v>1</c:v>
                </c:pt>
                <c:pt idx="17455">
                  <c:v>1</c:v>
                </c:pt>
                <c:pt idx="17456">
                  <c:v>1</c:v>
                </c:pt>
                <c:pt idx="17457">
                  <c:v>1</c:v>
                </c:pt>
                <c:pt idx="17458">
                  <c:v>1</c:v>
                </c:pt>
                <c:pt idx="17459">
                  <c:v>1</c:v>
                </c:pt>
                <c:pt idx="17460">
                  <c:v>1</c:v>
                </c:pt>
                <c:pt idx="17461">
                  <c:v>1</c:v>
                </c:pt>
                <c:pt idx="17462">
                  <c:v>1</c:v>
                </c:pt>
                <c:pt idx="17463">
                  <c:v>1</c:v>
                </c:pt>
                <c:pt idx="17464">
                  <c:v>1</c:v>
                </c:pt>
                <c:pt idx="17465">
                  <c:v>1</c:v>
                </c:pt>
                <c:pt idx="17466">
                  <c:v>1</c:v>
                </c:pt>
                <c:pt idx="17467">
                  <c:v>1</c:v>
                </c:pt>
                <c:pt idx="17468">
                  <c:v>1</c:v>
                </c:pt>
                <c:pt idx="17469">
                  <c:v>1</c:v>
                </c:pt>
                <c:pt idx="17470">
                  <c:v>1</c:v>
                </c:pt>
                <c:pt idx="17471">
                  <c:v>1</c:v>
                </c:pt>
                <c:pt idx="17472">
                  <c:v>1</c:v>
                </c:pt>
                <c:pt idx="17473">
                  <c:v>1</c:v>
                </c:pt>
                <c:pt idx="17474">
                  <c:v>1</c:v>
                </c:pt>
                <c:pt idx="17475">
                  <c:v>1</c:v>
                </c:pt>
                <c:pt idx="17476">
                  <c:v>1</c:v>
                </c:pt>
                <c:pt idx="17477">
                  <c:v>1</c:v>
                </c:pt>
                <c:pt idx="17478">
                  <c:v>1</c:v>
                </c:pt>
                <c:pt idx="17479">
                  <c:v>1</c:v>
                </c:pt>
                <c:pt idx="17480">
                  <c:v>1</c:v>
                </c:pt>
                <c:pt idx="17481">
                  <c:v>1</c:v>
                </c:pt>
                <c:pt idx="17482">
                  <c:v>1</c:v>
                </c:pt>
                <c:pt idx="17483">
                  <c:v>1</c:v>
                </c:pt>
                <c:pt idx="17484">
                  <c:v>1</c:v>
                </c:pt>
                <c:pt idx="17485">
                  <c:v>1</c:v>
                </c:pt>
                <c:pt idx="17486">
                  <c:v>1</c:v>
                </c:pt>
                <c:pt idx="17487">
                  <c:v>1</c:v>
                </c:pt>
                <c:pt idx="17488">
                  <c:v>1</c:v>
                </c:pt>
                <c:pt idx="17489">
                  <c:v>1</c:v>
                </c:pt>
                <c:pt idx="17490">
                  <c:v>1</c:v>
                </c:pt>
                <c:pt idx="17491">
                  <c:v>1</c:v>
                </c:pt>
                <c:pt idx="17492">
                  <c:v>1</c:v>
                </c:pt>
                <c:pt idx="17493">
                  <c:v>1</c:v>
                </c:pt>
                <c:pt idx="17494">
                  <c:v>1</c:v>
                </c:pt>
                <c:pt idx="17495">
                  <c:v>1</c:v>
                </c:pt>
                <c:pt idx="17496">
                  <c:v>1</c:v>
                </c:pt>
                <c:pt idx="17497">
                  <c:v>1</c:v>
                </c:pt>
                <c:pt idx="17498">
                  <c:v>1</c:v>
                </c:pt>
                <c:pt idx="17499">
                  <c:v>1</c:v>
                </c:pt>
                <c:pt idx="17500">
                  <c:v>1</c:v>
                </c:pt>
                <c:pt idx="17501">
                  <c:v>1</c:v>
                </c:pt>
                <c:pt idx="17502">
                  <c:v>1</c:v>
                </c:pt>
                <c:pt idx="17503">
                  <c:v>1</c:v>
                </c:pt>
                <c:pt idx="17504">
                  <c:v>1</c:v>
                </c:pt>
                <c:pt idx="17505">
                  <c:v>1</c:v>
                </c:pt>
                <c:pt idx="17506">
                  <c:v>1</c:v>
                </c:pt>
                <c:pt idx="17507">
                  <c:v>1</c:v>
                </c:pt>
                <c:pt idx="17508">
                  <c:v>1</c:v>
                </c:pt>
                <c:pt idx="17509">
                  <c:v>1</c:v>
                </c:pt>
                <c:pt idx="17510">
                  <c:v>1</c:v>
                </c:pt>
                <c:pt idx="17511">
                  <c:v>1</c:v>
                </c:pt>
                <c:pt idx="17512">
                  <c:v>1</c:v>
                </c:pt>
                <c:pt idx="17513">
                  <c:v>1</c:v>
                </c:pt>
                <c:pt idx="17514">
                  <c:v>1</c:v>
                </c:pt>
                <c:pt idx="17515">
                  <c:v>1</c:v>
                </c:pt>
                <c:pt idx="17516">
                  <c:v>1</c:v>
                </c:pt>
                <c:pt idx="17517">
                  <c:v>1</c:v>
                </c:pt>
                <c:pt idx="17518">
                  <c:v>1</c:v>
                </c:pt>
                <c:pt idx="17519">
                  <c:v>1</c:v>
                </c:pt>
                <c:pt idx="17520">
                  <c:v>1</c:v>
                </c:pt>
                <c:pt idx="17521">
                  <c:v>1</c:v>
                </c:pt>
                <c:pt idx="17522">
                  <c:v>1</c:v>
                </c:pt>
                <c:pt idx="17523">
                  <c:v>1</c:v>
                </c:pt>
                <c:pt idx="17524">
                  <c:v>1</c:v>
                </c:pt>
                <c:pt idx="17525">
                  <c:v>1</c:v>
                </c:pt>
                <c:pt idx="17526">
                  <c:v>1</c:v>
                </c:pt>
                <c:pt idx="17527">
                  <c:v>1</c:v>
                </c:pt>
                <c:pt idx="17528">
                  <c:v>1</c:v>
                </c:pt>
                <c:pt idx="17529">
                  <c:v>1</c:v>
                </c:pt>
                <c:pt idx="17530">
                  <c:v>1</c:v>
                </c:pt>
                <c:pt idx="17531">
                  <c:v>1</c:v>
                </c:pt>
                <c:pt idx="17532">
                  <c:v>1</c:v>
                </c:pt>
                <c:pt idx="17533">
                  <c:v>1</c:v>
                </c:pt>
                <c:pt idx="17534">
                  <c:v>1</c:v>
                </c:pt>
                <c:pt idx="17535">
                  <c:v>1</c:v>
                </c:pt>
                <c:pt idx="17536">
                  <c:v>1</c:v>
                </c:pt>
                <c:pt idx="17537">
                  <c:v>1</c:v>
                </c:pt>
                <c:pt idx="17538">
                  <c:v>1</c:v>
                </c:pt>
                <c:pt idx="17539">
                  <c:v>1</c:v>
                </c:pt>
                <c:pt idx="17540">
                  <c:v>1</c:v>
                </c:pt>
                <c:pt idx="17541">
                  <c:v>1</c:v>
                </c:pt>
                <c:pt idx="17542">
                  <c:v>1</c:v>
                </c:pt>
                <c:pt idx="17543">
                  <c:v>1</c:v>
                </c:pt>
                <c:pt idx="17544">
                  <c:v>1</c:v>
                </c:pt>
                <c:pt idx="17545">
                  <c:v>1</c:v>
                </c:pt>
                <c:pt idx="17546">
                  <c:v>1</c:v>
                </c:pt>
                <c:pt idx="17547">
                  <c:v>1</c:v>
                </c:pt>
                <c:pt idx="17548">
                  <c:v>1</c:v>
                </c:pt>
                <c:pt idx="17549">
                  <c:v>1</c:v>
                </c:pt>
                <c:pt idx="17550">
                  <c:v>1</c:v>
                </c:pt>
                <c:pt idx="17551">
                  <c:v>1</c:v>
                </c:pt>
                <c:pt idx="17552">
                  <c:v>1</c:v>
                </c:pt>
                <c:pt idx="17553">
                  <c:v>1</c:v>
                </c:pt>
                <c:pt idx="17554">
                  <c:v>1</c:v>
                </c:pt>
                <c:pt idx="17555">
                  <c:v>1</c:v>
                </c:pt>
                <c:pt idx="17556">
                  <c:v>1</c:v>
                </c:pt>
                <c:pt idx="17557">
                  <c:v>1</c:v>
                </c:pt>
                <c:pt idx="17558">
                  <c:v>1</c:v>
                </c:pt>
                <c:pt idx="17559">
                  <c:v>1</c:v>
                </c:pt>
                <c:pt idx="17560">
                  <c:v>1</c:v>
                </c:pt>
                <c:pt idx="17561">
                  <c:v>1</c:v>
                </c:pt>
                <c:pt idx="17562">
                  <c:v>1</c:v>
                </c:pt>
                <c:pt idx="17563">
                  <c:v>1</c:v>
                </c:pt>
                <c:pt idx="17564">
                  <c:v>1</c:v>
                </c:pt>
                <c:pt idx="17565">
                  <c:v>1</c:v>
                </c:pt>
                <c:pt idx="17566">
                  <c:v>1</c:v>
                </c:pt>
                <c:pt idx="17567">
                  <c:v>1</c:v>
                </c:pt>
                <c:pt idx="17568">
                  <c:v>1</c:v>
                </c:pt>
                <c:pt idx="17569">
                  <c:v>1</c:v>
                </c:pt>
                <c:pt idx="17570">
                  <c:v>1</c:v>
                </c:pt>
                <c:pt idx="17571">
                  <c:v>1</c:v>
                </c:pt>
                <c:pt idx="17572">
                  <c:v>1</c:v>
                </c:pt>
                <c:pt idx="17573">
                  <c:v>1</c:v>
                </c:pt>
                <c:pt idx="17574">
                  <c:v>1</c:v>
                </c:pt>
                <c:pt idx="17575">
                  <c:v>1</c:v>
                </c:pt>
                <c:pt idx="17576">
                  <c:v>1</c:v>
                </c:pt>
                <c:pt idx="17577">
                  <c:v>1</c:v>
                </c:pt>
                <c:pt idx="17578">
                  <c:v>1</c:v>
                </c:pt>
                <c:pt idx="17579">
                  <c:v>1</c:v>
                </c:pt>
                <c:pt idx="17580">
                  <c:v>1</c:v>
                </c:pt>
                <c:pt idx="17581">
                  <c:v>1</c:v>
                </c:pt>
                <c:pt idx="17582">
                  <c:v>1</c:v>
                </c:pt>
                <c:pt idx="17583">
                  <c:v>1</c:v>
                </c:pt>
                <c:pt idx="17584">
                  <c:v>1</c:v>
                </c:pt>
                <c:pt idx="17585">
                  <c:v>1</c:v>
                </c:pt>
                <c:pt idx="17586">
                  <c:v>1</c:v>
                </c:pt>
                <c:pt idx="17587">
                  <c:v>1</c:v>
                </c:pt>
                <c:pt idx="17588">
                  <c:v>1</c:v>
                </c:pt>
                <c:pt idx="17589">
                  <c:v>1</c:v>
                </c:pt>
                <c:pt idx="17590">
                  <c:v>1</c:v>
                </c:pt>
                <c:pt idx="17591">
                  <c:v>1</c:v>
                </c:pt>
                <c:pt idx="17592">
                  <c:v>1</c:v>
                </c:pt>
                <c:pt idx="17593">
                  <c:v>1</c:v>
                </c:pt>
                <c:pt idx="17594">
                  <c:v>1</c:v>
                </c:pt>
                <c:pt idx="17595">
                  <c:v>1</c:v>
                </c:pt>
                <c:pt idx="17596">
                  <c:v>1</c:v>
                </c:pt>
                <c:pt idx="17597">
                  <c:v>1</c:v>
                </c:pt>
                <c:pt idx="17598">
                  <c:v>1</c:v>
                </c:pt>
                <c:pt idx="17599">
                  <c:v>1</c:v>
                </c:pt>
                <c:pt idx="17600">
                  <c:v>1</c:v>
                </c:pt>
                <c:pt idx="17601">
                  <c:v>1</c:v>
                </c:pt>
                <c:pt idx="17602">
                  <c:v>1</c:v>
                </c:pt>
                <c:pt idx="17603">
                  <c:v>1</c:v>
                </c:pt>
                <c:pt idx="17604">
                  <c:v>1</c:v>
                </c:pt>
                <c:pt idx="17605">
                  <c:v>1</c:v>
                </c:pt>
                <c:pt idx="17606">
                  <c:v>1</c:v>
                </c:pt>
                <c:pt idx="17607">
                  <c:v>1</c:v>
                </c:pt>
                <c:pt idx="17608">
                  <c:v>1</c:v>
                </c:pt>
                <c:pt idx="17609">
                  <c:v>1</c:v>
                </c:pt>
                <c:pt idx="17610">
                  <c:v>1</c:v>
                </c:pt>
                <c:pt idx="17611">
                  <c:v>1</c:v>
                </c:pt>
                <c:pt idx="17612">
                  <c:v>1</c:v>
                </c:pt>
                <c:pt idx="17613">
                  <c:v>1</c:v>
                </c:pt>
                <c:pt idx="17614">
                  <c:v>1</c:v>
                </c:pt>
                <c:pt idx="17615">
                  <c:v>1</c:v>
                </c:pt>
                <c:pt idx="17616">
                  <c:v>1</c:v>
                </c:pt>
                <c:pt idx="17617">
                  <c:v>1</c:v>
                </c:pt>
                <c:pt idx="17618">
                  <c:v>1</c:v>
                </c:pt>
                <c:pt idx="17619">
                  <c:v>1</c:v>
                </c:pt>
                <c:pt idx="17620">
                  <c:v>1</c:v>
                </c:pt>
                <c:pt idx="17621">
                  <c:v>1</c:v>
                </c:pt>
                <c:pt idx="17622">
                  <c:v>1</c:v>
                </c:pt>
                <c:pt idx="17623">
                  <c:v>1</c:v>
                </c:pt>
                <c:pt idx="17624">
                  <c:v>1</c:v>
                </c:pt>
                <c:pt idx="17625">
                  <c:v>1</c:v>
                </c:pt>
                <c:pt idx="17626">
                  <c:v>1</c:v>
                </c:pt>
                <c:pt idx="17627">
                  <c:v>1</c:v>
                </c:pt>
                <c:pt idx="17628">
                  <c:v>1</c:v>
                </c:pt>
                <c:pt idx="17629">
                  <c:v>1</c:v>
                </c:pt>
                <c:pt idx="17630">
                  <c:v>1</c:v>
                </c:pt>
                <c:pt idx="17631">
                  <c:v>1</c:v>
                </c:pt>
                <c:pt idx="17632">
                  <c:v>1</c:v>
                </c:pt>
                <c:pt idx="17633">
                  <c:v>1</c:v>
                </c:pt>
                <c:pt idx="17634">
                  <c:v>1</c:v>
                </c:pt>
                <c:pt idx="17635">
                  <c:v>1</c:v>
                </c:pt>
                <c:pt idx="17636">
                  <c:v>1</c:v>
                </c:pt>
                <c:pt idx="17637">
                  <c:v>1</c:v>
                </c:pt>
                <c:pt idx="17638">
                  <c:v>1</c:v>
                </c:pt>
                <c:pt idx="17639">
                  <c:v>1</c:v>
                </c:pt>
                <c:pt idx="17640">
                  <c:v>1</c:v>
                </c:pt>
                <c:pt idx="17641">
                  <c:v>1</c:v>
                </c:pt>
                <c:pt idx="17642">
                  <c:v>1</c:v>
                </c:pt>
                <c:pt idx="17643">
                  <c:v>1</c:v>
                </c:pt>
                <c:pt idx="17644">
                  <c:v>1</c:v>
                </c:pt>
                <c:pt idx="17645">
                  <c:v>1</c:v>
                </c:pt>
                <c:pt idx="17646">
                  <c:v>1</c:v>
                </c:pt>
                <c:pt idx="17647">
                  <c:v>1</c:v>
                </c:pt>
                <c:pt idx="17648">
                  <c:v>1</c:v>
                </c:pt>
                <c:pt idx="17649">
                  <c:v>1</c:v>
                </c:pt>
                <c:pt idx="17650">
                  <c:v>1</c:v>
                </c:pt>
                <c:pt idx="17651">
                  <c:v>1</c:v>
                </c:pt>
                <c:pt idx="17652">
                  <c:v>1</c:v>
                </c:pt>
                <c:pt idx="17653">
                  <c:v>1</c:v>
                </c:pt>
                <c:pt idx="17654">
                  <c:v>1</c:v>
                </c:pt>
                <c:pt idx="17655">
                  <c:v>1</c:v>
                </c:pt>
                <c:pt idx="17656">
                  <c:v>1</c:v>
                </c:pt>
                <c:pt idx="17657">
                  <c:v>1</c:v>
                </c:pt>
                <c:pt idx="17658">
                  <c:v>1</c:v>
                </c:pt>
                <c:pt idx="17659">
                  <c:v>1</c:v>
                </c:pt>
                <c:pt idx="17660">
                  <c:v>1</c:v>
                </c:pt>
                <c:pt idx="17661">
                  <c:v>1</c:v>
                </c:pt>
                <c:pt idx="17662">
                  <c:v>1</c:v>
                </c:pt>
                <c:pt idx="17663">
                  <c:v>1</c:v>
                </c:pt>
                <c:pt idx="17664">
                  <c:v>1</c:v>
                </c:pt>
                <c:pt idx="17665">
                  <c:v>1</c:v>
                </c:pt>
                <c:pt idx="17666">
                  <c:v>1</c:v>
                </c:pt>
                <c:pt idx="17667">
                  <c:v>1</c:v>
                </c:pt>
                <c:pt idx="17668">
                  <c:v>1</c:v>
                </c:pt>
                <c:pt idx="17669">
                  <c:v>1</c:v>
                </c:pt>
                <c:pt idx="17670">
                  <c:v>1</c:v>
                </c:pt>
                <c:pt idx="17671">
                  <c:v>1</c:v>
                </c:pt>
                <c:pt idx="17672">
                  <c:v>1</c:v>
                </c:pt>
                <c:pt idx="17673">
                  <c:v>1</c:v>
                </c:pt>
                <c:pt idx="17674">
                  <c:v>1</c:v>
                </c:pt>
                <c:pt idx="17675">
                  <c:v>1</c:v>
                </c:pt>
                <c:pt idx="17676">
                  <c:v>1</c:v>
                </c:pt>
                <c:pt idx="17677">
                  <c:v>1</c:v>
                </c:pt>
                <c:pt idx="17678">
                  <c:v>1</c:v>
                </c:pt>
                <c:pt idx="17679">
                  <c:v>1</c:v>
                </c:pt>
                <c:pt idx="17680">
                  <c:v>1</c:v>
                </c:pt>
                <c:pt idx="17681">
                  <c:v>1</c:v>
                </c:pt>
                <c:pt idx="17682">
                  <c:v>1</c:v>
                </c:pt>
                <c:pt idx="17683">
                  <c:v>1</c:v>
                </c:pt>
                <c:pt idx="17684">
                  <c:v>1</c:v>
                </c:pt>
                <c:pt idx="17685">
                  <c:v>1</c:v>
                </c:pt>
                <c:pt idx="17686">
                  <c:v>1</c:v>
                </c:pt>
                <c:pt idx="17687">
                  <c:v>1</c:v>
                </c:pt>
                <c:pt idx="17688">
                  <c:v>1</c:v>
                </c:pt>
                <c:pt idx="17689">
                  <c:v>1</c:v>
                </c:pt>
                <c:pt idx="17690">
                  <c:v>1</c:v>
                </c:pt>
                <c:pt idx="17691">
                  <c:v>1</c:v>
                </c:pt>
                <c:pt idx="17692">
                  <c:v>1</c:v>
                </c:pt>
                <c:pt idx="17693">
                  <c:v>1</c:v>
                </c:pt>
                <c:pt idx="17694">
                  <c:v>1</c:v>
                </c:pt>
                <c:pt idx="17695">
                  <c:v>1</c:v>
                </c:pt>
                <c:pt idx="17696">
                  <c:v>1</c:v>
                </c:pt>
                <c:pt idx="17697">
                  <c:v>1</c:v>
                </c:pt>
                <c:pt idx="17698">
                  <c:v>1</c:v>
                </c:pt>
                <c:pt idx="17699">
                  <c:v>1</c:v>
                </c:pt>
                <c:pt idx="17700">
                  <c:v>1</c:v>
                </c:pt>
                <c:pt idx="17701">
                  <c:v>1</c:v>
                </c:pt>
                <c:pt idx="17702">
                  <c:v>1</c:v>
                </c:pt>
                <c:pt idx="17703">
                  <c:v>1</c:v>
                </c:pt>
                <c:pt idx="17704">
                  <c:v>1</c:v>
                </c:pt>
                <c:pt idx="17705">
                  <c:v>1</c:v>
                </c:pt>
                <c:pt idx="17706">
                  <c:v>1</c:v>
                </c:pt>
                <c:pt idx="17707">
                  <c:v>1</c:v>
                </c:pt>
                <c:pt idx="17708">
                  <c:v>1</c:v>
                </c:pt>
                <c:pt idx="17709">
                  <c:v>1</c:v>
                </c:pt>
                <c:pt idx="17710">
                  <c:v>1</c:v>
                </c:pt>
                <c:pt idx="17711">
                  <c:v>1</c:v>
                </c:pt>
                <c:pt idx="17712">
                  <c:v>1</c:v>
                </c:pt>
                <c:pt idx="17713">
                  <c:v>1</c:v>
                </c:pt>
                <c:pt idx="17714">
                  <c:v>1</c:v>
                </c:pt>
                <c:pt idx="17715">
                  <c:v>1</c:v>
                </c:pt>
                <c:pt idx="17716">
                  <c:v>1</c:v>
                </c:pt>
                <c:pt idx="17717">
                  <c:v>1</c:v>
                </c:pt>
                <c:pt idx="17718">
                  <c:v>1</c:v>
                </c:pt>
                <c:pt idx="17719">
                  <c:v>1</c:v>
                </c:pt>
                <c:pt idx="17720">
                  <c:v>1</c:v>
                </c:pt>
                <c:pt idx="17721">
                  <c:v>1</c:v>
                </c:pt>
                <c:pt idx="17722">
                  <c:v>1</c:v>
                </c:pt>
                <c:pt idx="17723">
                  <c:v>1</c:v>
                </c:pt>
                <c:pt idx="17724">
                  <c:v>1</c:v>
                </c:pt>
                <c:pt idx="17725">
                  <c:v>1</c:v>
                </c:pt>
                <c:pt idx="17726">
                  <c:v>1</c:v>
                </c:pt>
                <c:pt idx="17727">
                  <c:v>1</c:v>
                </c:pt>
                <c:pt idx="17728">
                  <c:v>1</c:v>
                </c:pt>
                <c:pt idx="17729">
                  <c:v>1</c:v>
                </c:pt>
                <c:pt idx="17730">
                  <c:v>1</c:v>
                </c:pt>
                <c:pt idx="17731">
                  <c:v>1</c:v>
                </c:pt>
                <c:pt idx="17732">
                  <c:v>1</c:v>
                </c:pt>
                <c:pt idx="17733">
                  <c:v>1</c:v>
                </c:pt>
                <c:pt idx="17734">
                  <c:v>1</c:v>
                </c:pt>
                <c:pt idx="17735">
                  <c:v>1</c:v>
                </c:pt>
                <c:pt idx="17736">
                  <c:v>1</c:v>
                </c:pt>
                <c:pt idx="17737">
                  <c:v>1</c:v>
                </c:pt>
                <c:pt idx="17738">
                  <c:v>1</c:v>
                </c:pt>
                <c:pt idx="17739">
                  <c:v>1</c:v>
                </c:pt>
                <c:pt idx="17740">
                  <c:v>1</c:v>
                </c:pt>
                <c:pt idx="17741">
                  <c:v>1</c:v>
                </c:pt>
                <c:pt idx="17742">
                  <c:v>1</c:v>
                </c:pt>
                <c:pt idx="17743">
                  <c:v>1</c:v>
                </c:pt>
                <c:pt idx="17744">
                  <c:v>1</c:v>
                </c:pt>
                <c:pt idx="17745">
                  <c:v>1</c:v>
                </c:pt>
                <c:pt idx="17746">
                  <c:v>1</c:v>
                </c:pt>
                <c:pt idx="17747">
                  <c:v>1</c:v>
                </c:pt>
                <c:pt idx="17748">
                  <c:v>1</c:v>
                </c:pt>
                <c:pt idx="17749">
                  <c:v>1</c:v>
                </c:pt>
                <c:pt idx="17750">
                  <c:v>1</c:v>
                </c:pt>
                <c:pt idx="17751">
                  <c:v>1</c:v>
                </c:pt>
                <c:pt idx="17752">
                  <c:v>1</c:v>
                </c:pt>
                <c:pt idx="17753">
                  <c:v>1</c:v>
                </c:pt>
                <c:pt idx="17754">
                  <c:v>1</c:v>
                </c:pt>
                <c:pt idx="17755">
                  <c:v>1</c:v>
                </c:pt>
                <c:pt idx="17756">
                  <c:v>1</c:v>
                </c:pt>
                <c:pt idx="17757">
                  <c:v>1</c:v>
                </c:pt>
                <c:pt idx="17758">
                  <c:v>1</c:v>
                </c:pt>
                <c:pt idx="17759">
                  <c:v>1</c:v>
                </c:pt>
                <c:pt idx="17760">
                  <c:v>1</c:v>
                </c:pt>
                <c:pt idx="17761">
                  <c:v>1</c:v>
                </c:pt>
                <c:pt idx="17762">
                  <c:v>1</c:v>
                </c:pt>
                <c:pt idx="17763">
                  <c:v>1</c:v>
                </c:pt>
                <c:pt idx="17764">
                  <c:v>1</c:v>
                </c:pt>
                <c:pt idx="17765">
                  <c:v>1</c:v>
                </c:pt>
                <c:pt idx="17766">
                  <c:v>1</c:v>
                </c:pt>
                <c:pt idx="17767">
                  <c:v>1</c:v>
                </c:pt>
                <c:pt idx="17768">
                  <c:v>1</c:v>
                </c:pt>
                <c:pt idx="17769">
                  <c:v>1</c:v>
                </c:pt>
                <c:pt idx="17770">
                  <c:v>1</c:v>
                </c:pt>
                <c:pt idx="17771">
                  <c:v>1</c:v>
                </c:pt>
                <c:pt idx="17772">
                  <c:v>1</c:v>
                </c:pt>
                <c:pt idx="17773">
                  <c:v>1</c:v>
                </c:pt>
                <c:pt idx="17774">
                  <c:v>1</c:v>
                </c:pt>
                <c:pt idx="17775">
                  <c:v>1</c:v>
                </c:pt>
                <c:pt idx="17776">
                  <c:v>1</c:v>
                </c:pt>
                <c:pt idx="17777">
                  <c:v>1</c:v>
                </c:pt>
                <c:pt idx="17778">
                  <c:v>1</c:v>
                </c:pt>
                <c:pt idx="17779">
                  <c:v>1</c:v>
                </c:pt>
                <c:pt idx="17780">
                  <c:v>1</c:v>
                </c:pt>
                <c:pt idx="17781">
                  <c:v>1</c:v>
                </c:pt>
                <c:pt idx="17782">
                  <c:v>1</c:v>
                </c:pt>
                <c:pt idx="17783">
                  <c:v>1</c:v>
                </c:pt>
                <c:pt idx="17784">
                  <c:v>1</c:v>
                </c:pt>
                <c:pt idx="17785">
                  <c:v>1</c:v>
                </c:pt>
                <c:pt idx="17786">
                  <c:v>1</c:v>
                </c:pt>
                <c:pt idx="17787">
                  <c:v>1</c:v>
                </c:pt>
                <c:pt idx="17788">
                  <c:v>1</c:v>
                </c:pt>
                <c:pt idx="17789">
                  <c:v>1</c:v>
                </c:pt>
                <c:pt idx="17790">
                  <c:v>1</c:v>
                </c:pt>
                <c:pt idx="17791">
                  <c:v>1</c:v>
                </c:pt>
                <c:pt idx="17792">
                  <c:v>1</c:v>
                </c:pt>
                <c:pt idx="17793">
                  <c:v>1</c:v>
                </c:pt>
                <c:pt idx="17794">
                  <c:v>1</c:v>
                </c:pt>
                <c:pt idx="17795">
                  <c:v>1</c:v>
                </c:pt>
                <c:pt idx="17796">
                  <c:v>1</c:v>
                </c:pt>
                <c:pt idx="17797">
                  <c:v>1</c:v>
                </c:pt>
                <c:pt idx="17798">
                  <c:v>1</c:v>
                </c:pt>
                <c:pt idx="17799">
                  <c:v>1</c:v>
                </c:pt>
                <c:pt idx="17800">
                  <c:v>1</c:v>
                </c:pt>
                <c:pt idx="17801">
                  <c:v>1</c:v>
                </c:pt>
                <c:pt idx="17802">
                  <c:v>1</c:v>
                </c:pt>
                <c:pt idx="17803">
                  <c:v>1</c:v>
                </c:pt>
                <c:pt idx="17804">
                  <c:v>1</c:v>
                </c:pt>
                <c:pt idx="17805">
                  <c:v>1</c:v>
                </c:pt>
                <c:pt idx="17806">
                  <c:v>1</c:v>
                </c:pt>
                <c:pt idx="17807">
                  <c:v>1</c:v>
                </c:pt>
                <c:pt idx="17808">
                  <c:v>1</c:v>
                </c:pt>
                <c:pt idx="17809">
                  <c:v>1</c:v>
                </c:pt>
                <c:pt idx="17810">
                  <c:v>1</c:v>
                </c:pt>
                <c:pt idx="17811">
                  <c:v>1</c:v>
                </c:pt>
                <c:pt idx="17812">
                  <c:v>1</c:v>
                </c:pt>
                <c:pt idx="17813">
                  <c:v>1</c:v>
                </c:pt>
                <c:pt idx="17814">
                  <c:v>1</c:v>
                </c:pt>
                <c:pt idx="17815">
                  <c:v>1</c:v>
                </c:pt>
                <c:pt idx="17816">
                  <c:v>1</c:v>
                </c:pt>
                <c:pt idx="17817">
                  <c:v>1</c:v>
                </c:pt>
                <c:pt idx="17818">
                  <c:v>1</c:v>
                </c:pt>
                <c:pt idx="17819">
                  <c:v>1</c:v>
                </c:pt>
                <c:pt idx="17820">
                  <c:v>1</c:v>
                </c:pt>
                <c:pt idx="17821">
                  <c:v>1</c:v>
                </c:pt>
                <c:pt idx="17822">
                  <c:v>1</c:v>
                </c:pt>
                <c:pt idx="17823">
                  <c:v>1</c:v>
                </c:pt>
                <c:pt idx="17824">
                  <c:v>1</c:v>
                </c:pt>
                <c:pt idx="17825">
                  <c:v>1</c:v>
                </c:pt>
                <c:pt idx="17826">
                  <c:v>1</c:v>
                </c:pt>
                <c:pt idx="17827">
                  <c:v>1</c:v>
                </c:pt>
                <c:pt idx="17828">
                  <c:v>1</c:v>
                </c:pt>
                <c:pt idx="17829">
                  <c:v>1</c:v>
                </c:pt>
                <c:pt idx="17830">
                  <c:v>1</c:v>
                </c:pt>
                <c:pt idx="17831">
                  <c:v>1</c:v>
                </c:pt>
                <c:pt idx="17832">
                  <c:v>1</c:v>
                </c:pt>
                <c:pt idx="17833">
                  <c:v>1</c:v>
                </c:pt>
                <c:pt idx="17834">
                  <c:v>1</c:v>
                </c:pt>
                <c:pt idx="17835">
                  <c:v>1</c:v>
                </c:pt>
                <c:pt idx="17836">
                  <c:v>1</c:v>
                </c:pt>
                <c:pt idx="17837">
                  <c:v>1</c:v>
                </c:pt>
                <c:pt idx="17838">
                  <c:v>1</c:v>
                </c:pt>
                <c:pt idx="17839">
                  <c:v>1</c:v>
                </c:pt>
                <c:pt idx="17840">
                  <c:v>1</c:v>
                </c:pt>
                <c:pt idx="17841">
                  <c:v>1</c:v>
                </c:pt>
                <c:pt idx="17842">
                  <c:v>1</c:v>
                </c:pt>
                <c:pt idx="17843">
                  <c:v>1</c:v>
                </c:pt>
                <c:pt idx="17844">
                  <c:v>1</c:v>
                </c:pt>
                <c:pt idx="17845">
                  <c:v>1</c:v>
                </c:pt>
                <c:pt idx="17846">
                  <c:v>1</c:v>
                </c:pt>
                <c:pt idx="17847">
                  <c:v>1</c:v>
                </c:pt>
                <c:pt idx="17848">
                  <c:v>1</c:v>
                </c:pt>
                <c:pt idx="17849">
                  <c:v>1</c:v>
                </c:pt>
                <c:pt idx="17850">
                  <c:v>1</c:v>
                </c:pt>
                <c:pt idx="17851">
                  <c:v>1</c:v>
                </c:pt>
                <c:pt idx="17852">
                  <c:v>1</c:v>
                </c:pt>
                <c:pt idx="17853">
                  <c:v>1</c:v>
                </c:pt>
                <c:pt idx="17854">
                  <c:v>1</c:v>
                </c:pt>
                <c:pt idx="17855">
                  <c:v>1</c:v>
                </c:pt>
                <c:pt idx="17856">
                  <c:v>1</c:v>
                </c:pt>
                <c:pt idx="17857">
                  <c:v>1</c:v>
                </c:pt>
                <c:pt idx="17858">
                  <c:v>1</c:v>
                </c:pt>
                <c:pt idx="17859">
                  <c:v>1</c:v>
                </c:pt>
                <c:pt idx="17860">
                  <c:v>1</c:v>
                </c:pt>
                <c:pt idx="17861">
                  <c:v>1</c:v>
                </c:pt>
                <c:pt idx="17862">
                  <c:v>1</c:v>
                </c:pt>
                <c:pt idx="17863">
                  <c:v>1</c:v>
                </c:pt>
                <c:pt idx="17864">
                  <c:v>1</c:v>
                </c:pt>
                <c:pt idx="17865">
                  <c:v>1</c:v>
                </c:pt>
                <c:pt idx="17866">
                  <c:v>1</c:v>
                </c:pt>
                <c:pt idx="17867">
                  <c:v>1</c:v>
                </c:pt>
                <c:pt idx="17868">
                  <c:v>1</c:v>
                </c:pt>
                <c:pt idx="17869">
                  <c:v>1</c:v>
                </c:pt>
                <c:pt idx="17870">
                  <c:v>1</c:v>
                </c:pt>
                <c:pt idx="17871">
                  <c:v>1</c:v>
                </c:pt>
                <c:pt idx="17872">
                  <c:v>1</c:v>
                </c:pt>
                <c:pt idx="17873">
                  <c:v>1</c:v>
                </c:pt>
                <c:pt idx="17874">
                  <c:v>1</c:v>
                </c:pt>
                <c:pt idx="17875">
                  <c:v>1</c:v>
                </c:pt>
                <c:pt idx="17876">
                  <c:v>1</c:v>
                </c:pt>
                <c:pt idx="17877">
                  <c:v>1</c:v>
                </c:pt>
                <c:pt idx="17878">
                  <c:v>1</c:v>
                </c:pt>
                <c:pt idx="17879">
                  <c:v>1</c:v>
                </c:pt>
                <c:pt idx="17880">
                  <c:v>1</c:v>
                </c:pt>
                <c:pt idx="17881">
                  <c:v>1</c:v>
                </c:pt>
                <c:pt idx="17882">
                  <c:v>1</c:v>
                </c:pt>
                <c:pt idx="17883">
                  <c:v>1</c:v>
                </c:pt>
                <c:pt idx="17884">
                  <c:v>1</c:v>
                </c:pt>
                <c:pt idx="17885">
                  <c:v>1</c:v>
                </c:pt>
                <c:pt idx="17886">
                  <c:v>1</c:v>
                </c:pt>
                <c:pt idx="17887">
                  <c:v>1</c:v>
                </c:pt>
                <c:pt idx="17888">
                  <c:v>1</c:v>
                </c:pt>
                <c:pt idx="17889">
                  <c:v>1</c:v>
                </c:pt>
                <c:pt idx="17890">
                  <c:v>1</c:v>
                </c:pt>
                <c:pt idx="17891">
                  <c:v>1</c:v>
                </c:pt>
                <c:pt idx="17892">
                  <c:v>1</c:v>
                </c:pt>
                <c:pt idx="17893">
                  <c:v>1</c:v>
                </c:pt>
                <c:pt idx="17894">
                  <c:v>1</c:v>
                </c:pt>
                <c:pt idx="17895">
                  <c:v>1</c:v>
                </c:pt>
                <c:pt idx="17896">
                  <c:v>1</c:v>
                </c:pt>
                <c:pt idx="17897">
                  <c:v>1</c:v>
                </c:pt>
                <c:pt idx="17898">
                  <c:v>1</c:v>
                </c:pt>
                <c:pt idx="17899">
                  <c:v>1</c:v>
                </c:pt>
                <c:pt idx="17900">
                  <c:v>1</c:v>
                </c:pt>
                <c:pt idx="17901">
                  <c:v>1</c:v>
                </c:pt>
                <c:pt idx="17902">
                  <c:v>1</c:v>
                </c:pt>
                <c:pt idx="17903">
                  <c:v>1</c:v>
                </c:pt>
                <c:pt idx="17904">
                  <c:v>1</c:v>
                </c:pt>
                <c:pt idx="17905">
                  <c:v>1</c:v>
                </c:pt>
                <c:pt idx="17906">
                  <c:v>1</c:v>
                </c:pt>
                <c:pt idx="17907">
                  <c:v>1</c:v>
                </c:pt>
                <c:pt idx="17908">
                  <c:v>1</c:v>
                </c:pt>
                <c:pt idx="17909">
                  <c:v>1</c:v>
                </c:pt>
                <c:pt idx="17910">
                  <c:v>1</c:v>
                </c:pt>
                <c:pt idx="17911">
                  <c:v>1</c:v>
                </c:pt>
                <c:pt idx="17912">
                  <c:v>1</c:v>
                </c:pt>
                <c:pt idx="17913">
                  <c:v>1</c:v>
                </c:pt>
                <c:pt idx="17914">
                  <c:v>1</c:v>
                </c:pt>
                <c:pt idx="17915">
                  <c:v>1</c:v>
                </c:pt>
                <c:pt idx="17916">
                  <c:v>1</c:v>
                </c:pt>
                <c:pt idx="17917">
                  <c:v>1</c:v>
                </c:pt>
                <c:pt idx="17918">
                  <c:v>1</c:v>
                </c:pt>
                <c:pt idx="17919">
                  <c:v>1</c:v>
                </c:pt>
                <c:pt idx="17920">
                  <c:v>1</c:v>
                </c:pt>
                <c:pt idx="17921">
                  <c:v>1</c:v>
                </c:pt>
                <c:pt idx="17922">
                  <c:v>1</c:v>
                </c:pt>
                <c:pt idx="17923">
                  <c:v>1</c:v>
                </c:pt>
                <c:pt idx="17924">
                  <c:v>1</c:v>
                </c:pt>
                <c:pt idx="17925">
                  <c:v>1</c:v>
                </c:pt>
                <c:pt idx="17926">
                  <c:v>1</c:v>
                </c:pt>
                <c:pt idx="17927">
                  <c:v>1</c:v>
                </c:pt>
                <c:pt idx="17928">
                  <c:v>1</c:v>
                </c:pt>
                <c:pt idx="17929">
                  <c:v>1</c:v>
                </c:pt>
                <c:pt idx="17930">
                  <c:v>1</c:v>
                </c:pt>
                <c:pt idx="17931">
                  <c:v>1</c:v>
                </c:pt>
                <c:pt idx="17932">
                  <c:v>1</c:v>
                </c:pt>
                <c:pt idx="17933">
                  <c:v>1</c:v>
                </c:pt>
                <c:pt idx="17934">
                  <c:v>1</c:v>
                </c:pt>
                <c:pt idx="17935">
                  <c:v>1</c:v>
                </c:pt>
                <c:pt idx="17936">
                  <c:v>1</c:v>
                </c:pt>
                <c:pt idx="17937">
                  <c:v>1</c:v>
                </c:pt>
                <c:pt idx="17938">
                  <c:v>1</c:v>
                </c:pt>
                <c:pt idx="17939">
                  <c:v>1</c:v>
                </c:pt>
                <c:pt idx="17940">
                  <c:v>1</c:v>
                </c:pt>
                <c:pt idx="17941">
                  <c:v>1</c:v>
                </c:pt>
                <c:pt idx="17942">
                  <c:v>1</c:v>
                </c:pt>
                <c:pt idx="17943">
                  <c:v>1</c:v>
                </c:pt>
                <c:pt idx="17944">
                  <c:v>1</c:v>
                </c:pt>
                <c:pt idx="17945">
                  <c:v>1</c:v>
                </c:pt>
                <c:pt idx="17946">
                  <c:v>1</c:v>
                </c:pt>
                <c:pt idx="17947">
                  <c:v>1</c:v>
                </c:pt>
                <c:pt idx="17948">
                  <c:v>1</c:v>
                </c:pt>
                <c:pt idx="17949">
                  <c:v>1</c:v>
                </c:pt>
                <c:pt idx="17950">
                  <c:v>1</c:v>
                </c:pt>
                <c:pt idx="17951">
                  <c:v>1</c:v>
                </c:pt>
                <c:pt idx="17952">
                  <c:v>1</c:v>
                </c:pt>
                <c:pt idx="17953">
                  <c:v>1</c:v>
                </c:pt>
                <c:pt idx="17954">
                  <c:v>1</c:v>
                </c:pt>
                <c:pt idx="17955">
                  <c:v>1</c:v>
                </c:pt>
                <c:pt idx="17956">
                  <c:v>1</c:v>
                </c:pt>
                <c:pt idx="17957">
                  <c:v>1</c:v>
                </c:pt>
                <c:pt idx="17958">
                  <c:v>1</c:v>
                </c:pt>
                <c:pt idx="17959">
                  <c:v>1</c:v>
                </c:pt>
                <c:pt idx="17960">
                  <c:v>1</c:v>
                </c:pt>
                <c:pt idx="17961">
                  <c:v>1</c:v>
                </c:pt>
                <c:pt idx="17962">
                  <c:v>1</c:v>
                </c:pt>
                <c:pt idx="17963">
                  <c:v>1</c:v>
                </c:pt>
                <c:pt idx="17964">
                  <c:v>1</c:v>
                </c:pt>
                <c:pt idx="17965">
                  <c:v>1</c:v>
                </c:pt>
                <c:pt idx="17966">
                  <c:v>1</c:v>
                </c:pt>
                <c:pt idx="17967">
                  <c:v>1</c:v>
                </c:pt>
                <c:pt idx="17968">
                  <c:v>1</c:v>
                </c:pt>
                <c:pt idx="17969">
                  <c:v>1</c:v>
                </c:pt>
                <c:pt idx="17970">
                  <c:v>1</c:v>
                </c:pt>
                <c:pt idx="17971">
                  <c:v>1</c:v>
                </c:pt>
                <c:pt idx="17972">
                  <c:v>1</c:v>
                </c:pt>
                <c:pt idx="17973">
                  <c:v>1</c:v>
                </c:pt>
                <c:pt idx="17974">
                  <c:v>1</c:v>
                </c:pt>
                <c:pt idx="17975">
                  <c:v>1</c:v>
                </c:pt>
                <c:pt idx="17976">
                  <c:v>1</c:v>
                </c:pt>
                <c:pt idx="17977">
                  <c:v>1</c:v>
                </c:pt>
                <c:pt idx="17978">
                  <c:v>1</c:v>
                </c:pt>
                <c:pt idx="17979">
                  <c:v>1</c:v>
                </c:pt>
                <c:pt idx="17980">
                  <c:v>1</c:v>
                </c:pt>
                <c:pt idx="17981">
                  <c:v>1</c:v>
                </c:pt>
                <c:pt idx="17982">
                  <c:v>1</c:v>
                </c:pt>
                <c:pt idx="17983">
                  <c:v>1</c:v>
                </c:pt>
                <c:pt idx="17984">
                  <c:v>1</c:v>
                </c:pt>
                <c:pt idx="17985">
                  <c:v>1</c:v>
                </c:pt>
                <c:pt idx="17986">
                  <c:v>1</c:v>
                </c:pt>
                <c:pt idx="17987">
                  <c:v>1</c:v>
                </c:pt>
                <c:pt idx="17988">
                  <c:v>1</c:v>
                </c:pt>
                <c:pt idx="17989">
                  <c:v>1</c:v>
                </c:pt>
                <c:pt idx="17990">
                  <c:v>1</c:v>
                </c:pt>
                <c:pt idx="17991">
                  <c:v>1</c:v>
                </c:pt>
                <c:pt idx="17992">
                  <c:v>1</c:v>
                </c:pt>
                <c:pt idx="17993">
                  <c:v>1</c:v>
                </c:pt>
                <c:pt idx="17994">
                  <c:v>1</c:v>
                </c:pt>
                <c:pt idx="17995">
                  <c:v>1</c:v>
                </c:pt>
                <c:pt idx="17996">
                  <c:v>1</c:v>
                </c:pt>
                <c:pt idx="17997">
                  <c:v>1</c:v>
                </c:pt>
                <c:pt idx="17998">
                  <c:v>1</c:v>
                </c:pt>
                <c:pt idx="17999">
                  <c:v>1</c:v>
                </c:pt>
                <c:pt idx="18000">
                  <c:v>1</c:v>
                </c:pt>
              </c:numCache>
            </c:numRef>
          </c:xVal>
          <c:yVal>
            <c:numRef>
              <c:f>'Plotting Data'!$F$5:$F$18005</c:f>
              <c:numCache>
                <c:formatCode>General</c:formatCode>
                <c:ptCount val="18001"/>
                <c:pt idx="0">
                  <c:v>1.182228737616154E-4</c:v>
                </c:pt>
                <c:pt idx="1">
                  <c:v>-7.0933724256969238E-5</c:v>
                </c:pt>
                <c:pt idx="2">
                  <c:v>2.3644574752323079E-4</c:v>
                </c:pt>
                <c:pt idx="3">
                  <c:v>2.6009032227555388E-4</c:v>
                </c:pt>
                <c:pt idx="4">
                  <c:v>-7.0933724256969238E-5</c:v>
                </c:pt>
                <c:pt idx="5">
                  <c:v>-3.3102404653252314E-4</c:v>
                </c:pt>
                <c:pt idx="6">
                  <c:v>0</c:v>
                </c:pt>
                <c:pt idx="7">
                  <c:v>-2.3644574752323079E-5</c:v>
                </c:pt>
                <c:pt idx="8">
                  <c:v>-3.546686212848462E-4</c:v>
                </c:pt>
                <c:pt idx="9">
                  <c:v>-5.674697940557539E-4</c:v>
                </c:pt>
                <c:pt idx="10">
                  <c:v>-2.6009032227555388E-4</c:v>
                </c:pt>
                <c:pt idx="11">
                  <c:v>-1.8915659801858463E-4</c:v>
                </c:pt>
                <c:pt idx="12">
                  <c:v>-5.2018064455110777E-4</c:v>
                </c:pt>
                <c:pt idx="13">
                  <c:v>-7.8027096682666171E-4</c:v>
                </c:pt>
                <c:pt idx="14">
                  <c:v>-4.7289149504646158E-4</c:v>
                </c:pt>
                <c:pt idx="15">
                  <c:v>-4.4924692029413852E-4</c:v>
                </c:pt>
                <c:pt idx="16">
                  <c:v>-6.8569266781736934E-4</c:v>
                </c:pt>
                <c:pt idx="17">
                  <c:v>-8.9849384058827704E-4</c:v>
                </c:pt>
                <c:pt idx="18">
                  <c:v>-5.4382521930343083E-4</c:v>
                </c:pt>
                <c:pt idx="19">
                  <c:v>-4.965360697987847E-4</c:v>
                </c:pt>
                <c:pt idx="20">
                  <c:v>-7.5662639207433853E-4</c:v>
                </c:pt>
                <c:pt idx="21">
                  <c:v>-1.0403612891022155E-3</c:v>
                </c:pt>
                <c:pt idx="22">
                  <c:v>-6.384035183127231E-4</c:v>
                </c:pt>
                <c:pt idx="23">
                  <c:v>-4.0195777078949239E-4</c:v>
                </c:pt>
                <c:pt idx="24">
                  <c:v>-5.674697940557539E-4</c:v>
                </c:pt>
                <c:pt idx="25">
                  <c:v>-8.2756011633130784E-4</c:v>
                </c:pt>
                <c:pt idx="26">
                  <c:v>-5.2018064455110777E-4</c:v>
                </c:pt>
                <c:pt idx="27">
                  <c:v>-3.3102404653252314E-4</c:v>
                </c:pt>
                <c:pt idx="28">
                  <c:v>-4.965360697987847E-4</c:v>
                </c:pt>
                <c:pt idx="29">
                  <c:v>-7.8027096682666171E-4</c:v>
                </c:pt>
                <c:pt idx="30">
                  <c:v>-4.4924692029413852E-4</c:v>
                </c:pt>
                <c:pt idx="31">
                  <c:v>-2.3644574752323079E-4</c:v>
                </c:pt>
                <c:pt idx="32">
                  <c:v>-4.4924692029413852E-4</c:v>
                </c:pt>
                <c:pt idx="33">
                  <c:v>-7.3298181732201547E-4</c:v>
                </c:pt>
                <c:pt idx="34">
                  <c:v>-5.2018064455110777E-4</c:v>
                </c:pt>
                <c:pt idx="35">
                  <c:v>-4.0195777078949239E-4</c:v>
                </c:pt>
                <c:pt idx="36">
                  <c:v>-5.9111436880807707E-4</c:v>
                </c:pt>
                <c:pt idx="37">
                  <c:v>-8.0391554157898477E-4</c:v>
                </c:pt>
                <c:pt idx="38">
                  <c:v>-4.7289149504646158E-4</c:v>
                </c:pt>
                <c:pt idx="39">
                  <c:v>-1.6551202326626157E-4</c:v>
                </c:pt>
                <c:pt idx="40">
                  <c:v>-2.8373489702787695E-4</c:v>
                </c:pt>
                <c:pt idx="41">
                  <c:v>-5.9111436880807707E-4</c:v>
                </c:pt>
                <c:pt idx="42">
                  <c:v>-4.4924692029413852E-4</c:v>
                </c:pt>
                <c:pt idx="43">
                  <c:v>-3.0737947178020002E-4</c:v>
                </c:pt>
                <c:pt idx="44">
                  <c:v>-5.2018064455110777E-4</c:v>
                </c:pt>
                <c:pt idx="45">
                  <c:v>-8.7484926583595386E-4</c:v>
                </c:pt>
                <c:pt idx="46">
                  <c:v>-6.8569266781736934E-4</c:v>
                </c:pt>
                <c:pt idx="47">
                  <c:v>-4.0195777078949239E-4</c:v>
                </c:pt>
                <c:pt idx="48">
                  <c:v>-3.546686212848462E-4</c:v>
                </c:pt>
                <c:pt idx="49">
                  <c:v>-5.2018064455110777E-4</c:v>
                </c:pt>
                <c:pt idx="50">
                  <c:v>-3.546686212848462E-4</c:v>
                </c:pt>
                <c:pt idx="51">
                  <c:v>-7.0933724256969238E-5</c:v>
                </c:pt>
                <c:pt idx="52">
                  <c:v>-2.3644574752323079E-4</c:v>
                </c:pt>
                <c:pt idx="53">
                  <c:v>-4.965360697987847E-4</c:v>
                </c:pt>
                <c:pt idx="54">
                  <c:v>-3.546686212848462E-4</c:v>
                </c:pt>
                <c:pt idx="55">
                  <c:v>-4.7289149504646158E-5</c:v>
                </c:pt>
                <c:pt idx="56">
                  <c:v>-1.8915659801858463E-4</c:v>
                </c:pt>
                <c:pt idx="57">
                  <c:v>-5.4382521930343083E-4</c:v>
                </c:pt>
                <c:pt idx="58">
                  <c:v>-4.0195777078949239E-4</c:v>
                </c:pt>
                <c:pt idx="59">
                  <c:v>-1.6551202326626157E-4</c:v>
                </c:pt>
                <c:pt idx="60">
                  <c:v>-3.0737947178020002E-4</c:v>
                </c:pt>
                <c:pt idx="61">
                  <c:v>-6.1475894356040003E-4</c:v>
                </c:pt>
                <c:pt idx="62">
                  <c:v>-4.4924692029413852E-4</c:v>
                </c:pt>
                <c:pt idx="63">
                  <c:v>-9.4578299009292317E-5</c:v>
                </c:pt>
                <c:pt idx="64">
                  <c:v>-1.6551202326626157E-4</c:v>
                </c:pt>
                <c:pt idx="65">
                  <c:v>-5.2018064455110777E-4</c:v>
                </c:pt>
                <c:pt idx="66">
                  <c:v>-4.256023455418154E-4</c:v>
                </c:pt>
                <c:pt idx="67">
                  <c:v>-4.7289149504646158E-5</c:v>
                </c:pt>
                <c:pt idx="68">
                  <c:v>-1.4186744851393848E-4</c:v>
                </c:pt>
                <c:pt idx="69">
                  <c:v>-4.0195777078949239E-4</c:v>
                </c:pt>
                <c:pt idx="70">
                  <c:v>-3.546686212848462E-4</c:v>
                </c:pt>
                <c:pt idx="71">
                  <c:v>-4.7289149504646158E-5</c:v>
                </c:pt>
                <c:pt idx="72">
                  <c:v>-7.0933724256969238E-5</c:v>
                </c:pt>
                <c:pt idx="73">
                  <c:v>-3.546686212848462E-4</c:v>
                </c:pt>
                <c:pt idx="74">
                  <c:v>-3.0737947178020002E-4</c:v>
                </c:pt>
                <c:pt idx="75">
                  <c:v>7.0933724256969238E-5</c:v>
                </c:pt>
                <c:pt idx="76">
                  <c:v>9.4578299009292317E-5</c:v>
                </c:pt>
                <c:pt idx="77">
                  <c:v>-1.4186744851393848E-4</c:v>
                </c:pt>
                <c:pt idx="78">
                  <c:v>-1.4186744851393848E-4</c:v>
                </c:pt>
                <c:pt idx="79">
                  <c:v>2.6009032227555388E-4</c:v>
                </c:pt>
                <c:pt idx="80">
                  <c:v>2.8373489702787695E-4</c:v>
                </c:pt>
                <c:pt idx="81">
                  <c:v>0</c:v>
                </c:pt>
                <c:pt idx="82">
                  <c:v>-7.0933724256969238E-5</c:v>
                </c:pt>
                <c:pt idx="83">
                  <c:v>3.546686212848462E-4</c:v>
                </c:pt>
                <c:pt idx="84">
                  <c:v>3.7831319603716927E-4</c:v>
                </c:pt>
                <c:pt idx="85">
                  <c:v>7.0933724256969238E-5</c:v>
                </c:pt>
                <c:pt idx="86">
                  <c:v>0</c:v>
                </c:pt>
                <c:pt idx="87">
                  <c:v>3.3102404653252314E-4</c:v>
                </c:pt>
                <c:pt idx="88">
                  <c:v>3.546686212848462E-4</c:v>
                </c:pt>
                <c:pt idx="89">
                  <c:v>4.7289149504646158E-5</c:v>
                </c:pt>
                <c:pt idx="90">
                  <c:v>-2.3644574752323079E-5</c:v>
                </c:pt>
                <c:pt idx="91">
                  <c:v>3.7831319603716927E-4</c:v>
                </c:pt>
                <c:pt idx="92">
                  <c:v>3.546686212848462E-4</c:v>
                </c:pt>
                <c:pt idx="93">
                  <c:v>2.3644574752323079E-5</c:v>
                </c:pt>
                <c:pt idx="94">
                  <c:v>-9.4578299009292317E-5</c:v>
                </c:pt>
                <c:pt idx="95">
                  <c:v>2.8373489702787695E-4</c:v>
                </c:pt>
                <c:pt idx="96">
                  <c:v>3.7831319603716927E-4</c:v>
                </c:pt>
                <c:pt idx="97">
                  <c:v>1.182228737616154E-4</c:v>
                </c:pt>
                <c:pt idx="98">
                  <c:v>0</c:v>
                </c:pt>
                <c:pt idx="99">
                  <c:v>2.6009032227555388E-4</c:v>
                </c:pt>
                <c:pt idx="100">
                  <c:v>2.3644574752323079E-4</c:v>
                </c:pt>
                <c:pt idx="101">
                  <c:v>-9.4578299009292317E-5</c:v>
                </c:pt>
                <c:pt idx="102">
                  <c:v>-2.6009032227555388E-4</c:v>
                </c:pt>
                <c:pt idx="103">
                  <c:v>4.7289149504646158E-5</c:v>
                </c:pt>
                <c:pt idx="104">
                  <c:v>1.4186744851393848E-4</c:v>
                </c:pt>
                <c:pt idx="105">
                  <c:v>-2.3644574752323079E-5</c:v>
                </c:pt>
                <c:pt idx="106">
                  <c:v>-1.4186744851393848E-4</c:v>
                </c:pt>
                <c:pt idx="107">
                  <c:v>2.128011727709077E-4</c:v>
                </c:pt>
                <c:pt idx="108">
                  <c:v>2.8373489702787695E-4</c:v>
                </c:pt>
                <c:pt idx="109">
                  <c:v>2.3644574752323079E-5</c:v>
                </c:pt>
                <c:pt idx="110">
                  <c:v>-1.4186744851393848E-4</c:v>
                </c:pt>
                <c:pt idx="111">
                  <c:v>1.6551202326626157E-4</c:v>
                </c:pt>
                <c:pt idx="112">
                  <c:v>3.546686212848462E-4</c:v>
                </c:pt>
                <c:pt idx="113">
                  <c:v>1.6551202326626157E-4</c:v>
                </c:pt>
                <c:pt idx="114">
                  <c:v>-4.7289149504646158E-5</c:v>
                </c:pt>
                <c:pt idx="115">
                  <c:v>2.8373489702787695E-4</c:v>
                </c:pt>
                <c:pt idx="116">
                  <c:v>4.965360697987847E-4</c:v>
                </c:pt>
                <c:pt idx="117">
                  <c:v>3.546686212848462E-4</c:v>
                </c:pt>
                <c:pt idx="118">
                  <c:v>1.182228737616154E-4</c:v>
                </c:pt>
                <c:pt idx="119">
                  <c:v>3.7831319603716927E-4</c:v>
                </c:pt>
                <c:pt idx="120">
                  <c:v>5.4382521930343083E-4</c:v>
                </c:pt>
                <c:pt idx="121">
                  <c:v>3.546686212848462E-4</c:v>
                </c:pt>
                <c:pt idx="122">
                  <c:v>4.7289149504646158E-5</c:v>
                </c:pt>
                <c:pt idx="123">
                  <c:v>2.3644574752323079E-4</c:v>
                </c:pt>
                <c:pt idx="124">
                  <c:v>3.546686212848462E-4</c:v>
                </c:pt>
                <c:pt idx="125">
                  <c:v>1.4186744851393848E-4</c:v>
                </c:pt>
                <c:pt idx="126">
                  <c:v>-1.4186744851393848E-4</c:v>
                </c:pt>
                <c:pt idx="127">
                  <c:v>4.7289149504646158E-5</c:v>
                </c:pt>
                <c:pt idx="128">
                  <c:v>1.8915659801858463E-4</c:v>
                </c:pt>
                <c:pt idx="129">
                  <c:v>9.4578299009292317E-5</c:v>
                </c:pt>
                <c:pt idx="130">
                  <c:v>-7.0933724256969238E-5</c:v>
                </c:pt>
                <c:pt idx="131">
                  <c:v>2.128011727709077E-4</c:v>
                </c:pt>
                <c:pt idx="132">
                  <c:v>3.7831319603716927E-4</c:v>
                </c:pt>
                <c:pt idx="133">
                  <c:v>2.3644574752323079E-4</c:v>
                </c:pt>
                <c:pt idx="134">
                  <c:v>-2.3644574752323079E-5</c:v>
                </c:pt>
                <c:pt idx="135">
                  <c:v>1.8915659801858463E-4</c:v>
                </c:pt>
                <c:pt idx="136">
                  <c:v>4.0195777078949239E-4</c:v>
                </c:pt>
                <c:pt idx="137">
                  <c:v>2.8373489702787695E-4</c:v>
                </c:pt>
                <c:pt idx="138">
                  <c:v>-4.7289149504646158E-5</c:v>
                </c:pt>
                <c:pt idx="139">
                  <c:v>1.4186744851393848E-4</c:v>
                </c:pt>
                <c:pt idx="140">
                  <c:v>4.0195777078949239E-4</c:v>
                </c:pt>
                <c:pt idx="141">
                  <c:v>2.8373489702787695E-4</c:v>
                </c:pt>
                <c:pt idx="142">
                  <c:v>2.3644574752323079E-5</c:v>
                </c:pt>
                <c:pt idx="143">
                  <c:v>1.8915659801858463E-4</c:v>
                </c:pt>
                <c:pt idx="144">
                  <c:v>4.256023455418154E-4</c:v>
                </c:pt>
                <c:pt idx="145">
                  <c:v>3.3102404653252314E-4</c:v>
                </c:pt>
                <c:pt idx="146">
                  <c:v>9.4578299009292317E-5</c:v>
                </c:pt>
                <c:pt idx="147">
                  <c:v>2.3644574752323079E-4</c:v>
                </c:pt>
                <c:pt idx="148">
                  <c:v>4.7289149504646158E-4</c:v>
                </c:pt>
                <c:pt idx="149">
                  <c:v>4.256023455418154E-4</c:v>
                </c:pt>
                <c:pt idx="150">
                  <c:v>1.6551202326626157E-4</c:v>
                </c:pt>
                <c:pt idx="151">
                  <c:v>3.0737947178020002E-4</c:v>
                </c:pt>
                <c:pt idx="152">
                  <c:v>4.965360697987847E-4</c:v>
                </c:pt>
                <c:pt idx="153">
                  <c:v>4.0195777078949239E-4</c:v>
                </c:pt>
                <c:pt idx="154">
                  <c:v>1.4186744851393848E-4</c:v>
                </c:pt>
                <c:pt idx="155">
                  <c:v>2.8373489702787695E-4</c:v>
                </c:pt>
                <c:pt idx="156">
                  <c:v>5.2018064455110777E-4</c:v>
                </c:pt>
                <c:pt idx="157">
                  <c:v>4.0195777078949239E-4</c:v>
                </c:pt>
                <c:pt idx="158">
                  <c:v>1.182228737616154E-4</c:v>
                </c:pt>
                <c:pt idx="159">
                  <c:v>2.6009032227555388E-4</c:v>
                </c:pt>
                <c:pt idx="160">
                  <c:v>5.4382521930343083E-4</c:v>
                </c:pt>
                <c:pt idx="161">
                  <c:v>4.965360697987847E-4</c:v>
                </c:pt>
                <c:pt idx="162">
                  <c:v>2.128011727709077E-4</c:v>
                </c:pt>
                <c:pt idx="163">
                  <c:v>2.8373489702787695E-4</c:v>
                </c:pt>
                <c:pt idx="164">
                  <c:v>5.4382521930343083E-4</c:v>
                </c:pt>
                <c:pt idx="165">
                  <c:v>5.2018064455110777E-4</c:v>
                </c:pt>
                <c:pt idx="166">
                  <c:v>1.6551202326626157E-4</c:v>
                </c:pt>
                <c:pt idx="167">
                  <c:v>3.0737947178020002E-4</c:v>
                </c:pt>
                <c:pt idx="168">
                  <c:v>6.1475894356040003E-4</c:v>
                </c:pt>
                <c:pt idx="169">
                  <c:v>5.2018064455110777E-4</c:v>
                </c:pt>
                <c:pt idx="170">
                  <c:v>1.4186744851393848E-4</c:v>
                </c:pt>
                <c:pt idx="171">
                  <c:v>1.8915659801858463E-4</c:v>
                </c:pt>
                <c:pt idx="172">
                  <c:v>5.2018064455110777E-4</c:v>
                </c:pt>
                <c:pt idx="173">
                  <c:v>5.4382521930343083E-4</c:v>
                </c:pt>
                <c:pt idx="174">
                  <c:v>2.6009032227555388E-4</c:v>
                </c:pt>
                <c:pt idx="175">
                  <c:v>2.6009032227555388E-4</c:v>
                </c:pt>
                <c:pt idx="176">
                  <c:v>5.4382521930343083E-4</c:v>
                </c:pt>
                <c:pt idx="177">
                  <c:v>5.2018064455110777E-4</c:v>
                </c:pt>
                <c:pt idx="178">
                  <c:v>1.4186744851393848E-4</c:v>
                </c:pt>
                <c:pt idx="179">
                  <c:v>7.0933724256969238E-5</c:v>
                </c:pt>
                <c:pt idx="180">
                  <c:v>2.6009032227555388E-4</c:v>
                </c:pt>
                <c:pt idx="181">
                  <c:v>2.6009032227555388E-4</c:v>
                </c:pt>
                <c:pt idx="182">
                  <c:v>-7.0933724256969238E-5</c:v>
                </c:pt>
                <c:pt idx="183">
                  <c:v>-7.0933724256969238E-5</c:v>
                </c:pt>
                <c:pt idx="184">
                  <c:v>3.0737947178020002E-4</c:v>
                </c:pt>
                <c:pt idx="185">
                  <c:v>3.546686212848462E-4</c:v>
                </c:pt>
                <c:pt idx="186">
                  <c:v>1.6551202326626157E-4</c:v>
                </c:pt>
                <c:pt idx="187">
                  <c:v>7.0933724256969238E-5</c:v>
                </c:pt>
                <c:pt idx="188">
                  <c:v>3.7831319603716927E-4</c:v>
                </c:pt>
                <c:pt idx="189">
                  <c:v>5.2018064455110777E-4</c:v>
                </c:pt>
                <c:pt idx="190">
                  <c:v>3.0737947178020002E-4</c:v>
                </c:pt>
                <c:pt idx="191">
                  <c:v>1.6551202326626157E-4</c:v>
                </c:pt>
                <c:pt idx="192">
                  <c:v>5.2018064455110777E-4</c:v>
                </c:pt>
                <c:pt idx="193">
                  <c:v>6.384035183127231E-4</c:v>
                </c:pt>
                <c:pt idx="194">
                  <c:v>3.546686212848462E-4</c:v>
                </c:pt>
                <c:pt idx="195">
                  <c:v>2.128011727709077E-4</c:v>
                </c:pt>
                <c:pt idx="196">
                  <c:v>6.1475894356040003E-4</c:v>
                </c:pt>
                <c:pt idx="197">
                  <c:v>7.5662639207433853E-4</c:v>
                </c:pt>
                <c:pt idx="198">
                  <c:v>4.965360697987847E-4</c:v>
                </c:pt>
                <c:pt idx="199">
                  <c:v>2.8373489702787695E-4</c:v>
                </c:pt>
                <c:pt idx="200">
                  <c:v>4.7289149504646158E-4</c:v>
                </c:pt>
                <c:pt idx="201">
                  <c:v>4.256023455418154E-4</c:v>
                </c:pt>
                <c:pt idx="202">
                  <c:v>2.128011727709077E-4</c:v>
                </c:pt>
                <c:pt idx="203">
                  <c:v>0</c:v>
                </c:pt>
                <c:pt idx="204">
                  <c:v>2.8373489702787695E-4</c:v>
                </c:pt>
                <c:pt idx="205">
                  <c:v>3.7831319603716927E-4</c:v>
                </c:pt>
                <c:pt idx="206">
                  <c:v>1.6551202326626157E-4</c:v>
                </c:pt>
                <c:pt idx="207">
                  <c:v>-7.0933724256969238E-5</c:v>
                </c:pt>
                <c:pt idx="208">
                  <c:v>3.0737947178020002E-4</c:v>
                </c:pt>
                <c:pt idx="209">
                  <c:v>4.4924692029413852E-4</c:v>
                </c:pt>
                <c:pt idx="210">
                  <c:v>2.6009032227555388E-4</c:v>
                </c:pt>
                <c:pt idx="211">
                  <c:v>7.0933724256969238E-5</c:v>
                </c:pt>
                <c:pt idx="212">
                  <c:v>4.0195777078949239E-4</c:v>
                </c:pt>
                <c:pt idx="213">
                  <c:v>5.9111436880807707E-4</c:v>
                </c:pt>
                <c:pt idx="214">
                  <c:v>4.256023455418154E-4</c:v>
                </c:pt>
                <c:pt idx="215">
                  <c:v>9.4578299009292317E-5</c:v>
                </c:pt>
                <c:pt idx="216">
                  <c:v>3.7831319603716927E-4</c:v>
                </c:pt>
                <c:pt idx="217">
                  <c:v>5.674697940557539E-4</c:v>
                </c:pt>
                <c:pt idx="218">
                  <c:v>4.965360697987847E-4</c:v>
                </c:pt>
                <c:pt idx="219">
                  <c:v>1.8915659801858463E-4</c:v>
                </c:pt>
                <c:pt idx="220">
                  <c:v>4.256023455418154E-4</c:v>
                </c:pt>
                <c:pt idx="221">
                  <c:v>6.6204809306504627E-4</c:v>
                </c:pt>
                <c:pt idx="222">
                  <c:v>4.7289149504646158E-4</c:v>
                </c:pt>
                <c:pt idx="223">
                  <c:v>9.4578299009292317E-5</c:v>
                </c:pt>
                <c:pt idx="224">
                  <c:v>3.3102404653252314E-4</c:v>
                </c:pt>
                <c:pt idx="225">
                  <c:v>5.2018064455110777E-4</c:v>
                </c:pt>
                <c:pt idx="226">
                  <c:v>4.256023455418154E-4</c:v>
                </c:pt>
                <c:pt idx="227">
                  <c:v>1.6551202326626157E-4</c:v>
                </c:pt>
                <c:pt idx="228">
                  <c:v>4.0195777078949239E-4</c:v>
                </c:pt>
                <c:pt idx="229">
                  <c:v>5.4382521930343083E-4</c:v>
                </c:pt>
                <c:pt idx="230">
                  <c:v>4.7289149504646158E-4</c:v>
                </c:pt>
                <c:pt idx="231">
                  <c:v>1.4186744851393848E-4</c:v>
                </c:pt>
                <c:pt idx="232">
                  <c:v>4.0195777078949239E-4</c:v>
                </c:pt>
                <c:pt idx="233">
                  <c:v>6.384035183127231E-4</c:v>
                </c:pt>
                <c:pt idx="234">
                  <c:v>5.4382521930343083E-4</c:v>
                </c:pt>
                <c:pt idx="235">
                  <c:v>2.6009032227555388E-4</c:v>
                </c:pt>
                <c:pt idx="236">
                  <c:v>4.7289149504646158E-4</c:v>
                </c:pt>
                <c:pt idx="237">
                  <c:v>6.6204809306504627E-4</c:v>
                </c:pt>
                <c:pt idx="238">
                  <c:v>5.674697940557539E-4</c:v>
                </c:pt>
                <c:pt idx="239">
                  <c:v>2.3644574752323079E-4</c:v>
                </c:pt>
                <c:pt idx="240">
                  <c:v>5.4382521930343083E-4</c:v>
                </c:pt>
                <c:pt idx="241">
                  <c:v>8.7484926583595386E-4</c:v>
                </c:pt>
                <c:pt idx="242">
                  <c:v>7.5662639207433853E-4</c:v>
                </c:pt>
                <c:pt idx="243">
                  <c:v>3.3102404653252314E-4</c:v>
                </c:pt>
                <c:pt idx="244">
                  <c:v>4.4924692029413852E-4</c:v>
                </c:pt>
                <c:pt idx="245">
                  <c:v>6.1475894356040003E-4</c:v>
                </c:pt>
                <c:pt idx="246">
                  <c:v>5.4382521930343083E-4</c:v>
                </c:pt>
                <c:pt idx="247">
                  <c:v>2.128011727709077E-4</c:v>
                </c:pt>
                <c:pt idx="248">
                  <c:v>2.6009032227555388E-4</c:v>
                </c:pt>
                <c:pt idx="249">
                  <c:v>4.7289149504646158E-4</c:v>
                </c:pt>
                <c:pt idx="250">
                  <c:v>3.7831319603716927E-4</c:v>
                </c:pt>
                <c:pt idx="251">
                  <c:v>-2.3644574752323079E-5</c:v>
                </c:pt>
                <c:pt idx="252">
                  <c:v>9.4578299009292317E-5</c:v>
                </c:pt>
                <c:pt idx="253">
                  <c:v>3.7831319603716927E-4</c:v>
                </c:pt>
                <c:pt idx="254">
                  <c:v>3.3102404653252314E-4</c:v>
                </c:pt>
                <c:pt idx="255">
                  <c:v>7.0933724256969238E-5</c:v>
                </c:pt>
                <c:pt idx="256">
                  <c:v>2.128011727709077E-4</c:v>
                </c:pt>
                <c:pt idx="257">
                  <c:v>5.4382521930343083E-4</c:v>
                </c:pt>
                <c:pt idx="258">
                  <c:v>5.2018064455110777E-4</c:v>
                </c:pt>
                <c:pt idx="259">
                  <c:v>1.6551202326626157E-4</c:v>
                </c:pt>
                <c:pt idx="260">
                  <c:v>1.8915659801858463E-4</c:v>
                </c:pt>
                <c:pt idx="261">
                  <c:v>5.674697940557539E-4</c:v>
                </c:pt>
                <c:pt idx="262">
                  <c:v>5.674697940557539E-4</c:v>
                </c:pt>
                <c:pt idx="263">
                  <c:v>2.8373489702787695E-4</c:v>
                </c:pt>
                <c:pt idx="264">
                  <c:v>2.3644574752323079E-4</c:v>
                </c:pt>
                <c:pt idx="265">
                  <c:v>5.9111436880807707E-4</c:v>
                </c:pt>
                <c:pt idx="266">
                  <c:v>6.1475894356040003E-4</c:v>
                </c:pt>
                <c:pt idx="267">
                  <c:v>3.7831319603716927E-4</c:v>
                </c:pt>
                <c:pt idx="268">
                  <c:v>4.256023455418154E-4</c:v>
                </c:pt>
                <c:pt idx="269">
                  <c:v>7.093372425696924E-4</c:v>
                </c:pt>
                <c:pt idx="270">
                  <c:v>6.8569266781736934E-4</c:v>
                </c:pt>
                <c:pt idx="271">
                  <c:v>4.256023455418154E-4</c:v>
                </c:pt>
                <c:pt idx="272">
                  <c:v>2.8373489702787695E-4</c:v>
                </c:pt>
                <c:pt idx="273">
                  <c:v>6.384035183127231E-4</c:v>
                </c:pt>
                <c:pt idx="274">
                  <c:v>6.6204809306504627E-4</c:v>
                </c:pt>
                <c:pt idx="275">
                  <c:v>3.7831319603716927E-4</c:v>
                </c:pt>
                <c:pt idx="276">
                  <c:v>2.128011727709077E-4</c:v>
                </c:pt>
                <c:pt idx="277">
                  <c:v>5.4382521930343083E-4</c:v>
                </c:pt>
                <c:pt idx="278">
                  <c:v>5.674697940557539E-4</c:v>
                </c:pt>
                <c:pt idx="279">
                  <c:v>2.8373489702787695E-4</c:v>
                </c:pt>
                <c:pt idx="280">
                  <c:v>9.4578299009292317E-5</c:v>
                </c:pt>
                <c:pt idx="281">
                  <c:v>4.965360697987847E-4</c:v>
                </c:pt>
                <c:pt idx="282">
                  <c:v>5.9111436880807707E-4</c:v>
                </c:pt>
                <c:pt idx="283">
                  <c:v>2.6009032227555388E-4</c:v>
                </c:pt>
                <c:pt idx="284">
                  <c:v>7.0933724256969238E-5</c:v>
                </c:pt>
                <c:pt idx="285">
                  <c:v>5.4382521930343083E-4</c:v>
                </c:pt>
                <c:pt idx="286">
                  <c:v>5.9111436880807707E-4</c:v>
                </c:pt>
                <c:pt idx="287">
                  <c:v>3.546686212848462E-4</c:v>
                </c:pt>
                <c:pt idx="288">
                  <c:v>9.4578299009292317E-5</c:v>
                </c:pt>
                <c:pt idx="289">
                  <c:v>4.0195777078949239E-4</c:v>
                </c:pt>
                <c:pt idx="290">
                  <c:v>5.2018064455110777E-4</c:v>
                </c:pt>
                <c:pt idx="291">
                  <c:v>3.3102404653252314E-4</c:v>
                </c:pt>
                <c:pt idx="292">
                  <c:v>1.6551202326626157E-4</c:v>
                </c:pt>
                <c:pt idx="293">
                  <c:v>4.4924692029413852E-4</c:v>
                </c:pt>
                <c:pt idx="294">
                  <c:v>5.2018064455110777E-4</c:v>
                </c:pt>
                <c:pt idx="295">
                  <c:v>3.546686212848462E-4</c:v>
                </c:pt>
                <c:pt idx="296">
                  <c:v>1.6551202326626157E-4</c:v>
                </c:pt>
                <c:pt idx="297">
                  <c:v>5.674697940557539E-4</c:v>
                </c:pt>
                <c:pt idx="298">
                  <c:v>6.1475894356040003E-4</c:v>
                </c:pt>
                <c:pt idx="299">
                  <c:v>4.0195777078949239E-4</c:v>
                </c:pt>
                <c:pt idx="300">
                  <c:v>9.4578299009292317E-5</c:v>
                </c:pt>
                <c:pt idx="301">
                  <c:v>4.256023455418154E-4</c:v>
                </c:pt>
                <c:pt idx="302">
                  <c:v>5.9111436880807707E-4</c:v>
                </c:pt>
                <c:pt idx="303">
                  <c:v>4.0195777078949239E-4</c:v>
                </c:pt>
                <c:pt idx="304">
                  <c:v>1.4186744851393848E-4</c:v>
                </c:pt>
                <c:pt idx="305">
                  <c:v>4.965360697987847E-4</c:v>
                </c:pt>
                <c:pt idx="306">
                  <c:v>6.8569266781736934E-4</c:v>
                </c:pt>
                <c:pt idx="307">
                  <c:v>5.4382521930343083E-4</c:v>
                </c:pt>
                <c:pt idx="308">
                  <c:v>3.3102404653252314E-4</c:v>
                </c:pt>
                <c:pt idx="309">
                  <c:v>6.1475894356040003E-4</c:v>
                </c:pt>
                <c:pt idx="310">
                  <c:v>7.3298181732201547E-4</c:v>
                </c:pt>
                <c:pt idx="311">
                  <c:v>5.4382521930343083E-4</c:v>
                </c:pt>
                <c:pt idx="312">
                  <c:v>3.0737947178020002E-4</c:v>
                </c:pt>
                <c:pt idx="313">
                  <c:v>6.384035183127231E-4</c:v>
                </c:pt>
                <c:pt idx="314">
                  <c:v>8.2756011633130784E-4</c:v>
                </c:pt>
                <c:pt idx="315">
                  <c:v>6.8569266781736934E-4</c:v>
                </c:pt>
                <c:pt idx="316">
                  <c:v>4.0195777078949239E-4</c:v>
                </c:pt>
                <c:pt idx="317">
                  <c:v>6.384035183127231E-4</c:v>
                </c:pt>
                <c:pt idx="318">
                  <c:v>7.3298181732201547E-4</c:v>
                </c:pt>
                <c:pt idx="319">
                  <c:v>4.965360697987847E-4</c:v>
                </c:pt>
                <c:pt idx="320">
                  <c:v>1.4186744851393848E-4</c:v>
                </c:pt>
                <c:pt idx="321">
                  <c:v>4.0195777078949239E-4</c:v>
                </c:pt>
                <c:pt idx="322">
                  <c:v>6.8569266781736934E-4</c:v>
                </c:pt>
                <c:pt idx="323">
                  <c:v>5.2018064455110777E-4</c:v>
                </c:pt>
                <c:pt idx="324">
                  <c:v>2.128011727709077E-4</c:v>
                </c:pt>
                <c:pt idx="325">
                  <c:v>4.0195777078949239E-4</c:v>
                </c:pt>
                <c:pt idx="326">
                  <c:v>6.384035183127231E-4</c:v>
                </c:pt>
                <c:pt idx="327">
                  <c:v>5.4382521930343083E-4</c:v>
                </c:pt>
                <c:pt idx="328">
                  <c:v>1.8915659801858463E-4</c:v>
                </c:pt>
                <c:pt idx="329">
                  <c:v>4.7289149504646158E-4</c:v>
                </c:pt>
                <c:pt idx="330">
                  <c:v>6.8569266781736934E-4</c:v>
                </c:pt>
                <c:pt idx="331">
                  <c:v>5.4382521930343083E-4</c:v>
                </c:pt>
                <c:pt idx="332">
                  <c:v>1.8915659801858463E-4</c:v>
                </c:pt>
                <c:pt idx="333">
                  <c:v>3.3102404653252314E-4</c:v>
                </c:pt>
                <c:pt idx="334">
                  <c:v>6.384035183127231E-4</c:v>
                </c:pt>
                <c:pt idx="335">
                  <c:v>5.4382521930343083E-4</c:v>
                </c:pt>
                <c:pt idx="336">
                  <c:v>2.6009032227555388E-4</c:v>
                </c:pt>
                <c:pt idx="337">
                  <c:v>3.7831319603716927E-4</c:v>
                </c:pt>
                <c:pt idx="338">
                  <c:v>6.8569266781736934E-4</c:v>
                </c:pt>
                <c:pt idx="339">
                  <c:v>5.9111436880807707E-4</c:v>
                </c:pt>
                <c:pt idx="340">
                  <c:v>2.3644574752323079E-4</c:v>
                </c:pt>
                <c:pt idx="341">
                  <c:v>2.3644574752323079E-4</c:v>
                </c:pt>
                <c:pt idx="342">
                  <c:v>5.674697940557539E-4</c:v>
                </c:pt>
                <c:pt idx="343">
                  <c:v>4.965360697987847E-4</c:v>
                </c:pt>
                <c:pt idx="344">
                  <c:v>2.8373489702787695E-4</c:v>
                </c:pt>
                <c:pt idx="345">
                  <c:v>3.0737947178020002E-4</c:v>
                </c:pt>
                <c:pt idx="346">
                  <c:v>6.6204809306504627E-4</c:v>
                </c:pt>
                <c:pt idx="347">
                  <c:v>6.384035183127231E-4</c:v>
                </c:pt>
                <c:pt idx="348">
                  <c:v>3.546686212848462E-4</c:v>
                </c:pt>
                <c:pt idx="349">
                  <c:v>3.546686212848462E-4</c:v>
                </c:pt>
                <c:pt idx="350">
                  <c:v>6.8569266781736934E-4</c:v>
                </c:pt>
                <c:pt idx="351">
                  <c:v>6.1475894356040003E-4</c:v>
                </c:pt>
                <c:pt idx="352">
                  <c:v>2.6009032227555388E-4</c:v>
                </c:pt>
                <c:pt idx="353">
                  <c:v>3.0737947178020002E-4</c:v>
                </c:pt>
                <c:pt idx="354">
                  <c:v>6.8569266781736934E-4</c:v>
                </c:pt>
                <c:pt idx="355">
                  <c:v>6.6204809306504627E-4</c:v>
                </c:pt>
                <c:pt idx="356">
                  <c:v>3.546686212848462E-4</c:v>
                </c:pt>
                <c:pt idx="357">
                  <c:v>3.7831319603716927E-4</c:v>
                </c:pt>
                <c:pt idx="358">
                  <c:v>6.8569266781736934E-4</c:v>
                </c:pt>
                <c:pt idx="359">
                  <c:v>7.3298181732201547E-4</c:v>
                </c:pt>
                <c:pt idx="360">
                  <c:v>4.4924692029413852E-4</c:v>
                </c:pt>
                <c:pt idx="361">
                  <c:v>3.546686212848462E-4</c:v>
                </c:pt>
                <c:pt idx="362">
                  <c:v>6.6204809306504627E-4</c:v>
                </c:pt>
                <c:pt idx="363">
                  <c:v>6.8569266781736934E-4</c:v>
                </c:pt>
                <c:pt idx="364">
                  <c:v>4.0195777078949239E-4</c:v>
                </c:pt>
                <c:pt idx="365">
                  <c:v>1.6551202326626157E-4</c:v>
                </c:pt>
                <c:pt idx="366">
                  <c:v>5.674697940557539E-4</c:v>
                </c:pt>
                <c:pt idx="367">
                  <c:v>6.8569266781736934E-4</c:v>
                </c:pt>
                <c:pt idx="368">
                  <c:v>4.256023455418154E-4</c:v>
                </c:pt>
                <c:pt idx="369">
                  <c:v>2.8373489702787695E-4</c:v>
                </c:pt>
                <c:pt idx="370">
                  <c:v>6.6204809306504627E-4</c:v>
                </c:pt>
                <c:pt idx="371">
                  <c:v>6.6204809306504627E-4</c:v>
                </c:pt>
                <c:pt idx="372">
                  <c:v>4.7289149504646158E-4</c:v>
                </c:pt>
                <c:pt idx="373">
                  <c:v>3.3102404653252314E-4</c:v>
                </c:pt>
                <c:pt idx="374">
                  <c:v>7.093372425696924E-4</c:v>
                </c:pt>
                <c:pt idx="375">
                  <c:v>8.2756011633130784E-4</c:v>
                </c:pt>
                <c:pt idx="376">
                  <c:v>5.674697940557539E-4</c:v>
                </c:pt>
                <c:pt idx="377">
                  <c:v>3.3102404653252314E-4</c:v>
                </c:pt>
                <c:pt idx="378">
                  <c:v>7.5662639207433853E-4</c:v>
                </c:pt>
                <c:pt idx="379">
                  <c:v>8.0391554157898477E-4</c:v>
                </c:pt>
                <c:pt idx="380">
                  <c:v>4.7289149504646158E-4</c:v>
                </c:pt>
                <c:pt idx="381">
                  <c:v>1.6551202326626157E-4</c:v>
                </c:pt>
                <c:pt idx="382">
                  <c:v>4.4924692029413852E-4</c:v>
                </c:pt>
                <c:pt idx="383">
                  <c:v>5.4382521930343083E-4</c:v>
                </c:pt>
                <c:pt idx="384">
                  <c:v>4.0195777078949239E-4</c:v>
                </c:pt>
                <c:pt idx="385">
                  <c:v>1.6551202326626157E-4</c:v>
                </c:pt>
                <c:pt idx="386">
                  <c:v>5.9111436880807707E-4</c:v>
                </c:pt>
                <c:pt idx="387">
                  <c:v>7.5662639207433853E-4</c:v>
                </c:pt>
                <c:pt idx="388">
                  <c:v>5.2018064455110777E-4</c:v>
                </c:pt>
                <c:pt idx="389">
                  <c:v>3.546686212848462E-4</c:v>
                </c:pt>
                <c:pt idx="390">
                  <c:v>7.5662639207433853E-4</c:v>
                </c:pt>
                <c:pt idx="391">
                  <c:v>9.4578299009292317E-4</c:v>
                </c:pt>
                <c:pt idx="392">
                  <c:v>7.5662639207433853E-4</c:v>
                </c:pt>
                <c:pt idx="393">
                  <c:v>5.4382521930343083E-4</c:v>
                </c:pt>
                <c:pt idx="394">
                  <c:v>8.512046910836308E-4</c:v>
                </c:pt>
                <c:pt idx="395">
                  <c:v>9.4578299009292317E-4</c:v>
                </c:pt>
                <c:pt idx="396">
                  <c:v>6.8569266781736934E-4</c:v>
                </c:pt>
                <c:pt idx="397">
                  <c:v>3.0737947178020002E-4</c:v>
                </c:pt>
                <c:pt idx="398">
                  <c:v>5.674697940557539E-4</c:v>
                </c:pt>
                <c:pt idx="399">
                  <c:v>7.8027096682666171E-4</c:v>
                </c:pt>
                <c:pt idx="400">
                  <c:v>5.674697940557539E-4</c:v>
                </c:pt>
                <c:pt idx="401">
                  <c:v>2.128011727709077E-4</c:v>
                </c:pt>
                <c:pt idx="402">
                  <c:v>4.256023455418154E-4</c:v>
                </c:pt>
                <c:pt idx="403">
                  <c:v>6.6204809306504627E-4</c:v>
                </c:pt>
                <c:pt idx="404">
                  <c:v>4.7289149504646158E-4</c:v>
                </c:pt>
                <c:pt idx="405">
                  <c:v>2.6009032227555388E-4</c:v>
                </c:pt>
                <c:pt idx="406">
                  <c:v>5.4382521930343083E-4</c:v>
                </c:pt>
                <c:pt idx="407">
                  <c:v>8.2756011633130784E-4</c:v>
                </c:pt>
                <c:pt idx="408">
                  <c:v>6.384035183127231E-4</c:v>
                </c:pt>
                <c:pt idx="409">
                  <c:v>3.546686212848462E-4</c:v>
                </c:pt>
                <c:pt idx="410">
                  <c:v>5.674697940557539E-4</c:v>
                </c:pt>
                <c:pt idx="411">
                  <c:v>7.8027096682666171E-4</c:v>
                </c:pt>
                <c:pt idx="412">
                  <c:v>5.674697940557539E-4</c:v>
                </c:pt>
                <c:pt idx="413">
                  <c:v>2.6009032227555388E-4</c:v>
                </c:pt>
                <c:pt idx="414">
                  <c:v>4.0195777078949239E-4</c:v>
                </c:pt>
                <c:pt idx="415">
                  <c:v>7.093372425696924E-4</c:v>
                </c:pt>
                <c:pt idx="416">
                  <c:v>7.093372425696924E-4</c:v>
                </c:pt>
                <c:pt idx="417">
                  <c:v>4.7289149504646158E-4</c:v>
                </c:pt>
                <c:pt idx="418">
                  <c:v>5.9111436880807707E-4</c:v>
                </c:pt>
                <c:pt idx="419">
                  <c:v>8.7484926583595386E-4</c:v>
                </c:pt>
                <c:pt idx="420">
                  <c:v>7.093372425696924E-4</c:v>
                </c:pt>
                <c:pt idx="421">
                  <c:v>3.7831319603716927E-4</c:v>
                </c:pt>
                <c:pt idx="422">
                  <c:v>5.4382521930343083E-4</c:v>
                </c:pt>
                <c:pt idx="423">
                  <c:v>8.512046910836308E-4</c:v>
                </c:pt>
                <c:pt idx="424">
                  <c:v>7.8027096682666171E-4</c:v>
                </c:pt>
                <c:pt idx="425">
                  <c:v>4.0195777078949239E-4</c:v>
                </c:pt>
                <c:pt idx="426">
                  <c:v>4.7289149504646158E-4</c:v>
                </c:pt>
                <c:pt idx="427">
                  <c:v>7.8027096682666171E-4</c:v>
                </c:pt>
                <c:pt idx="428">
                  <c:v>6.6204809306504627E-4</c:v>
                </c:pt>
                <c:pt idx="429">
                  <c:v>4.0195777078949239E-4</c:v>
                </c:pt>
                <c:pt idx="430">
                  <c:v>4.7289149504646158E-4</c:v>
                </c:pt>
                <c:pt idx="431">
                  <c:v>8.2756011633130784E-4</c:v>
                </c:pt>
                <c:pt idx="432">
                  <c:v>7.3298181732201547E-4</c:v>
                </c:pt>
                <c:pt idx="433">
                  <c:v>4.0195777078949239E-4</c:v>
                </c:pt>
                <c:pt idx="434">
                  <c:v>4.7289149504646158E-4</c:v>
                </c:pt>
                <c:pt idx="435">
                  <c:v>7.3298181732201547E-4</c:v>
                </c:pt>
                <c:pt idx="436">
                  <c:v>7.3298181732201547E-4</c:v>
                </c:pt>
                <c:pt idx="437">
                  <c:v>4.0195777078949239E-4</c:v>
                </c:pt>
                <c:pt idx="438">
                  <c:v>5.4382521930343083E-4</c:v>
                </c:pt>
                <c:pt idx="439">
                  <c:v>9.4578299009292317E-4</c:v>
                </c:pt>
                <c:pt idx="440">
                  <c:v>8.9849384058827704E-4</c:v>
                </c:pt>
                <c:pt idx="441">
                  <c:v>5.674697940557539E-4</c:v>
                </c:pt>
                <c:pt idx="442">
                  <c:v>5.2018064455110777E-4</c:v>
                </c:pt>
                <c:pt idx="443">
                  <c:v>8.0391554157898477E-4</c:v>
                </c:pt>
                <c:pt idx="444">
                  <c:v>7.093372425696924E-4</c:v>
                </c:pt>
                <c:pt idx="445">
                  <c:v>4.0195777078949239E-4</c:v>
                </c:pt>
                <c:pt idx="446">
                  <c:v>3.546686212848462E-4</c:v>
                </c:pt>
                <c:pt idx="447">
                  <c:v>6.6204809306504627E-4</c:v>
                </c:pt>
                <c:pt idx="448">
                  <c:v>6.6204809306504627E-4</c:v>
                </c:pt>
                <c:pt idx="449">
                  <c:v>4.256023455418154E-4</c:v>
                </c:pt>
                <c:pt idx="450">
                  <c:v>4.4924692029413852E-4</c:v>
                </c:pt>
                <c:pt idx="451">
                  <c:v>7.8027096682666171E-4</c:v>
                </c:pt>
                <c:pt idx="452">
                  <c:v>8.2756011633130784E-4</c:v>
                </c:pt>
                <c:pt idx="453">
                  <c:v>5.4382521930343083E-4</c:v>
                </c:pt>
                <c:pt idx="454">
                  <c:v>4.0195777078949239E-4</c:v>
                </c:pt>
                <c:pt idx="455">
                  <c:v>7.5662639207433853E-4</c:v>
                </c:pt>
                <c:pt idx="456">
                  <c:v>8.0391554157898477E-4</c:v>
                </c:pt>
                <c:pt idx="457">
                  <c:v>5.2018064455110777E-4</c:v>
                </c:pt>
                <c:pt idx="458">
                  <c:v>3.546686212848462E-4</c:v>
                </c:pt>
                <c:pt idx="459">
                  <c:v>7.3298181732201547E-4</c:v>
                </c:pt>
                <c:pt idx="460">
                  <c:v>7.8027096682666171E-4</c:v>
                </c:pt>
                <c:pt idx="461">
                  <c:v>4.4924692029413852E-4</c:v>
                </c:pt>
                <c:pt idx="462">
                  <c:v>2.8373489702787695E-4</c:v>
                </c:pt>
                <c:pt idx="463">
                  <c:v>5.9111436880807707E-4</c:v>
                </c:pt>
                <c:pt idx="464">
                  <c:v>6.384035183127231E-4</c:v>
                </c:pt>
                <c:pt idx="465">
                  <c:v>4.4924692029413852E-4</c:v>
                </c:pt>
                <c:pt idx="466">
                  <c:v>3.3102404653252314E-4</c:v>
                </c:pt>
                <c:pt idx="467">
                  <c:v>6.8569266781736934E-4</c:v>
                </c:pt>
                <c:pt idx="468">
                  <c:v>8.512046910836308E-4</c:v>
                </c:pt>
                <c:pt idx="469">
                  <c:v>6.1475894356040003E-4</c:v>
                </c:pt>
                <c:pt idx="470">
                  <c:v>4.4924692029413852E-4</c:v>
                </c:pt>
                <c:pt idx="471">
                  <c:v>6.6204809306504627E-4</c:v>
                </c:pt>
                <c:pt idx="472">
                  <c:v>7.3298181732201547E-4</c:v>
                </c:pt>
                <c:pt idx="473">
                  <c:v>4.0195777078949239E-4</c:v>
                </c:pt>
                <c:pt idx="474">
                  <c:v>1.8915659801858463E-4</c:v>
                </c:pt>
                <c:pt idx="475">
                  <c:v>4.965360697987847E-4</c:v>
                </c:pt>
                <c:pt idx="476">
                  <c:v>6.6204809306504627E-4</c:v>
                </c:pt>
                <c:pt idx="477">
                  <c:v>4.4924692029413852E-4</c:v>
                </c:pt>
                <c:pt idx="478">
                  <c:v>2.128011727709077E-4</c:v>
                </c:pt>
                <c:pt idx="479">
                  <c:v>4.7289149504646158E-4</c:v>
                </c:pt>
                <c:pt idx="480">
                  <c:v>6.6204809306504627E-4</c:v>
                </c:pt>
                <c:pt idx="481">
                  <c:v>4.0195777078949239E-4</c:v>
                </c:pt>
                <c:pt idx="482">
                  <c:v>1.8915659801858463E-4</c:v>
                </c:pt>
                <c:pt idx="483">
                  <c:v>5.4382521930343083E-4</c:v>
                </c:pt>
                <c:pt idx="484">
                  <c:v>7.8027096682666171E-4</c:v>
                </c:pt>
                <c:pt idx="485">
                  <c:v>6.1475894356040003E-4</c:v>
                </c:pt>
                <c:pt idx="486">
                  <c:v>4.0195777078949239E-4</c:v>
                </c:pt>
                <c:pt idx="487">
                  <c:v>6.6204809306504627E-4</c:v>
                </c:pt>
                <c:pt idx="488">
                  <c:v>8.7484926583595386E-4</c:v>
                </c:pt>
                <c:pt idx="489">
                  <c:v>7.3298181732201547E-4</c:v>
                </c:pt>
                <c:pt idx="490">
                  <c:v>5.4382521930343083E-4</c:v>
                </c:pt>
                <c:pt idx="491">
                  <c:v>8.2756011633130784E-4</c:v>
                </c:pt>
                <c:pt idx="492">
                  <c:v>1.0167167143498924E-3</c:v>
                </c:pt>
                <c:pt idx="493">
                  <c:v>8.0391554157898477E-4</c:v>
                </c:pt>
                <c:pt idx="494">
                  <c:v>4.965360697987847E-4</c:v>
                </c:pt>
                <c:pt idx="495">
                  <c:v>6.384035183127231E-4</c:v>
                </c:pt>
                <c:pt idx="496">
                  <c:v>8.2756011633130784E-4</c:v>
                </c:pt>
                <c:pt idx="497">
                  <c:v>6.1475894356040003E-4</c:v>
                </c:pt>
                <c:pt idx="498">
                  <c:v>3.3102404653252314E-4</c:v>
                </c:pt>
                <c:pt idx="499">
                  <c:v>6.1475894356040003E-4</c:v>
                </c:pt>
                <c:pt idx="500">
                  <c:v>8.7484926583595386E-4</c:v>
                </c:pt>
                <c:pt idx="501">
                  <c:v>7.3298181732201547E-4</c:v>
                </c:pt>
                <c:pt idx="502">
                  <c:v>4.256023455418154E-4</c:v>
                </c:pt>
                <c:pt idx="503">
                  <c:v>6.1475894356040003E-4</c:v>
                </c:pt>
                <c:pt idx="504">
                  <c:v>7.5662639207433853E-4</c:v>
                </c:pt>
                <c:pt idx="505">
                  <c:v>5.9111436880807707E-4</c:v>
                </c:pt>
                <c:pt idx="506">
                  <c:v>2.8373489702787695E-4</c:v>
                </c:pt>
                <c:pt idx="507">
                  <c:v>4.0195777078949239E-4</c:v>
                </c:pt>
                <c:pt idx="508">
                  <c:v>6.384035183127231E-4</c:v>
                </c:pt>
                <c:pt idx="509">
                  <c:v>6.1475894356040003E-4</c:v>
                </c:pt>
                <c:pt idx="510">
                  <c:v>3.7831319603716927E-4</c:v>
                </c:pt>
                <c:pt idx="511">
                  <c:v>5.674697940557539E-4</c:v>
                </c:pt>
                <c:pt idx="512">
                  <c:v>8.512046910836308E-4</c:v>
                </c:pt>
                <c:pt idx="513">
                  <c:v>6.8569266781736934E-4</c:v>
                </c:pt>
                <c:pt idx="514">
                  <c:v>2.8373489702787695E-4</c:v>
                </c:pt>
                <c:pt idx="515">
                  <c:v>4.256023455418154E-4</c:v>
                </c:pt>
                <c:pt idx="516">
                  <c:v>6.8569266781736934E-4</c:v>
                </c:pt>
                <c:pt idx="517">
                  <c:v>5.4382521930343083E-4</c:v>
                </c:pt>
                <c:pt idx="518">
                  <c:v>3.546686212848462E-4</c:v>
                </c:pt>
                <c:pt idx="519">
                  <c:v>5.2018064455110777E-4</c:v>
                </c:pt>
                <c:pt idx="520">
                  <c:v>7.8027096682666171E-4</c:v>
                </c:pt>
                <c:pt idx="521">
                  <c:v>6.8569266781736934E-4</c:v>
                </c:pt>
                <c:pt idx="522">
                  <c:v>3.546686212848462E-4</c:v>
                </c:pt>
                <c:pt idx="523">
                  <c:v>4.7289149504646158E-4</c:v>
                </c:pt>
                <c:pt idx="524">
                  <c:v>7.093372425696924E-4</c:v>
                </c:pt>
                <c:pt idx="525">
                  <c:v>6.6204809306504627E-4</c:v>
                </c:pt>
                <c:pt idx="526">
                  <c:v>3.3102404653252314E-4</c:v>
                </c:pt>
                <c:pt idx="527">
                  <c:v>4.965360697987847E-4</c:v>
                </c:pt>
                <c:pt idx="528">
                  <c:v>8.0391554157898477E-4</c:v>
                </c:pt>
                <c:pt idx="529">
                  <c:v>7.8027096682666171E-4</c:v>
                </c:pt>
                <c:pt idx="530">
                  <c:v>4.7289149504646158E-4</c:v>
                </c:pt>
                <c:pt idx="531">
                  <c:v>4.0195777078949239E-4</c:v>
                </c:pt>
                <c:pt idx="532">
                  <c:v>6.384035183127231E-4</c:v>
                </c:pt>
                <c:pt idx="533">
                  <c:v>6.1475894356040003E-4</c:v>
                </c:pt>
                <c:pt idx="534">
                  <c:v>2.8373489702787695E-4</c:v>
                </c:pt>
                <c:pt idx="535">
                  <c:v>2.6009032227555388E-4</c:v>
                </c:pt>
                <c:pt idx="536">
                  <c:v>6.384035183127231E-4</c:v>
                </c:pt>
                <c:pt idx="537">
                  <c:v>6.6204809306504627E-4</c:v>
                </c:pt>
                <c:pt idx="538">
                  <c:v>3.546686212848462E-4</c:v>
                </c:pt>
                <c:pt idx="539">
                  <c:v>4.0195777078949239E-4</c:v>
                </c:pt>
                <c:pt idx="540">
                  <c:v>6.8569266781736934E-4</c:v>
                </c:pt>
                <c:pt idx="541">
                  <c:v>7.5662639207433853E-4</c:v>
                </c:pt>
                <c:pt idx="542">
                  <c:v>5.2018064455110777E-4</c:v>
                </c:pt>
                <c:pt idx="543">
                  <c:v>4.7289149504646158E-4</c:v>
                </c:pt>
                <c:pt idx="544">
                  <c:v>8.512046910836308E-4</c:v>
                </c:pt>
                <c:pt idx="545">
                  <c:v>8.7484926583595386E-4</c:v>
                </c:pt>
                <c:pt idx="546">
                  <c:v>5.9111436880807707E-4</c:v>
                </c:pt>
                <c:pt idx="547">
                  <c:v>5.2018064455110777E-4</c:v>
                </c:pt>
                <c:pt idx="548">
                  <c:v>9.221384153406001E-4</c:v>
                </c:pt>
                <c:pt idx="549">
                  <c:v>8.7484926583595386E-4</c:v>
                </c:pt>
                <c:pt idx="550">
                  <c:v>5.674697940557539E-4</c:v>
                </c:pt>
                <c:pt idx="551">
                  <c:v>4.7289149504646158E-4</c:v>
                </c:pt>
                <c:pt idx="552">
                  <c:v>8.0391554157898477E-4</c:v>
                </c:pt>
                <c:pt idx="553">
                  <c:v>8.7484926583595386E-4</c:v>
                </c:pt>
                <c:pt idx="554">
                  <c:v>6.384035183127231E-4</c:v>
                </c:pt>
                <c:pt idx="555">
                  <c:v>4.7289149504646158E-4</c:v>
                </c:pt>
                <c:pt idx="556">
                  <c:v>8.0391554157898477E-4</c:v>
                </c:pt>
                <c:pt idx="557">
                  <c:v>9.4578299009292317E-4</c:v>
                </c:pt>
                <c:pt idx="558">
                  <c:v>7.5662639207433853E-4</c:v>
                </c:pt>
                <c:pt idx="559">
                  <c:v>6.6204809306504627E-4</c:v>
                </c:pt>
                <c:pt idx="560">
                  <c:v>9.9307213959756941E-4</c:v>
                </c:pt>
                <c:pt idx="561">
                  <c:v>1.0640058638545385E-3</c:v>
                </c:pt>
                <c:pt idx="562">
                  <c:v>7.8027096682666171E-4</c:v>
                </c:pt>
                <c:pt idx="563">
                  <c:v>6.1475894356040003E-4</c:v>
                </c:pt>
                <c:pt idx="564">
                  <c:v>8.9849384058827704E-4</c:v>
                </c:pt>
                <c:pt idx="565">
                  <c:v>9.6942756484524634E-4</c:v>
                </c:pt>
                <c:pt idx="566">
                  <c:v>7.093372425696924E-4</c:v>
                </c:pt>
                <c:pt idx="567">
                  <c:v>4.965360697987847E-4</c:v>
                </c:pt>
                <c:pt idx="568">
                  <c:v>8.0391554157898477E-4</c:v>
                </c:pt>
                <c:pt idx="569">
                  <c:v>9.221384153406001E-4</c:v>
                </c:pt>
                <c:pt idx="570">
                  <c:v>5.9111436880807707E-4</c:v>
                </c:pt>
                <c:pt idx="571">
                  <c:v>3.7831319603716927E-4</c:v>
                </c:pt>
                <c:pt idx="572">
                  <c:v>7.5662639207433853E-4</c:v>
                </c:pt>
                <c:pt idx="573">
                  <c:v>9.221384153406001E-4</c:v>
                </c:pt>
                <c:pt idx="574">
                  <c:v>6.8569266781736934E-4</c:v>
                </c:pt>
                <c:pt idx="575">
                  <c:v>4.0195777078949239E-4</c:v>
                </c:pt>
                <c:pt idx="576">
                  <c:v>7.093372425696924E-4</c:v>
                </c:pt>
                <c:pt idx="577">
                  <c:v>8.7484926583595386E-4</c:v>
                </c:pt>
                <c:pt idx="578">
                  <c:v>5.9111436880807707E-4</c:v>
                </c:pt>
                <c:pt idx="579">
                  <c:v>3.546686212848462E-4</c:v>
                </c:pt>
                <c:pt idx="580">
                  <c:v>7.093372425696924E-4</c:v>
                </c:pt>
                <c:pt idx="581">
                  <c:v>8.512046910836308E-4</c:v>
                </c:pt>
                <c:pt idx="582">
                  <c:v>6.8569266781736934E-4</c:v>
                </c:pt>
                <c:pt idx="583">
                  <c:v>3.7831319603716927E-4</c:v>
                </c:pt>
                <c:pt idx="584">
                  <c:v>6.6204809306504627E-4</c:v>
                </c:pt>
                <c:pt idx="585">
                  <c:v>8.9849384058827704E-4</c:v>
                </c:pt>
                <c:pt idx="586">
                  <c:v>7.3298181732201547E-4</c:v>
                </c:pt>
                <c:pt idx="587">
                  <c:v>3.546686212848462E-4</c:v>
                </c:pt>
                <c:pt idx="588">
                  <c:v>5.674697940557539E-4</c:v>
                </c:pt>
                <c:pt idx="589">
                  <c:v>7.3298181732201547E-4</c:v>
                </c:pt>
                <c:pt idx="590">
                  <c:v>5.9111436880807707E-4</c:v>
                </c:pt>
                <c:pt idx="591">
                  <c:v>3.0737947178020002E-4</c:v>
                </c:pt>
                <c:pt idx="592">
                  <c:v>6.1475894356040003E-4</c:v>
                </c:pt>
                <c:pt idx="593">
                  <c:v>8.0391554157898477E-4</c:v>
                </c:pt>
                <c:pt idx="594">
                  <c:v>7.093372425696924E-4</c:v>
                </c:pt>
                <c:pt idx="595">
                  <c:v>4.256023455418154E-4</c:v>
                </c:pt>
                <c:pt idx="596">
                  <c:v>6.8569266781736934E-4</c:v>
                </c:pt>
                <c:pt idx="597">
                  <c:v>8.512046910836308E-4</c:v>
                </c:pt>
                <c:pt idx="598">
                  <c:v>7.5662639207433853E-4</c:v>
                </c:pt>
                <c:pt idx="599">
                  <c:v>4.4924692029413852E-4</c:v>
                </c:pt>
                <c:pt idx="600">
                  <c:v>6.384035183127231E-4</c:v>
                </c:pt>
                <c:pt idx="601">
                  <c:v>8.512046910836308E-4</c:v>
                </c:pt>
                <c:pt idx="602">
                  <c:v>7.5662639207433853E-4</c:v>
                </c:pt>
                <c:pt idx="603">
                  <c:v>3.7831319603716927E-4</c:v>
                </c:pt>
                <c:pt idx="604">
                  <c:v>6.6204809306504627E-4</c:v>
                </c:pt>
                <c:pt idx="605">
                  <c:v>9.4578299009292317E-4</c:v>
                </c:pt>
                <c:pt idx="606">
                  <c:v>9.4578299009292317E-4</c:v>
                </c:pt>
                <c:pt idx="607">
                  <c:v>6.384035183127231E-4</c:v>
                </c:pt>
                <c:pt idx="608">
                  <c:v>8.2756011633130784E-4</c:v>
                </c:pt>
                <c:pt idx="609">
                  <c:v>1.0167167143498924E-3</c:v>
                </c:pt>
                <c:pt idx="610">
                  <c:v>9.6942756484524634E-4</c:v>
                </c:pt>
                <c:pt idx="611">
                  <c:v>6.1475894356040003E-4</c:v>
                </c:pt>
                <c:pt idx="612">
                  <c:v>6.384035183127231E-4</c:v>
                </c:pt>
                <c:pt idx="613">
                  <c:v>9.221384153406001E-4</c:v>
                </c:pt>
                <c:pt idx="614">
                  <c:v>8.0391554157898477E-4</c:v>
                </c:pt>
                <c:pt idx="615">
                  <c:v>4.4924692029413852E-4</c:v>
                </c:pt>
                <c:pt idx="616">
                  <c:v>4.965360697987847E-4</c:v>
                </c:pt>
                <c:pt idx="617">
                  <c:v>8.0391554157898477E-4</c:v>
                </c:pt>
                <c:pt idx="618">
                  <c:v>8.0391554157898477E-4</c:v>
                </c:pt>
                <c:pt idx="619">
                  <c:v>5.4382521930343083E-4</c:v>
                </c:pt>
                <c:pt idx="620">
                  <c:v>6.384035183127231E-4</c:v>
                </c:pt>
                <c:pt idx="621">
                  <c:v>9.4578299009292317E-4</c:v>
                </c:pt>
                <c:pt idx="622">
                  <c:v>9.6942756484524634E-4</c:v>
                </c:pt>
                <c:pt idx="623">
                  <c:v>7.093372425696924E-4</c:v>
                </c:pt>
                <c:pt idx="624">
                  <c:v>7.093372425696924E-4</c:v>
                </c:pt>
                <c:pt idx="625">
                  <c:v>1.0167167143498924E-3</c:v>
                </c:pt>
                <c:pt idx="626">
                  <c:v>9.4578299009292317E-4</c:v>
                </c:pt>
                <c:pt idx="627">
                  <c:v>5.9111436880807707E-4</c:v>
                </c:pt>
                <c:pt idx="628">
                  <c:v>5.9111436880807707E-4</c:v>
                </c:pt>
                <c:pt idx="629">
                  <c:v>8.2756011633130784E-4</c:v>
                </c:pt>
                <c:pt idx="630">
                  <c:v>7.8027096682666171E-4</c:v>
                </c:pt>
                <c:pt idx="631">
                  <c:v>4.965360697987847E-4</c:v>
                </c:pt>
                <c:pt idx="632">
                  <c:v>4.965360697987847E-4</c:v>
                </c:pt>
                <c:pt idx="633">
                  <c:v>8.9849384058827704E-4</c:v>
                </c:pt>
                <c:pt idx="634">
                  <c:v>9.6942756484524634E-4</c:v>
                </c:pt>
                <c:pt idx="635">
                  <c:v>5.9111436880807707E-4</c:v>
                </c:pt>
                <c:pt idx="636">
                  <c:v>4.256023455418154E-4</c:v>
                </c:pt>
                <c:pt idx="637">
                  <c:v>8.0391554157898477E-4</c:v>
                </c:pt>
                <c:pt idx="638">
                  <c:v>8.512046910836308E-4</c:v>
                </c:pt>
                <c:pt idx="639">
                  <c:v>6.384035183127231E-4</c:v>
                </c:pt>
                <c:pt idx="640">
                  <c:v>5.674697940557539E-4</c:v>
                </c:pt>
                <c:pt idx="641">
                  <c:v>9.221384153406001E-4</c:v>
                </c:pt>
                <c:pt idx="642">
                  <c:v>8.9849384058827704E-4</c:v>
                </c:pt>
                <c:pt idx="643">
                  <c:v>6.384035183127231E-4</c:v>
                </c:pt>
                <c:pt idx="644">
                  <c:v>5.2018064455110777E-4</c:v>
                </c:pt>
                <c:pt idx="645">
                  <c:v>8.512046910836308E-4</c:v>
                </c:pt>
                <c:pt idx="646">
                  <c:v>9.4578299009292317E-4</c:v>
                </c:pt>
                <c:pt idx="647">
                  <c:v>7.5662639207433853E-4</c:v>
                </c:pt>
                <c:pt idx="648">
                  <c:v>5.9111436880807707E-4</c:v>
                </c:pt>
                <c:pt idx="649">
                  <c:v>9.221384153406001E-4</c:v>
                </c:pt>
                <c:pt idx="650">
                  <c:v>9.9307213959756941E-4</c:v>
                </c:pt>
                <c:pt idx="651">
                  <c:v>7.5662639207433853E-4</c:v>
                </c:pt>
                <c:pt idx="652">
                  <c:v>5.9111436880807707E-4</c:v>
                </c:pt>
                <c:pt idx="653">
                  <c:v>9.9307213959756941E-4</c:v>
                </c:pt>
                <c:pt idx="654">
                  <c:v>9.9307213959756941E-4</c:v>
                </c:pt>
                <c:pt idx="655">
                  <c:v>6.8569266781736934E-4</c:v>
                </c:pt>
                <c:pt idx="656">
                  <c:v>4.256023455418154E-4</c:v>
                </c:pt>
                <c:pt idx="657">
                  <c:v>7.8027096682666171E-4</c:v>
                </c:pt>
                <c:pt idx="658">
                  <c:v>9.221384153406001E-4</c:v>
                </c:pt>
                <c:pt idx="659">
                  <c:v>6.8569266781736934E-4</c:v>
                </c:pt>
                <c:pt idx="660">
                  <c:v>4.965360697987847E-4</c:v>
                </c:pt>
                <c:pt idx="661">
                  <c:v>9.4578299009292317E-4</c:v>
                </c:pt>
                <c:pt idx="662">
                  <c:v>1.158584162863831E-3</c:v>
                </c:pt>
                <c:pt idx="663">
                  <c:v>9.6942756484524634E-4</c:v>
                </c:pt>
                <c:pt idx="664">
                  <c:v>6.8569266781736934E-4</c:v>
                </c:pt>
                <c:pt idx="665">
                  <c:v>1.0403612891022155E-3</c:v>
                </c:pt>
                <c:pt idx="666">
                  <c:v>1.1822287376161541E-3</c:v>
                </c:pt>
                <c:pt idx="667">
                  <c:v>9.221384153406001E-4</c:v>
                </c:pt>
                <c:pt idx="668">
                  <c:v>5.2018064455110777E-4</c:v>
                </c:pt>
                <c:pt idx="669">
                  <c:v>8.2756011633130784E-4</c:v>
                </c:pt>
                <c:pt idx="670">
                  <c:v>9.6942756484524634E-4</c:v>
                </c:pt>
                <c:pt idx="671">
                  <c:v>7.5662639207433853E-4</c:v>
                </c:pt>
                <c:pt idx="672">
                  <c:v>5.2018064455110777E-4</c:v>
                </c:pt>
                <c:pt idx="673">
                  <c:v>8.0391554157898477E-4</c:v>
                </c:pt>
                <c:pt idx="674">
                  <c:v>1.0167167143498924E-3</c:v>
                </c:pt>
                <c:pt idx="675">
                  <c:v>8.2756011633130784E-4</c:v>
                </c:pt>
                <c:pt idx="676">
                  <c:v>5.2018064455110777E-4</c:v>
                </c:pt>
                <c:pt idx="677">
                  <c:v>8.0391554157898477E-4</c:v>
                </c:pt>
                <c:pt idx="678">
                  <c:v>1.0403612891022155E-3</c:v>
                </c:pt>
                <c:pt idx="679">
                  <c:v>8.512046910836308E-4</c:v>
                </c:pt>
                <c:pt idx="680">
                  <c:v>4.7289149504646158E-4</c:v>
                </c:pt>
                <c:pt idx="681">
                  <c:v>8.2756011633130784E-4</c:v>
                </c:pt>
                <c:pt idx="682">
                  <c:v>1.0640058638545385E-3</c:v>
                </c:pt>
                <c:pt idx="683">
                  <c:v>9.4578299009292317E-4</c:v>
                </c:pt>
                <c:pt idx="684">
                  <c:v>6.6204809306504627E-4</c:v>
                </c:pt>
                <c:pt idx="685">
                  <c:v>8.9849384058827704E-4</c:v>
                </c:pt>
                <c:pt idx="686">
                  <c:v>1.0640058638545385E-3</c:v>
                </c:pt>
                <c:pt idx="687">
                  <c:v>8.7484926583595386E-4</c:v>
                </c:pt>
                <c:pt idx="688">
                  <c:v>5.2018064455110777E-4</c:v>
                </c:pt>
                <c:pt idx="689">
                  <c:v>7.093372425696924E-4</c:v>
                </c:pt>
                <c:pt idx="690">
                  <c:v>9.4578299009292317E-4</c:v>
                </c:pt>
                <c:pt idx="691">
                  <c:v>8.512046910836308E-4</c:v>
                </c:pt>
                <c:pt idx="692">
                  <c:v>5.2018064455110777E-4</c:v>
                </c:pt>
                <c:pt idx="693">
                  <c:v>6.384035183127231E-4</c:v>
                </c:pt>
                <c:pt idx="694">
                  <c:v>8.9849384058827704E-4</c:v>
                </c:pt>
                <c:pt idx="695">
                  <c:v>8.0391554157898477E-4</c:v>
                </c:pt>
                <c:pt idx="696">
                  <c:v>5.2018064455110777E-4</c:v>
                </c:pt>
                <c:pt idx="697">
                  <c:v>6.8569266781736934E-4</c:v>
                </c:pt>
                <c:pt idx="698">
                  <c:v>1.0403612891022155E-3</c:v>
                </c:pt>
                <c:pt idx="699">
                  <c:v>9.221384153406001E-4</c:v>
                </c:pt>
                <c:pt idx="700">
                  <c:v>5.4382521930343083E-4</c:v>
                </c:pt>
                <c:pt idx="701">
                  <c:v>6.6204809306504627E-4</c:v>
                </c:pt>
                <c:pt idx="702">
                  <c:v>9.6942756484524634E-4</c:v>
                </c:pt>
                <c:pt idx="703">
                  <c:v>9.6942756484524634E-4</c:v>
                </c:pt>
                <c:pt idx="704">
                  <c:v>6.8569266781736934E-4</c:v>
                </c:pt>
                <c:pt idx="705">
                  <c:v>7.5662639207433853E-4</c:v>
                </c:pt>
                <c:pt idx="706">
                  <c:v>1.0876504386068617E-3</c:v>
                </c:pt>
                <c:pt idx="707">
                  <c:v>1.0876504386068617E-3</c:v>
                </c:pt>
                <c:pt idx="708">
                  <c:v>8.9849384058827704E-4</c:v>
                </c:pt>
                <c:pt idx="709">
                  <c:v>8.9849384058827704E-4</c:v>
                </c:pt>
                <c:pt idx="710">
                  <c:v>1.2295178871208001E-3</c:v>
                </c:pt>
                <c:pt idx="711">
                  <c:v>1.2531624618731232E-3</c:v>
                </c:pt>
                <c:pt idx="712">
                  <c:v>9.6942756484524634E-4</c:v>
                </c:pt>
                <c:pt idx="713">
                  <c:v>9.4578299009292317E-4</c:v>
                </c:pt>
                <c:pt idx="714">
                  <c:v>1.3004516113777694E-3</c:v>
                </c:pt>
                <c:pt idx="715">
                  <c:v>1.2058733123684769E-3</c:v>
                </c:pt>
                <c:pt idx="716">
                  <c:v>8.7484926583595386E-4</c:v>
                </c:pt>
                <c:pt idx="717">
                  <c:v>8.0391554157898477E-4</c:v>
                </c:pt>
                <c:pt idx="718">
                  <c:v>1.158584162863831E-3</c:v>
                </c:pt>
                <c:pt idx="719">
                  <c:v>1.2058733123684769E-3</c:v>
                </c:pt>
                <c:pt idx="720">
                  <c:v>9.9307213959756941E-4</c:v>
                </c:pt>
                <c:pt idx="721">
                  <c:v>8.0391554157898477E-4</c:v>
                </c:pt>
                <c:pt idx="722">
                  <c:v>9.9307213959756941E-4</c:v>
                </c:pt>
                <c:pt idx="723">
                  <c:v>1.1112950133591848E-3</c:v>
                </c:pt>
                <c:pt idx="724">
                  <c:v>8.7484926583595386E-4</c:v>
                </c:pt>
                <c:pt idx="725">
                  <c:v>8.512046910836308E-4</c:v>
                </c:pt>
                <c:pt idx="726">
                  <c:v>1.1349395881115078E-3</c:v>
                </c:pt>
                <c:pt idx="727">
                  <c:v>1.158584162863831E-3</c:v>
                </c:pt>
                <c:pt idx="728">
                  <c:v>8.7484926583595386E-4</c:v>
                </c:pt>
                <c:pt idx="729">
                  <c:v>6.8569266781736934E-4</c:v>
                </c:pt>
                <c:pt idx="730">
                  <c:v>9.9307213959756941E-4</c:v>
                </c:pt>
                <c:pt idx="731">
                  <c:v>1.158584162863831E-3</c:v>
                </c:pt>
                <c:pt idx="732">
                  <c:v>8.7484926583595386E-4</c:v>
                </c:pt>
                <c:pt idx="733">
                  <c:v>6.6204809306504627E-4</c:v>
                </c:pt>
                <c:pt idx="734">
                  <c:v>9.6942756484524634E-4</c:v>
                </c:pt>
                <c:pt idx="735">
                  <c:v>1.0167167143498924E-3</c:v>
                </c:pt>
                <c:pt idx="736">
                  <c:v>7.8027096682666171E-4</c:v>
                </c:pt>
                <c:pt idx="737">
                  <c:v>6.384035183127231E-4</c:v>
                </c:pt>
                <c:pt idx="738">
                  <c:v>9.4578299009292317E-4</c:v>
                </c:pt>
                <c:pt idx="739">
                  <c:v>1.0640058638545385E-3</c:v>
                </c:pt>
                <c:pt idx="740">
                  <c:v>8.9849384058827704E-4</c:v>
                </c:pt>
                <c:pt idx="741">
                  <c:v>6.384035183127231E-4</c:v>
                </c:pt>
                <c:pt idx="742">
                  <c:v>9.9307213959756941E-4</c:v>
                </c:pt>
                <c:pt idx="743">
                  <c:v>1.2295178871208001E-3</c:v>
                </c:pt>
                <c:pt idx="744">
                  <c:v>1.1349395881115078E-3</c:v>
                </c:pt>
                <c:pt idx="745">
                  <c:v>8.7484926583595386E-4</c:v>
                </c:pt>
                <c:pt idx="746">
                  <c:v>1.1822287376161541E-3</c:v>
                </c:pt>
                <c:pt idx="747">
                  <c:v>1.2531624618731232E-3</c:v>
                </c:pt>
                <c:pt idx="748">
                  <c:v>9.9307213959756941E-4</c:v>
                </c:pt>
                <c:pt idx="749">
                  <c:v>6.1475894356040003E-4</c:v>
                </c:pt>
                <c:pt idx="750">
                  <c:v>9.4578299009292317E-4</c:v>
                </c:pt>
                <c:pt idx="751">
                  <c:v>1.1822287376161541E-3</c:v>
                </c:pt>
                <c:pt idx="752">
                  <c:v>1.0876504386068617E-3</c:v>
                </c:pt>
                <c:pt idx="753">
                  <c:v>8.7484926583595386E-4</c:v>
                </c:pt>
                <c:pt idx="754">
                  <c:v>1.1112950133591848E-3</c:v>
                </c:pt>
                <c:pt idx="755">
                  <c:v>1.3240961861300925E-3</c:v>
                </c:pt>
                <c:pt idx="756">
                  <c:v>1.2058733123684769E-3</c:v>
                </c:pt>
                <c:pt idx="757">
                  <c:v>8.512046910836308E-4</c:v>
                </c:pt>
                <c:pt idx="758">
                  <c:v>1.1112950133591848E-3</c:v>
                </c:pt>
                <c:pt idx="759">
                  <c:v>1.3240961861300925E-3</c:v>
                </c:pt>
                <c:pt idx="760">
                  <c:v>1.2531624618731232E-3</c:v>
                </c:pt>
                <c:pt idx="761">
                  <c:v>9.4578299009292317E-4</c:v>
                </c:pt>
                <c:pt idx="762">
                  <c:v>1.1822287376161541E-3</c:v>
                </c:pt>
                <c:pt idx="763">
                  <c:v>1.4186744851393848E-3</c:v>
                </c:pt>
                <c:pt idx="764">
                  <c:v>1.2058733123684769E-3</c:v>
                </c:pt>
                <c:pt idx="765">
                  <c:v>8.9849384058827704E-4</c:v>
                </c:pt>
                <c:pt idx="766">
                  <c:v>9.9307213959756941E-4</c:v>
                </c:pt>
                <c:pt idx="767">
                  <c:v>1.2058733123684769E-3</c:v>
                </c:pt>
                <c:pt idx="768">
                  <c:v>1.0876504386068617E-3</c:v>
                </c:pt>
                <c:pt idx="769">
                  <c:v>8.0391554157898477E-4</c:v>
                </c:pt>
                <c:pt idx="770">
                  <c:v>9.9307213959756941E-4</c:v>
                </c:pt>
                <c:pt idx="771">
                  <c:v>1.2531624618731232E-3</c:v>
                </c:pt>
                <c:pt idx="772">
                  <c:v>1.1112950133591848E-3</c:v>
                </c:pt>
                <c:pt idx="773">
                  <c:v>6.8569266781736934E-4</c:v>
                </c:pt>
                <c:pt idx="774">
                  <c:v>8.2756011633130784E-4</c:v>
                </c:pt>
                <c:pt idx="775">
                  <c:v>1.0640058638545385E-3</c:v>
                </c:pt>
                <c:pt idx="776">
                  <c:v>1.0167167143498924E-3</c:v>
                </c:pt>
                <c:pt idx="777">
                  <c:v>7.5662639207433853E-4</c:v>
                </c:pt>
                <c:pt idx="778">
                  <c:v>8.0391554157898477E-4</c:v>
                </c:pt>
                <c:pt idx="779">
                  <c:v>1.1349395881115078E-3</c:v>
                </c:pt>
                <c:pt idx="780">
                  <c:v>1.0403612891022155E-3</c:v>
                </c:pt>
                <c:pt idx="781">
                  <c:v>7.5662639207433853E-4</c:v>
                </c:pt>
                <c:pt idx="782">
                  <c:v>8.0391554157898477E-4</c:v>
                </c:pt>
                <c:pt idx="783">
                  <c:v>1.2058733123684769E-3</c:v>
                </c:pt>
                <c:pt idx="784">
                  <c:v>1.2295178871208001E-3</c:v>
                </c:pt>
                <c:pt idx="785">
                  <c:v>8.9849384058827704E-4</c:v>
                </c:pt>
                <c:pt idx="786">
                  <c:v>8.9849384058827704E-4</c:v>
                </c:pt>
                <c:pt idx="787">
                  <c:v>1.2295178871208001E-3</c:v>
                </c:pt>
                <c:pt idx="788">
                  <c:v>1.2295178871208001E-3</c:v>
                </c:pt>
                <c:pt idx="789">
                  <c:v>9.4578299009292317E-4</c:v>
                </c:pt>
                <c:pt idx="790">
                  <c:v>9.221384153406001E-4</c:v>
                </c:pt>
                <c:pt idx="791">
                  <c:v>1.2531624618731232E-3</c:v>
                </c:pt>
                <c:pt idx="792">
                  <c:v>1.2058733123684769E-3</c:v>
                </c:pt>
                <c:pt idx="793">
                  <c:v>8.7484926583595386E-4</c:v>
                </c:pt>
                <c:pt idx="794">
                  <c:v>8.0391554157898477E-4</c:v>
                </c:pt>
                <c:pt idx="795">
                  <c:v>1.158584162863831E-3</c:v>
                </c:pt>
                <c:pt idx="796">
                  <c:v>1.0640058638545385E-3</c:v>
                </c:pt>
                <c:pt idx="797">
                  <c:v>8.2756011633130784E-4</c:v>
                </c:pt>
                <c:pt idx="798">
                  <c:v>8.2756011633130784E-4</c:v>
                </c:pt>
                <c:pt idx="799">
                  <c:v>1.2295178871208001E-3</c:v>
                </c:pt>
                <c:pt idx="800">
                  <c:v>1.2295178871208001E-3</c:v>
                </c:pt>
                <c:pt idx="801">
                  <c:v>9.6942756484524634E-4</c:v>
                </c:pt>
                <c:pt idx="802">
                  <c:v>7.5662639207433853E-4</c:v>
                </c:pt>
                <c:pt idx="803">
                  <c:v>1.1349395881115078E-3</c:v>
                </c:pt>
                <c:pt idx="804">
                  <c:v>1.2295178871208001E-3</c:v>
                </c:pt>
                <c:pt idx="805">
                  <c:v>8.9849384058827704E-4</c:v>
                </c:pt>
                <c:pt idx="806">
                  <c:v>6.1475894356040003E-4</c:v>
                </c:pt>
                <c:pt idx="807">
                  <c:v>1.0403612891022155E-3</c:v>
                </c:pt>
                <c:pt idx="808">
                  <c:v>1.1822287376161541E-3</c:v>
                </c:pt>
                <c:pt idx="809">
                  <c:v>8.512046910836308E-4</c:v>
                </c:pt>
                <c:pt idx="810">
                  <c:v>7.8027096682666171E-4</c:v>
                </c:pt>
                <c:pt idx="811">
                  <c:v>1.1349395881115078E-3</c:v>
                </c:pt>
                <c:pt idx="812">
                  <c:v>1.158584162863831E-3</c:v>
                </c:pt>
                <c:pt idx="813">
                  <c:v>8.512046910836308E-4</c:v>
                </c:pt>
                <c:pt idx="814">
                  <c:v>7.3298181732201547E-4</c:v>
                </c:pt>
                <c:pt idx="815">
                  <c:v>1.1822287376161541E-3</c:v>
                </c:pt>
                <c:pt idx="816">
                  <c:v>1.3004516113777694E-3</c:v>
                </c:pt>
                <c:pt idx="817">
                  <c:v>1.1112950133591848E-3</c:v>
                </c:pt>
                <c:pt idx="818">
                  <c:v>9.4578299009292317E-4</c:v>
                </c:pt>
                <c:pt idx="819">
                  <c:v>1.2531624618731232E-3</c:v>
                </c:pt>
                <c:pt idx="820">
                  <c:v>1.3477407608824155E-3</c:v>
                </c:pt>
                <c:pt idx="821">
                  <c:v>1.0876504386068617E-3</c:v>
                </c:pt>
                <c:pt idx="822">
                  <c:v>8.7484926583595386E-4</c:v>
                </c:pt>
                <c:pt idx="823">
                  <c:v>1.1822287376161541E-3</c:v>
                </c:pt>
                <c:pt idx="824">
                  <c:v>1.3477407608824155E-3</c:v>
                </c:pt>
                <c:pt idx="825">
                  <c:v>1.0876504386068617E-3</c:v>
                </c:pt>
                <c:pt idx="826">
                  <c:v>8.7484926583595386E-4</c:v>
                </c:pt>
                <c:pt idx="827">
                  <c:v>1.1822287376161541E-3</c:v>
                </c:pt>
                <c:pt idx="828">
                  <c:v>1.3240961861300925E-3</c:v>
                </c:pt>
                <c:pt idx="829">
                  <c:v>1.158584162863831E-3</c:v>
                </c:pt>
                <c:pt idx="830">
                  <c:v>8.9849384058827704E-4</c:v>
                </c:pt>
                <c:pt idx="831">
                  <c:v>1.1349395881115078E-3</c:v>
                </c:pt>
                <c:pt idx="832">
                  <c:v>1.2531624618731232E-3</c:v>
                </c:pt>
                <c:pt idx="833">
                  <c:v>1.1112950133591848E-3</c:v>
                </c:pt>
                <c:pt idx="834">
                  <c:v>8.512046910836308E-4</c:v>
                </c:pt>
                <c:pt idx="835">
                  <c:v>1.1349395881115078E-3</c:v>
                </c:pt>
                <c:pt idx="836">
                  <c:v>1.3477407608824155E-3</c:v>
                </c:pt>
                <c:pt idx="837">
                  <c:v>1.1822287376161541E-3</c:v>
                </c:pt>
                <c:pt idx="838">
                  <c:v>8.2756011633130784E-4</c:v>
                </c:pt>
                <c:pt idx="839">
                  <c:v>1.1112950133591848E-3</c:v>
                </c:pt>
                <c:pt idx="840">
                  <c:v>1.3477407608824155E-3</c:v>
                </c:pt>
                <c:pt idx="841">
                  <c:v>1.1112950133591848E-3</c:v>
                </c:pt>
                <c:pt idx="842">
                  <c:v>8.512046910836308E-4</c:v>
                </c:pt>
                <c:pt idx="843">
                  <c:v>1.1112950133591848E-3</c:v>
                </c:pt>
                <c:pt idx="844">
                  <c:v>1.3240961861300925E-3</c:v>
                </c:pt>
                <c:pt idx="845">
                  <c:v>1.1822287376161541E-3</c:v>
                </c:pt>
                <c:pt idx="846">
                  <c:v>9.221384153406001E-4</c:v>
                </c:pt>
                <c:pt idx="847">
                  <c:v>1.0876504386068617E-3</c:v>
                </c:pt>
                <c:pt idx="848">
                  <c:v>1.3477407608824155E-3</c:v>
                </c:pt>
                <c:pt idx="849">
                  <c:v>1.2058733123684769E-3</c:v>
                </c:pt>
                <c:pt idx="850">
                  <c:v>9.4578299009292317E-4</c:v>
                </c:pt>
                <c:pt idx="851">
                  <c:v>1.0640058638545385E-3</c:v>
                </c:pt>
                <c:pt idx="852">
                  <c:v>1.3713853356347387E-3</c:v>
                </c:pt>
                <c:pt idx="853">
                  <c:v>1.3240961861300925E-3</c:v>
                </c:pt>
                <c:pt idx="854">
                  <c:v>9.9307213959756941E-4</c:v>
                </c:pt>
                <c:pt idx="855">
                  <c:v>1.1349395881115078E-3</c:v>
                </c:pt>
                <c:pt idx="856">
                  <c:v>1.4423190598917078E-3</c:v>
                </c:pt>
                <c:pt idx="857">
                  <c:v>1.3477407608824155E-3</c:v>
                </c:pt>
                <c:pt idx="858">
                  <c:v>1.0167167143498924E-3</c:v>
                </c:pt>
                <c:pt idx="859">
                  <c:v>1.0640058638545385E-3</c:v>
                </c:pt>
                <c:pt idx="860">
                  <c:v>1.3477407608824155E-3</c:v>
                </c:pt>
                <c:pt idx="861">
                  <c:v>1.2531624618731232E-3</c:v>
                </c:pt>
                <c:pt idx="862">
                  <c:v>9.9307213959756941E-4</c:v>
                </c:pt>
                <c:pt idx="863">
                  <c:v>1.0403612891022155E-3</c:v>
                </c:pt>
                <c:pt idx="864">
                  <c:v>1.2531624618731232E-3</c:v>
                </c:pt>
                <c:pt idx="865">
                  <c:v>1.1349395881115078E-3</c:v>
                </c:pt>
                <c:pt idx="866">
                  <c:v>8.2756011633130784E-4</c:v>
                </c:pt>
                <c:pt idx="867">
                  <c:v>8.512046910836308E-4</c:v>
                </c:pt>
                <c:pt idx="868">
                  <c:v>1.1349395881115078E-3</c:v>
                </c:pt>
                <c:pt idx="869">
                  <c:v>1.0876504386068617E-3</c:v>
                </c:pt>
                <c:pt idx="870">
                  <c:v>7.3298181732201547E-4</c:v>
                </c:pt>
                <c:pt idx="871">
                  <c:v>8.2756011633130784E-4</c:v>
                </c:pt>
                <c:pt idx="872">
                  <c:v>1.1822287376161541E-3</c:v>
                </c:pt>
                <c:pt idx="873">
                  <c:v>1.1822287376161541E-3</c:v>
                </c:pt>
                <c:pt idx="874">
                  <c:v>9.4578299009292317E-4</c:v>
                </c:pt>
                <c:pt idx="875">
                  <c:v>9.9307213959756941E-4</c:v>
                </c:pt>
                <c:pt idx="876">
                  <c:v>1.2768070366254462E-3</c:v>
                </c:pt>
                <c:pt idx="877">
                  <c:v>1.2295178871208001E-3</c:v>
                </c:pt>
                <c:pt idx="878">
                  <c:v>8.512046910836308E-4</c:v>
                </c:pt>
                <c:pt idx="879">
                  <c:v>8.512046910836308E-4</c:v>
                </c:pt>
                <c:pt idx="880">
                  <c:v>1.158584162863831E-3</c:v>
                </c:pt>
                <c:pt idx="881">
                  <c:v>1.158584162863831E-3</c:v>
                </c:pt>
                <c:pt idx="882">
                  <c:v>8.2756011633130784E-4</c:v>
                </c:pt>
                <c:pt idx="883">
                  <c:v>8.512046910836308E-4</c:v>
                </c:pt>
                <c:pt idx="884">
                  <c:v>1.2531624618731232E-3</c:v>
                </c:pt>
                <c:pt idx="885">
                  <c:v>1.2531624618731232E-3</c:v>
                </c:pt>
                <c:pt idx="886">
                  <c:v>9.6942756484524634E-4</c:v>
                </c:pt>
                <c:pt idx="887">
                  <c:v>8.7484926583595386E-4</c:v>
                </c:pt>
                <c:pt idx="888">
                  <c:v>1.2058733123684769E-3</c:v>
                </c:pt>
                <c:pt idx="889">
                  <c:v>1.2768070366254462E-3</c:v>
                </c:pt>
                <c:pt idx="890">
                  <c:v>1.0167167143498924E-3</c:v>
                </c:pt>
                <c:pt idx="891">
                  <c:v>9.6942756484524634E-4</c:v>
                </c:pt>
                <c:pt idx="892">
                  <c:v>1.3240961861300925E-3</c:v>
                </c:pt>
                <c:pt idx="893">
                  <c:v>1.3004516113777694E-3</c:v>
                </c:pt>
                <c:pt idx="894">
                  <c:v>1.0167167143498924E-3</c:v>
                </c:pt>
                <c:pt idx="895">
                  <c:v>8.512046910836308E-4</c:v>
                </c:pt>
                <c:pt idx="896">
                  <c:v>1.158584162863831E-3</c:v>
                </c:pt>
                <c:pt idx="897">
                  <c:v>1.2531624618731232E-3</c:v>
                </c:pt>
                <c:pt idx="898">
                  <c:v>1.0167167143498924E-3</c:v>
                </c:pt>
                <c:pt idx="899">
                  <c:v>8.7484926583595386E-4</c:v>
                </c:pt>
                <c:pt idx="900">
                  <c:v>1.2058733123684769E-3</c:v>
                </c:pt>
                <c:pt idx="901">
                  <c:v>1.2531624618731232E-3</c:v>
                </c:pt>
                <c:pt idx="902">
                  <c:v>9.6942756484524634E-4</c:v>
                </c:pt>
                <c:pt idx="903">
                  <c:v>8.2756011633130784E-4</c:v>
                </c:pt>
                <c:pt idx="904">
                  <c:v>1.2058733123684769E-3</c:v>
                </c:pt>
                <c:pt idx="905">
                  <c:v>1.2295178871208001E-3</c:v>
                </c:pt>
                <c:pt idx="906">
                  <c:v>9.4578299009292317E-4</c:v>
                </c:pt>
                <c:pt idx="907">
                  <c:v>8.512046910836308E-4</c:v>
                </c:pt>
                <c:pt idx="908">
                  <c:v>1.158584162863831E-3</c:v>
                </c:pt>
                <c:pt idx="909">
                  <c:v>1.3004516113777694E-3</c:v>
                </c:pt>
                <c:pt idx="910">
                  <c:v>1.0403612891022155E-3</c:v>
                </c:pt>
                <c:pt idx="911">
                  <c:v>8.9849384058827704E-4</c:v>
                </c:pt>
                <c:pt idx="912">
                  <c:v>1.2768070366254462E-3</c:v>
                </c:pt>
                <c:pt idx="913">
                  <c:v>1.4423190598917078E-3</c:v>
                </c:pt>
                <c:pt idx="914">
                  <c:v>1.1822287376161541E-3</c:v>
                </c:pt>
                <c:pt idx="915">
                  <c:v>8.2756011633130784E-4</c:v>
                </c:pt>
                <c:pt idx="916">
                  <c:v>1.0640058638545385E-3</c:v>
                </c:pt>
                <c:pt idx="917">
                  <c:v>1.2295178871208001E-3</c:v>
                </c:pt>
                <c:pt idx="918">
                  <c:v>9.6942756484524634E-4</c:v>
                </c:pt>
                <c:pt idx="919">
                  <c:v>6.8569266781736934E-4</c:v>
                </c:pt>
                <c:pt idx="920">
                  <c:v>9.4578299009292317E-4</c:v>
                </c:pt>
                <c:pt idx="921">
                  <c:v>1.1112950133591848E-3</c:v>
                </c:pt>
                <c:pt idx="922">
                  <c:v>8.9849384058827704E-4</c:v>
                </c:pt>
                <c:pt idx="923">
                  <c:v>7.093372425696924E-4</c:v>
                </c:pt>
                <c:pt idx="924">
                  <c:v>1.0167167143498924E-3</c:v>
                </c:pt>
                <c:pt idx="925">
                  <c:v>1.158584162863831E-3</c:v>
                </c:pt>
                <c:pt idx="926">
                  <c:v>9.221384153406001E-4</c:v>
                </c:pt>
                <c:pt idx="927">
                  <c:v>6.8569266781736934E-4</c:v>
                </c:pt>
                <c:pt idx="928">
                  <c:v>9.6942756484524634E-4</c:v>
                </c:pt>
                <c:pt idx="929">
                  <c:v>1.1349395881115078E-3</c:v>
                </c:pt>
                <c:pt idx="930">
                  <c:v>8.9849384058827704E-4</c:v>
                </c:pt>
                <c:pt idx="931">
                  <c:v>6.6204809306504627E-4</c:v>
                </c:pt>
                <c:pt idx="932">
                  <c:v>9.4578299009292317E-4</c:v>
                </c:pt>
                <c:pt idx="933">
                  <c:v>1.1822287376161541E-3</c:v>
                </c:pt>
                <c:pt idx="934">
                  <c:v>1.0640058638545385E-3</c:v>
                </c:pt>
                <c:pt idx="935">
                  <c:v>7.8027096682666171E-4</c:v>
                </c:pt>
                <c:pt idx="936">
                  <c:v>1.0640058638545385E-3</c:v>
                </c:pt>
                <c:pt idx="937">
                  <c:v>1.3477407608824155E-3</c:v>
                </c:pt>
                <c:pt idx="938">
                  <c:v>1.0876504386068617E-3</c:v>
                </c:pt>
                <c:pt idx="939">
                  <c:v>8.2756011633130784E-4</c:v>
                </c:pt>
                <c:pt idx="940">
                  <c:v>1.0403612891022155E-3</c:v>
                </c:pt>
                <c:pt idx="941">
                  <c:v>1.2058733123684769E-3</c:v>
                </c:pt>
                <c:pt idx="942">
                  <c:v>1.0167167143498924E-3</c:v>
                </c:pt>
                <c:pt idx="943">
                  <c:v>7.3298181732201547E-4</c:v>
                </c:pt>
                <c:pt idx="944">
                  <c:v>9.4578299009292317E-4</c:v>
                </c:pt>
                <c:pt idx="945">
                  <c:v>1.2768070366254462E-3</c:v>
                </c:pt>
                <c:pt idx="946">
                  <c:v>1.1349395881115078E-3</c:v>
                </c:pt>
                <c:pt idx="947">
                  <c:v>7.8027096682666171E-4</c:v>
                </c:pt>
                <c:pt idx="948">
                  <c:v>9.4578299009292317E-4</c:v>
                </c:pt>
                <c:pt idx="949">
                  <c:v>1.2768070366254462E-3</c:v>
                </c:pt>
                <c:pt idx="950">
                  <c:v>1.2295178871208001E-3</c:v>
                </c:pt>
                <c:pt idx="951">
                  <c:v>9.221384153406001E-4</c:v>
                </c:pt>
                <c:pt idx="952">
                  <c:v>9.9307213959756941E-4</c:v>
                </c:pt>
                <c:pt idx="953">
                  <c:v>1.2295178871208001E-3</c:v>
                </c:pt>
                <c:pt idx="954">
                  <c:v>1.1112950133591848E-3</c:v>
                </c:pt>
                <c:pt idx="955">
                  <c:v>8.512046910836308E-4</c:v>
                </c:pt>
                <c:pt idx="956">
                  <c:v>1.0403612891022155E-3</c:v>
                </c:pt>
                <c:pt idx="957">
                  <c:v>1.2768070366254462E-3</c:v>
                </c:pt>
                <c:pt idx="958">
                  <c:v>1.2295178871208001E-3</c:v>
                </c:pt>
                <c:pt idx="959">
                  <c:v>9.6942756484524634E-4</c:v>
                </c:pt>
                <c:pt idx="960">
                  <c:v>1.0167167143498924E-3</c:v>
                </c:pt>
                <c:pt idx="961">
                  <c:v>1.2531624618731232E-3</c:v>
                </c:pt>
                <c:pt idx="962">
                  <c:v>1.1822287376161541E-3</c:v>
                </c:pt>
                <c:pt idx="963">
                  <c:v>7.093372425696924E-4</c:v>
                </c:pt>
                <c:pt idx="964">
                  <c:v>8.7484926583595386E-4</c:v>
                </c:pt>
                <c:pt idx="965">
                  <c:v>1.158584162863831E-3</c:v>
                </c:pt>
                <c:pt idx="966">
                  <c:v>1.1112950133591848E-3</c:v>
                </c:pt>
                <c:pt idx="967">
                  <c:v>8.0391554157898477E-4</c:v>
                </c:pt>
                <c:pt idx="968">
                  <c:v>8.9849384058827704E-4</c:v>
                </c:pt>
                <c:pt idx="969">
                  <c:v>1.2295178871208001E-3</c:v>
                </c:pt>
                <c:pt idx="970">
                  <c:v>1.1822287376161541E-3</c:v>
                </c:pt>
                <c:pt idx="971">
                  <c:v>8.2756011633130784E-4</c:v>
                </c:pt>
                <c:pt idx="972">
                  <c:v>8.7484926583595386E-4</c:v>
                </c:pt>
                <c:pt idx="973">
                  <c:v>1.158584162863831E-3</c:v>
                </c:pt>
                <c:pt idx="974">
                  <c:v>1.2295178871208001E-3</c:v>
                </c:pt>
                <c:pt idx="975">
                  <c:v>9.4578299009292317E-4</c:v>
                </c:pt>
                <c:pt idx="976">
                  <c:v>9.221384153406001E-4</c:v>
                </c:pt>
                <c:pt idx="977">
                  <c:v>1.158584162863831E-3</c:v>
                </c:pt>
                <c:pt idx="978">
                  <c:v>1.1112950133591848E-3</c:v>
                </c:pt>
                <c:pt idx="979">
                  <c:v>6.6204809306504627E-4</c:v>
                </c:pt>
                <c:pt idx="980">
                  <c:v>6.6204809306504627E-4</c:v>
                </c:pt>
                <c:pt idx="981">
                  <c:v>9.221384153406001E-4</c:v>
                </c:pt>
                <c:pt idx="982">
                  <c:v>9.221384153406001E-4</c:v>
                </c:pt>
                <c:pt idx="983">
                  <c:v>6.1475894356040003E-4</c:v>
                </c:pt>
                <c:pt idx="984">
                  <c:v>5.9111436880807707E-4</c:v>
                </c:pt>
                <c:pt idx="985">
                  <c:v>9.9307213959756941E-4</c:v>
                </c:pt>
                <c:pt idx="986">
                  <c:v>9.9307213959756941E-4</c:v>
                </c:pt>
                <c:pt idx="987">
                  <c:v>6.8569266781736934E-4</c:v>
                </c:pt>
                <c:pt idx="988">
                  <c:v>6.8569266781736934E-4</c:v>
                </c:pt>
                <c:pt idx="989">
                  <c:v>1.0403612891022155E-3</c:v>
                </c:pt>
                <c:pt idx="990">
                  <c:v>1.2295178871208001E-3</c:v>
                </c:pt>
                <c:pt idx="991">
                  <c:v>1.0403612891022155E-3</c:v>
                </c:pt>
                <c:pt idx="992">
                  <c:v>9.6942756484524634E-4</c:v>
                </c:pt>
                <c:pt idx="993">
                  <c:v>1.2768070366254462E-3</c:v>
                </c:pt>
                <c:pt idx="994">
                  <c:v>1.3004516113777694E-3</c:v>
                </c:pt>
                <c:pt idx="995">
                  <c:v>9.9307213959756941E-4</c:v>
                </c:pt>
                <c:pt idx="996">
                  <c:v>8.512046910836308E-4</c:v>
                </c:pt>
                <c:pt idx="997">
                  <c:v>1.1822287376161541E-3</c:v>
                </c:pt>
                <c:pt idx="998">
                  <c:v>1.2768070366254462E-3</c:v>
                </c:pt>
                <c:pt idx="999">
                  <c:v>1.0167167143498924E-3</c:v>
                </c:pt>
                <c:pt idx="1000">
                  <c:v>8.9849384058827704E-4</c:v>
                </c:pt>
                <c:pt idx="1001">
                  <c:v>1.2531624618731232E-3</c:v>
                </c:pt>
                <c:pt idx="1002">
                  <c:v>1.2768070366254462E-3</c:v>
                </c:pt>
                <c:pt idx="1003">
                  <c:v>9.4578299009292317E-4</c:v>
                </c:pt>
                <c:pt idx="1004">
                  <c:v>7.093372425696924E-4</c:v>
                </c:pt>
                <c:pt idx="1005">
                  <c:v>1.0403612891022155E-3</c:v>
                </c:pt>
                <c:pt idx="1006">
                  <c:v>1.1822287376161541E-3</c:v>
                </c:pt>
                <c:pt idx="1007">
                  <c:v>9.4578299009292317E-4</c:v>
                </c:pt>
                <c:pt idx="1008">
                  <c:v>7.3298181732201547E-4</c:v>
                </c:pt>
                <c:pt idx="1009">
                  <c:v>1.0876504386068617E-3</c:v>
                </c:pt>
                <c:pt idx="1010">
                  <c:v>1.2768070366254462E-3</c:v>
                </c:pt>
                <c:pt idx="1011">
                  <c:v>1.158584162863831E-3</c:v>
                </c:pt>
                <c:pt idx="1012">
                  <c:v>8.7484926583595386E-4</c:v>
                </c:pt>
                <c:pt idx="1013">
                  <c:v>1.158584162863831E-3</c:v>
                </c:pt>
                <c:pt idx="1014">
                  <c:v>1.3240961861300925E-3</c:v>
                </c:pt>
                <c:pt idx="1015">
                  <c:v>1.158584162863831E-3</c:v>
                </c:pt>
                <c:pt idx="1016">
                  <c:v>8.7484926583595386E-4</c:v>
                </c:pt>
                <c:pt idx="1017">
                  <c:v>1.158584162863831E-3</c:v>
                </c:pt>
                <c:pt idx="1018">
                  <c:v>1.3477407608824155E-3</c:v>
                </c:pt>
                <c:pt idx="1019">
                  <c:v>1.2768070366254462E-3</c:v>
                </c:pt>
                <c:pt idx="1020">
                  <c:v>1.1349395881115078E-3</c:v>
                </c:pt>
                <c:pt idx="1021">
                  <c:v>1.4186744851393848E-3</c:v>
                </c:pt>
                <c:pt idx="1022">
                  <c:v>1.5605419336533234E-3</c:v>
                </c:pt>
                <c:pt idx="1023">
                  <c:v>1.4423190598917078E-3</c:v>
                </c:pt>
                <c:pt idx="1024">
                  <c:v>1.1112950133591848E-3</c:v>
                </c:pt>
                <c:pt idx="1025">
                  <c:v>1.2531624618731232E-3</c:v>
                </c:pt>
                <c:pt idx="1026">
                  <c:v>1.3477407608824155E-3</c:v>
                </c:pt>
                <c:pt idx="1027">
                  <c:v>1.1112950133591848E-3</c:v>
                </c:pt>
                <c:pt idx="1028">
                  <c:v>7.8027096682666171E-4</c:v>
                </c:pt>
                <c:pt idx="1029">
                  <c:v>1.0876504386068617E-3</c:v>
                </c:pt>
                <c:pt idx="1030">
                  <c:v>1.2531624618731232E-3</c:v>
                </c:pt>
                <c:pt idx="1031">
                  <c:v>1.1349395881115078E-3</c:v>
                </c:pt>
                <c:pt idx="1032">
                  <c:v>8.0391554157898477E-4</c:v>
                </c:pt>
                <c:pt idx="1033">
                  <c:v>1.0167167143498924E-3</c:v>
                </c:pt>
                <c:pt idx="1034">
                  <c:v>1.2531624618731232E-3</c:v>
                </c:pt>
                <c:pt idx="1035">
                  <c:v>1.2295178871208001E-3</c:v>
                </c:pt>
                <c:pt idx="1036">
                  <c:v>9.221384153406001E-4</c:v>
                </c:pt>
                <c:pt idx="1037">
                  <c:v>1.1349395881115078E-3</c:v>
                </c:pt>
                <c:pt idx="1038">
                  <c:v>1.3240961861300925E-3</c:v>
                </c:pt>
                <c:pt idx="1039">
                  <c:v>1.1822287376161541E-3</c:v>
                </c:pt>
                <c:pt idx="1040">
                  <c:v>8.0391554157898477E-4</c:v>
                </c:pt>
                <c:pt idx="1041">
                  <c:v>9.4578299009292317E-4</c:v>
                </c:pt>
                <c:pt idx="1042">
                  <c:v>1.2058733123684769E-3</c:v>
                </c:pt>
                <c:pt idx="1043">
                  <c:v>1.1112950133591848E-3</c:v>
                </c:pt>
                <c:pt idx="1044">
                  <c:v>6.8569266781736934E-4</c:v>
                </c:pt>
                <c:pt idx="1045">
                  <c:v>8.7484926583595386E-4</c:v>
                </c:pt>
                <c:pt idx="1046">
                  <c:v>1.1822287376161541E-3</c:v>
                </c:pt>
                <c:pt idx="1047">
                  <c:v>1.2058733123684769E-3</c:v>
                </c:pt>
                <c:pt idx="1048">
                  <c:v>7.8027096682666171E-4</c:v>
                </c:pt>
                <c:pt idx="1049">
                  <c:v>9.221384153406001E-4</c:v>
                </c:pt>
                <c:pt idx="1050">
                  <c:v>1.2058733123684769E-3</c:v>
                </c:pt>
                <c:pt idx="1051">
                  <c:v>1.158584162863831E-3</c:v>
                </c:pt>
                <c:pt idx="1052">
                  <c:v>8.0391554157898477E-4</c:v>
                </c:pt>
                <c:pt idx="1053">
                  <c:v>8.9849384058827704E-4</c:v>
                </c:pt>
                <c:pt idx="1054">
                  <c:v>1.2531624618731232E-3</c:v>
                </c:pt>
                <c:pt idx="1055">
                  <c:v>1.2058733123684769E-3</c:v>
                </c:pt>
                <c:pt idx="1056">
                  <c:v>8.512046910836308E-4</c:v>
                </c:pt>
                <c:pt idx="1057">
                  <c:v>8.9849384058827704E-4</c:v>
                </c:pt>
                <c:pt idx="1058">
                  <c:v>1.2768070366254462E-3</c:v>
                </c:pt>
                <c:pt idx="1059">
                  <c:v>1.3240961861300925E-3</c:v>
                </c:pt>
                <c:pt idx="1060">
                  <c:v>1.0876504386068617E-3</c:v>
                </c:pt>
                <c:pt idx="1061">
                  <c:v>1.0876504386068617E-3</c:v>
                </c:pt>
                <c:pt idx="1062">
                  <c:v>1.3713853356347387E-3</c:v>
                </c:pt>
                <c:pt idx="1063">
                  <c:v>1.3240961861300925E-3</c:v>
                </c:pt>
                <c:pt idx="1064">
                  <c:v>1.0403612891022155E-3</c:v>
                </c:pt>
                <c:pt idx="1065">
                  <c:v>9.4578299009292317E-4</c:v>
                </c:pt>
                <c:pt idx="1066">
                  <c:v>1.2768070366254462E-3</c:v>
                </c:pt>
                <c:pt idx="1067">
                  <c:v>1.2768070366254462E-3</c:v>
                </c:pt>
                <c:pt idx="1068">
                  <c:v>9.221384153406001E-4</c:v>
                </c:pt>
                <c:pt idx="1069">
                  <c:v>8.512046910836308E-4</c:v>
                </c:pt>
                <c:pt idx="1070">
                  <c:v>1.158584162863831E-3</c:v>
                </c:pt>
                <c:pt idx="1071">
                  <c:v>1.1822287376161541E-3</c:v>
                </c:pt>
                <c:pt idx="1072">
                  <c:v>9.221384153406001E-4</c:v>
                </c:pt>
                <c:pt idx="1073">
                  <c:v>8.512046910836308E-4</c:v>
                </c:pt>
                <c:pt idx="1074">
                  <c:v>1.3240961861300925E-3</c:v>
                </c:pt>
                <c:pt idx="1075">
                  <c:v>1.4186744851393848E-3</c:v>
                </c:pt>
                <c:pt idx="1076">
                  <c:v>1.2295178871208001E-3</c:v>
                </c:pt>
                <c:pt idx="1077">
                  <c:v>1.0876504386068617E-3</c:v>
                </c:pt>
                <c:pt idx="1078">
                  <c:v>1.3950299103870616E-3</c:v>
                </c:pt>
                <c:pt idx="1079">
                  <c:v>1.4896082093963541E-3</c:v>
                </c:pt>
                <c:pt idx="1080">
                  <c:v>1.2295178871208001E-3</c:v>
                </c:pt>
                <c:pt idx="1081">
                  <c:v>1.0640058638545385E-3</c:v>
                </c:pt>
                <c:pt idx="1082">
                  <c:v>1.3240961861300925E-3</c:v>
                </c:pt>
                <c:pt idx="1083">
                  <c:v>1.3713853356347387E-3</c:v>
                </c:pt>
                <c:pt idx="1084">
                  <c:v>1.0876504386068617E-3</c:v>
                </c:pt>
                <c:pt idx="1085">
                  <c:v>8.7484926583595386E-4</c:v>
                </c:pt>
                <c:pt idx="1086">
                  <c:v>1.2058733123684769E-3</c:v>
                </c:pt>
                <c:pt idx="1087">
                  <c:v>1.3713853356347387E-3</c:v>
                </c:pt>
                <c:pt idx="1088">
                  <c:v>1.1349395881115078E-3</c:v>
                </c:pt>
                <c:pt idx="1089">
                  <c:v>8.7484926583595386E-4</c:v>
                </c:pt>
                <c:pt idx="1090">
                  <c:v>1.2295178871208001E-3</c:v>
                </c:pt>
                <c:pt idx="1091">
                  <c:v>1.3713853356347387E-3</c:v>
                </c:pt>
                <c:pt idx="1092">
                  <c:v>1.0640058638545385E-3</c:v>
                </c:pt>
                <c:pt idx="1093">
                  <c:v>7.3298181732201547E-4</c:v>
                </c:pt>
                <c:pt idx="1094">
                  <c:v>1.0876504386068617E-3</c:v>
                </c:pt>
                <c:pt idx="1095">
                  <c:v>1.2295178871208001E-3</c:v>
                </c:pt>
                <c:pt idx="1096">
                  <c:v>1.0640058638545385E-3</c:v>
                </c:pt>
                <c:pt idx="1097">
                  <c:v>8.2756011633130784E-4</c:v>
                </c:pt>
                <c:pt idx="1098">
                  <c:v>1.158584162863831E-3</c:v>
                </c:pt>
                <c:pt idx="1099">
                  <c:v>1.3713853356347387E-3</c:v>
                </c:pt>
                <c:pt idx="1100">
                  <c:v>1.1349395881115078E-3</c:v>
                </c:pt>
                <c:pt idx="1101">
                  <c:v>8.2756011633130784E-4</c:v>
                </c:pt>
                <c:pt idx="1102">
                  <c:v>1.158584162863831E-3</c:v>
                </c:pt>
                <c:pt idx="1103">
                  <c:v>1.3713853356347387E-3</c:v>
                </c:pt>
                <c:pt idx="1104">
                  <c:v>1.0876504386068617E-3</c:v>
                </c:pt>
                <c:pt idx="1105">
                  <c:v>8.512046910836308E-4</c:v>
                </c:pt>
                <c:pt idx="1106">
                  <c:v>1.2531624618731232E-3</c:v>
                </c:pt>
                <c:pt idx="1107">
                  <c:v>1.3950299103870616E-3</c:v>
                </c:pt>
                <c:pt idx="1108">
                  <c:v>1.2295178871208001E-3</c:v>
                </c:pt>
                <c:pt idx="1109">
                  <c:v>8.9849384058827704E-4</c:v>
                </c:pt>
                <c:pt idx="1110">
                  <c:v>1.1349395881115078E-3</c:v>
                </c:pt>
                <c:pt idx="1111">
                  <c:v>1.3240961861300925E-3</c:v>
                </c:pt>
                <c:pt idx="1112">
                  <c:v>1.1349395881115078E-3</c:v>
                </c:pt>
                <c:pt idx="1113">
                  <c:v>8.512046910836308E-4</c:v>
                </c:pt>
                <c:pt idx="1114">
                  <c:v>1.1349395881115078E-3</c:v>
                </c:pt>
                <c:pt idx="1115">
                  <c:v>1.3713853356347387E-3</c:v>
                </c:pt>
                <c:pt idx="1116">
                  <c:v>1.2768070366254462E-3</c:v>
                </c:pt>
                <c:pt idx="1117">
                  <c:v>1.0876504386068617E-3</c:v>
                </c:pt>
                <c:pt idx="1118">
                  <c:v>1.3240961861300925E-3</c:v>
                </c:pt>
                <c:pt idx="1119">
                  <c:v>1.4659636346440309E-3</c:v>
                </c:pt>
                <c:pt idx="1120">
                  <c:v>1.3240961861300925E-3</c:v>
                </c:pt>
                <c:pt idx="1121">
                  <c:v>9.9307213959756941E-4</c:v>
                </c:pt>
                <c:pt idx="1122">
                  <c:v>1.158584162863831E-3</c:v>
                </c:pt>
                <c:pt idx="1123">
                  <c:v>1.4186744851393848E-3</c:v>
                </c:pt>
                <c:pt idx="1124">
                  <c:v>1.2295178871208001E-3</c:v>
                </c:pt>
                <c:pt idx="1125">
                  <c:v>9.221384153406001E-4</c:v>
                </c:pt>
                <c:pt idx="1126">
                  <c:v>1.0876504386068617E-3</c:v>
                </c:pt>
                <c:pt idx="1127">
                  <c:v>1.4659636346440309E-3</c:v>
                </c:pt>
                <c:pt idx="1128">
                  <c:v>1.3713853356347387E-3</c:v>
                </c:pt>
                <c:pt idx="1129">
                  <c:v>9.6942756484524634E-4</c:v>
                </c:pt>
                <c:pt idx="1130">
                  <c:v>1.1112950133591848E-3</c:v>
                </c:pt>
                <c:pt idx="1131">
                  <c:v>1.4186744851393848E-3</c:v>
                </c:pt>
                <c:pt idx="1132">
                  <c:v>1.3477407608824155E-3</c:v>
                </c:pt>
                <c:pt idx="1133">
                  <c:v>1.0403612891022155E-3</c:v>
                </c:pt>
                <c:pt idx="1134">
                  <c:v>1.158584162863831E-3</c:v>
                </c:pt>
                <c:pt idx="1135">
                  <c:v>1.4896082093963541E-3</c:v>
                </c:pt>
                <c:pt idx="1136">
                  <c:v>1.4423190598917078E-3</c:v>
                </c:pt>
                <c:pt idx="1137">
                  <c:v>1.1349395881115078E-3</c:v>
                </c:pt>
                <c:pt idx="1138">
                  <c:v>1.2768070366254462E-3</c:v>
                </c:pt>
                <c:pt idx="1139">
                  <c:v>1.5368973589010002E-3</c:v>
                </c:pt>
                <c:pt idx="1140">
                  <c:v>1.4423190598917078E-3</c:v>
                </c:pt>
                <c:pt idx="1141">
                  <c:v>1.0640058638545385E-3</c:v>
                </c:pt>
                <c:pt idx="1142">
                  <c:v>1.0876504386068617E-3</c:v>
                </c:pt>
                <c:pt idx="1143">
                  <c:v>1.4896082093963541E-3</c:v>
                </c:pt>
                <c:pt idx="1144">
                  <c:v>1.4186744851393848E-3</c:v>
                </c:pt>
                <c:pt idx="1145">
                  <c:v>1.1349395881115078E-3</c:v>
                </c:pt>
                <c:pt idx="1146">
                  <c:v>1.2058733123684769E-3</c:v>
                </c:pt>
                <c:pt idx="1147">
                  <c:v>1.5605419336533234E-3</c:v>
                </c:pt>
                <c:pt idx="1148">
                  <c:v>1.5132527841486771E-3</c:v>
                </c:pt>
                <c:pt idx="1149">
                  <c:v>1.1349395881115078E-3</c:v>
                </c:pt>
                <c:pt idx="1150">
                  <c:v>1.0876504386068617E-3</c:v>
                </c:pt>
                <c:pt idx="1151">
                  <c:v>1.4423190598917078E-3</c:v>
                </c:pt>
                <c:pt idx="1152">
                  <c:v>1.4186744851393848E-3</c:v>
                </c:pt>
                <c:pt idx="1153">
                  <c:v>1.1112950133591848E-3</c:v>
                </c:pt>
                <c:pt idx="1154">
                  <c:v>1.0876504386068617E-3</c:v>
                </c:pt>
                <c:pt idx="1155">
                  <c:v>1.4186744851393848E-3</c:v>
                </c:pt>
                <c:pt idx="1156">
                  <c:v>1.4423190598917078E-3</c:v>
                </c:pt>
                <c:pt idx="1157">
                  <c:v>1.1822287376161541E-3</c:v>
                </c:pt>
                <c:pt idx="1158">
                  <c:v>1.0876504386068617E-3</c:v>
                </c:pt>
                <c:pt idx="1159">
                  <c:v>1.4896082093963541E-3</c:v>
                </c:pt>
                <c:pt idx="1160">
                  <c:v>1.4423190598917078E-3</c:v>
                </c:pt>
                <c:pt idx="1161">
                  <c:v>1.1112950133591848E-3</c:v>
                </c:pt>
                <c:pt idx="1162">
                  <c:v>9.9307213959756941E-4</c:v>
                </c:pt>
                <c:pt idx="1163">
                  <c:v>1.4186744851393848E-3</c:v>
                </c:pt>
                <c:pt idx="1164">
                  <c:v>1.4659636346440309E-3</c:v>
                </c:pt>
                <c:pt idx="1165">
                  <c:v>1.1822287376161541E-3</c:v>
                </c:pt>
                <c:pt idx="1166">
                  <c:v>9.9307213959756941E-4</c:v>
                </c:pt>
                <c:pt idx="1167">
                  <c:v>1.3950299103870616E-3</c:v>
                </c:pt>
                <c:pt idx="1168">
                  <c:v>1.6314756579102927E-3</c:v>
                </c:pt>
                <c:pt idx="1169">
                  <c:v>1.3477407608824155E-3</c:v>
                </c:pt>
                <c:pt idx="1170">
                  <c:v>1.1349395881115078E-3</c:v>
                </c:pt>
                <c:pt idx="1171">
                  <c:v>1.4659636346440309E-3</c:v>
                </c:pt>
                <c:pt idx="1172">
                  <c:v>1.5841865084056464E-3</c:v>
                </c:pt>
                <c:pt idx="1173">
                  <c:v>1.3004516113777694E-3</c:v>
                </c:pt>
                <c:pt idx="1174">
                  <c:v>1.0876504386068617E-3</c:v>
                </c:pt>
                <c:pt idx="1175">
                  <c:v>1.4896082093963541E-3</c:v>
                </c:pt>
                <c:pt idx="1176">
                  <c:v>1.5605419336533234E-3</c:v>
                </c:pt>
                <c:pt idx="1177">
                  <c:v>1.2768070366254462E-3</c:v>
                </c:pt>
                <c:pt idx="1178">
                  <c:v>1.0640058638545385E-3</c:v>
                </c:pt>
                <c:pt idx="1179">
                  <c:v>1.3477407608824155E-3</c:v>
                </c:pt>
                <c:pt idx="1180">
                  <c:v>1.3240961861300925E-3</c:v>
                </c:pt>
                <c:pt idx="1181">
                  <c:v>1.0876504386068617E-3</c:v>
                </c:pt>
                <c:pt idx="1182">
                  <c:v>9.6942756484524634E-4</c:v>
                </c:pt>
                <c:pt idx="1183">
                  <c:v>1.3240961861300925E-3</c:v>
                </c:pt>
                <c:pt idx="1184">
                  <c:v>1.4186744851393848E-3</c:v>
                </c:pt>
                <c:pt idx="1185">
                  <c:v>1.1822287376161541E-3</c:v>
                </c:pt>
                <c:pt idx="1186">
                  <c:v>9.9307213959756941E-4</c:v>
                </c:pt>
                <c:pt idx="1187">
                  <c:v>1.4186744851393848E-3</c:v>
                </c:pt>
                <c:pt idx="1188">
                  <c:v>1.5841865084056464E-3</c:v>
                </c:pt>
                <c:pt idx="1189">
                  <c:v>1.3477407608824155E-3</c:v>
                </c:pt>
                <c:pt idx="1190">
                  <c:v>1.0640058638545385E-3</c:v>
                </c:pt>
                <c:pt idx="1191">
                  <c:v>1.3477407608824155E-3</c:v>
                </c:pt>
                <c:pt idx="1192">
                  <c:v>1.4659636346440309E-3</c:v>
                </c:pt>
                <c:pt idx="1193">
                  <c:v>1.2768070366254462E-3</c:v>
                </c:pt>
                <c:pt idx="1194">
                  <c:v>1.0403612891022155E-3</c:v>
                </c:pt>
                <c:pt idx="1195">
                  <c:v>1.3713853356347387E-3</c:v>
                </c:pt>
                <c:pt idx="1196">
                  <c:v>1.5132527841486771E-3</c:v>
                </c:pt>
                <c:pt idx="1197">
                  <c:v>1.3240961861300925E-3</c:v>
                </c:pt>
                <c:pt idx="1198">
                  <c:v>1.0876504386068617E-3</c:v>
                </c:pt>
                <c:pt idx="1199">
                  <c:v>1.4186744851393848E-3</c:v>
                </c:pt>
                <c:pt idx="1200">
                  <c:v>1.6314756579102927E-3</c:v>
                </c:pt>
                <c:pt idx="1201">
                  <c:v>1.4186744851393848E-3</c:v>
                </c:pt>
                <c:pt idx="1202">
                  <c:v>1.1349395881115078E-3</c:v>
                </c:pt>
                <c:pt idx="1203">
                  <c:v>1.3240961861300925E-3</c:v>
                </c:pt>
                <c:pt idx="1204">
                  <c:v>1.5368973589010002E-3</c:v>
                </c:pt>
                <c:pt idx="1205">
                  <c:v>1.3477407608824155E-3</c:v>
                </c:pt>
                <c:pt idx="1206">
                  <c:v>9.4578299009292317E-4</c:v>
                </c:pt>
                <c:pt idx="1207">
                  <c:v>1.0876504386068617E-3</c:v>
                </c:pt>
                <c:pt idx="1208">
                  <c:v>1.3240961861300925E-3</c:v>
                </c:pt>
                <c:pt idx="1209">
                  <c:v>1.2531624618731232E-3</c:v>
                </c:pt>
                <c:pt idx="1210">
                  <c:v>1.0167167143498924E-3</c:v>
                </c:pt>
                <c:pt idx="1211">
                  <c:v>1.2531624618731232E-3</c:v>
                </c:pt>
                <c:pt idx="1212">
                  <c:v>1.5841865084056464E-3</c:v>
                </c:pt>
                <c:pt idx="1213">
                  <c:v>1.4423190598917078E-3</c:v>
                </c:pt>
                <c:pt idx="1214">
                  <c:v>1.2058733123684769E-3</c:v>
                </c:pt>
                <c:pt idx="1215">
                  <c:v>1.2531624618731232E-3</c:v>
                </c:pt>
                <c:pt idx="1216">
                  <c:v>1.4896082093963541E-3</c:v>
                </c:pt>
                <c:pt idx="1217">
                  <c:v>1.3950299103870616E-3</c:v>
                </c:pt>
                <c:pt idx="1218">
                  <c:v>1.0403612891022155E-3</c:v>
                </c:pt>
                <c:pt idx="1219">
                  <c:v>1.158584162863831E-3</c:v>
                </c:pt>
                <c:pt idx="1220">
                  <c:v>1.4896082093963541E-3</c:v>
                </c:pt>
                <c:pt idx="1221">
                  <c:v>1.4186744851393848E-3</c:v>
                </c:pt>
                <c:pt idx="1222">
                  <c:v>1.0403612891022155E-3</c:v>
                </c:pt>
                <c:pt idx="1223">
                  <c:v>1.158584162863831E-3</c:v>
                </c:pt>
                <c:pt idx="1224">
                  <c:v>1.4896082093963541E-3</c:v>
                </c:pt>
                <c:pt idx="1225">
                  <c:v>1.4186744851393848E-3</c:v>
                </c:pt>
                <c:pt idx="1226">
                  <c:v>1.2058733123684769E-3</c:v>
                </c:pt>
                <c:pt idx="1227">
                  <c:v>1.3004516113777694E-3</c:v>
                </c:pt>
                <c:pt idx="1228">
                  <c:v>1.6314756579102927E-3</c:v>
                </c:pt>
                <c:pt idx="1229">
                  <c:v>1.5605419336533234E-3</c:v>
                </c:pt>
                <c:pt idx="1230">
                  <c:v>1.2531624618731232E-3</c:v>
                </c:pt>
                <c:pt idx="1231">
                  <c:v>1.2768070366254462E-3</c:v>
                </c:pt>
                <c:pt idx="1232">
                  <c:v>1.6078310831579695E-3</c:v>
                </c:pt>
                <c:pt idx="1233">
                  <c:v>1.5368973589010002E-3</c:v>
                </c:pt>
                <c:pt idx="1234">
                  <c:v>1.2058733123684769E-3</c:v>
                </c:pt>
                <c:pt idx="1235">
                  <c:v>1.2768070366254462E-3</c:v>
                </c:pt>
                <c:pt idx="1236">
                  <c:v>1.6314756579102927E-3</c:v>
                </c:pt>
                <c:pt idx="1237">
                  <c:v>1.6551202326626157E-3</c:v>
                </c:pt>
                <c:pt idx="1238">
                  <c:v>1.3713853356347387E-3</c:v>
                </c:pt>
                <c:pt idx="1239">
                  <c:v>1.3004516113777694E-3</c:v>
                </c:pt>
                <c:pt idx="1240">
                  <c:v>1.6078310831579695E-3</c:v>
                </c:pt>
                <c:pt idx="1241">
                  <c:v>1.5841865084056464E-3</c:v>
                </c:pt>
                <c:pt idx="1242">
                  <c:v>1.3004516113777694E-3</c:v>
                </c:pt>
                <c:pt idx="1243">
                  <c:v>1.2768070366254462E-3</c:v>
                </c:pt>
                <c:pt idx="1244">
                  <c:v>1.5368973589010002E-3</c:v>
                </c:pt>
                <c:pt idx="1245">
                  <c:v>1.6314756579102927E-3</c:v>
                </c:pt>
                <c:pt idx="1246">
                  <c:v>1.2531624618731232E-3</c:v>
                </c:pt>
                <c:pt idx="1247">
                  <c:v>1.2295178871208001E-3</c:v>
                </c:pt>
                <c:pt idx="1248">
                  <c:v>1.6314756579102927E-3</c:v>
                </c:pt>
                <c:pt idx="1249">
                  <c:v>1.5841865084056464E-3</c:v>
                </c:pt>
                <c:pt idx="1250">
                  <c:v>1.2768070366254462E-3</c:v>
                </c:pt>
                <c:pt idx="1251">
                  <c:v>1.158584162863831E-3</c:v>
                </c:pt>
                <c:pt idx="1252">
                  <c:v>1.5368973589010002E-3</c:v>
                </c:pt>
                <c:pt idx="1253">
                  <c:v>1.6078310831579695E-3</c:v>
                </c:pt>
                <c:pt idx="1254">
                  <c:v>1.4186744851393848E-3</c:v>
                </c:pt>
                <c:pt idx="1255">
                  <c:v>1.2768070366254462E-3</c:v>
                </c:pt>
                <c:pt idx="1256">
                  <c:v>1.5841865084056464E-3</c:v>
                </c:pt>
                <c:pt idx="1257">
                  <c:v>1.5368973589010002E-3</c:v>
                </c:pt>
                <c:pt idx="1258">
                  <c:v>1.2531624618731232E-3</c:v>
                </c:pt>
                <c:pt idx="1259">
                  <c:v>1.158584162863831E-3</c:v>
                </c:pt>
                <c:pt idx="1260">
                  <c:v>1.4659636346440309E-3</c:v>
                </c:pt>
                <c:pt idx="1261">
                  <c:v>1.5368973589010002E-3</c:v>
                </c:pt>
                <c:pt idx="1262">
                  <c:v>1.2531624618731232E-3</c:v>
                </c:pt>
                <c:pt idx="1263">
                  <c:v>1.1112950133591848E-3</c:v>
                </c:pt>
                <c:pt idx="1264">
                  <c:v>1.3950299103870616E-3</c:v>
                </c:pt>
                <c:pt idx="1265">
                  <c:v>1.4423190598917078E-3</c:v>
                </c:pt>
                <c:pt idx="1266">
                  <c:v>1.2058733123684769E-3</c:v>
                </c:pt>
                <c:pt idx="1267">
                  <c:v>9.9307213959756941E-4</c:v>
                </c:pt>
                <c:pt idx="1268">
                  <c:v>1.2768070366254462E-3</c:v>
                </c:pt>
                <c:pt idx="1269">
                  <c:v>1.3713853356347387E-3</c:v>
                </c:pt>
                <c:pt idx="1270">
                  <c:v>1.158584162863831E-3</c:v>
                </c:pt>
                <c:pt idx="1271">
                  <c:v>1.0167167143498924E-3</c:v>
                </c:pt>
                <c:pt idx="1272">
                  <c:v>1.3004516113777694E-3</c:v>
                </c:pt>
                <c:pt idx="1273">
                  <c:v>1.3950299103870616E-3</c:v>
                </c:pt>
                <c:pt idx="1274">
                  <c:v>1.0876504386068617E-3</c:v>
                </c:pt>
                <c:pt idx="1275">
                  <c:v>8.7484926583595386E-4</c:v>
                </c:pt>
                <c:pt idx="1276">
                  <c:v>1.2531624618731232E-3</c:v>
                </c:pt>
                <c:pt idx="1277">
                  <c:v>1.3950299103870616E-3</c:v>
                </c:pt>
                <c:pt idx="1278">
                  <c:v>1.1822287376161541E-3</c:v>
                </c:pt>
                <c:pt idx="1279">
                  <c:v>9.9307213959756941E-4</c:v>
                </c:pt>
                <c:pt idx="1280">
                  <c:v>1.3004516113777694E-3</c:v>
                </c:pt>
                <c:pt idx="1281">
                  <c:v>1.4896082093963541E-3</c:v>
                </c:pt>
                <c:pt idx="1282">
                  <c:v>1.3477407608824155E-3</c:v>
                </c:pt>
                <c:pt idx="1283">
                  <c:v>1.2058733123684769E-3</c:v>
                </c:pt>
                <c:pt idx="1284">
                  <c:v>1.5132527841486771E-3</c:v>
                </c:pt>
                <c:pt idx="1285">
                  <c:v>1.6551202326626157E-3</c:v>
                </c:pt>
                <c:pt idx="1286">
                  <c:v>1.5132527841486771E-3</c:v>
                </c:pt>
                <c:pt idx="1287">
                  <c:v>1.3004516113777694E-3</c:v>
                </c:pt>
                <c:pt idx="1288">
                  <c:v>1.5605419336533234E-3</c:v>
                </c:pt>
                <c:pt idx="1289">
                  <c:v>1.7024093821672616E-3</c:v>
                </c:pt>
                <c:pt idx="1290">
                  <c:v>1.5132527841486771E-3</c:v>
                </c:pt>
                <c:pt idx="1291">
                  <c:v>1.3240961861300925E-3</c:v>
                </c:pt>
                <c:pt idx="1292">
                  <c:v>1.5841865084056464E-3</c:v>
                </c:pt>
                <c:pt idx="1293">
                  <c:v>1.7260539569195848E-3</c:v>
                </c:pt>
                <c:pt idx="1294">
                  <c:v>1.5368973589010002E-3</c:v>
                </c:pt>
                <c:pt idx="1295">
                  <c:v>1.2058733123684769E-3</c:v>
                </c:pt>
                <c:pt idx="1296">
                  <c:v>1.4423190598917078E-3</c:v>
                </c:pt>
                <c:pt idx="1297">
                  <c:v>1.6551202326626157E-3</c:v>
                </c:pt>
                <c:pt idx="1298">
                  <c:v>1.4659636346440309E-3</c:v>
                </c:pt>
                <c:pt idx="1299">
                  <c:v>1.2295178871208001E-3</c:v>
                </c:pt>
                <c:pt idx="1300">
                  <c:v>1.4659636346440309E-3</c:v>
                </c:pt>
                <c:pt idx="1301">
                  <c:v>1.6787648074149384E-3</c:v>
                </c:pt>
                <c:pt idx="1302">
                  <c:v>1.5368973589010002E-3</c:v>
                </c:pt>
                <c:pt idx="1303">
                  <c:v>1.2531624618731232E-3</c:v>
                </c:pt>
                <c:pt idx="1304">
                  <c:v>1.4186744851393848E-3</c:v>
                </c:pt>
                <c:pt idx="1305">
                  <c:v>1.6787648074149384E-3</c:v>
                </c:pt>
                <c:pt idx="1306">
                  <c:v>1.5841865084056464E-3</c:v>
                </c:pt>
                <c:pt idx="1307">
                  <c:v>1.3477407608824155E-3</c:v>
                </c:pt>
                <c:pt idx="1308">
                  <c:v>1.5368973589010002E-3</c:v>
                </c:pt>
                <c:pt idx="1309">
                  <c:v>1.820632255928877E-3</c:v>
                </c:pt>
                <c:pt idx="1310">
                  <c:v>1.7260539569195848E-3</c:v>
                </c:pt>
                <c:pt idx="1311">
                  <c:v>1.3950299103870616E-3</c:v>
                </c:pt>
                <c:pt idx="1312">
                  <c:v>1.5368973589010002E-3</c:v>
                </c:pt>
                <c:pt idx="1313">
                  <c:v>1.7733431064242309E-3</c:v>
                </c:pt>
                <c:pt idx="1314">
                  <c:v>1.6787648074149384E-3</c:v>
                </c:pt>
                <c:pt idx="1315">
                  <c:v>1.3477407608824155E-3</c:v>
                </c:pt>
                <c:pt idx="1316">
                  <c:v>1.4186744851393848E-3</c:v>
                </c:pt>
                <c:pt idx="1317">
                  <c:v>1.6551202326626157E-3</c:v>
                </c:pt>
                <c:pt idx="1318">
                  <c:v>1.5368973589010002E-3</c:v>
                </c:pt>
                <c:pt idx="1319">
                  <c:v>1.2531624618731232E-3</c:v>
                </c:pt>
                <c:pt idx="1320">
                  <c:v>1.3240961861300925E-3</c:v>
                </c:pt>
                <c:pt idx="1321">
                  <c:v>1.6314756579102927E-3</c:v>
                </c:pt>
                <c:pt idx="1322">
                  <c:v>1.5605419336533234E-3</c:v>
                </c:pt>
                <c:pt idx="1323">
                  <c:v>1.2295178871208001E-3</c:v>
                </c:pt>
                <c:pt idx="1324">
                  <c:v>1.3240961861300925E-3</c:v>
                </c:pt>
                <c:pt idx="1325">
                  <c:v>1.6551202326626157E-3</c:v>
                </c:pt>
                <c:pt idx="1326">
                  <c:v>1.6078310831579695E-3</c:v>
                </c:pt>
                <c:pt idx="1327">
                  <c:v>1.2531624618731232E-3</c:v>
                </c:pt>
                <c:pt idx="1328">
                  <c:v>1.2768070366254462E-3</c:v>
                </c:pt>
                <c:pt idx="1329">
                  <c:v>1.5841865084056464E-3</c:v>
                </c:pt>
                <c:pt idx="1330">
                  <c:v>1.5605419336533234E-3</c:v>
                </c:pt>
                <c:pt idx="1331">
                  <c:v>1.2531624618731232E-3</c:v>
                </c:pt>
                <c:pt idx="1332">
                  <c:v>1.2768070366254462E-3</c:v>
                </c:pt>
                <c:pt idx="1333">
                  <c:v>1.5368973589010002E-3</c:v>
                </c:pt>
                <c:pt idx="1334">
                  <c:v>1.5132527841486771E-3</c:v>
                </c:pt>
                <c:pt idx="1335">
                  <c:v>1.2531624618731232E-3</c:v>
                </c:pt>
                <c:pt idx="1336">
                  <c:v>1.3004516113777694E-3</c:v>
                </c:pt>
                <c:pt idx="1337">
                  <c:v>1.6078310831579695E-3</c:v>
                </c:pt>
                <c:pt idx="1338">
                  <c:v>1.6078310831579695E-3</c:v>
                </c:pt>
                <c:pt idx="1339">
                  <c:v>1.2531624618731232E-3</c:v>
                </c:pt>
                <c:pt idx="1340">
                  <c:v>1.2295178871208001E-3</c:v>
                </c:pt>
                <c:pt idx="1341">
                  <c:v>1.5605419336533234E-3</c:v>
                </c:pt>
                <c:pt idx="1342">
                  <c:v>1.6078310831579695E-3</c:v>
                </c:pt>
                <c:pt idx="1343">
                  <c:v>1.3950299103870616E-3</c:v>
                </c:pt>
                <c:pt idx="1344">
                  <c:v>1.4186744851393848E-3</c:v>
                </c:pt>
                <c:pt idx="1345">
                  <c:v>1.6787648074149384E-3</c:v>
                </c:pt>
                <c:pt idx="1346">
                  <c:v>1.5841865084056464E-3</c:v>
                </c:pt>
                <c:pt idx="1347">
                  <c:v>1.2295178871208001E-3</c:v>
                </c:pt>
                <c:pt idx="1348">
                  <c:v>1.1822287376161541E-3</c:v>
                </c:pt>
                <c:pt idx="1349">
                  <c:v>1.5132527841486771E-3</c:v>
                </c:pt>
                <c:pt idx="1350">
                  <c:v>1.5841865084056464E-3</c:v>
                </c:pt>
                <c:pt idx="1351">
                  <c:v>1.3713853356347387E-3</c:v>
                </c:pt>
                <c:pt idx="1352">
                  <c:v>1.2531624618731232E-3</c:v>
                </c:pt>
                <c:pt idx="1353">
                  <c:v>1.5605419336533234E-3</c:v>
                </c:pt>
                <c:pt idx="1354">
                  <c:v>1.6078310831579695E-3</c:v>
                </c:pt>
                <c:pt idx="1355">
                  <c:v>1.3004516113777694E-3</c:v>
                </c:pt>
                <c:pt idx="1356">
                  <c:v>1.0876504386068617E-3</c:v>
                </c:pt>
                <c:pt idx="1357">
                  <c:v>1.4423190598917078E-3</c:v>
                </c:pt>
                <c:pt idx="1358">
                  <c:v>1.4896082093963541E-3</c:v>
                </c:pt>
                <c:pt idx="1359">
                  <c:v>1.2768070366254462E-3</c:v>
                </c:pt>
                <c:pt idx="1360">
                  <c:v>1.158584162863831E-3</c:v>
                </c:pt>
                <c:pt idx="1361">
                  <c:v>1.4896082093963541E-3</c:v>
                </c:pt>
                <c:pt idx="1362">
                  <c:v>1.6551202326626157E-3</c:v>
                </c:pt>
                <c:pt idx="1363">
                  <c:v>1.4896082093963541E-3</c:v>
                </c:pt>
                <c:pt idx="1364">
                  <c:v>1.3240961861300925E-3</c:v>
                </c:pt>
                <c:pt idx="1365">
                  <c:v>1.5605419336533234E-3</c:v>
                </c:pt>
                <c:pt idx="1366">
                  <c:v>1.6787648074149384E-3</c:v>
                </c:pt>
                <c:pt idx="1367">
                  <c:v>1.4186744851393848E-3</c:v>
                </c:pt>
                <c:pt idx="1368">
                  <c:v>1.1822287376161541E-3</c:v>
                </c:pt>
                <c:pt idx="1369">
                  <c:v>1.5605419336533234E-3</c:v>
                </c:pt>
                <c:pt idx="1370">
                  <c:v>1.7260539569195848E-3</c:v>
                </c:pt>
                <c:pt idx="1371">
                  <c:v>1.4896082093963541E-3</c:v>
                </c:pt>
                <c:pt idx="1372">
                  <c:v>1.2768070366254462E-3</c:v>
                </c:pt>
                <c:pt idx="1373">
                  <c:v>1.5841865084056464E-3</c:v>
                </c:pt>
                <c:pt idx="1374">
                  <c:v>1.7024093821672616E-3</c:v>
                </c:pt>
                <c:pt idx="1375">
                  <c:v>1.4659636346440309E-3</c:v>
                </c:pt>
                <c:pt idx="1376">
                  <c:v>1.1822287376161541E-3</c:v>
                </c:pt>
                <c:pt idx="1377">
                  <c:v>1.4423190598917078E-3</c:v>
                </c:pt>
                <c:pt idx="1378">
                  <c:v>1.6314756579102927E-3</c:v>
                </c:pt>
                <c:pt idx="1379">
                  <c:v>1.4659636346440309E-3</c:v>
                </c:pt>
                <c:pt idx="1380">
                  <c:v>1.1822287376161541E-3</c:v>
                </c:pt>
                <c:pt idx="1381">
                  <c:v>1.4423190598917078E-3</c:v>
                </c:pt>
                <c:pt idx="1382">
                  <c:v>1.5605419336533234E-3</c:v>
                </c:pt>
                <c:pt idx="1383">
                  <c:v>1.3477407608824155E-3</c:v>
                </c:pt>
                <c:pt idx="1384">
                  <c:v>1.1349395881115078E-3</c:v>
                </c:pt>
                <c:pt idx="1385">
                  <c:v>1.4186744851393848E-3</c:v>
                </c:pt>
                <c:pt idx="1386">
                  <c:v>1.6078310831579695E-3</c:v>
                </c:pt>
                <c:pt idx="1387">
                  <c:v>1.4896082093963541E-3</c:v>
                </c:pt>
                <c:pt idx="1388">
                  <c:v>1.2295178871208001E-3</c:v>
                </c:pt>
                <c:pt idx="1389">
                  <c:v>1.5368973589010002E-3</c:v>
                </c:pt>
                <c:pt idx="1390">
                  <c:v>1.6787648074149384E-3</c:v>
                </c:pt>
                <c:pt idx="1391">
                  <c:v>1.5605419336533234E-3</c:v>
                </c:pt>
                <c:pt idx="1392">
                  <c:v>1.2295178871208001E-3</c:v>
                </c:pt>
                <c:pt idx="1393">
                  <c:v>1.4896082093963541E-3</c:v>
                </c:pt>
                <c:pt idx="1394">
                  <c:v>1.7024093821672616E-3</c:v>
                </c:pt>
                <c:pt idx="1395">
                  <c:v>1.5605419336533234E-3</c:v>
                </c:pt>
                <c:pt idx="1396">
                  <c:v>1.1822287376161541E-3</c:v>
                </c:pt>
                <c:pt idx="1397">
                  <c:v>1.3240961861300925E-3</c:v>
                </c:pt>
                <c:pt idx="1398">
                  <c:v>1.5368973589010002E-3</c:v>
                </c:pt>
                <c:pt idx="1399">
                  <c:v>1.4896082093963541E-3</c:v>
                </c:pt>
                <c:pt idx="1400">
                  <c:v>1.2058733123684769E-3</c:v>
                </c:pt>
                <c:pt idx="1401">
                  <c:v>1.4186744851393848E-3</c:v>
                </c:pt>
                <c:pt idx="1402">
                  <c:v>1.6551202326626157E-3</c:v>
                </c:pt>
                <c:pt idx="1403">
                  <c:v>1.5368973589010002E-3</c:v>
                </c:pt>
                <c:pt idx="1404">
                  <c:v>1.1349395881115078E-3</c:v>
                </c:pt>
                <c:pt idx="1405">
                  <c:v>1.3477407608824155E-3</c:v>
                </c:pt>
                <c:pt idx="1406">
                  <c:v>1.5368973589010002E-3</c:v>
                </c:pt>
                <c:pt idx="1407">
                  <c:v>1.3713853356347387E-3</c:v>
                </c:pt>
                <c:pt idx="1408">
                  <c:v>1.0167167143498924E-3</c:v>
                </c:pt>
                <c:pt idx="1409">
                  <c:v>1.1822287376161541E-3</c:v>
                </c:pt>
                <c:pt idx="1410">
                  <c:v>1.3950299103870616E-3</c:v>
                </c:pt>
                <c:pt idx="1411">
                  <c:v>1.3477407608824155E-3</c:v>
                </c:pt>
                <c:pt idx="1412">
                  <c:v>1.0876504386068617E-3</c:v>
                </c:pt>
                <c:pt idx="1413">
                  <c:v>1.2531624618731232E-3</c:v>
                </c:pt>
                <c:pt idx="1414">
                  <c:v>1.6078310831579695E-3</c:v>
                </c:pt>
                <c:pt idx="1415">
                  <c:v>1.5841865084056464E-3</c:v>
                </c:pt>
                <c:pt idx="1416">
                  <c:v>1.2295178871208001E-3</c:v>
                </c:pt>
                <c:pt idx="1417">
                  <c:v>1.3240961861300925E-3</c:v>
                </c:pt>
                <c:pt idx="1418">
                  <c:v>1.5368973589010002E-3</c:v>
                </c:pt>
                <c:pt idx="1419">
                  <c:v>1.4659636346440309E-3</c:v>
                </c:pt>
                <c:pt idx="1420">
                  <c:v>1.1349395881115078E-3</c:v>
                </c:pt>
                <c:pt idx="1421">
                  <c:v>1.2058733123684769E-3</c:v>
                </c:pt>
                <c:pt idx="1422">
                  <c:v>1.5368973589010002E-3</c:v>
                </c:pt>
                <c:pt idx="1423">
                  <c:v>1.5132527841486771E-3</c:v>
                </c:pt>
                <c:pt idx="1424">
                  <c:v>1.2058733123684769E-3</c:v>
                </c:pt>
                <c:pt idx="1425">
                  <c:v>1.2058733123684769E-3</c:v>
                </c:pt>
                <c:pt idx="1426">
                  <c:v>1.4896082093963541E-3</c:v>
                </c:pt>
                <c:pt idx="1427">
                  <c:v>1.4896082093963541E-3</c:v>
                </c:pt>
                <c:pt idx="1428">
                  <c:v>1.158584162863831E-3</c:v>
                </c:pt>
                <c:pt idx="1429">
                  <c:v>1.158584162863831E-3</c:v>
                </c:pt>
                <c:pt idx="1430">
                  <c:v>1.5132527841486771E-3</c:v>
                </c:pt>
                <c:pt idx="1431">
                  <c:v>1.5132527841486771E-3</c:v>
                </c:pt>
                <c:pt idx="1432">
                  <c:v>1.3004516113777694E-3</c:v>
                </c:pt>
                <c:pt idx="1433">
                  <c:v>1.2531624618731232E-3</c:v>
                </c:pt>
                <c:pt idx="1434">
                  <c:v>1.7024093821672616E-3</c:v>
                </c:pt>
                <c:pt idx="1435">
                  <c:v>1.7496985316719077E-3</c:v>
                </c:pt>
                <c:pt idx="1436">
                  <c:v>1.4896082093963541E-3</c:v>
                </c:pt>
                <c:pt idx="1437">
                  <c:v>1.3240961861300925E-3</c:v>
                </c:pt>
                <c:pt idx="1438">
                  <c:v>1.6078310831579695E-3</c:v>
                </c:pt>
                <c:pt idx="1439">
                  <c:v>1.6078310831579695E-3</c:v>
                </c:pt>
                <c:pt idx="1440">
                  <c:v>1.3004516113777694E-3</c:v>
                </c:pt>
                <c:pt idx="1441">
                  <c:v>1.2058733123684769E-3</c:v>
                </c:pt>
                <c:pt idx="1442">
                  <c:v>1.6078310831579695E-3</c:v>
                </c:pt>
                <c:pt idx="1443">
                  <c:v>1.6787648074149384E-3</c:v>
                </c:pt>
                <c:pt idx="1444">
                  <c:v>1.4423190598917078E-3</c:v>
                </c:pt>
                <c:pt idx="1445">
                  <c:v>1.2531624618731232E-3</c:v>
                </c:pt>
                <c:pt idx="1446">
                  <c:v>1.5841865084056464E-3</c:v>
                </c:pt>
                <c:pt idx="1447">
                  <c:v>1.7024093821672616E-3</c:v>
                </c:pt>
                <c:pt idx="1448">
                  <c:v>1.3477407608824155E-3</c:v>
                </c:pt>
                <c:pt idx="1449">
                  <c:v>1.0876504386068617E-3</c:v>
                </c:pt>
                <c:pt idx="1450">
                  <c:v>1.4186744851393848E-3</c:v>
                </c:pt>
                <c:pt idx="1451">
                  <c:v>1.5368973589010002E-3</c:v>
                </c:pt>
                <c:pt idx="1452">
                  <c:v>1.3240961861300925E-3</c:v>
                </c:pt>
                <c:pt idx="1453">
                  <c:v>1.1822287376161541E-3</c:v>
                </c:pt>
                <c:pt idx="1454">
                  <c:v>1.6314756579102927E-3</c:v>
                </c:pt>
                <c:pt idx="1455">
                  <c:v>1.7496985316719077E-3</c:v>
                </c:pt>
                <c:pt idx="1456">
                  <c:v>1.5368973589010002E-3</c:v>
                </c:pt>
                <c:pt idx="1457">
                  <c:v>1.3240961861300925E-3</c:v>
                </c:pt>
                <c:pt idx="1458">
                  <c:v>1.6787648074149384E-3</c:v>
                </c:pt>
                <c:pt idx="1459">
                  <c:v>1.8679214054335234E-3</c:v>
                </c:pt>
                <c:pt idx="1460">
                  <c:v>1.6314756579102927E-3</c:v>
                </c:pt>
                <c:pt idx="1461">
                  <c:v>1.3950299103870616E-3</c:v>
                </c:pt>
                <c:pt idx="1462">
                  <c:v>1.7260539569195848E-3</c:v>
                </c:pt>
                <c:pt idx="1463">
                  <c:v>1.7969876811765541E-3</c:v>
                </c:pt>
                <c:pt idx="1464">
                  <c:v>1.6078310831579695E-3</c:v>
                </c:pt>
                <c:pt idx="1465">
                  <c:v>1.3477407608824155E-3</c:v>
                </c:pt>
                <c:pt idx="1466">
                  <c:v>1.6787648074149384E-3</c:v>
                </c:pt>
                <c:pt idx="1467">
                  <c:v>1.7496985316719077E-3</c:v>
                </c:pt>
                <c:pt idx="1468">
                  <c:v>1.4896082093963541E-3</c:v>
                </c:pt>
                <c:pt idx="1469">
                  <c:v>1.2768070366254462E-3</c:v>
                </c:pt>
                <c:pt idx="1470">
                  <c:v>1.6078310831579695E-3</c:v>
                </c:pt>
                <c:pt idx="1471">
                  <c:v>1.7733431064242309E-3</c:v>
                </c:pt>
                <c:pt idx="1472">
                  <c:v>1.5841865084056464E-3</c:v>
                </c:pt>
                <c:pt idx="1473">
                  <c:v>1.2295178871208001E-3</c:v>
                </c:pt>
                <c:pt idx="1474">
                  <c:v>1.4659636346440309E-3</c:v>
                </c:pt>
                <c:pt idx="1475">
                  <c:v>1.5841865084056464E-3</c:v>
                </c:pt>
                <c:pt idx="1476">
                  <c:v>1.4186744851393848E-3</c:v>
                </c:pt>
                <c:pt idx="1477">
                  <c:v>1.158584162863831E-3</c:v>
                </c:pt>
                <c:pt idx="1478">
                  <c:v>1.5132527841486771E-3</c:v>
                </c:pt>
                <c:pt idx="1479">
                  <c:v>1.6787648074149384E-3</c:v>
                </c:pt>
                <c:pt idx="1480">
                  <c:v>1.5132527841486771E-3</c:v>
                </c:pt>
                <c:pt idx="1481">
                  <c:v>1.0876504386068617E-3</c:v>
                </c:pt>
                <c:pt idx="1482">
                  <c:v>1.2531624618731232E-3</c:v>
                </c:pt>
                <c:pt idx="1483">
                  <c:v>1.4896082093963541E-3</c:v>
                </c:pt>
                <c:pt idx="1484">
                  <c:v>1.3713853356347387E-3</c:v>
                </c:pt>
                <c:pt idx="1485">
                  <c:v>1.0876504386068617E-3</c:v>
                </c:pt>
                <c:pt idx="1486">
                  <c:v>1.3950299103870616E-3</c:v>
                </c:pt>
                <c:pt idx="1487">
                  <c:v>1.6078310831579695E-3</c:v>
                </c:pt>
                <c:pt idx="1488">
                  <c:v>1.4186744851393848E-3</c:v>
                </c:pt>
                <c:pt idx="1489">
                  <c:v>1.0403612891022155E-3</c:v>
                </c:pt>
                <c:pt idx="1490">
                  <c:v>1.3713853356347387E-3</c:v>
                </c:pt>
                <c:pt idx="1491">
                  <c:v>1.7024093821672616E-3</c:v>
                </c:pt>
                <c:pt idx="1492">
                  <c:v>1.6314756579102927E-3</c:v>
                </c:pt>
                <c:pt idx="1493">
                  <c:v>1.3004516113777694E-3</c:v>
                </c:pt>
                <c:pt idx="1494">
                  <c:v>1.4896082093963541E-3</c:v>
                </c:pt>
                <c:pt idx="1495">
                  <c:v>1.7496985316719077E-3</c:v>
                </c:pt>
                <c:pt idx="1496">
                  <c:v>1.6551202326626157E-3</c:v>
                </c:pt>
                <c:pt idx="1497">
                  <c:v>1.3240961861300925E-3</c:v>
                </c:pt>
                <c:pt idx="1498">
                  <c:v>1.4896082093963541E-3</c:v>
                </c:pt>
                <c:pt idx="1499">
                  <c:v>1.7496985316719077E-3</c:v>
                </c:pt>
                <c:pt idx="1500">
                  <c:v>1.7024093821672616E-3</c:v>
                </c:pt>
                <c:pt idx="1501">
                  <c:v>1.3713853356347387E-3</c:v>
                </c:pt>
                <c:pt idx="1502">
                  <c:v>1.3950299103870616E-3</c:v>
                </c:pt>
                <c:pt idx="1503">
                  <c:v>1.6787648074149384E-3</c:v>
                </c:pt>
                <c:pt idx="1504">
                  <c:v>1.6551202326626157E-3</c:v>
                </c:pt>
                <c:pt idx="1505">
                  <c:v>1.3950299103870616E-3</c:v>
                </c:pt>
                <c:pt idx="1506">
                  <c:v>1.4896082093963541E-3</c:v>
                </c:pt>
                <c:pt idx="1507">
                  <c:v>1.7969876811765541E-3</c:v>
                </c:pt>
                <c:pt idx="1508">
                  <c:v>1.6314756579102927E-3</c:v>
                </c:pt>
                <c:pt idx="1509">
                  <c:v>1.2768070366254462E-3</c:v>
                </c:pt>
                <c:pt idx="1510">
                  <c:v>1.2058733123684769E-3</c:v>
                </c:pt>
                <c:pt idx="1511">
                  <c:v>1.5841865084056464E-3</c:v>
                </c:pt>
                <c:pt idx="1512">
                  <c:v>1.5605419336533234E-3</c:v>
                </c:pt>
                <c:pt idx="1513">
                  <c:v>1.2295178871208001E-3</c:v>
                </c:pt>
                <c:pt idx="1514">
                  <c:v>1.1822287376161541E-3</c:v>
                </c:pt>
                <c:pt idx="1515">
                  <c:v>1.4896082093963541E-3</c:v>
                </c:pt>
                <c:pt idx="1516">
                  <c:v>1.4423190598917078E-3</c:v>
                </c:pt>
                <c:pt idx="1517">
                  <c:v>1.1112950133591848E-3</c:v>
                </c:pt>
                <c:pt idx="1518">
                  <c:v>1.0876504386068617E-3</c:v>
                </c:pt>
                <c:pt idx="1519">
                  <c:v>1.4423190598917078E-3</c:v>
                </c:pt>
                <c:pt idx="1520">
                  <c:v>1.5132527841486771E-3</c:v>
                </c:pt>
                <c:pt idx="1521">
                  <c:v>1.1349395881115078E-3</c:v>
                </c:pt>
                <c:pt idx="1522">
                  <c:v>1.0876504386068617E-3</c:v>
                </c:pt>
                <c:pt idx="1523">
                  <c:v>1.4423190598917078E-3</c:v>
                </c:pt>
                <c:pt idx="1524">
                  <c:v>1.4896082093963541E-3</c:v>
                </c:pt>
                <c:pt idx="1525">
                  <c:v>1.2295178871208001E-3</c:v>
                </c:pt>
                <c:pt idx="1526">
                  <c:v>1.0876504386068617E-3</c:v>
                </c:pt>
                <c:pt idx="1527">
                  <c:v>1.3950299103870616E-3</c:v>
                </c:pt>
                <c:pt idx="1528">
                  <c:v>1.3950299103870616E-3</c:v>
                </c:pt>
                <c:pt idx="1529">
                  <c:v>1.1112950133591848E-3</c:v>
                </c:pt>
                <c:pt idx="1530">
                  <c:v>1.0876504386068617E-3</c:v>
                </c:pt>
                <c:pt idx="1531">
                  <c:v>1.5841865084056464E-3</c:v>
                </c:pt>
                <c:pt idx="1532">
                  <c:v>1.6551202326626157E-3</c:v>
                </c:pt>
                <c:pt idx="1533">
                  <c:v>1.3477407608824155E-3</c:v>
                </c:pt>
                <c:pt idx="1534">
                  <c:v>1.1822287376161541E-3</c:v>
                </c:pt>
                <c:pt idx="1535">
                  <c:v>1.5605419336533234E-3</c:v>
                </c:pt>
                <c:pt idx="1536">
                  <c:v>1.5605419336533234E-3</c:v>
                </c:pt>
                <c:pt idx="1537">
                  <c:v>1.3240961861300925E-3</c:v>
                </c:pt>
                <c:pt idx="1538">
                  <c:v>1.0403612891022155E-3</c:v>
                </c:pt>
                <c:pt idx="1539">
                  <c:v>1.3240961861300925E-3</c:v>
                </c:pt>
                <c:pt idx="1540">
                  <c:v>1.4186744851393848E-3</c:v>
                </c:pt>
                <c:pt idx="1541">
                  <c:v>1.2295178871208001E-3</c:v>
                </c:pt>
                <c:pt idx="1542">
                  <c:v>1.0640058638545385E-3</c:v>
                </c:pt>
                <c:pt idx="1543">
                  <c:v>1.4659636346440309E-3</c:v>
                </c:pt>
                <c:pt idx="1544">
                  <c:v>1.4659636346440309E-3</c:v>
                </c:pt>
                <c:pt idx="1545">
                  <c:v>1.2531624618731232E-3</c:v>
                </c:pt>
                <c:pt idx="1546">
                  <c:v>9.9307213959756941E-4</c:v>
                </c:pt>
                <c:pt idx="1547">
                  <c:v>1.2768070366254462E-3</c:v>
                </c:pt>
                <c:pt idx="1548">
                  <c:v>1.4186744851393848E-3</c:v>
                </c:pt>
                <c:pt idx="1549">
                  <c:v>1.2531624618731232E-3</c:v>
                </c:pt>
                <c:pt idx="1550">
                  <c:v>1.1349395881115078E-3</c:v>
                </c:pt>
                <c:pt idx="1551">
                  <c:v>1.4896082093963541E-3</c:v>
                </c:pt>
                <c:pt idx="1552">
                  <c:v>1.7260539569195848E-3</c:v>
                </c:pt>
                <c:pt idx="1553">
                  <c:v>1.5841865084056464E-3</c:v>
                </c:pt>
                <c:pt idx="1554">
                  <c:v>1.3713853356347387E-3</c:v>
                </c:pt>
                <c:pt idx="1555">
                  <c:v>1.7024093821672616E-3</c:v>
                </c:pt>
                <c:pt idx="1556">
                  <c:v>1.8915659801858463E-3</c:v>
                </c:pt>
                <c:pt idx="1557">
                  <c:v>1.6787648074149384E-3</c:v>
                </c:pt>
                <c:pt idx="1558">
                  <c:v>1.3713853356347387E-3</c:v>
                </c:pt>
                <c:pt idx="1559">
                  <c:v>1.6314756579102927E-3</c:v>
                </c:pt>
                <c:pt idx="1560">
                  <c:v>1.820632255928877E-3</c:v>
                </c:pt>
                <c:pt idx="1561">
                  <c:v>1.6314756579102927E-3</c:v>
                </c:pt>
                <c:pt idx="1562">
                  <c:v>1.3004516113777694E-3</c:v>
                </c:pt>
                <c:pt idx="1563">
                  <c:v>1.5605419336533234E-3</c:v>
                </c:pt>
                <c:pt idx="1564">
                  <c:v>1.7024093821672616E-3</c:v>
                </c:pt>
                <c:pt idx="1565">
                  <c:v>1.4423190598917078E-3</c:v>
                </c:pt>
                <c:pt idx="1566">
                  <c:v>1.1349395881115078E-3</c:v>
                </c:pt>
                <c:pt idx="1567">
                  <c:v>1.3477407608824155E-3</c:v>
                </c:pt>
                <c:pt idx="1568">
                  <c:v>1.5605419336533234E-3</c:v>
                </c:pt>
                <c:pt idx="1569">
                  <c:v>1.4186744851393848E-3</c:v>
                </c:pt>
                <c:pt idx="1570">
                  <c:v>1.158584162863831E-3</c:v>
                </c:pt>
                <c:pt idx="1571">
                  <c:v>1.3477407608824155E-3</c:v>
                </c:pt>
                <c:pt idx="1572">
                  <c:v>1.5368973589010002E-3</c:v>
                </c:pt>
                <c:pt idx="1573">
                  <c:v>1.3950299103870616E-3</c:v>
                </c:pt>
                <c:pt idx="1574">
                  <c:v>1.1822287376161541E-3</c:v>
                </c:pt>
                <c:pt idx="1575">
                  <c:v>1.4186744851393848E-3</c:v>
                </c:pt>
                <c:pt idx="1576">
                  <c:v>1.6787648074149384E-3</c:v>
                </c:pt>
                <c:pt idx="1577">
                  <c:v>1.5132527841486771E-3</c:v>
                </c:pt>
                <c:pt idx="1578">
                  <c:v>1.2295178871208001E-3</c:v>
                </c:pt>
                <c:pt idx="1579">
                  <c:v>1.3950299103870616E-3</c:v>
                </c:pt>
                <c:pt idx="1580">
                  <c:v>1.6078310831579695E-3</c:v>
                </c:pt>
                <c:pt idx="1581">
                  <c:v>1.4659636346440309E-3</c:v>
                </c:pt>
                <c:pt idx="1582">
                  <c:v>1.158584162863831E-3</c:v>
                </c:pt>
                <c:pt idx="1583">
                  <c:v>1.2768070366254462E-3</c:v>
                </c:pt>
                <c:pt idx="1584">
                  <c:v>1.4659636346440309E-3</c:v>
                </c:pt>
                <c:pt idx="1585">
                  <c:v>1.4423190598917078E-3</c:v>
                </c:pt>
                <c:pt idx="1586">
                  <c:v>1.2531624618731232E-3</c:v>
                </c:pt>
                <c:pt idx="1587">
                  <c:v>1.3713853356347387E-3</c:v>
                </c:pt>
                <c:pt idx="1588">
                  <c:v>1.6078310831579695E-3</c:v>
                </c:pt>
                <c:pt idx="1589">
                  <c:v>1.4659636346440309E-3</c:v>
                </c:pt>
                <c:pt idx="1590">
                  <c:v>1.1822287376161541E-3</c:v>
                </c:pt>
                <c:pt idx="1591">
                  <c:v>1.3240961861300925E-3</c:v>
                </c:pt>
                <c:pt idx="1592">
                  <c:v>1.5841865084056464E-3</c:v>
                </c:pt>
                <c:pt idx="1593">
                  <c:v>1.4423190598917078E-3</c:v>
                </c:pt>
                <c:pt idx="1594">
                  <c:v>1.1822287376161541E-3</c:v>
                </c:pt>
                <c:pt idx="1595">
                  <c:v>1.2295178871208001E-3</c:v>
                </c:pt>
                <c:pt idx="1596">
                  <c:v>1.5605419336533234E-3</c:v>
                </c:pt>
                <c:pt idx="1597">
                  <c:v>1.5132527841486771E-3</c:v>
                </c:pt>
                <c:pt idx="1598">
                  <c:v>1.2058733123684769E-3</c:v>
                </c:pt>
                <c:pt idx="1599">
                  <c:v>1.2531624618731232E-3</c:v>
                </c:pt>
                <c:pt idx="1600">
                  <c:v>1.6551202326626157E-3</c:v>
                </c:pt>
                <c:pt idx="1601">
                  <c:v>1.6078310831579695E-3</c:v>
                </c:pt>
                <c:pt idx="1602">
                  <c:v>1.2058733123684769E-3</c:v>
                </c:pt>
                <c:pt idx="1603">
                  <c:v>1.1822287376161541E-3</c:v>
                </c:pt>
                <c:pt idx="1604">
                  <c:v>1.5368973589010002E-3</c:v>
                </c:pt>
                <c:pt idx="1605">
                  <c:v>1.4659636346440309E-3</c:v>
                </c:pt>
                <c:pt idx="1606">
                  <c:v>1.158584162863831E-3</c:v>
                </c:pt>
                <c:pt idx="1607">
                  <c:v>1.1349395881115078E-3</c:v>
                </c:pt>
                <c:pt idx="1608">
                  <c:v>1.4659636346440309E-3</c:v>
                </c:pt>
                <c:pt idx="1609">
                  <c:v>1.5132527841486771E-3</c:v>
                </c:pt>
                <c:pt idx="1610">
                  <c:v>1.3004516113777694E-3</c:v>
                </c:pt>
                <c:pt idx="1611">
                  <c:v>1.2531624618731232E-3</c:v>
                </c:pt>
                <c:pt idx="1612">
                  <c:v>1.6078310831579695E-3</c:v>
                </c:pt>
                <c:pt idx="1613">
                  <c:v>1.5368973589010002E-3</c:v>
                </c:pt>
                <c:pt idx="1614">
                  <c:v>1.2768070366254462E-3</c:v>
                </c:pt>
                <c:pt idx="1615">
                  <c:v>1.2531624618731232E-3</c:v>
                </c:pt>
                <c:pt idx="1616">
                  <c:v>1.5605419336533234E-3</c:v>
                </c:pt>
                <c:pt idx="1617">
                  <c:v>1.5605419336533234E-3</c:v>
                </c:pt>
                <c:pt idx="1618">
                  <c:v>1.2768070366254462E-3</c:v>
                </c:pt>
                <c:pt idx="1619">
                  <c:v>1.2531624618731232E-3</c:v>
                </c:pt>
                <c:pt idx="1620">
                  <c:v>1.6787648074149384E-3</c:v>
                </c:pt>
                <c:pt idx="1621">
                  <c:v>1.7496985316719077E-3</c:v>
                </c:pt>
                <c:pt idx="1622">
                  <c:v>1.4659636346440309E-3</c:v>
                </c:pt>
                <c:pt idx="1623">
                  <c:v>1.3004516113777694E-3</c:v>
                </c:pt>
                <c:pt idx="1624">
                  <c:v>1.5841865084056464E-3</c:v>
                </c:pt>
                <c:pt idx="1625">
                  <c:v>1.5368973589010002E-3</c:v>
                </c:pt>
                <c:pt idx="1626">
                  <c:v>1.2531624618731232E-3</c:v>
                </c:pt>
                <c:pt idx="1627">
                  <c:v>1.1349395881115078E-3</c:v>
                </c:pt>
                <c:pt idx="1628">
                  <c:v>1.4423190598917078E-3</c:v>
                </c:pt>
                <c:pt idx="1629">
                  <c:v>1.5368973589010002E-3</c:v>
                </c:pt>
                <c:pt idx="1630">
                  <c:v>1.3004516113777694E-3</c:v>
                </c:pt>
                <c:pt idx="1631">
                  <c:v>1.158584162863831E-3</c:v>
                </c:pt>
                <c:pt idx="1632">
                  <c:v>1.5132527841486771E-3</c:v>
                </c:pt>
                <c:pt idx="1633">
                  <c:v>1.6314756579102927E-3</c:v>
                </c:pt>
                <c:pt idx="1634">
                  <c:v>1.3950299103870616E-3</c:v>
                </c:pt>
                <c:pt idx="1635">
                  <c:v>1.2295178871208001E-3</c:v>
                </c:pt>
                <c:pt idx="1636">
                  <c:v>1.5368973589010002E-3</c:v>
                </c:pt>
                <c:pt idx="1637">
                  <c:v>1.6551202326626157E-3</c:v>
                </c:pt>
                <c:pt idx="1638">
                  <c:v>1.3713853356347387E-3</c:v>
                </c:pt>
                <c:pt idx="1639">
                  <c:v>1.1112950133591848E-3</c:v>
                </c:pt>
                <c:pt idx="1640">
                  <c:v>1.3477407608824155E-3</c:v>
                </c:pt>
                <c:pt idx="1641">
                  <c:v>1.4186744851393848E-3</c:v>
                </c:pt>
                <c:pt idx="1642">
                  <c:v>1.1822287376161541E-3</c:v>
                </c:pt>
                <c:pt idx="1643">
                  <c:v>9.6942756484524634E-4</c:v>
                </c:pt>
                <c:pt idx="1644">
                  <c:v>1.2531624618731232E-3</c:v>
                </c:pt>
                <c:pt idx="1645">
                  <c:v>1.4186744851393848E-3</c:v>
                </c:pt>
                <c:pt idx="1646">
                  <c:v>1.1822287376161541E-3</c:v>
                </c:pt>
                <c:pt idx="1647">
                  <c:v>9.6942756484524634E-4</c:v>
                </c:pt>
                <c:pt idx="1648">
                  <c:v>1.2058733123684769E-3</c:v>
                </c:pt>
                <c:pt idx="1649">
                  <c:v>1.3713853356347387E-3</c:v>
                </c:pt>
                <c:pt idx="1650">
                  <c:v>1.2058733123684769E-3</c:v>
                </c:pt>
                <c:pt idx="1651">
                  <c:v>9.9307213959756941E-4</c:v>
                </c:pt>
                <c:pt idx="1652">
                  <c:v>1.2531624618731232E-3</c:v>
                </c:pt>
                <c:pt idx="1653">
                  <c:v>1.5132527841486771E-3</c:v>
                </c:pt>
                <c:pt idx="1654">
                  <c:v>1.3477407608824155E-3</c:v>
                </c:pt>
                <c:pt idx="1655">
                  <c:v>1.0167167143498924E-3</c:v>
                </c:pt>
                <c:pt idx="1656">
                  <c:v>1.2058733123684769E-3</c:v>
                </c:pt>
                <c:pt idx="1657">
                  <c:v>1.4659636346440309E-3</c:v>
                </c:pt>
                <c:pt idx="1658">
                  <c:v>1.3477407608824155E-3</c:v>
                </c:pt>
                <c:pt idx="1659">
                  <c:v>1.2058733123684769E-3</c:v>
                </c:pt>
                <c:pt idx="1660">
                  <c:v>1.4896082093963541E-3</c:v>
                </c:pt>
                <c:pt idx="1661">
                  <c:v>1.6314756579102927E-3</c:v>
                </c:pt>
                <c:pt idx="1662">
                  <c:v>1.4659636346440309E-3</c:v>
                </c:pt>
                <c:pt idx="1663">
                  <c:v>1.2768070366254462E-3</c:v>
                </c:pt>
                <c:pt idx="1664">
                  <c:v>1.5841865084056464E-3</c:v>
                </c:pt>
                <c:pt idx="1665">
                  <c:v>1.7733431064242309E-3</c:v>
                </c:pt>
                <c:pt idx="1666">
                  <c:v>1.6551202326626157E-3</c:v>
                </c:pt>
                <c:pt idx="1667">
                  <c:v>1.4186744851393848E-3</c:v>
                </c:pt>
                <c:pt idx="1668">
                  <c:v>1.6078310831579695E-3</c:v>
                </c:pt>
                <c:pt idx="1669">
                  <c:v>1.8442768306812002E-3</c:v>
                </c:pt>
                <c:pt idx="1670">
                  <c:v>1.7496985316719077E-3</c:v>
                </c:pt>
                <c:pt idx="1671">
                  <c:v>1.4423190598917078E-3</c:v>
                </c:pt>
                <c:pt idx="1672">
                  <c:v>1.5841865084056464E-3</c:v>
                </c:pt>
                <c:pt idx="1673">
                  <c:v>1.7260539569195848E-3</c:v>
                </c:pt>
                <c:pt idx="1674">
                  <c:v>1.5132527841486771E-3</c:v>
                </c:pt>
                <c:pt idx="1675">
                  <c:v>1.2058733123684769E-3</c:v>
                </c:pt>
                <c:pt idx="1676">
                  <c:v>1.3950299103870616E-3</c:v>
                </c:pt>
                <c:pt idx="1677">
                  <c:v>1.7024093821672616E-3</c:v>
                </c:pt>
                <c:pt idx="1678">
                  <c:v>1.5605419336533234E-3</c:v>
                </c:pt>
                <c:pt idx="1679">
                  <c:v>1.2058733123684769E-3</c:v>
                </c:pt>
                <c:pt idx="1680">
                  <c:v>1.3240961861300925E-3</c:v>
                </c:pt>
                <c:pt idx="1681">
                  <c:v>1.6551202326626157E-3</c:v>
                </c:pt>
                <c:pt idx="1682">
                  <c:v>1.5368973589010002E-3</c:v>
                </c:pt>
                <c:pt idx="1683">
                  <c:v>1.1822287376161541E-3</c:v>
                </c:pt>
                <c:pt idx="1684">
                  <c:v>1.3240961861300925E-3</c:v>
                </c:pt>
                <c:pt idx="1685">
                  <c:v>1.5841865084056464E-3</c:v>
                </c:pt>
                <c:pt idx="1686">
                  <c:v>1.5841865084056464E-3</c:v>
                </c:pt>
                <c:pt idx="1687">
                  <c:v>1.2768070366254462E-3</c:v>
                </c:pt>
                <c:pt idx="1688">
                  <c:v>1.3713853356347387E-3</c:v>
                </c:pt>
                <c:pt idx="1689">
                  <c:v>1.7260539569195848E-3</c:v>
                </c:pt>
                <c:pt idx="1690">
                  <c:v>1.6787648074149384E-3</c:v>
                </c:pt>
                <c:pt idx="1691">
                  <c:v>1.3950299103870616E-3</c:v>
                </c:pt>
                <c:pt idx="1692">
                  <c:v>1.4896082093963541E-3</c:v>
                </c:pt>
                <c:pt idx="1693">
                  <c:v>1.7733431064242309E-3</c:v>
                </c:pt>
                <c:pt idx="1694">
                  <c:v>1.6551202326626157E-3</c:v>
                </c:pt>
                <c:pt idx="1695">
                  <c:v>1.2768070366254462E-3</c:v>
                </c:pt>
                <c:pt idx="1696">
                  <c:v>1.3004516113777694E-3</c:v>
                </c:pt>
                <c:pt idx="1697">
                  <c:v>1.5368973589010002E-3</c:v>
                </c:pt>
                <c:pt idx="1698">
                  <c:v>1.5605419336533234E-3</c:v>
                </c:pt>
                <c:pt idx="1699">
                  <c:v>1.2295178871208001E-3</c:v>
                </c:pt>
                <c:pt idx="1700">
                  <c:v>1.2295178871208001E-3</c:v>
                </c:pt>
                <c:pt idx="1701">
                  <c:v>1.5368973589010002E-3</c:v>
                </c:pt>
                <c:pt idx="1702">
                  <c:v>1.4896082093963541E-3</c:v>
                </c:pt>
                <c:pt idx="1703">
                  <c:v>1.1349395881115078E-3</c:v>
                </c:pt>
                <c:pt idx="1704">
                  <c:v>1.158584162863831E-3</c:v>
                </c:pt>
                <c:pt idx="1705">
                  <c:v>1.5368973589010002E-3</c:v>
                </c:pt>
                <c:pt idx="1706">
                  <c:v>1.5132527841486771E-3</c:v>
                </c:pt>
                <c:pt idx="1707">
                  <c:v>1.1112950133591848E-3</c:v>
                </c:pt>
                <c:pt idx="1708">
                  <c:v>1.1349395881115078E-3</c:v>
                </c:pt>
                <c:pt idx="1709">
                  <c:v>1.5368973589010002E-3</c:v>
                </c:pt>
                <c:pt idx="1710">
                  <c:v>1.5368973589010002E-3</c:v>
                </c:pt>
                <c:pt idx="1711">
                  <c:v>1.2531624618731232E-3</c:v>
                </c:pt>
                <c:pt idx="1712">
                  <c:v>1.2531624618731232E-3</c:v>
                </c:pt>
                <c:pt idx="1713">
                  <c:v>1.6551202326626157E-3</c:v>
                </c:pt>
                <c:pt idx="1714">
                  <c:v>1.7969876811765541E-3</c:v>
                </c:pt>
                <c:pt idx="1715">
                  <c:v>1.4896082093963541E-3</c:v>
                </c:pt>
                <c:pt idx="1716">
                  <c:v>1.3477407608824155E-3</c:v>
                </c:pt>
                <c:pt idx="1717">
                  <c:v>1.6551202326626157E-3</c:v>
                </c:pt>
                <c:pt idx="1718">
                  <c:v>1.7260539569195848E-3</c:v>
                </c:pt>
                <c:pt idx="1719">
                  <c:v>1.4896082093963541E-3</c:v>
                </c:pt>
                <c:pt idx="1720">
                  <c:v>1.3950299103870616E-3</c:v>
                </c:pt>
                <c:pt idx="1721">
                  <c:v>1.7024093821672616E-3</c:v>
                </c:pt>
                <c:pt idx="1722">
                  <c:v>1.7969876811765541E-3</c:v>
                </c:pt>
                <c:pt idx="1723">
                  <c:v>1.4896082093963541E-3</c:v>
                </c:pt>
                <c:pt idx="1724">
                  <c:v>1.3004516113777694E-3</c:v>
                </c:pt>
                <c:pt idx="1725">
                  <c:v>1.6314756579102927E-3</c:v>
                </c:pt>
                <c:pt idx="1726">
                  <c:v>1.6787648074149384E-3</c:v>
                </c:pt>
                <c:pt idx="1727">
                  <c:v>1.3240961861300925E-3</c:v>
                </c:pt>
                <c:pt idx="1728">
                  <c:v>1.0876504386068617E-3</c:v>
                </c:pt>
                <c:pt idx="1729">
                  <c:v>1.4423190598917078E-3</c:v>
                </c:pt>
                <c:pt idx="1730">
                  <c:v>1.5132527841486771E-3</c:v>
                </c:pt>
                <c:pt idx="1731">
                  <c:v>1.2531624618731232E-3</c:v>
                </c:pt>
                <c:pt idx="1732">
                  <c:v>9.6942756484524634E-4</c:v>
                </c:pt>
                <c:pt idx="1733">
                  <c:v>1.2058733123684769E-3</c:v>
                </c:pt>
                <c:pt idx="1734">
                  <c:v>1.2768070366254462E-3</c:v>
                </c:pt>
                <c:pt idx="1735">
                  <c:v>1.0640058638545385E-3</c:v>
                </c:pt>
                <c:pt idx="1736">
                  <c:v>8.512046910836308E-4</c:v>
                </c:pt>
                <c:pt idx="1737">
                  <c:v>1.2295178871208001E-3</c:v>
                </c:pt>
                <c:pt idx="1738">
                  <c:v>1.4659636346440309E-3</c:v>
                </c:pt>
                <c:pt idx="1739">
                  <c:v>1.2531624618731232E-3</c:v>
                </c:pt>
                <c:pt idx="1740">
                  <c:v>1.0403612891022155E-3</c:v>
                </c:pt>
                <c:pt idx="1741">
                  <c:v>1.3240961861300925E-3</c:v>
                </c:pt>
                <c:pt idx="1742">
                  <c:v>1.4423190598917078E-3</c:v>
                </c:pt>
                <c:pt idx="1743">
                  <c:v>1.3004516113777694E-3</c:v>
                </c:pt>
                <c:pt idx="1744">
                  <c:v>9.4578299009292317E-4</c:v>
                </c:pt>
                <c:pt idx="1745">
                  <c:v>1.158584162863831E-3</c:v>
                </c:pt>
                <c:pt idx="1746">
                  <c:v>1.3004516113777694E-3</c:v>
                </c:pt>
                <c:pt idx="1747">
                  <c:v>1.1349395881115078E-3</c:v>
                </c:pt>
                <c:pt idx="1748">
                  <c:v>8.512046910836308E-4</c:v>
                </c:pt>
                <c:pt idx="1749">
                  <c:v>1.158584162863831E-3</c:v>
                </c:pt>
                <c:pt idx="1750">
                  <c:v>1.2768070366254462E-3</c:v>
                </c:pt>
                <c:pt idx="1751">
                  <c:v>1.1822287376161541E-3</c:v>
                </c:pt>
                <c:pt idx="1752">
                  <c:v>9.6942756484524634E-4</c:v>
                </c:pt>
                <c:pt idx="1753">
                  <c:v>1.3240961861300925E-3</c:v>
                </c:pt>
                <c:pt idx="1754">
                  <c:v>1.5368973589010002E-3</c:v>
                </c:pt>
                <c:pt idx="1755">
                  <c:v>1.4659636346440309E-3</c:v>
                </c:pt>
                <c:pt idx="1756">
                  <c:v>1.2058733123684769E-3</c:v>
                </c:pt>
                <c:pt idx="1757">
                  <c:v>1.4659636346440309E-3</c:v>
                </c:pt>
                <c:pt idx="1758">
                  <c:v>1.6551202326626157E-3</c:v>
                </c:pt>
                <c:pt idx="1759">
                  <c:v>1.5841865084056464E-3</c:v>
                </c:pt>
                <c:pt idx="1760">
                  <c:v>1.2295178871208001E-3</c:v>
                </c:pt>
                <c:pt idx="1761">
                  <c:v>1.4423190598917078E-3</c:v>
                </c:pt>
                <c:pt idx="1762">
                  <c:v>1.6551202326626157E-3</c:v>
                </c:pt>
                <c:pt idx="1763">
                  <c:v>1.6078310831579695E-3</c:v>
                </c:pt>
                <c:pt idx="1764">
                  <c:v>1.3240961861300925E-3</c:v>
                </c:pt>
                <c:pt idx="1765">
                  <c:v>1.5841865084056464E-3</c:v>
                </c:pt>
                <c:pt idx="1766">
                  <c:v>1.7260539569195848E-3</c:v>
                </c:pt>
                <c:pt idx="1767">
                  <c:v>1.5841865084056464E-3</c:v>
                </c:pt>
                <c:pt idx="1768">
                  <c:v>1.2058733123684769E-3</c:v>
                </c:pt>
                <c:pt idx="1769">
                  <c:v>1.4186744851393848E-3</c:v>
                </c:pt>
                <c:pt idx="1770">
                  <c:v>1.6551202326626157E-3</c:v>
                </c:pt>
                <c:pt idx="1771">
                  <c:v>1.5368973589010002E-3</c:v>
                </c:pt>
                <c:pt idx="1772">
                  <c:v>1.2531624618731232E-3</c:v>
                </c:pt>
                <c:pt idx="1773">
                  <c:v>1.3240961861300925E-3</c:v>
                </c:pt>
                <c:pt idx="1774">
                  <c:v>1.6078310831579695E-3</c:v>
                </c:pt>
                <c:pt idx="1775">
                  <c:v>1.6314756579102927E-3</c:v>
                </c:pt>
                <c:pt idx="1776">
                  <c:v>1.3713853356347387E-3</c:v>
                </c:pt>
                <c:pt idx="1777">
                  <c:v>1.5368973589010002E-3</c:v>
                </c:pt>
                <c:pt idx="1778">
                  <c:v>1.9152105549381695E-3</c:v>
                </c:pt>
                <c:pt idx="1779">
                  <c:v>1.820632255928877E-3</c:v>
                </c:pt>
                <c:pt idx="1780">
                  <c:v>1.3950299103870616E-3</c:v>
                </c:pt>
                <c:pt idx="1781">
                  <c:v>1.4896082093963541E-3</c:v>
                </c:pt>
                <c:pt idx="1782">
                  <c:v>1.7969876811765541E-3</c:v>
                </c:pt>
                <c:pt idx="1783">
                  <c:v>1.7024093821672616E-3</c:v>
                </c:pt>
                <c:pt idx="1784">
                  <c:v>1.4186744851393848E-3</c:v>
                </c:pt>
                <c:pt idx="1785">
                  <c:v>1.5132527841486771E-3</c:v>
                </c:pt>
                <c:pt idx="1786">
                  <c:v>1.8915659801858463E-3</c:v>
                </c:pt>
                <c:pt idx="1787">
                  <c:v>1.8442768306812002E-3</c:v>
                </c:pt>
                <c:pt idx="1788">
                  <c:v>1.4896082093963541E-3</c:v>
                </c:pt>
                <c:pt idx="1789">
                  <c:v>1.4423190598917078E-3</c:v>
                </c:pt>
                <c:pt idx="1790">
                  <c:v>1.7496985316719077E-3</c:v>
                </c:pt>
                <c:pt idx="1791">
                  <c:v>1.7733431064242309E-3</c:v>
                </c:pt>
                <c:pt idx="1792">
                  <c:v>1.4423190598917078E-3</c:v>
                </c:pt>
                <c:pt idx="1793">
                  <c:v>1.3950299103870616E-3</c:v>
                </c:pt>
                <c:pt idx="1794">
                  <c:v>1.7496985316719077E-3</c:v>
                </c:pt>
                <c:pt idx="1795">
                  <c:v>1.7969876811765541E-3</c:v>
                </c:pt>
                <c:pt idx="1796">
                  <c:v>1.4659636346440309E-3</c:v>
                </c:pt>
                <c:pt idx="1797">
                  <c:v>1.3713853356347387E-3</c:v>
                </c:pt>
                <c:pt idx="1798">
                  <c:v>1.7496985316719077E-3</c:v>
                </c:pt>
                <c:pt idx="1799">
                  <c:v>1.7969876811765541E-3</c:v>
                </c:pt>
                <c:pt idx="1800">
                  <c:v>1.5132527841486771E-3</c:v>
                </c:pt>
                <c:pt idx="1801">
                  <c:v>1.3950299103870616E-3</c:v>
                </c:pt>
                <c:pt idx="1802">
                  <c:v>1.7733431064242309E-3</c:v>
                </c:pt>
                <c:pt idx="1803">
                  <c:v>1.7733431064242309E-3</c:v>
                </c:pt>
                <c:pt idx="1804">
                  <c:v>1.3950299103870616E-3</c:v>
                </c:pt>
                <c:pt idx="1805">
                  <c:v>1.2058733123684769E-3</c:v>
                </c:pt>
                <c:pt idx="1806">
                  <c:v>1.5132527841486771E-3</c:v>
                </c:pt>
                <c:pt idx="1807">
                  <c:v>1.5605419336533234E-3</c:v>
                </c:pt>
                <c:pt idx="1808">
                  <c:v>1.2295178871208001E-3</c:v>
                </c:pt>
                <c:pt idx="1809">
                  <c:v>1.0876504386068617E-3</c:v>
                </c:pt>
                <c:pt idx="1810">
                  <c:v>1.4659636346440309E-3</c:v>
                </c:pt>
                <c:pt idx="1811">
                  <c:v>1.6078310831579695E-3</c:v>
                </c:pt>
                <c:pt idx="1812">
                  <c:v>1.3477407608824155E-3</c:v>
                </c:pt>
                <c:pt idx="1813">
                  <c:v>1.0640058638545385E-3</c:v>
                </c:pt>
                <c:pt idx="1814">
                  <c:v>1.4423190598917078E-3</c:v>
                </c:pt>
                <c:pt idx="1815">
                  <c:v>1.5368973589010002E-3</c:v>
                </c:pt>
                <c:pt idx="1816">
                  <c:v>1.2531624618731232E-3</c:v>
                </c:pt>
                <c:pt idx="1817">
                  <c:v>9.9307213959756941E-4</c:v>
                </c:pt>
                <c:pt idx="1818">
                  <c:v>1.3240961861300925E-3</c:v>
                </c:pt>
                <c:pt idx="1819">
                  <c:v>1.4186744851393848E-3</c:v>
                </c:pt>
                <c:pt idx="1820">
                  <c:v>1.2768070366254462E-3</c:v>
                </c:pt>
                <c:pt idx="1821">
                  <c:v>1.1112950133591848E-3</c:v>
                </c:pt>
                <c:pt idx="1822">
                  <c:v>1.5132527841486771E-3</c:v>
                </c:pt>
                <c:pt idx="1823">
                  <c:v>1.6078310831579695E-3</c:v>
                </c:pt>
                <c:pt idx="1824">
                  <c:v>1.4186744851393848E-3</c:v>
                </c:pt>
                <c:pt idx="1825">
                  <c:v>1.2295178871208001E-3</c:v>
                </c:pt>
                <c:pt idx="1826">
                  <c:v>1.5605419336533234E-3</c:v>
                </c:pt>
                <c:pt idx="1827">
                  <c:v>1.7024093821672616E-3</c:v>
                </c:pt>
                <c:pt idx="1828">
                  <c:v>1.4659636346440309E-3</c:v>
                </c:pt>
                <c:pt idx="1829">
                  <c:v>1.2531624618731232E-3</c:v>
                </c:pt>
                <c:pt idx="1830">
                  <c:v>1.6551202326626157E-3</c:v>
                </c:pt>
                <c:pt idx="1831">
                  <c:v>1.7024093821672616E-3</c:v>
                </c:pt>
                <c:pt idx="1832">
                  <c:v>1.4423190598917078E-3</c:v>
                </c:pt>
                <c:pt idx="1833">
                  <c:v>1.158584162863831E-3</c:v>
                </c:pt>
                <c:pt idx="1834">
                  <c:v>1.4659636346440309E-3</c:v>
                </c:pt>
                <c:pt idx="1835">
                  <c:v>1.6078310831579695E-3</c:v>
                </c:pt>
                <c:pt idx="1836">
                  <c:v>1.3713853356347387E-3</c:v>
                </c:pt>
                <c:pt idx="1837">
                  <c:v>1.0403612891022155E-3</c:v>
                </c:pt>
                <c:pt idx="1838">
                  <c:v>1.4186744851393848E-3</c:v>
                </c:pt>
                <c:pt idx="1839">
                  <c:v>1.6787648074149384E-3</c:v>
                </c:pt>
                <c:pt idx="1840">
                  <c:v>1.5132527841486771E-3</c:v>
                </c:pt>
                <c:pt idx="1841">
                  <c:v>1.2531624618731232E-3</c:v>
                </c:pt>
                <c:pt idx="1842">
                  <c:v>1.6078310831579695E-3</c:v>
                </c:pt>
                <c:pt idx="1843">
                  <c:v>1.7496985316719077E-3</c:v>
                </c:pt>
                <c:pt idx="1844">
                  <c:v>1.7024093821672616E-3</c:v>
                </c:pt>
                <c:pt idx="1845">
                  <c:v>1.3240961861300925E-3</c:v>
                </c:pt>
                <c:pt idx="1846">
                  <c:v>1.4659636346440309E-3</c:v>
                </c:pt>
                <c:pt idx="1847">
                  <c:v>1.6787648074149384E-3</c:v>
                </c:pt>
                <c:pt idx="1848">
                  <c:v>1.4896082093963541E-3</c:v>
                </c:pt>
                <c:pt idx="1849">
                  <c:v>1.1822287376161541E-3</c:v>
                </c:pt>
                <c:pt idx="1850">
                  <c:v>1.4659636346440309E-3</c:v>
                </c:pt>
                <c:pt idx="1851">
                  <c:v>1.7024093821672616E-3</c:v>
                </c:pt>
                <c:pt idx="1852">
                  <c:v>1.5368973589010002E-3</c:v>
                </c:pt>
                <c:pt idx="1853">
                  <c:v>1.1349395881115078E-3</c:v>
                </c:pt>
                <c:pt idx="1854">
                  <c:v>1.2295178871208001E-3</c:v>
                </c:pt>
                <c:pt idx="1855">
                  <c:v>1.5605419336533234E-3</c:v>
                </c:pt>
                <c:pt idx="1856">
                  <c:v>1.6078310831579695E-3</c:v>
                </c:pt>
                <c:pt idx="1857">
                  <c:v>1.3004516113777694E-3</c:v>
                </c:pt>
                <c:pt idx="1858">
                  <c:v>1.4659636346440309E-3</c:v>
                </c:pt>
                <c:pt idx="1859">
                  <c:v>1.6787648074149384E-3</c:v>
                </c:pt>
                <c:pt idx="1860">
                  <c:v>1.5132527841486771E-3</c:v>
                </c:pt>
                <c:pt idx="1861">
                  <c:v>1.1112950133591848E-3</c:v>
                </c:pt>
                <c:pt idx="1862">
                  <c:v>1.2768070366254462E-3</c:v>
                </c:pt>
                <c:pt idx="1863">
                  <c:v>1.6787648074149384E-3</c:v>
                </c:pt>
                <c:pt idx="1864">
                  <c:v>1.6551202326626157E-3</c:v>
                </c:pt>
                <c:pt idx="1865">
                  <c:v>1.3713853356347387E-3</c:v>
                </c:pt>
                <c:pt idx="1866">
                  <c:v>1.4423190598917078E-3</c:v>
                </c:pt>
                <c:pt idx="1867">
                  <c:v>1.7024093821672616E-3</c:v>
                </c:pt>
                <c:pt idx="1868">
                  <c:v>1.5605419336533234E-3</c:v>
                </c:pt>
                <c:pt idx="1869">
                  <c:v>1.1822287376161541E-3</c:v>
                </c:pt>
                <c:pt idx="1870">
                  <c:v>1.2058733123684769E-3</c:v>
                </c:pt>
                <c:pt idx="1871">
                  <c:v>1.6314756579102927E-3</c:v>
                </c:pt>
                <c:pt idx="1872">
                  <c:v>1.6787648074149384E-3</c:v>
                </c:pt>
                <c:pt idx="1873">
                  <c:v>1.4423190598917078E-3</c:v>
                </c:pt>
                <c:pt idx="1874">
                  <c:v>1.5132527841486771E-3</c:v>
                </c:pt>
                <c:pt idx="1875">
                  <c:v>1.8679214054335234E-3</c:v>
                </c:pt>
                <c:pt idx="1876">
                  <c:v>1.8442768306812002E-3</c:v>
                </c:pt>
                <c:pt idx="1877">
                  <c:v>1.5605419336533234E-3</c:v>
                </c:pt>
                <c:pt idx="1878">
                  <c:v>1.4659636346440309E-3</c:v>
                </c:pt>
                <c:pt idx="1879">
                  <c:v>1.7733431064242309E-3</c:v>
                </c:pt>
                <c:pt idx="1880">
                  <c:v>1.7260539569195848E-3</c:v>
                </c:pt>
                <c:pt idx="1881">
                  <c:v>1.4423190598917078E-3</c:v>
                </c:pt>
                <c:pt idx="1882">
                  <c:v>1.3713853356347387E-3</c:v>
                </c:pt>
                <c:pt idx="1883">
                  <c:v>1.7496985316719077E-3</c:v>
                </c:pt>
                <c:pt idx="1884">
                  <c:v>1.6787648074149384E-3</c:v>
                </c:pt>
                <c:pt idx="1885">
                  <c:v>1.3713853356347387E-3</c:v>
                </c:pt>
                <c:pt idx="1886">
                  <c:v>1.2295178871208001E-3</c:v>
                </c:pt>
                <c:pt idx="1887">
                  <c:v>1.5605419336533234E-3</c:v>
                </c:pt>
                <c:pt idx="1888">
                  <c:v>1.5841865084056464E-3</c:v>
                </c:pt>
                <c:pt idx="1889">
                  <c:v>1.3240961861300925E-3</c:v>
                </c:pt>
                <c:pt idx="1890">
                  <c:v>1.2531624618731232E-3</c:v>
                </c:pt>
                <c:pt idx="1891">
                  <c:v>1.6314756579102927E-3</c:v>
                </c:pt>
                <c:pt idx="1892">
                  <c:v>1.6078310831579695E-3</c:v>
                </c:pt>
                <c:pt idx="1893">
                  <c:v>1.3004516113777694E-3</c:v>
                </c:pt>
                <c:pt idx="1894">
                  <c:v>1.1112950133591848E-3</c:v>
                </c:pt>
                <c:pt idx="1895">
                  <c:v>1.4659636346440309E-3</c:v>
                </c:pt>
                <c:pt idx="1896">
                  <c:v>1.5132527841486771E-3</c:v>
                </c:pt>
                <c:pt idx="1897">
                  <c:v>1.3004516113777694E-3</c:v>
                </c:pt>
                <c:pt idx="1898">
                  <c:v>1.158584162863831E-3</c:v>
                </c:pt>
                <c:pt idx="1899">
                  <c:v>1.5368973589010002E-3</c:v>
                </c:pt>
                <c:pt idx="1900">
                  <c:v>1.5841865084056464E-3</c:v>
                </c:pt>
                <c:pt idx="1901">
                  <c:v>1.2768070366254462E-3</c:v>
                </c:pt>
                <c:pt idx="1902">
                  <c:v>1.0876504386068617E-3</c:v>
                </c:pt>
                <c:pt idx="1903">
                  <c:v>1.5132527841486771E-3</c:v>
                </c:pt>
                <c:pt idx="1904">
                  <c:v>1.5605419336533234E-3</c:v>
                </c:pt>
                <c:pt idx="1905">
                  <c:v>1.3240961861300925E-3</c:v>
                </c:pt>
                <c:pt idx="1906">
                  <c:v>1.1112950133591848E-3</c:v>
                </c:pt>
                <c:pt idx="1907">
                  <c:v>1.4423190598917078E-3</c:v>
                </c:pt>
                <c:pt idx="1908">
                  <c:v>1.5132527841486771E-3</c:v>
                </c:pt>
                <c:pt idx="1909">
                  <c:v>1.2768070366254462E-3</c:v>
                </c:pt>
                <c:pt idx="1910">
                  <c:v>1.1112950133591848E-3</c:v>
                </c:pt>
                <c:pt idx="1911">
                  <c:v>1.4423190598917078E-3</c:v>
                </c:pt>
                <c:pt idx="1912">
                  <c:v>1.5132527841486771E-3</c:v>
                </c:pt>
                <c:pt idx="1913">
                  <c:v>1.3240961861300925E-3</c:v>
                </c:pt>
                <c:pt idx="1914">
                  <c:v>1.1349395881115078E-3</c:v>
                </c:pt>
                <c:pt idx="1915">
                  <c:v>1.4423190598917078E-3</c:v>
                </c:pt>
                <c:pt idx="1916">
                  <c:v>1.5605419336533234E-3</c:v>
                </c:pt>
                <c:pt idx="1917">
                  <c:v>1.3713853356347387E-3</c:v>
                </c:pt>
                <c:pt idx="1918">
                  <c:v>1.1112950133591848E-3</c:v>
                </c:pt>
                <c:pt idx="1919">
                  <c:v>1.4186744851393848E-3</c:v>
                </c:pt>
                <c:pt idx="1920">
                  <c:v>1.5841865084056464E-3</c:v>
                </c:pt>
                <c:pt idx="1921">
                  <c:v>1.4186744851393848E-3</c:v>
                </c:pt>
                <c:pt idx="1922">
                  <c:v>1.1112950133591848E-3</c:v>
                </c:pt>
                <c:pt idx="1923">
                  <c:v>1.4423190598917078E-3</c:v>
                </c:pt>
                <c:pt idx="1924">
                  <c:v>1.6314756579102927E-3</c:v>
                </c:pt>
                <c:pt idx="1925">
                  <c:v>1.4186744851393848E-3</c:v>
                </c:pt>
                <c:pt idx="1926">
                  <c:v>1.1112950133591848E-3</c:v>
                </c:pt>
                <c:pt idx="1927">
                  <c:v>1.3477407608824155E-3</c:v>
                </c:pt>
                <c:pt idx="1928">
                  <c:v>1.5132527841486771E-3</c:v>
                </c:pt>
                <c:pt idx="1929">
                  <c:v>1.4186744851393848E-3</c:v>
                </c:pt>
                <c:pt idx="1930">
                  <c:v>1.1822287376161541E-3</c:v>
                </c:pt>
                <c:pt idx="1931">
                  <c:v>1.4659636346440309E-3</c:v>
                </c:pt>
                <c:pt idx="1932">
                  <c:v>1.5841865084056464E-3</c:v>
                </c:pt>
                <c:pt idx="1933">
                  <c:v>1.4423190598917078E-3</c:v>
                </c:pt>
                <c:pt idx="1934">
                  <c:v>1.158584162863831E-3</c:v>
                </c:pt>
                <c:pt idx="1935">
                  <c:v>1.3950299103870616E-3</c:v>
                </c:pt>
                <c:pt idx="1936">
                  <c:v>1.6314756579102927E-3</c:v>
                </c:pt>
                <c:pt idx="1937">
                  <c:v>1.5132527841486771E-3</c:v>
                </c:pt>
                <c:pt idx="1938">
                  <c:v>1.1822287376161541E-3</c:v>
                </c:pt>
                <c:pt idx="1939">
                  <c:v>1.3240961861300925E-3</c:v>
                </c:pt>
                <c:pt idx="1940">
                  <c:v>1.6078310831579695E-3</c:v>
                </c:pt>
                <c:pt idx="1941">
                  <c:v>1.4659636346440309E-3</c:v>
                </c:pt>
                <c:pt idx="1942">
                  <c:v>1.2058733123684769E-3</c:v>
                </c:pt>
                <c:pt idx="1943">
                  <c:v>1.3240961861300925E-3</c:v>
                </c:pt>
                <c:pt idx="1944">
                  <c:v>1.5605419336533234E-3</c:v>
                </c:pt>
                <c:pt idx="1945">
                  <c:v>1.3713853356347387E-3</c:v>
                </c:pt>
                <c:pt idx="1946">
                  <c:v>1.1349395881115078E-3</c:v>
                </c:pt>
                <c:pt idx="1947">
                  <c:v>1.2768070366254462E-3</c:v>
                </c:pt>
                <c:pt idx="1948">
                  <c:v>1.5368973589010002E-3</c:v>
                </c:pt>
                <c:pt idx="1949">
                  <c:v>1.3950299103870616E-3</c:v>
                </c:pt>
                <c:pt idx="1950">
                  <c:v>1.1349395881115078E-3</c:v>
                </c:pt>
                <c:pt idx="1951">
                  <c:v>1.2295178871208001E-3</c:v>
                </c:pt>
                <c:pt idx="1952">
                  <c:v>1.5368973589010002E-3</c:v>
                </c:pt>
                <c:pt idx="1953">
                  <c:v>1.4423190598917078E-3</c:v>
                </c:pt>
                <c:pt idx="1954">
                  <c:v>1.158584162863831E-3</c:v>
                </c:pt>
                <c:pt idx="1955">
                  <c:v>1.2295178871208001E-3</c:v>
                </c:pt>
                <c:pt idx="1956">
                  <c:v>1.5368973589010002E-3</c:v>
                </c:pt>
                <c:pt idx="1957">
                  <c:v>1.3713853356347387E-3</c:v>
                </c:pt>
                <c:pt idx="1958">
                  <c:v>1.0403612891022155E-3</c:v>
                </c:pt>
                <c:pt idx="1959">
                  <c:v>1.0876504386068617E-3</c:v>
                </c:pt>
                <c:pt idx="1960">
                  <c:v>1.4896082093963541E-3</c:v>
                </c:pt>
                <c:pt idx="1961">
                  <c:v>1.4423190598917078E-3</c:v>
                </c:pt>
                <c:pt idx="1962">
                  <c:v>1.158584162863831E-3</c:v>
                </c:pt>
                <c:pt idx="1963">
                  <c:v>1.2768070366254462E-3</c:v>
                </c:pt>
                <c:pt idx="1964">
                  <c:v>1.5368973589010002E-3</c:v>
                </c:pt>
                <c:pt idx="1965">
                  <c:v>1.4896082093963541E-3</c:v>
                </c:pt>
                <c:pt idx="1966">
                  <c:v>1.2295178871208001E-3</c:v>
                </c:pt>
                <c:pt idx="1967">
                  <c:v>1.2531624618731232E-3</c:v>
                </c:pt>
                <c:pt idx="1968">
                  <c:v>1.4659636346440309E-3</c:v>
                </c:pt>
                <c:pt idx="1969">
                  <c:v>1.3713853356347387E-3</c:v>
                </c:pt>
                <c:pt idx="1970">
                  <c:v>1.158584162863831E-3</c:v>
                </c:pt>
                <c:pt idx="1971">
                  <c:v>1.1822287376161541E-3</c:v>
                </c:pt>
                <c:pt idx="1972">
                  <c:v>1.5605419336533234E-3</c:v>
                </c:pt>
                <c:pt idx="1973">
                  <c:v>1.5605419336533234E-3</c:v>
                </c:pt>
                <c:pt idx="1974">
                  <c:v>1.3004516113777694E-3</c:v>
                </c:pt>
                <c:pt idx="1975">
                  <c:v>1.2531624618731232E-3</c:v>
                </c:pt>
                <c:pt idx="1976">
                  <c:v>1.6078310831579695E-3</c:v>
                </c:pt>
                <c:pt idx="1977">
                  <c:v>1.5132527841486771E-3</c:v>
                </c:pt>
                <c:pt idx="1978">
                  <c:v>1.158584162863831E-3</c:v>
                </c:pt>
                <c:pt idx="1979">
                  <c:v>1.1112950133591848E-3</c:v>
                </c:pt>
                <c:pt idx="1980">
                  <c:v>1.4659636346440309E-3</c:v>
                </c:pt>
                <c:pt idx="1981">
                  <c:v>1.5132527841486771E-3</c:v>
                </c:pt>
                <c:pt idx="1982">
                  <c:v>1.2768070366254462E-3</c:v>
                </c:pt>
                <c:pt idx="1983">
                  <c:v>1.1822287376161541E-3</c:v>
                </c:pt>
                <c:pt idx="1984">
                  <c:v>1.5132527841486771E-3</c:v>
                </c:pt>
                <c:pt idx="1985">
                  <c:v>1.5605419336533234E-3</c:v>
                </c:pt>
                <c:pt idx="1986">
                  <c:v>1.2295178871208001E-3</c:v>
                </c:pt>
                <c:pt idx="1987">
                  <c:v>1.0876504386068617E-3</c:v>
                </c:pt>
                <c:pt idx="1988">
                  <c:v>1.3477407608824155E-3</c:v>
                </c:pt>
                <c:pt idx="1989">
                  <c:v>1.3004516113777694E-3</c:v>
                </c:pt>
                <c:pt idx="1990">
                  <c:v>1.0640058638545385E-3</c:v>
                </c:pt>
                <c:pt idx="1991">
                  <c:v>9.4578299009292317E-4</c:v>
                </c:pt>
                <c:pt idx="1992">
                  <c:v>1.2058733123684769E-3</c:v>
                </c:pt>
                <c:pt idx="1993">
                  <c:v>1.2531624618731232E-3</c:v>
                </c:pt>
                <c:pt idx="1994">
                  <c:v>1.1349395881115078E-3</c:v>
                </c:pt>
                <c:pt idx="1995">
                  <c:v>1.0403612891022155E-3</c:v>
                </c:pt>
                <c:pt idx="1996">
                  <c:v>1.3950299103870616E-3</c:v>
                </c:pt>
                <c:pt idx="1997">
                  <c:v>1.6078310831579695E-3</c:v>
                </c:pt>
                <c:pt idx="1998">
                  <c:v>1.4186744851393848E-3</c:v>
                </c:pt>
                <c:pt idx="1999">
                  <c:v>1.2058733123684769E-3</c:v>
                </c:pt>
                <c:pt idx="2000">
                  <c:v>1.5368973589010002E-3</c:v>
                </c:pt>
                <c:pt idx="2001">
                  <c:v>1.6787648074149384E-3</c:v>
                </c:pt>
                <c:pt idx="2002">
                  <c:v>1.4896082093963541E-3</c:v>
                </c:pt>
                <c:pt idx="2003">
                  <c:v>1.2768070366254462E-3</c:v>
                </c:pt>
                <c:pt idx="2004">
                  <c:v>1.6078310831579695E-3</c:v>
                </c:pt>
                <c:pt idx="2005">
                  <c:v>1.7024093821672616E-3</c:v>
                </c:pt>
                <c:pt idx="2006">
                  <c:v>1.5132527841486771E-3</c:v>
                </c:pt>
                <c:pt idx="2007">
                  <c:v>1.3713853356347387E-3</c:v>
                </c:pt>
                <c:pt idx="2008">
                  <c:v>1.6787648074149384E-3</c:v>
                </c:pt>
                <c:pt idx="2009">
                  <c:v>1.8442768306812002E-3</c:v>
                </c:pt>
                <c:pt idx="2010">
                  <c:v>1.6314756579102927E-3</c:v>
                </c:pt>
                <c:pt idx="2011">
                  <c:v>1.3713853356347387E-3</c:v>
                </c:pt>
                <c:pt idx="2012">
                  <c:v>1.5841865084056464E-3</c:v>
                </c:pt>
                <c:pt idx="2013">
                  <c:v>1.7260539569195848E-3</c:v>
                </c:pt>
                <c:pt idx="2014">
                  <c:v>1.4896082093963541E-3</c:v>
                </c:pt>
                <c:pt idx="2015">
                  <c:v>1.2295178871208001E-3</c:v>
                </c:pt>
                <c:pt idx="2016">
                  <c:v>1.4659636346440309E-3</c:v>
                </c:pt>
                <c:pt idx="2017">
                  <c:v>1.5841865084056464E-3</c:v>
                </c:pt>
                <c:pt idx="2018">
                  <c:v>1.4896082093963541E-3</c:v>
                </c:pt>
                <c:pt idx="2019">
                  <c:v>1.2768070366254462E-3</c:v>
                </c:pt>
                <c:pt idx="2020">
                  <c:v>1.5368973589010002E-3</c:v>
                </c:pt>
                <c:pt idx="2021">
                  <c:v>1.7024093821672616E-3</c:v>
                </c:pt>
                <c:pt idx="2022">
                  <c:v>1.5132527841486771E-3</c:v>
                </c:pt>
                <c:pt idx="2023">
                  <c:v>1.2531624618731232E-3</c:v>
                </c:pt>
                <c:pt idx="2024">
                  <c:v>1.5132527841486771E-3</c:v>
                </c:pt>
                <c:pt idx="2025">
                  <c:v>1.7496985316719077E-3</c:v>
                </c:pt>
                <c:pt idx="2026">
                  <c:v>1.5841865084056464E-3</c:v>
                </c:pt>
                <c:pt idx="2027">
                  <c:v>1.2768070366254462E-3</c:v>
                </c:pt>
                <c:pt idx="2028">
                  <c:v>1.4423190598917078E-3</c:v>
                </c:pt>
                <c:pt idx="2029">
                  <c:v>1.6551202326626157E-3</c:v>
                </c:pt>
                <c:pt idx="2030">
                  <c:v>1.5841865084056464E-3</c:v>
                </c:pt>
                <c:pt idx="2031">
                  <c:v>1.2768070366254462E-3</c:v>
                </c:pt>
                <c:pt idx="2032">
                  <c:v>1.3950299103870616E-3</c:v>
                </c:pt>
                <c:pt idx="2033">
                  <c:v>1.6078310831579695E-3</c:v>
                </c:pt>
                <c:pt idx="2034">
                  <c:v>1.4423190598917078E-3</c:v>
                </c:pt>
                <c:pt idx="2035">
                  <c:v>1.1112950133591848E-3</c:v>
                </c:pt>
                <c:pt idx="2036">
                  <c:v>1.2768070366254462E-3</c:v>
                </c:pt>
                <c:pt idx="2037">
                  <c:v>1.5605419336533234E-3</c:v>
                </c:pt>
                <c:pt idx="2038">
                  <c:v>1.4423190598917078E-3</c:v>
                </c:pt>
                <c:pt idx="2039">
                  <c:v>1.158584162863831E-3</c:v>
                </c:pt>
                <c:pt idx="2040">
                  <c:v>1.3240961861300925E-3</c:v>
                </c:pt>
                <c:pt idx="2041">
                  <c:v>1.6551202326626157E-3</c:v>
                </c:pt>
                <c:pt idx="2042">
                  <c:v>1.6078310831579695E-3</c:v>
                </c:pt>
                <c:pt idx="2043">
                  <c:v>1.2768070366254462E-3</c:v>
                </c:pt>
                <c:pt idx="2044">
                  <c:v>1.3713853356347387E-3</c:v>
                </c:pt>
                <c:pt idx="2045">
                  <c:v>1.6314756579102927E-3</c:v>
                </c:pt>
                <c:pt idx="2046">
                  <c:v>1.4896082093963541E-3</c:v>
                </c:pt>
                <c:pt idx="2047">
                  <c:v>1.2058733123684769E-3</c:v>
                </c:pt>
                <c:pt idx="2048">
                  <c:v>1.3477407608824155E-3</c:v>
                </c:pt>
                <c:pt idx="2049">
                  <c:v>1.6314756579102927E-3</c:v>
                </c:pt>
                <c:pt idx="2050">
                  <c:v>1.6551202326626157E-3</c:v>
                </c:pt>
                <c:pt idx="2051">
                  <c:v>1.3477407608824155E-3</c:v>
                </c:pt>
                <c:pt idx="2052">
                  <c:v>1.4186744851393848E-3</c:v>
                </c:pt>
                <c:pt idx="2053">
                  <c:v>1.6551202326626157E-3</c:v>
                </c:pt>
                <c:pt idx="2054">
                  <c:v>1.5605419336533234E-3</c:v>
                </c:pt>
                <c:pt idx="2055">
                  <c:v>1.2295178871208001E-3</c:v>
                </c:pt>
                <c:pt idx="2056">
                  <c:v>1.3240961861300925E-3</c:v>
                </c:pt>
                <c:pt idx="2057">
                  <c:v>1.7024093821672616E-3</c:v>
                </c:pt>
                <c:pt idx="2058">
                  <c:v>1.7496985316719077E-3</c:v>
                </c:pt>
                <c:pt idx="2059">
                  <c:v>1.5841865084056464E-3</c:v>
                </c:pt>
                <c:pt idx="2060">
                  <c:v>1.6787648074149384E-3</c:v>
                </c:pt>
                <c:pt idx="2061">
                  <c:v>1.9624997044428156E-3</c:v>
                </c:pt>
                <c:pt idx="2062">
                  <c:v>1.8679214054335234E-3</c:v>
                </c:pt>
                <c:pt idx="2063">
                  <c:v>1.5841865084056464E-3</c:v>
                </c:pt>
                <c:pt idx="2064">
                  <c:v>1.6078310831579695E-3</c:v>
                </c:pt>
                <c:pt idx="2065">
                  <c:v>1.8915659801858463E-3</c:v>
                </c:pt>
                <c:pt idx="2066">
                  <c:v>1.8442768306812002E-3</c:v>
                </c:pt>
                <c:pt idx="2067">
                  <c:v>1.3950299103870616E-3</c:v>
                </c:pt>
                <c:pt idx="2068">
                  <c:v>1.3950299103870616E-3</c:v>
                </c:pt>
                <c:pt idx="2069">
                  <c:v>1.6787648074149384E-3</c:v>
                </c:pt>
                <c:pt idx="2070">
                  <c:v>1.6078310831579695E-3</c:v>
                </c:pt>
                <c:pt idx="2071">
                  <c:v>1.3477407608824155E-3</c:v>
                </c:pt>
                <c:pt idx="2072">
                  <c:v>1.3004516113777694E-3</c:v>
                </c:pt>
                <c:pt idx="2073">
                  <c:v>1.6078310831579695E-3</c:v>
                </c:pt>
                <c:pt idx="2074">
                  <c:v>1.6314756579102927E-3</c:v>
                </c:pt>
                <c:pt idx="2075">
                  <c:v>1.3477407608824155E-3</c:v>
                </c:pt>
                <c:pt idx="2076">
                  <c:v>1.2768070366254462E-3</c:v>
                </c:pt>
                <c:pt idx="2077">
                  <c:v>1.6078310831579695E-3</c:v>
                </c:pt>
                <c:pt idx="2078">
                  <c:v>1.7260539569195848E-3</c:v>
                </c:pt>
                <c:pt idx="2079">
                  <c:v>1.4659636346440309E-3</c:v>
                </c:pt>
                <c:pt idx="2080">
                  <c:v>1.3950299103870616E-3</c:v>
                </c:pt>
                <c:pt idx="2081">
                  <c:v>1.7733431064242309E-3</c:v>
                </c:pt>
                <c:pt idx="2082">
                  <c:v>1.7969876811765541E-3</c:v>
                </c:pt>
                <c:pt idx="2083">
                  <c:v>1.4896082093963541E-3</c:v>
                </c:pt>
                <c:pt idx="2084">
                  <c:v>1.3240961861300925E-3</c:v>
                </c:pt>
                <c:pt idx="2085">
                  <c:v>1.6314756579102927E-3</c:v>
                </c:pt>
                <c:pt idx="2086">
                  <c:v>1.6787648074149384E-3</c:v>
                </c:pt>
                <c:pt idx="2087">
                  <c:v>1.4896082093963541E-3</c:v>
                </c:pt>
                <c:pt idx="2088">
                  <c:v>1.4423190598917078E-3</c:v>
                </c:pt>
                <c:pt idx="2089">
                  <c:v>1.820632255928877E-3</c:v>
                </c:pt>
                <c:pt idx="2090">
                  <c:v>1.9624997044428156E-3</c:v>
                </c:pt>
                <c:pt idx="2091">
                  <c:v>1.7496985316719077E-3</c:v>
                </c:pt>
                <c:pt idx="2092">
                  <c:v>1.5605419336533234E-3</c:v>
                </c:pt>
                <c:pt idx="2093">
                  <c:v>1.9624997044428156E-3</c:v>
                </c:pt>
                <c:pt idx="2094">
                  <c:v>2.1043671529567538E-3</c:v>
                </c:pt>
                <c:pt idx="2095">
                  <c:v>1.8679214054335234E-3</c:v>
                </c:pt>
                <c:pt idx="2096">
                  <c:v>1.5605419336533234E-3</c:v>
                </c:pt>
                <c:pt idx="2097">
                  <c:v>1.8679214054335234E-3</c:v>
                </c:pt>
                <c:pt idx="2098">
                  <c:v>2.009788853947462E-3</c:v>
                </c:pt>
                <c:pt idx="2099">
                  <c:v>1.7024093821672616E-3</c:v>
                </c:pt>
                <c:pt idx="2100">
                  <c:v>1.3713853356347387E-3</c:v>
                </c:pt>
                <c:pt idx="2101">
                  <c:v>1.6551202326626157E-3</c:v>
                </c:pt>
                <c:pt idx="2102">
                  <c:v>1.7733431064242309E-3</c:v>
                </c:pt>
                <c:pt idx="2103">
                  <c:v>1.5605419336533234E-3</c:v>
                </c:pt>
                <c:pt idx="2104">
                  <c:v>1.3713853356347387E-3</c:v>
                </c:pt>
                <c:pt idx="2105">
                  <c:v>1.7024093821672616E-3</c:v>
                </c:pt>
                <c:pt idx="2106">
                  <c:v>1.8679214054335234E-3</c:v>
                </c:pt>
                <c:pt idx="2107">
                  <c:v>1.6551202326626157E-3</c:v>
                </c:pt>
                <c:pt idx="2108">
                  <c:v>1.4186744851393848E-3</c:v>
                </c:pt>
                <c:pt idx="2109">
                  <c:v>1.7969876811765541E-3</c:v>
                </c:pt>
                <c:pt idx="2110">
                  <c:v>2.0334334286997847E-3</c:v>
                </c:pt>
                <c:pt idx="2111">
                  <c:v>1.7969876811765541E-3</c:v>
                </c:pt>
                <c:pt idx="2112">
                  <c:v>1.4659636346440309E-3</c:v>
                </c:pt>
                <c:pt idx="2113">
                  <c:v>1.7260539569195848E-3</c:v>
                </c:pt>
                <c:pt idx="2114">
                  <c:v>1.8915659801858463E-3</c:v>
                </c:pt>
                <c:pt idx="2115">
                  <c:v>1.6551202326626157E-3</c:v>
                </c:pt>
                <c:pt idx="2116">
                  <c:v>1.3004516113777694E-3</c:v>
                </c:pt>
                <c:pt idx="2117">
                  <c:v>1.5368973589010002E-3</c:v>
                </c:pt>
                <c:pt idx="2118">
                  <c:v>1.7260539569195848E-3</c:v>
                </c:pt>
                <c:pt idx="2119">
                  <c:v>1.6314756579102927E-3</c:v>
                </c:pt>
                <c:pt idx="2120">
                  <c:v>1.3477407608824155E-3</c:v>
                </c:pt>
                <c:pt idx="2121">
                  <c:v>1.6078310831579695E-3</c:v>
                </c:pt>
                <c:pt idx="2122">
                  <c:v>1.8679214054335234E-3</c:v>
                </c:pt>
                <c:pt idx="2123">
                  <c:v>1.7024093821672616E-3</c:v>
                </c:pt>
                <c:pt idx="2124">
                  <c:v>1.3240961861300925E-3</c:v>
                </c:pt>
                <c:pt idx="2125">
                  <c:v>1.6078310831579695E-3</c:v>
                </c:pt>
                <c:pt idx="2126">
                  <c:v>1.7733431064242309E-3</c:v>
                </c:pt>
                <c:pt idx="2127">
                  <c:v>1.6078310831579695E-3</c:v>
                </c:pt>
                <c:pt idx="2128">
                  <c:v>1.2768070366254462E-3</c:v>
                </c:pt>
                <c:pt idx="2129">
                  <c:v>1.4659636346440309E-3</c:v>
                </c:pt>
                <c:pt idx="2130">
                  <c:v>1.6551202326626157E-3</c:v>
                </c:pt>
                <c:pt idx="2131">
                  <c:v>1.6078310831579695E-3</c:v>
                </c:pt>
                <c:pt idx="2132">
                  <c:v>1.3477407608824155E-3</c:v>
                </c:pt>
                <c:pt idx="2133">
                  <c:v>1.5132527841486771E-3</c:v>
                </c:pt>
                <c:pt idx="2134">
                  <c:v>1.9152105549381695E-3</c:v>
                </c:pt>
                <c:pt idx="2135">
                  <c:v>1.9388551296904927E-3</c:v>
                </c:pt>
                <c:pt idx="2136">
                  <c:v>1.6078310831579695E-3</c:v>
                </c:pt>
                <c:pt idx="2137">
                  <c:v>1.7496985316719077E-3</c:v>
                </c:pt>
                <c:pt idx="2138">
                  <c:v>1.9861442791951388E-3</c:v>
                </c:pt>
                <c:pt idx="2139">
                  <c:v>1.8915659801858463E-3</c:v>
                </c:pt>
                <c:pt idx="2140">
                  <c:v>1.5368973589010002E-3</c:v>
                </c:pt>
                <c:pt idx="2141">
                  <c:v>1.6314756579102927E-3</c:v>
                </c:pt>
                <c:pt idx="2142">
                  <c:v>1.8915659801858463E-3</c:v>
                </c:pt>
                <c:pt idx="2143">
                  <c:v>1.7733431064242309E-3</c:v>
                </c:pt>
                <c:pt idx="2144">
                  <c:v>1.4659636346440309E-3</c:v>
                </c:pt>
                <c:pt idx="2145">
                  <c:v>1.6078310831579695E-3</c:v>
                </c:pt>
                <c:pt idx="2146">
                  <c:v>1.9388551296904927E-3</c:v>
                </c:pt>
                <c:pt idx="2147">
                  <c:v>1.8915659801858463E-3</c:v>
                </c:pt>
                <c:pt idx="2148">
                  <c:v>1.5132527841486771E-3</c:v>
                </c:pt>
                <c:pt idx="2149">
                  <c:v>1.5132527841486771E-3</c:v>
                </c:pt>
                <c:pt idx="2150">
                  <c:v>1.8442768306812002E-3</c:v>
                </c:pt>
                <c:pt idx="2151">
                  <c:v>1.8915659801858463E-3</c:v>
                </c:pt>
                <c:pt idx="2152">
                  <c:v>1.5605419336533234E-3</c:v>
                </c:pt>
                <c:pt idx="2153">
                  <c:v>1.4896082093963541E-3</c:v>
                </c:pt>
                <c:pt idx="2154">
                  <c:v>1.8442768306812002E-3</c:v>
                </c:pt>
                <c:pt idx="2155">
                  <c:v>1.8679214054335234E-3</c:v>
                </c:pt>
                <c:pt idx="2156">
                  <c:v>1.4896082093963541E-3</c:v>
                </c:pt>
                <c:pt idx="2157">
                  <c:v>1.4423190598917078E-3</c:v>
                </c:pt>
                <c:pt idx="2158">
                  <c:v>1.7969876811765541E-3</c:v>
                </c:pt>
                <c:pt idx="2159">
                  <c:v>1.7496985316719077E-3</c:v>
                </c:pt>
                <c:pt idx="2160">
                  <c:v>1.4896082093963541E-3</c:v>
                </c:pt>
                <c:pt idx="2161">
                  <c:v>1.4659636346440309E-3</c:v>
                </c:pt>
                <c:pt idx="2162">
                  <c:v>1.7496985316719077E-3</c:v>
                </c:pt>
                <c:pt idx="2163">
                  <c:v>1.7024093821672616E-3</c:v>
                </c:pt>
                <c:pt idx="2164">
                  <c:v>1.3240961861300925E-3</c:v>
                </c:pt>
                <c:pt idx="2165">
                  <c:v>1.2295178871208001E-3</c:v>
                </c:pt>
                <c:pt idx="2166">
                  <c:v>1.5368973589010002E-3</c:v>
                </c:pt>
                <c:pt idx="2167">
                  <c:v>1.6787648074149384E-3</c:v>
                </c:pt>
                <c:pt idx="2168">
                  <c:v>1.4896082093963541E-3</c:v>
                </c:pt>
                <c:pt idx="2169">
                  <c:v>1.3713853356347387E-3</c:v>
                </c:pt>
                <c:pt idx="2170">
                  <c:v>1.7496985316719077E-3</c:v>
                </c:pt>
                <c:pt idx="2171">
                  <c:v>1.7969876811765541E-3</c:v>
                </c:pt>
                <c:pt idx="2172">
                  <c:v>1.5841865084056464E-3</c:v>
                </c:pt>
                <c:pt idx="2173">
                  <c:v>1.4896082093963541E-3</c:v>
                </c:pt>
                <c:pt idx="2174">
                  <c:v>1.8915659801858463E-3</c:v>
                </c:pt>
                <c:pt idx="2175">
                  <c:v>1.9388551296904927E-3</c:v>
                </c:pt>
                <c:pt idx="2176">
                  <c:v>1.6551202326626157E-3</c:v>
                </c:pt>
                <c:pt idx="2177">
                  <c:v>1.5605419336533234E-3</c:v>
                </c:pt>
                <c:pt idx="2178">
                  <c:v>1.9152105549381695E-3</c:v>
                </c:pt>
                <c:pt idx="2179">
                  <c:v>2.009788853947462E-3</c:v>
                </c:pt>
                <c:pt idx="2180">
                  <c:v>1.7733431064242309E-3</c:v>
                </c:pt>
                <c:pt idx="2181">
                  <c:v>1.5605419336533234E-3</c:v>
                </c:pt>
                <c:pt idx="2182">
                  <c:v>1.8679214054335234E-3</c:v>
                </c:pt>
                <c:pt idx="2183">
                  <c:v>1.9152105549381695E-3</c:v>
                </c:pt>
                <c:pt idx="2184">
                  <c:v>1.6551202326626157E-3</c:v>
                </c:pt>
                <c:pt idx="2185">
                  <c:v>1.3950299103870616E-3</c:v>
                </c:pt>
                <c:pt idx="2186">
                  <c:v>1.7496985316719077E-3</c:v>
                </c:pt>
                <c:pt idx="2187">
                  <c:v>1.9152105549381695E-3</c:v>
                </c:pt>
                <c:pt idx="2188">
                  <c:v>1.6787648074149384E-3</c:v>
                </c:pt>
                <c:pt idx="2189">
                  <c:v>1.4186744851393848E-3</c:v>
                </c:pt>
                <c:pt idx="2190">
                  <c:v>1.7733431064242309E-3</c:v>
                </c:pt>
                <c:pt idx="2191">
                  <c:v>1.8915659801858463E-3</c:v>
                </c:pt>
                <c:pt idx="2192">
                  <c:v>1.7496985316719077E-3</c:v>
                </c:pt>
                <c:pt idx="2193">
                  <c:v>1.5132527841486771E-3</c:v>
                </c:pt>
                <c:pt idx="2194">
                  <c:v>1.8679214054335234E-3</c:v>
                </c:pt>
                <c:pt idx="2195">
                  <c:v>2.0334334286997847E-3</c:v>
                </c:pt>
                <c:pt idx="2196">
                  <c:v>1.820632255928877E-3</c:v>
                </c:pt>
                <c:pt idx="2197">
                  <c:v>1.4896082093963541E-3</c:v>
                </c:pt>
                <c:pt idx="2198">
                  <c:v>1.7260539569195848E-3</c:v>
                </c:pt>
                <c:pt idx="2199">
                  <c:v>1.8679214054335234E-3</c:v>
                </c:pt>
                <c:pt idx="2200">
                  <c:v>1.7260539569195848E-3</c:v>
                </c:pt>
                <c:pt idx="2201">
                  <c:v>1.3713853356347387E-3</c:v>
                </c:pt>
                <c:pt idx="2202">
                  <c:v>1.7260539569195848E-3</c:v>
                </c:pt>
                <c:pt idx="2203">
                  <c:v>1.8915659801858463E-3</c:v>
                </c:pt>
                <c:pt idx="2204">
                  <c:v>1.7024093821672616E-3</c:v>
                </c:pt>
                <c:pt idx="2205">
                  <c:v>1.3240961861300925E-3</c:v>
                </c:pt>
                <c:pt idx="2206">
                  <c:v>1.5368973589010002E-3</c:v>
                </c:pt>
                <c:pt idx="2207">
                  <c:v>1.7969876811765541E-3</c:v>
                </c:pt>
                <c:pt idx="2208">
                  <c:v>1.7024093821672616E-3</c:v>
                </c:pt>
                <c:pt idx="2209">
                  <c:v>1.4186744851393848E-3</c:v>
                </c:pt>
                <c:pt idx="2210">
                  <c:v>1.6787648074149384E-3</c:v>
                </c:pt>
                <c:pt idx="2211">
                  <c:v>1.7969876811765541E-3</c:v>
                </c:pt>
                <c:pt idx="2212">
                  <c:v>1.6551202326626157E-3</c:v>
                </c:pt>
                <c:pt idx="2213">
                  <c:v>1.3240961861300925E-3</c:v>
                </c:pt>
                <c:pt idx="2214">
                  <c:v>1.5605419336533234E-3</c:v>
                </c:pt>
                <c:pt idx="2215">
                  <c:v>1.820632255928877E-3</c:v>
                </c:pt>
                <c:pt idx="2216">
                  <c:v>1.6078310831579695E-3</c:v>
                </c:pt>
                <c:pt idx="2217">
                  <c:v>1.3004516113777694E-3</c:v>
                </c:pt>
                <c:pt idx="2218">
                  <c:v>1.4659636346440309E-3</c:v>
                </c:pt>
                <c:pt idx="2219">
                  <c:v>1.7733431064242309E-3</c:v>
                </c:pt>
                <c:pt idx="2220">
                  <c:v>1.6787648074149384E-3</c:v>
                </c:pt>
                <c:pt idx="2221">
                  <c:v>1.3950299103870616E-3</c:v>
                </c:pt>
                <c:pt idx="2222">
                  <c:v>1.6314756579102927E-3</c:v>
                </c:pt>
                <c:pt idx="2223">
                  <c:v>1.8442768306812002E-3</c:v>
                </c:pt>
                <c:pt idx="2224">
                  <c:v>1.7260539569195848E-3</c:v>
                </c:pt>
                <c:pt idx="2225">
                  <c:v>1.3713853356347387E-3</c:v>
                </c:pt>
                <c:pt idx="2226">
                  <c:v>1.4423190598917078E-3</c:v>
                </c:pt>
                <c:pt idx="2227">
                  <c:v>1.7024093821672616E-3</c:v>
                </c:pt>
                <c:pt idx="2228">
                  <c:v>1.6314756579102927E-3</c:v>
                </c:pt>
                <c:pt idx="2229">
                  <c:v>1.3477407608824155E-3</c:v>
                </c:pt>
                <c:pt idx="2230">
                  <c:v>1.4423190598917078E-3</c:v>
                </c:pt>
                <c:pt idx="2231">
                  <c:v>1.7733431064242309E-3</c:v>
                </c:pt>
                <c:pt idx="2232">
                  <c:v>1.7496985316719077E-3</c:v>
                </c:pt>
                <c:pt idx="2233">
                  <c:v>1.4659636346440309E-3</c:v>
                </c:pt>
                <c:pt idx="2234">
                  <c:v>1.4186744851393848E-3</c:v>
                </c:pt>
                <c:pt idx="2235">
                  <c:v>1.6787648074149384E-3</c:v>
                </c:pt>
                <c:pt idx="2236">
                  <c:v>1.6551202326626157E-3</c:v>
                </c:pt>
                <c:pt idx="2237">
                  <c:v>1.3713853356347387E-3</c:v>
                </c:pt>
                <c:pt idx="2238">
                  <c:v>1.3950299103870616E-3</c:v>
                </c:pt>
                <c:pt idx="2239">
                  <c:v>1.7024093821672616E-3</c:v>
                </c:pt>
                <c:pt idx="2240">
                  <c:v>1.6078310831579695E-3</c:v>
                </c:pt>
                <c:pt idx="2241">
                  <c:v>1.3713853356347387E-3</c:v>
                </c:pt>
                <c:pt idx="2242">
                  <c:v>1.3240961861300925E-3</c:v>
                </c:pt>
                <c:pt idx="2243">
                  <c:v>1.7024093821672616E-3</c:v>
                </c:pt>
                <c:pt idx="2244">
                  <c:v>1.7733431064242309E-3</c:v>
                </c:pt>
                <c:pt idx="2245">
                  <c:v>1.4659636346440309E-3</c:v>
                </c:pt>
                <c:pt idx="2246">
                  <c:v>1.3950299103870616E-3</c:v>
                </c:pt>
                <c:pt idx="2247">
                  <c:v>1.820632255928877E-3</c:v>
                </c:pt>
                <c:pt idx="2248">
                  <c:v>1.7969876811765541E-3</c:v>
                </c:pt>
                <c:pt idx="2249">
                  <c:v>1.4659636346440309E-3</c:v>
                </c:pt>
                <c:pt idx="2250">
                  <c:v>1.4423190598917078E-3</c:v>
                </c:pt>
                <c:pt idx="2251">
                  <c:v>1.8442768306812002E-3</c:v>
                </c:pt>
                <c:pt idx="2252">
                  <c:v>1.8442768306812002E-3</c:v>
                </c:pt>
                <c:pt idx="2253">
                  <c:v>1.5368973589010002E-3</c:v>
                </c:pt>
                <c:pt idx="2254">
                  <c:v>1.3950299103870616E-3</c:v>
                </c:pt>
                <c:pt idx="2255">
                  <c:v>1.820632255928877E-3</c:v>
                </c:pt>
                <c:pt idx="2256">
                  <c:v>1.8915659801858463E-3</c:v>
                </c:pt>
                <c:pt idx="2257">
                  <c:v>1.6551202326626157E-3</c:v>
                </c:pt>
                <c:pt idx="2258">
                  <c:v>1.3950299103870616E-3</c:v>
                </c:pt>
                <c:pt idx="2259">
                  <c:v>1.7260539569195848E-3</c:v>
                </c:pt>
                <c:pt idx="2260">
                  <c:v>1.7260539569195848E-3</c:v>
                </c:pt>
                <c:pt idx="2261">
                  <c:v>1.3713853356347387E-3</c:v>
                </c:pt>
                <c:pt idx="2262">
                  <c:v>1.158584162863831E-3</c:v>
                </c:pt>
                <c:pt idx="2263">
                  <c:v>1.5368973589010002E-3</c:v>
                </c:pt>
                <c:pt idx="2264">
                  <c:v>1.6314756579102927E-3</c:v>
                </c:pt>
                <c:pt idx="2265">
                  <c:v>1.3713853356347387E-3</c:v>
                </c:pt>
                <c:pt idx="2266">
                  <c:v>1.1822287376161541E-3</c:v>
                </c:pt>
                <c:pt idx="2267">
                  <c:v>1.5841865084056464E-3</c:v>
                </c:pt>
                <c:pt idx="2268">
                  <c:v>1.6551202326626157E-3</c:v>
                </c:pt>
                <c:pt idx="2269">
                  <c:v>1.4659636346440309E-3</c:v>
                </c:pt>
                <c:pt idx="2270">
                  <c:v>1.3950299103870616E-3</c:v>
                </c:pt>
                <c:pt idx="2271">
                  <c:v>1.7024093821672616E-3</c:v>
                </c:pt>
                <c:pt idx="2272">
                  <c:v>1.7496985316719077E-3</c:v>
                </c:pt>
                <c:pt idx="2273">
                  <c:v>1.4896082093963541E-3</c:v>
                </c:pt>
                <c:pt idx="2274">
                  <c:v>1.2295178871208001E-3</c:v>
                </c:pt>
                <c:pt idx="2275">
                  <c:v>1.6314756579102927E-3</c:v>
                </c:pt>
                <c:pt idx="2276">
                  <c:v>1.7496985316719077E-3</c:v>
                </c:pt>
                <c:pt idx="2277">
                  <c:v>1.5605419336533234E-3</c:v>
                </c:pt>
                <c:pt idx="2278">
                  <c:v>1.2768070366254462E-3</c:v>
                </c:pt>
                <c:pt idx="2279">
                  <c:v>1.5132527841486771E-3</c:v>
                </c:pt>
                <c:pt idx="2280">
                  <c:v>1.6078310831579695E-3</c:v>
                </c:pt>
                <c:pt idx="2281">
                  <c:v>1.3713853356347387E-3</c:v>
                </c:pt>
                <c:pt idx="2282">
                  <c:v>1.1822287376161541E-3</c:v>
                </c:pt>
                <c:pt idx="2283">
                  <c:v>1.5605419336533234E-3</c:v>
                </c:pt>
                <c:pt idx="2284">
                  <c:v>1.7260539569195848E-3</c:v>
                </c:pt>
                <c:pt idx="2285">
                  <c:v>1.5132527841486771E-3</c:v>
                </c:pt>
                <c:pt idx="2286">
                  <c:v>1.2295178871208001E-3</c:v>
                </c:pt>
                <c:pt idx="2287">
                  <c:v>1.5605419336533234E-3</c:v>
                </c:pt>
                <c:pt idx="2288">
                  <c:v>1.7733431064242309E-3</c:v>
                </c:pt>
                <c:pt idx="2289">
                  <c:v>1.6787648074149384E-3</c:v>
                </c:pt>
                <c:pt idx="2290">
                  <c:v>1.4896082093963541E-3</c:v>
                </c:pt>
                <c:pt idx="2291">
                  <c:v>1.7733431064242309E-3</c:v>
                </c:pt>
                <c:pt idx="2292">
                  <c:v>1.9624997044428156E-3</c:v>
                </c:pt>
                <c:pt idx="2293">
                  <c:v>1.6787648074149384E-3</c:v>
                </c:pt>
                <c:pt idx="2294">
                  <c:v>1.3477407608824155E-3</c:v>
                </c:pt>
                <c:pt idx="2295">
                  <c:v>1.5841865084056464E-3</c:v>
                </c:pt>
                <c:pt idx="2296">
                  <c:v>1.7969876811765541E-3</c:v>
                </c:pt>
                <c:pt idx="2297">
                  <c:v>1.7024093821672616E-3</c:v>
                </c:pt>
                <c:pt idx="2298">
                  <c:v>1.4423190598917078E-3</c:v>
                </c:pt>
                <c:pt idx="2299">
                  <c:v>1.6314756579102927E-3</c:v>
                </c:pt>
                <c:pt idx="2300">
                  <c:v>1.8442768306812002E-3</c:v>
                </c:pt>
                <c:pt idx="2301">
                  <c:v>1.6078310831579695E-3</c:v>
                </c:pt>
                <c:pt idx="2302">
                  <c:v>1.2768070366254462E-3</c:v>
                </c:pt>
                <c:pt idx="2303">
                  <c:v>1.4896082093963541E-3</c:v>
                </c:pt>
                <c:pt idx="2304">
                  <c:v>1.7024093821672616E-3</c:v>
                </c:pt>
                <c:pt idx="2305">
                  <c:v>1.6078310831579695E-3</c:v>
                </c:pt>
                <c:pt idx="2306">
                  <c:v>1.3477407608824155E-3</c:v>
                </c:pt>
                <c:pt idx="2307">
                  <c:v>1.5368973589010002E-3</c:v>
                </c:pt>
                <c:pt idx="2308">
                  <c:v>1.8442768306812002E-3</c:v>
                </c:pt>
                <c:pt idx="2309">
                  <c:v>1.7733431064242309E-3</c:v>
                </c:pt>
                <c:pt idx="2310">
                  <c:v>1.4659636346440309E-3</c:v>
                </c:pt>
                <c:pt idx="2311">
                  <c:v>1.5605419336533234E-3</c:v>
                </c:pt>
                <c:pt idx="2312">
                  <c:v>1.8679214054335234E-3</c:v>
                </c:pt>
                <c:pt idx="2313">
                  <c:v>1.8442768306812002E-3</c:v>
                </c:pt>
                <c:pt idx="2314">
                  <c:v>1.5132527841486771E-3</c:v>
                </c:pt>
                <c:pt idx="2315">
                  <c:v>1.5368973589010002E-3</c:v>
                </c:pt>
                <c:pt idx="2316">
                  <c:v>1.7733431064242309E-3</c:v>
                </c:pt>
                <c:pt idx="2317">
                  <c:v>1.6787648074149384E-3</c:v>
                </c:pt>
                <c:pt idx="2318">
                  <c:v>1.3477407608824155E-3</c:v>
                </c:pt>
                <c:pt idx="2319">
                  <c:v>1.4423190598917078E-3</c:v>
                </c:pt>
                <c:pt idx="2320">
                  <c:v>1.8442768306812002E-3</c:v>
                </c:pt>
                <c:pt idx="2321">
                  <c:v>1.7969876811765541E-3</c:v>
                </c:pt>
                <c:pt idx="2322">
                  <c:v>1.4896082093963541E-3</c:v>
                </c:pt>
                <c:pt idx="2323">
                  <c:v>1.5132527841486771E-3</c:v>
                </c:pt>
                <c:pt idx="2324">
                  <c:v>1.7969876811765541E-3</c:v>
                </c:pt>
                <c:pt idx="2325">
                  <c:v>1.7260539569195848E-3</c:v>
                </c:pt>
                <c:pt idx="2326">
                  <c:v>1.3950299103870616E-3</c:v>
                </c:pt>
                <c:pt idx="2327">
                  <c:v>1.5132527841486771E-3</c:v>
                </c:pt>
                <c:pt idx="2328">
                  <c:v>1.8679214054335234E-3</c:v>
                </c:pt>
                <c:pt idx="2329">
                  <c:v>1.8679214054335234E-3</c:v>
                </c:pt>
                <c:pt idx="2330">
                  <c:v>1.5841865084056464E-3</c:v>
                </c:pt>
                <c:pt idx="2331">
                  <c:v>1.5605419336533234E-3</c:v>
                </c:pt>
                <c:pt idx="2332">
                  <c:v>1.8915659801858463E-3</c:v>
                </c:pt>
                <c:pt idx="2333">
                  <c:v>1.8442768306812002E-3</c:v>
                </c:pt>
                <c:pt idx="2334">
                  <c:v>1.4896082093963541E-3</c:v>
                </c:pt>
                <c:pt idx="2335">
                  <c:v>1.3713853356347387E-3</c:v>
                </c:pt>
                <c:pt idx="2336">
                  <c:v>1.6787648074149384E-3</c:v>
                </c:pt>
                <c:pt idx="2337">
                  <c:v>1.6078310831579695E-3</c:v>
                </c:pt>
                <c:pt idx="2338">
                  <c:v>1.3240961861300925E-3</c:v>
                </c:pt>
                <c:pt idx="2339">
                  <c:v>1.3004516113777694E-3</c:v>
                </c:pt>
                <c:pt idx="2340">
                  <c:v>1.7024093821672616E-3</c:v>
                </c:pt>
                <c:pt idx="2341">
                  <c:v>1.7024093821672616E-3</c:v>
                </c:pt>
                <c:pt idx="2342">
                  <c:v>1.4896082093963541E-3</c:v>
                </c:pt>
                <c:pt idx="2343">
                  <c:v>1.4423190598917078E-3</c:v>
                </c:pt>
                <c:pt idx="2344">
                  <c:v>1.7024093821672616E-3</c:v>
                </c:pt>
                <c:pt idx="2345">
                  <c:v>1.7260539569195848E-3</c:v>
                </c:pt>
                <c:pt idx="2346">
                  <c:v>1.3713853356347387E-3</c:v>
                </c:pt>
                <c:pt idx="2347">
                  <c:v>1.2058733123684769E-3</c:v>
                </c:pt>
                <c:pt idx="2348">
                  <c:v>1.5841865084056464E-3</c:v>
                </c:pt>
                <c:pt idx="2349">
                  <c:v>1.6078310831579695E-3</c:v>
                </c:pt>
                <c:pt idx="2350">
                  <c:v>1.2768070366254462E-3</c:v>
                </c:pt>
                <c:pt idx="2351">
                  <c:v>1.1822287376161541E-3</c:v>
                </c:pt>
                <c:pt idx="2352">
                  <c:v>1.6314756579102927E-3</c:v>
                </c:pt>
                <c:pt idx="2353">
                  <c:v>1.7496985316719077E-3</c:v>
                </c:pt>
                <c:pt idx="2354">
                  <c:v>1.4659636346440309E-3</c:v>
                </c:pt>
                <c:pt idx="2355">
                  <c:v>1.3477407608824155E-3</c:v>
                </c:pt>
                <c:pt idx="2356">
                  <c:v>1.6314756579102927E-3</c:v>
                </c:pt>
                <c:pt idx="2357">
                  <c:v>1.7496985316719077E-3</c:v>
                </c:pt>
                <c:pt idx="2358">
                  <c:v>1.4659636346440309E-3</c:v>
                </c:pt>
                <c:pt idx="2359">
                  <c:v>1.3477407608824155E-3</c:v>
                </c:pt>
                <c:pt idx="2360">
                  <c:v>1.6078310831579695E-3</c:v>
                </c:pt>
                <c:pt idx="2361">
                  <c:v>1.6314756579102927E-3</c:v>
                </c:pt>
                <c:pt idx="2362">
                  <c:v>1.3950299103870616E-3</c:v>
                </c:pt>
                <c:pt idx="2363">
                  <c:v>1.2531624618731232E-3</c:v>
                </c:pt>
                <c:pt idx="2364">
                  <c:v>1.5368973589010002E-3</c:v>
                </c:pt>
                <c:pt idx="2365">
                  <c:v>1.6078310831579695E-3</c:v>
                </c:pt>
                <c:pt idx="2366">
                  <c:v>1.3477407608824155E-3</c:v>
                </c:pt>
                <c:pt idx="2367">
                  <c:v>1.1112950133591848E-3</c:v>
                </c:pt>
                <c:pt idx="2368">
                  <c:v>1.3713853356347387E-3</c:v>
                </c:pt>
                <c:pt idx="2369">
                  <c:v>1.5605419336533234E-3</c:v>
                </c:pt>
                <c:pt idx="2370">
                  <c:v>1.3713853356347387E-3</c:v>
                </c:pt>
                <c:pt idx="2371">
                  <c:v>1.0876504386068617E-3</c:v>
                </c:pt>
                <c:pt idx="2372">
                  <c:v>1.4186744851393848E-3</c:v>
                </c:pt>
                <c:pt idx="2373">
                  <c:v>1.6078310831579695E-3</c:v>
                </c:pt>
                <c:pt idx="2374">
                  <c:v>1.3240961861300925E-3</c:v>
                </c:pt>
                <c:pt idx="2375">
                  <c:v>1.0876504386068617E-3</c:v>
                </c:pt>
                <c:pt idx="2376">
                  <c:v>1.3950299103870616E-3</c:v>
                </c:pt>
                <c:pt idx="2377">
                  <c:v>1.5368973589010002E-3</c:v>
                </c:pt>
                <c:pt idx="2378">
                  <c:v>1.3004516113777694E-3</c:v>
                </c:pt>
                <c:pt idx="2379">
                  <c:v>1.0876504386068617E-3</c:v>
                </c:pt>
                <c:pt idx="2380">
                  <c:v>1.4896082093963541E-3</c:v>
                </c:pt>
                <c:pt idx="2381">
                  <c:v>1.7024093821672616E-3</c:v>
                </c:pt>
                <c:pt idx="2382">
                  <c:v>1.5605419336533234E-3</c:v>
                </c:pt>
                <c:pt idx="2383">
                  <c:v>1.3240961861300925E-3</c:v>
                </c:pt>
                <c:pt idx="2384">
                  <c:v>1.6078310831579695E-3</c:v>
                </c:pt>
                <c:pt idx="2385">
                  <c:v>1.7969876811765541E-3</c:v>
                </c:pt>
                <c:pt idx="2386">
                  <c:v>1.6551202326626157E-3</c:v>
                </c:pt>
                <c:pt idx="2387">
                  <c:v>1.4423190598917078E-3</c:v>
                </c:pt>
                <c:pt idx="2388">
                  <c:v>1.6551202326626157E-3</c:v>
                </c:pt>
                <c:pt idx="2389">
                  <c:v>1.8679214054335234E-3</c:v>
                </c:pt>
                <c:pt idx="2390">
                  <c:v>1.7496985316719077E-3</c:v>
                </c:pt>
                <c:pt idx="2391">
                  <c:v>1.4659636346440309E-3</c:v>
                </c:pt>
                <c:pt idx="2392">
                  <c:v>1.6551202326626157E-3</c:v>
                </c:pt>
                <c:pt idx="2393">
                  <c:v>1.8915659801858463E-3</c:v>
                </c:pt>
                <c:pt idx="2394">
                  <c:v>1.7024093821672616E-3</c:v>
                </c:pt>
                <c:pt idx="2395">
                  <c:v>1.4186744851393848E-3</c:v>
                </c:pt>
                <c:pt idx="2396">
                  <c:v>1.6787648074149384E-3</c:v>
                </c:pt>
                <c:pt idx="2397">
                  <c:v>1.8442768306812002E-3</c:v>
                </c:pt>
                <c:pt idx="2398">
                  <c:v>1.6787648074149384E-3</c:v>
                </c:pt>
                <c:pt idx="2399">
                  <c:v>1.3713853356347387E-3</c:v>
                </c:pt>
                <c:pt idx="2400">
                  <c:v>1.6078310831579695E-3</c:v>
                </c:pt>
                <c:pt idx="2401">
                  <c:v>1.8679214054335234E-3</c:v>
                </c:pt>
                <c:pt idx="2402">
                  <c:v>1.7024093821672616E-3</c:v>
                </c:pt>
                <c:pt idx="2403">
                  <c:v>1.3477407608824155E-3</c:v>
                </c:pt>
                <c:pt idx="2404">
                  <c:v>1.4423190598917078E-3</c:v>
                </c:pt>
                <c:pt idx="2405">
                  <c:v>1.7496985316719077E-3</c:v>
                </c:pt>
                <c:pt idx="2406">
                  <c:v>1.7024093821672616E-3</c:v>
                </c:pt>
                <c:pt idx="2407">
                  <c:v>1.3950299103870616E-3</c:v>
                </c:pt>
                <c:pt idx="2408">
                  <c:v>1.5132527841486771E-3</c:v>
                </c:pt>
                <c:pt idx="2409">
                  <c:v>1.7496985316719077E-3</c:v>
                </c:pt>
                <c:pt idx="2410">
                  <c:v>1.7024093821672616E-3</c:v>
                </c:pt>
                <c:pt idx="2411">
                  <c:v>1.3713853356347387E-3</c:v>
                </c:pt>
                <c:pt idx="2412">
                  <c:v>1.5368973589010002E-3</c:v>
                </c:pt>
                <c:pt idx="2413">
                  <c:v>1.8679214054335234E-3</c:v>
                </c:pt>
                <c:pt idx="2414">
                  <c:v>1.7969876811765541E-3</c:v>
                </c:pt>
                <c:pt idx="2415">
                  <c:v>1.5368973589010002E-3</c:v>
                </c:pt>
                <c:pt idx="2416">
                  <c:v>1.6551202326626157E-3</c:v>
                </c:pt>
                <c:pt idx="2417">
                  <c:v>1.8679214054335234E-3</c:v>
                </c:pt>
                <c:pt idx="2418">
                  <c:v>1.8679214054335234E-3</c:v>
                </c:pt>
                <c:pt idx="2419">
                  <c:v>1.5368973589010002E-3</c:v>
                </c:pt>
                <c:pt idx="2420">
                  <c:v>1.5841865084056464E-3</c:v>
                </c:pt>
                <c:pt idx="2421">
                  <c:v>1.820632255928877E-3</c:v>
                </c:pt>
                <c:pt idx="2422">
                  <c:v>1.6787648074149384E-3</c:v>
                </c:pt>
                <c:pt idx="2423">
                  <c:v>1.3477407608824155E-3</c:v>
                </c:pt>
                <c:pt idx="2424">
                  <c:v>1.3950299103870616E-3</c:v>
                </c:pt>
                <c:pt idx="2425">
                  <c:v>1.6787648074149384E-3</c:v>
                </c:pt>
                <c:pt idx="2426">
                  <c:v>1.7260539569195848E-3</c:v>
                </c:pt>
                <c:pt idx="2427">
                  <c:v>1.4186744851393848E-3</c:v>
                </c:pt>
                <c:pt idx="2428">
                  <c:v>1.4659636346440309E-3</c:v>
                </c:pt>
                <c:pt idx="2429">
                  <c:v>1.7496985316719077E-3</c:v>
                </c:pt>
                <c:pt idx="2430">
                  <c:v>1.7496985316719077E-3</c:v>
                </c:pt>
                <c:pt idx="2431">
                  <c:v>1.4659636346440309E-3</c:v>
                </c:pt>
                <c:pt idx="2432">
                  <c:v>1.4186744851393848E-3</c:v>
                </c:pt>
                <c:pt idx="2433">
                  <c:v>1.8442768306812002E-3</c:v>
                </c:pt>
                <c:pt idx="2434">
                  <c:v>1.8915659801858463E-3</c:v>
                </c:pt>
                <c:pt idx="2435">
                  <c:v>1.6078310831579695E-3</c:v>
                </c:pt>
                <c:pt idx="2436">
                  <c:v>1.5368973589010002E-3</c:v>
                </c:pt>
                <c:pt idx="2437">
                  <c:v>1.8915659801858463E-3</c:v>
                </c:pt>
                <c:pt idx="2438">
                  <c:v>1.9152105549381695E-3</c:v>
                </c:pt>
                <c:pt idx="2439">
                  <c:v>1.5605419336533234E-3</c:v>
                </c:pt>
                <c:pt idx="2440">
                  <c:v>1.4423190598917078E-3</c:v>
                </c:pt>
                <c:pt idx="2441">
                  <c:v>1.7496985316719077E-3</c:v>
                </c:pt>
                <c:pt idx="2442">
                  <c:v>1.7496985316719077E-3</c:v>
                </c:pt>
                <c:pt idx="2443">
                  <c:v>1.4659636346440309E-3</c:v>
                </c:pt>
                <c:pt idx="2444">
                  <c:v>1.4423190598917078E-3</c:v>
                </c:pt>
                <c:pt idx="2445">
                  <c:v>1.8442768306812002E-3</c:v>
                </c:pt>
                <c:pt idx="2446">
                  <c:v>1.8679214054335234E-3</c:v>
                </c:pt>
                <c:pt idx="2447">
                  <c:v>1.5605419336533234E-3</c:v>
                </c:pt>
                <c:pt idx="2448">
                  <c:v>1.4186744851393848E-3</c:v>
                </c:pt>
                <c:pt idx="2449">
                  <c:v>1.7969876811765541E-3</c:v>
                </c:pt>
                <c:pt idx="2450">
                  <c:v>1.9152105549381695E-3</c:v>
                </c:pt>
                <c:pt idx="2451">
                  <c:v>1.6314756579102927E-3</c:v>
                </c:pt>
                <c:pt idx="2452">
                  <c:v>1.4659636346440309E-3</c:v>
                </c:pt>
                <c:pt idx="2453">
                  <c:v>1.7969876811765541E-3</c:v>
                </c:pt>
                <c:pt idx="2454">
                  <c:v>1.9388551296904927E-3</c:v>
                </c:pt>
                <c:pt idx="2455">
                  <c:v>1.7733431064242309E-3</c:v>
                </c:pt>
                <c:pt idx="2456">
                  <c:v>1.5841865084056464E-3</c:v>
                </c:pt>
                <c:pt idx="2457">
                  <c:v>1.9624997044428156E-3</c:v>
                </c:pt>
                <c:pt idx="2458">
                  <c:v>2.0570780034521079E-3</c:v>
                </c:pt>
                <c:pt idx="2459">
                  <c:v>1.820632255928877E-3</c:v>
                </c:pt>
                <c:pt idx="2460">
                  <c:v>1.5605419336533234E-3</c:v>
                </c:pt>
                <c:pt idx="2461">
                  <c:v>1.9152105549381695E-3</c:v>
                </c:pt>
                <c:pt idx="2462">
                  <c:v>2.0570780034521079E-3</c:v>
                </c:pt>
                <c:pt idx="2463">
                  <c:v>1.7969876811765541E-3</c:v>
                </c:pt>
                <c:pt idx="2464">
                  <c:v>1.5841865084056464E-3</c:v>
                </c:pt>
                <c:pt idx="2465">
                  <c:v>1.8915659801858463E-3</c:v>
                </c:pt>
                <c:pt idx="2466">
                  <c:v>2.0570780034521079E-3</c:v>
                </c:pt>
                <c:pt idx="2467">
                  <c:v>1.8442768306812002E-3</c:v>
                </c:pt>
                <c:pt idx="2468">
                  <c:v>1.5605419336533234E-3</c:v>
                </c:pt>
                <c:pt idx="2469">
                  <c:v>1.8915659801858463E-3</c:v>
                </c:pt>
                <c:pt idx="2470">
                  <c:v>2.1043671529567538E-3</c:v>
                </c:pt>
                <c:pt idx="2471">
                  <c:v>1.8679214054335234E-3</c:v>
                </c:pt>
                <c:pt idx="2472">
                  <c:v>1.5368973589010002E-3</c:v>
                </c:pt>
                <c:pt idx="2473">
                  <c:v>1.8679214054335234E-3</c:v>
                </c:pt>
                <c:pt idx="2474">
                  <c:v>2.009788853947462E-3</c:v>
                </c:pt>
                <c:pt idx="2475">
                  <c:v>1.8915659801858463E-3</c:v>
                </c:pt>
                <c:pt idx="2476">
                  <c:v>1.5841865084056464E-3</c:v>
                </c:pt>
                <c:pt idx="2477">
                  <c:v>1.8442768306812002E-3</c:v>
                </c:pt>
                <c:pt idx="2478">
                  <c:v>2.0334334286997847E-3</c:v>
                </c:pt>
                <c:pt idx="2479">
                  <c:v>1.820632255928877E-3</c:v>
                </c:pt>
                <c:pt idx="2480">
                  <c:v>1.5841865084056464E-3</c:v>
                </c:pt>
                <c:pt idx="2481">
                  <c:v>1.8915659801858463E-3</c:v>
                </c:pt>
                <c:pt idx="2482">
                  <c:v>2.0807225782044311E-3</c:v>
                </c:pt>
                <c:pt idx="2483">
                  <c:v>1.9388551296904927E-3</c:v>
                </c:pt>
                <c:pt idx="2484">
                  <c:v>1.6787648074149384E-3</c:v>
                </c:pt>
                <c:pt idx="2485">
                  <c:v>1.8915659801858463E-3</c:v>
                </c:pt>
                <c:pt idx="2486">
                  <c:v>2.0570780034521079E-3</c:v>
                </c:pt>
                <c:pt idx="2487">
                  <c:v>2.0570780034521079E-3</c:v>
                </c:pt>
                <c:pt idx="2488">
                  <c:v>1.820632255928877E-3</c:v>
                </c:pt>
                <c:pt idx="2489">
                  <c:v>1.9388551296904927E-3</c:v>
                </c:pt>
                <c:pt idx="2490">
                  <c:v>2.0334334286997847E-3</c:v>
                </c:pt>
                <c:pt idx="2491">
                  <c:v>1.9388551296904927E-3</c:v>
                </c:pt>
                <c:pt idx="2492">
                  <c:v>1.5841865084056464E-3</c:v>
                </c:pt>
                <c:pt idx="2493">
                  <c:v>1.7733431064242309E-3</c:v>
                </c:pt>
                <c:pt idx="2494">
                  <c:v>2.009788853947462E-3</c:v>
                </c:pt>
                <c:pt idx="2495">
                  <c:v>1.9861442791951388E-3</c:v>
                </c:pt>
                <c:pt idx="2496">
                  <c:v>1.6787648074149384E-3</c:v>
                </c:pt>
                <c:pt idx="2497">
                  <c:v>1.9152105549381695E-3</c:v>
                </c:pt>
                <c:pt idx="2498">
                  <c:v>2.1516563024614002E-3</c:v>
                </c:pt>
                <c:pt idx="2499">
                  <c:v>2.0334334286997847E-3</c:v>
                </c:pt>
                <c:pt idx="2500">
                  <c:v>1.6787648074149384E-3</c:v>
                </c:pt>
                <c:pt idx="2501">
                  <c:v>1.7969876811765541E-3</c:v>
                </c:pt>
                <c:pt idx="2502">
                  <c:v>2.0570780034521079E-3</c:v>
                </c:pt>
                <c:pt idx="2503">
                  <c:v>2.009788853947462E-3</c:v>
                </c:pt>
                <c:pt idx="2504">
                  <c:v>1.6787648074149384E-3</c:v>
                </c:pt>
                <c:pt idx="2505">
                  <c:v>1.7969876811765541E-3</c:v>
                </c:pt>
                <c:pt idx="2506">
                  <c:v>2.0807225782044311E-3</c:v>
                </c:pt>
                <c:pt idx="2507">
                  <c:v>1.9624997044428156E-3</c:v>
                </c:pt>
                <c:pt idx="2508">
                  <c:v>1.5132527841486771E-3</c:v>
                </c:pt>
                <c:pt idx="2509">
                  <c:v>1.6314756579102927E-3</c:v>
                </c:pt>
                <c:pt idx="2510">
                  <c:v>1.9388551296904927E-3</c:v>
                </c:pt>
                <c:pt idx="2511">
                  <c:v>1.8679214054335234E-3</c:v>
                </c:pt>
                <c:pt idx="2512">
                  <c:v>1.6078310831579695E-3</c:v>
                </c:pt>
                <c:pt idx="2513">
                  <c:v>1.6314756579102927E-3</c:v>
                </c:pt>
                <c:pt idx="2514">
                  <c:v>1.9624997044428156E-3</c:v>
                </c:pt>
                <c:pt idx="2515">
                  <c:v>1.9861442791951388E-3</c:v>
                </c:pt>
                <c:pt idx="2516">
                  <c:v>1.7024093821672616E-3</c:v>
                </c:pt>
                <c:pt idx="2517">
                  <c:v>1.7024093821672616E-3</c:v>
                </c:pt>
                <c:pt idx="2518">
                  <c:v>2.0334334286997847E-3</c:v>
                </c:pt>
                <c:pt idx="2519">
                  <c:v>1.9624997044428156E-3</c:v>
                </c:pt>
                <c:pt idx="2520">
                  <c:v>1.6787648074149384E-3</c:v>
                </c:pt>
                <c:pt idx="2521">
                  <c:v>1.5841865084056464E-3</c:v>
                </c:pt>
                <c:pt idx="2522">
                  <c:v>1.8915659801858463E-3</c:v>
                </c:pt>
                <c:pt idx="2523">
                  <c:v>1.9388551296904927E-3</c:v>
                </c:pt>
                <c:pt idx="2524">
                  <c:v>1.7024093821672616E-3</c:v>
                </c:pt>
                <c:pt idx="2525">
                  <c:v>1.6787648074149384E-3</c:v>
                </c:pt>
                <c:pt idx="2526">
                  <c:v>1.9624997044428156E-3</c:v>
                </c:pt>
                <c:pt idx="2527">
                  <c:v>1.9388551296904927E-3</c:v>
                </c:pt>
                <c:pt idx="2528">
                  <c:v>1.7024093821672616E-3</c:v>
                </c:pt>
                <c:pt idx="2529">
                  <c:v>1.5605419336533234E-3</c:v>
                </c:pt>
                <c:pt idx="2530">
                  <c:v>1.9152105549381695E-3</c:v>
                </c:pt>
                <c:pt idx="2531">
                  <c:v>1.9861442791951388E-3</c:v>
                </c:pt>
                <c:pt idx="2532">
                  <c:v>1.7733431064242309E-3</c:v>
                </c:pt>
                <c:pt idx="2533">
                  <c:v>1.6314756579102927E-3</c:v>
                </c:pt>
                <c:pt idx="2534">
                  <c:v>1.9152105549381695E-3</c:v>
                </c:pt>
                <c:pt idx="2535">
                  <c:v>2.0334334286997847E-3</c:v>
                </c:pt>
                <c:pt idx="2536">
                  <c:v>1.7733431064242309E-3</c:v>
                </c:pt>
                <c:pt idx="2537">
                  <c:v>1.5132527841486771E-3</c:v>
                </c:pt>
                <c:pt idx="2538">
                  <c:v>1.9624997044428156E-3</c:v>
                </c:pt>
                <c:pt idx="2539">
                  <c:v>2.0570780034521079E-3</c:v>
                </c:pt>
                <c:pt idx="2540">
                  <c:v>1.8442768306812002E-3</c:v>
                </c:pt>
                <c:pt idx="2541">
                  <c:v>1.7260539569195848E-3</c:v>
                </c:pt>
                <c:pt idx="2542">
                  <c:v>2.128011727709077E-3</c:v>
                </c:pt>
                <c:pt idx="2543">
                  <c:v>2.1516563024614002E-3</c:v>
                </c:pt>
                <c:pt idx="2544">
                  <c:v>1.9624997044428156E-3</c:v>
                </c:pt>
                <c:pt idx="2545">
                  <c:v>1.820632255928877E-3</c:v>
                </c:pt>
                <c:pt idx="2546">
                  <c:v>2.1753008772137233E-3</c:v>
                </c:pt>
                <c:pt idx="2547">
                  <c:v>2.2698791762230156E-3</c:v>
                </c:pt>
                <c:pt idx="2548">
                  <c:v>2.0570780034521079E-3</c:v>
                </c:pt>
                <c:pt idx="2549">
                  <c:v>1.7969876811765541E-3</c:v>
                </c:pt>
                <c:pt idx="2550">
                  <c:v>2.128011727709077E-3</c:v>
                </c:pt>
                <c:pt idx="2551">
                  <c:v>2.2698791762230156E-3</c:v>
                </c:pt>
                <c:pt idx="2552">
                  <c:v>2.0570780034521079E-3</c:v>
                </c:pt>
                <c:pt idx="2553">
                  <c:v>1.7969876811765541E-3</c:v>
                </c:pt>
                <c:pt idx="2554">
                  <c:v>2.128011727709077E-3</c:v>
                </c:pt>
                <c:pt idx="2555">
                  <c:v>2.1989454519660465E-3</c:v>
                </c:pt>
                <c:pt idx="2556">
                  <c:v>2.009788853947462E-3</c:v>
                </c:pt>
                <c:pt idx="2557">
                  <c:v>1.7024093821672616E-3</c:v>
                </c:pt>
                <c:pt idx="2558">
                  <c:v>1.9861442791951388E-3</c:v>
                </c:pt>
                <c:pt idx="2559">
                  <c:v>2.1753008772137233E-3</c:v>
                </c:pt>
                <c:pt idx="2560">
                  <c:v>2.009788853947462E-3</c:v>
                </c:pt>
                <c:pt idx="2561">
                  <c:v>1.7024093821672616E-3</c:v>
                </c:pt>
                <c:pt idx="2562">
                  <c:v>1.9152105549381695E-3</c:v>
                </c:pt>
                <c:pt idx="2563">
                  <c:v>2.0807225782044311E-3</c:v>
                </c:pt>
                <c:pt idx="2564">
                  <c:v>1.9152105549381695E-3</c:v>
                </c:pt>
                <c:pt idx="2565">
                  <c:v>1.5841865084056464E-3</c:v>
                </c:pt>
                <c:pt idx="2566">
                  <c:v>1.8442768306812002E-3</c:v>
                </c:pt>
                <c:pt idx="2567">
                  <c:v>1.9861442791951388E-3</c:v>
                </c:pt>
                <c:pt idx="2568">
                  <c:v>1.8442768306812002E-3</c:v>
                </c:pt>
                <c:pt idx="2569">
                  <c:v>1.5368973589010002E-3</c:v>
                </c:pt>
                <c:pt idx="2570">
                  <c:v>1.8442768306812002E-3</c:v>
                </c:pt>
                <c:pt idx="2571">
                  <c:v>2.0570780034521079E-3</c:v>
                </c:pt>
                <c:pt idx="2572">
                  <c:v>1.8679214054335234E-3</c:v>
                </c:pt>
                <c:pt idx="2573">
                  <c:v>1.5841865084056464E-3</c:v>
                </c:pt>
                <c:pt idx="2574">
                  <c:v>1.8679214054335234E-3</c:v>
                </c:pt>
                <c:pt idx="2575">
                  <c:v>2.1516563024614002E-3</c:v>
                </c:pt>
                <c:pt idx="2576">
                  <c:v>2.1043671529567538E-3</c:v>
                </c:pt>
                <c:pt idx="2577">
                  <c:v>1.7733431064242309E-3</c:v>
                </c:pt>
                <c:pt idx="2578">
                  <c:v>1.9861442791951388E-3</c:v>
                </c:pt>
                <c:pt idx="2579">
                  <c:v>2.1753008772137233E-3</c:v>
                </c:pt>
                <c:pt idx="2580">
                  <c:v>2.0334334286997847E-3</c:v>
                </c:pt>
                <c:pt idx="2581">
                  <c:v>1.7260539569195848E-3</c:v>
                </c:pt>
                <c:pt idx="2582">
                  <c:v>1.8679214054335234E-3</c:v>
                </c:pt>
                <c:pt idx="2583">
                  <c:v>2.128011727709077E-3</c:v>
                </c:pt>
                <c:pt idx="2584">
                  <c:v>2.0807225782044311E-3</c:v>
                </c:pt>
                <c:pt idx="2585">
                  <c:v>1.820632255928877E-3</c:v>
                </c:pt>
                <c:pt idx="2586">
                  <c:v>2.0334334286997847E-3</c:v>
                </c:pt>
                <c:pt idx="2587">
                  <c:v>2.3171683257276619E-3</c:v>
                </c:pt>
                <c:pt idx="2588">
                  <c:v>2.1753008772137233E-3</c:v>
                </c:pt>
                <c:pt idx="2589">
                  <c:v>1.820632255928877E-3</c:v>
                </c:pt>
                <c:pt idx="2590">
                  <c:v>1.8915659801858463E-3</c:v>
                </c:pt>
                <c:pt idx="2591">
                  <c:v>2.1753008772137233E-3</c:v>
                </c:pt>
                <c:pt idx="2592">
                  <c:v>2.0570780034521079E-3</c:v>
                </c:pt>
                <c:pt idx="2593">
                  <c:v>1.7733431064242309E-3</c:v>
                </c:pt>
                <c:pt idx="2594">
                  <c:v>1.820632255928877E-3</c:v>
                </c:pt>
                <c:pt idx="2595">
                  <c:v>2.128011727709077E-3</c:v>
                </c:pt>
                <c:pt idx="2596">
                  <c:v>2.0570780034521079E-3</c:v>
                </c:pt>
                <c:pt idx="2597">
                  <c:v>1.7496985316719077E-3</c:v>
                </c:pt>
                <c:pt idx="2598">
                  <c:v>1.7969876811765541E-3</c:v>
                </c:pt>
                <c:pt idx="2599">
                  <c:v>2.0334334286997847E-3</c:v>
                </c:pt>
                <c:pt idx="2600">
                  <c:v>1.9388551296904927E-3</c:v>
                </c:pt>
                <c:pt idx="2601">
                  <c:v>1.7260539569195848E-3</c:v>
                </c:pt>
                <c:pt idx="2602">
                  <c:v>1.820632255928877E-3</c:v>
                </c:pt>
                <c:pt idx="2603">
                  <c:v>2.0807225782044311E-3</c:v>
                </c:pt>
                <c:pt idx="2604">
                  <c:v>2.009788853947462E-3</c:v>
                </c:pt>
                <c:pt idx="2605">
                  <c:v>1.7260539569195848E-3</c:v>
                </c:pt>
                <c:pt idx="2606">
                  <c:v>1.7260539569195848E-3</c:v>
                </c:pt>
                <c:pt idx="2607">
                  <c:v>2.0807225782044311E-3</c:v>
                </c:pt>
                <c:pt idx="2608">
                  <c:v>2.0334334286997847E-3</c:v>
                </c:pt>
                <c:pt idx="2609">
                  <c:v>1.7024093821672616E-3</c:v>
                </c:pt>
                <c:pt idx="2610">
                  <c:v>1.6078310831579695E-3</c:v>
                </c:pt>
                <c:pt idx="2611">
                  <c:v>1.9861442791951388E-3</c:v>
                </c:pt>
                <c:pt idx="2612">
                  <c:v>1.9861442791951388E-3</c:v>
                </c:pt>
                <c:pt idx="2613">
                  <c:v>1.6787648074149384E-3</c:v>
                </c:pt>
                <c:pt idx="2614">
                  <c:v>1.6551202326626157E-3</c:v>
                </c:pt>
                <c:pt idx="2615">
                  <c:v>2.0570780034521079E-3</c:v>
                </c:pt>
                <c:pt idx="2616">
                  <c:v>2.0807225782044311E-3</c:v>
                </c:pt>
                <c:pt idx="2617">
                  <c:v>1.8442768306812002E-3</c:v>
                </c:pt>
                <c:pt idx="2618">
                  <c:v>1.820632255928877E-3</c:v>
                </c:pt>
                <c:pt idx="2619">
                  <c:v>2.1753008772137233E-3</c:v>
                </c:pt>
                <c:pt idx="2620">
                  <c:v>2.1043671529567538E-3</c:v>
                </c:pt>
                <c:pt idx="2621">
                  <c:v>1.8915659801858463E-3</c:v>
                </c:pt>
                <c:pt idx="2622">
                  <c:v>1.820632255928877E-3</c:v>
                </c:pt>
                <c:pt idx="2623">
                  <c:v>2.128011727709077E-3</c:v>
                </c:pt>
                <c:pt idx="2624">
                  <c:v>2.1043671529567538E-3</c:v>
                </c:pt>
                <c:pt idx="2625">
                  <c:v>1.7969876811765541E-3</c:v>
                </c:pt>
                <c:pt idx="2626">
                  <c:v>1.5605419336533234E-3</c:v>
                </c:pt>
                <c:pt idx="2627">
                  <c:v>1.8679214054335234E-3</c:v>
                </c:pt>
                <c:pt idx="2628">
                  <c:v>1.9388551296904927E-3</c:v>
                </c:pt>
                <c:pt idx="2629">
                  <c:v>1.7024093821672616E-3</c:v>
                </c:pt>
                <c:pt idx="2630">
                  <c:v>1.4896082093963541E-3</c:v>
                </c:pt>
                <c:pt idx="2631">
                  <c:v>1.8442768306812002E-3</c:v>
                </c:pt>
                <c:pt idx="2632">
                  <c:v>1.8915659801858463E-3</c:v>
                </c:pt>
                <c:pt idx="2633">
                  <c:v>1.6787648074149384E-3</c:v>
                </c:pt>
                <c:pt idx="2634">
                  <c:v>1.5368973589010002E-3</c:v>
                </c:pt>
                <c:pt idx="2635">
                  <c:v>1.8915659801858463E-3</c:v>
                </c:pt>
                <c:pt idx="2636">
                  <c:v>2.0807225782044311E-3</c:v>
                </c:pt>
                <c:pt idx="2637">
                  <c:v>1.9388551296904927E-3</c:v>
                </c:pt>
                <c:pt idx="2638">
                  <c:v>1.7024093821672616E-3</c:v>
                </c:pt>
                <c:pt idx="2639">
                  <c:v>2.0570780034521079E-3</c:v>
                </c:pt>
                <c:pt idx="2640">
                  <c:v>2.1516563024614002E-3</c:v>
                </c:pt>
                <c:pt idx="2641">
                  <c:v>1.9388551296904927E-3</c:v>
                </c:pt>
                <c:pt idx="2642">
                  <c:v>1.7024093821672616E-3</c:v>
                </c:pt>
                <c:pt idx="2643">
                  <c:v>2.009788853947462E-3</c:v>
                </c:pt>
                <c:pt idx="2644">
                  <c:v>2.128011727709077E-3</c:v>
                </c:pt>
                <c:pt idx="2645">
                  <c:v>1.8915659801858463E-3</c:v>
                </c:pt>
                <c:pt idx="2646">
                  <c:v>1.6314756579102927E-3</c:v>
                </c:pt>
                <c:pt idx="2647">
                  <c:v>1.9624997044428156E-3</c:v>
                </c:pt>
                <c:pt idx="2648">
                  <c:v>2.128011727709077E-3</c:v>
                </c:pt>
                <c:pt idx="2649">
                  <c:v>1.9388551296904927E-3</c:v>
                </c:pt>
                <c:pt idx="2650">
                  <c:v>1.7024093821672616E-3</c:v>
                </c:pt>
                <c:pt idx="2651">
                  <c:v>2.0807225782044311E-3</c:v>
                </c:pt>
                <c:pt idx="2652">
                  <c:v>2.1989454519660465E-3</c:v>
                </c:pt>
                <c:pt idx="2653">
                  <c:v>1.9624997044428156E-3</c:v>
                </c:pt>
                <c:pt idx="2654">
                  <c:v>1.6314756579102927E-3</c:v>
                </c:pt>
                <c:pt idx="2655">
                  <c:v>1.8915659801858463E-3</c:v>
                </c:pt>
                <c:pt idx="2656">
                  <c:v>2.1516563024614002E-3</c:v>
                </c:pt>
                <c:pt idx="2657">
                  <c:v>2.0334334286997847E-3</c:v>
                </c:pt>
                <c:pt idx="2658">
                  <c:v>1.8442768306812002E-3</c:v>
                </c:pt>
                <c:pt idx="2659">
                  <c:v>2.1043671529567538E-3</c:v>
                </c:pt>
                <c:pt idx="2660">
                  <c:v>2.3408129004799851E-3</c:v>
                </c:pt>
                <c:pt idx="2661">
                  <c:v>2.1753008772137233E-3</c:v>
                </c:pt>
                <c:pt idx="2662">
                  <c:v>1.9388551296904927E-3</c:v>
                </c:pt>
                <c:pt idx="2663">
                  <c:v>2.1516563024614002E-3</c:v>
                </c:pt>
                <c:pt idx="2664">
                  <c:v>2.3644574752323083E-3</c:v>
                </c:pt>
                <c:pt idx="2665">
                  <c:v>2.2935237509753388E-3</c:v>
                </c:pt>
                <c:pt idx="2666">
                  <c:v>2.0334334286997847E-3</c:v>
                </c:pt>
                <c:pt idx="2667">
                  <c:v>2.1516563024614002E-3</c:v>
                </c:pt>
                <c:pt idx="2668">
                  <c:v>2.4117466247369538E-3</c:v>
                </c:pt>
                <c:pt idx="2669">
                  <c:v>2.1989454519660465E-3</c:v>
                </c:pt>
                <c:pt idx="2670">
                  <c:v>1.8679214054335234E-3</c:v>
                </c:pt>
                <c:pt idx="2671">
                  <c:v>2.0334334286997847E-3</c:v>
                </c:pt>
                <c:pt idx="2672">
                  <c:v>2.435391199489277E-3</c:v>
                </c:pt>
                <c:pt idx="2673">
                  <c:v>2.3644574752323083E-3</c:v>
                </c:pt>
                <c:pt idx="2674">
                  <c:v>2.1043671529567538E-3</c:v>
                </c:pt>
                <c:pt idx="2675">
                  <c:v>2.1753008772137233E-3</c:v>
                </c:pt>
                <c:pt idx="2676">
                  <c:v>2.3644574752323083E-3</c:v>
                </c:pt>
                <c:pt idx="2677">
                  <c:v>2.1989454519660465E-3</c:v>
                </c:pt>
                <c:pt idx="2678">
                  <c:v>1.7969876811765541E-3</c:v>
                </c:pt>
                <c:pt idx="2679">
                  <c:v>1.9388551296904927E-3</c:v>
                </c:pt>
                <c:pt idx="2680">
                  <c:v>2.2698791762230156E-3</c:v>
                </c:pt>
                <c:pt idx="2681">
                  <c:v>2.1753008772137233E-3</c:v>
                </c:pt>
                <c:pt idx="2682">
                  <c:v>1.7733431064242309E-3</c:v>
                </c:pt>
                <c:pt idx="2683">
                  <c:v>1.7733431064242309E-3</c:v>
                </c:pt>
                <c:pt idx="2684">
                  <c:v>2.0807225782044311E-3</c:v>
                </c:pt>
                <c:pt idx="2685">
                  <c:v>2.009788853947462E-3</c:v>
                </c:pt>
                <c:pt idx="2686">
                  <c:v>1.7024093821672616E-3</c:v>
                </c:pt>
                <c:pt idx="2687">
                  <c:v>1.7260539569195848E-3</c:v>
                </c:pt>
                <c:pt idx="2688">
                  <c:v>2.128011727709077E-3</c:v>
                </c:pt>
                <c:pt idx="2689">
                  <c:v>2.1043671529567538E-3</c:v>
                </c:pt>
                <c:pt idx="2690">
                  <c:v>1.820632255928877E-3</c:v>
                </c:pt>
                <c:pt idx="2691">
                  <c:v>1.820632255928877E-3</c:v>
                </c:pt>
                <c:pt idx="2692">
                  <c:v>2.1989454519660465E-3</c:v>
                </c:pt>
                <c:pt idx="2693">
                  <c:v>2.0807225782044311E-3</c:v>
                </c:pt>
                <c:pt idx="2694">
                  <c:v>1.7260539569195848E-3</c:v>
                </c:pt>
                <c:pt idx="2695">
                  <c:v>1.7260539569195848E-3</c:v>
                </c:pt>
                <c:pt idx="2696">
                  <c:v>2.1516563024614002E-3</c:v>
                </c:pt>
                <c:pt idx="2697">
                  <c:v>2.2225900267183697E-3</c:v>
                </c:pt>
                <c:pt idx="2698">
                  <c:v>1.9861442791951388E-3</c:v>
                </c:pt>
                <c:pt idx="2699">
                  <c:v>2.009788853947462E-3</c:v>
                </c:pt>
                <c:pt idx="2700">
                  <c:v>2.3644574752323083E-3</c:v>
                </c:pt>
                <c:pt idx="2701">
                  <c:v>2.3644574752323083E-3</c:v>
                </c:pt>
                <c:pt idx="2702">
                  <c:v>2.0807225782044311E-3</c:v>
                </c:pt>
                <c:pt idx="2703">
                  <c:v>1.9388551296904927E-3</c:v>
                </c:pt>
                <c:pt idx="2704">
                  <c:v>2.1989454519660465E-3</c:v>
                </c:pt>
                <c:pt idx="2705">
                  <c:v>2.1516563024614002E-3</c:v>
                </c:pt>
                <c:pt idx="2706">
                  <c:v>1.8442768306812002E-3</c:v>
                </c:pt>
                <c:pt idx="2707">
                  <c:v>1.8442768306812002E-3</c:v>
                </c:pt>
                <c:pt idx="2708">
                  <c:v>2.1989454519660465E-3</c:v>
                </c:pt>
                <c:pt idx="2709">
                  <c:v>2.1989454519660465E-3</c:v>
                </c:pt>
                <c:pt idx="2710">
                  <c:v>1.8679214054335234E-3</c:v>
                </c:pt>
                <c:pt idx="2711">
                  <c:v>1.7733431064242309E-3</c:v>
                </c:pt>
                <c:pt idx="2712">
                  <c:v>2.1516563024614002E-3</c:v>
                </c:pt>
                <c:pt idx="2713">
                  <c:v>2.2935237509753388E-3</c:v>
                </c:pt>
                <c:pt idx="2714">
                  <c:v>2.0334334286997847E-3</c:v>
                </c:pt>
                <c:pt idx="2715">
                  <c:v>1.9152105549381695E-3</c:v>
                </c:pt>
                <c:pt idx="2716">
                  <c:v>2.1753008772137233E-3</c:v>
                </c:pt>
                <c:pt idx="2717">
                  <c:v>2.2225900267183697E-3</c:v>
                </c:pt>
                <c:pt idx="2718">
                  <c:v>2.009788853947462E-3</c:v>
                </c:pt>
                <c:pt idx="2719">
                  <c:v>1.9152105549381695E-3</c:v>
                </c:pt>
                <c:pt idx="2720">
                  <c:v>2.3171683257276619E-3</c:v>
                </c:pt>
                <c:pt idx="2721">
                  <c:v>2.3644574752323083E-3</c:v>
                </c:pt>
                <c:pt idx="2722">
                  <c:v>2.128011727709077E-3</c:v>
                </c:pt>
                <c:pt idx="2723">
                  <c:v>1.9388551296904927E-3</c:v>
                </c:pt>
                <c:pt idx="2724">
                  <c:v>2.1989454519660465E-3</c:v>
                </c:pt>
                <c:pt idx="2725">
                  <c:v>2.1989454519660465E-3</c:v>
                </c:pt>
                <c:pt idx="2726">
                  <c:v>1.9388551296904927E-3</c:v>
                </c:pt>
                <c:pt idx="2727">
                  <c:v>1.7733431064242309E-3</c:v>
                </c:pt>
                <c:pt idx="2728">
                  <c:v>2.1043671529567538E-3</c:v>
                </c:pt>
                <c:pt idx="2729">
                  <c:v>2.3408129004799851E-3</c:v>
                </c:pt>
                <c:pt idx="2730">
                  <c:v>2.128011727709077E-3</c:v>
                </c:pt>
                <c:pt idx="2731">
                  <c:v>1.9861442791951388E-3</c:v>
                </c:pt>
                <c:pt idx="2732">
                  <c:v>2.2698791762230156E-3</c:v>
                </c:pt>
                <c:pt idx="2733">
                  <c:v>2.3644574752323083E-3</c:v>
                </c:pt>
                <c:pt idx="2734">
                  <c:v>2.1516563024614002E-3</c:v>
                </c:pt>
                <c:pt idx="2735">
                  <c:v>2.009788853947462E-3</c:v>
                </c:pt>
                <c:pt idx="2736">
                  <c:v>2.3171683257276619E-3</c:v>
                </c:pt>
                <c:pt idx="2737">
                  <c:v>2.4590357742416001E-3</c:v>
                </c:pt>
                <c:pt idx="2738">
                  <c:v>2.2462346014706924E-3</c:v>
                </c:pt>
                <c:pt idx="2739">
                  <c:v>2.0334334286997847E-3</c:v>
                </c:pt>
                <c:pt idx="2740">
                  <c:v>2.2935237509753388E-3</c:v>
                </c:pt>
                <c:pt idx="2741">
                  <c:v>2.4117466247369538E-3</c:v>
                </c:pt>
                <c:pt idx="2742">
                  <c:v>2.1516563024614002E-3</c:v>
                </c:pt>
                <c:pt idx="2743">
                  <c:v>1.8679214054335234E-3</c:v>
                </c:pt>
                <c:pt idx="2744">
                  <c:v>2.1043671529567538E-3</c:v>
                </c:pt>
                <c:pt idx="2745">
                  <c:v>2.3644574752323083E-3</c:v>
                </c:pt>
                <c:pt idx="2746">
                  <c:v>2.1753008772137233E-3</c:v>
                </c:pt>
                <c:pt idx="2747">
                  <c:v>1.8915659801858463E-3</c:v>
                </c:pt>
                <c:pt idx="2748">
                  <c:v>2.0807225782044311E-3</c:v>
                </c:pt>
                <c:pt idx="2749">
                  <c:v>2.1989454519660465E-3</c:v>
                </c:pt>
                <c:pt idx="2750">
                  <c:v>1.9861442791951388E-3</c:v>
                </c:pt>
                <c:pt idx="2751">
                  <c:v>1.6787648074149384E-3</c:v>
                </c:pt>
                <c:pt idx="2752">
                  <c:v>1.8679214054335234E-3</c:v>
                </c:pt>
                <c:pt idx="2753">
                  <c:v>2.0807225782044311E-3</c:v>
                </c:pt>
                <c:pt idx="2754">
                  <c:v>1.9152105549381695E-3</c:v>
                </c:pt>
                <c:pt idx="2755">
                  <c:v>1.6314756579102927E-3</c:v>
                </c:pt>
                <c:pt idx="2756">
                  <c:v>1.8442768306812002E-3</c:v>
                </c:pt>
                <c:pt idx="2757">
                  <c:v>2.0807225782044311E-3</c:v>
                </c:pt>
                <c:pt idx="2758">
                  <c:v>1.9861442791951388E-3</c:v>
                </c:pt>
                <c:pt idx="2759">
                  <c:v>1.7496985316719077E-3</c:v>
                </c:pt>
                <c:pt idx="2760">
                  <c:v>2.0807225782044311E-3</c:v>
                </c:pt>
                <c:pt idx="2761">
                  <c:v>2.2935237509753388E-3</c:v>
                </c:pt>
                <c:pt idx="2762">
                  <c:v>2.1989454519660465E-3</c:v>
                </c:pt>
                <c:pt idx="2763">
                  <c:v>1.9624997044428156E-3</c:v>
                </c:pt>
                <c:pt idx="2764">
                  <c:v>2.128011727709077E-3</c:v>
                </c:pt>
                <c:pt idx="2765">
                  <c:v>2.435391199489277E-3</c:v>
                </c:pt>
                <c:pt idx="2766">
                  <c:v>2.2698791762230156E-3</c:v>
                </c:pt>
                <c:pt idx="2767">
                  <c:v>1.8915659801858463E-3</c:v>
                </c:pt>
                <c:pt idx="2768">
                  <c:v>2.0334334286997847E-3</c:v>
                </c:pt>
                <c:pt idx="2769">
                  <c:v>2.3644574752323083E-3</c:v>
                </c:pt>
                <c:pt idx="2770">
                  <c:v>2.2935237509753388E-3</c:v>
                </c:pt>
                <c:pt idx="2771">
                  <c:v>1.9861442791951388E-3</c:v>
                </c:pt>
                <c:pt idx="2772">
                  <c:v>2.1516563024614002E-3</c:v>
                </c:pt>
                <c:pt idx="2773">
                  <c:v>2.388102049984631E-3</c:v>
                </c:pt>
                <c:pt idx="2774">
                  <c:v>2.2935237509753388E-3</c:v>
                </c:pt>
                <c:pt idx="2775">
                  <c:v>2.009788853947462E-3</c:v>
                </c:pt>
                <c:pt idx="2776">
                  <c:v>2.1516563024614002E-3</c:v>
                </c:pt>
                <c:pt idx="2777">
                  <c:v>2.435391199489277E-3</c:v>
                </c:pt>
                <c:pt idx="2778">
                  <c:v>2.388102049984631E-3</c:v>
                </c:pt>
                <c:pt idx="2779">
                  <c:v>2.0807225782044311E-3</c:v>
                </c:pt>
                <c:pt idx="2780">
                  <c:v>2.1989454519660465E-3</c:v>
                </c:pt>
                <c:pt idx="2781">
                  <c:v>2.4117466247369538E-3</c:v>
                </c:pt>
                <c:pt idx="2782">
                  <c:v>2.3644574752323083E-3</c:v>
                </c:pt>
                <c:pt idx="2783">
                  <c:v>2.009788853947462E-3</c:v>
                </c:pt>
                <c:pt idx="2784">
                  <c:v>2.0570780034521079E-3</c:v>
                </c:pt>
                <c:pt idx="2785">
                  <c:v>2.388102049984631E-3</c:v>
                </c:pt>
                <c:pt idx="2786">
                  <c:v>2.435391199489277E-3</c:v>
                </c:pt>
                <c:pt idx="2787">
                  <c:v>2.2462346014706924E-3</c:v>
                </c:pt>
                <c:pt idx="2788">
                  <c:v>2.3171683257276619E-3</c:v>
                </c:pt>
                <c:pt idx="2789">
                  <c:v>2.5299694984985696E-3</c:v>
                </c:pt>
                <c:pt idx="2790">
                  <c:v>2.5063249237462465E-3</c:v>
                </c:pt>
                <c:pt idx="2791">
                  <c:v>2.2225900267183697E-3</c:v>
                </c:pt>
                <c:pt idx="2792">
                  <c:v>2.1516563024614002E-3</c:v>
                </c:pt>
                <c:pt idx="2793">
                  <c:v>2.3171683257276619E-3</c:v>
                </c:pt>
                <c:pt idx="2794">
                  <c:v>2.3171683257276619E-3</c:v>
                </c:pt>
                <c:pt idx="2795">
                  <c:v>1.9624997044428156E-3</c:v>
                </c:pt>
                <c:pt idx="2796">
                  <c:v>1.9388551296904927E-3</c:v>
                </c:pt>
                <c:pt idx="2797">
                  <c:v>2.3171683257276619E-3</c:v>
                </c:pt>
                <c:pt idx="2798">
                  <c:v>2.3644574752323083E-3</c:v>
                </c:pt>
                <c:pt idx="2799">
                  <c:v>2.0334334286997847E-3</c:v>
                </c:pt>
                <c:pt idx="2800">
                  <c:v>1.9861442791951388E-3</c:v>
                </c:pt>
                <c:pt idx="2801">
                  <c:v>2.2935237509753388E-3</c:v>
                </c:pt>
                <c:pt idx="2802">
                  <c:v>2.2698791762230156E-3</c:v>
                </c:pt>
                <c:pt idx="2803">
                  <c:v>1.9388551296904927E-3</c:v>
                </c:pt>
                <c:pt idx="2804">
                  <c:v>1.8442768306812002E-3</c:v>
                </c:pt>
                <c:pt idx="2805">
                  <c:v>2.128011727709077E-3</c:v>
                </c:pt>
                <c:pt idx="2806">
                  <c:v>2.1989454519660465E-3</c:v>
                </c:pt>
                <c:pt idx="2807">
                  <c:v>1.9388551296904927E-3</c:v>
                </c:pt>
                <c:pt idx="2808">
                  <c:v>1.8442768306812002E-3</c:v>
                </c:pt>
                <c:pt idx="2809">
                  <c:v>2.1753008772137233E-3</c:v>
                </c:pt>
                <c:pt idx="2810">
                  <c:v>2.2225900267183697E-3</c:v>
                </c:pt>
                <c:pt idx="2811">
                  <c:v>1.9861442791951388E-3</c:v>
                </c:pt>
                <c:pt idx="2812">
                  <c:v>1.8679214054335234E-3</c:v>
                </c:pt>
                <c:pt idx="2813">
                  <c:v>2.1753008772137233E-3</c:v>
                </c:pt>
                <c:pt idx="2814">
                  <c:v>2.2225900267183697E-3</c:v>
                </c:pt>
                <c:pt idx="2815">
                  <c:v>1.9152105549381695E-3</c:v>
                </c:pt>
                <c:pt idx="2816">
                  <c:v>1.7733431064242309E-3</c:v>
                </c:pt>
                <c:pt idx="2817">
                  <c:v>2.1753008772137233E-3</c:v>
                </c:pt>
                <c:pt idx="2818">
                  <c:v>2.3171683257276619E-3</c:v>
                </c:pt>
                <c:pt idx="2819">
                  <c:v>2.1516563024614002E-3</c:v>
                </c:pt>
                <c:pt idx="2820">
                  <c:v>2.009788853947462E-3</c:v>
                </c:pt>
                <c:pt idx="2821">
                  <c:v>2.3171683257276619E-3</c:v>
                </c:pt>
                <c:pt idx="2822">
                  <c:v>2.3408129004799851E-3</c:v>
                </c:pt>
                <c:pt idx="2823">
                  <c:v>2.0334334286997847E-3</c:v>
                </c:pt>
                <c:pt idx="2824">
                  <c:v>1.820632255928877E-3</c:v>
                </c:pt>
                <c:pt idx="2825">
                  <c:v>2.1043671529567538E-3</c:v>
                </c:pt>
                <c:pt idx="2826">
                  <c:v>2.2462346014706924E-3</c:v>
                </c:pt>
                <c:pt idx="2827">
                  <c:v>2.0334334286997847E-3</c:v>
                </c:pt>
                <c:pt idx="2828">
                  <c:v>1.8915659801858463E-3</c:v>
                </c:pt>
                <c:pt idx="2829">
                  <c:v>2.2225900267183697E-3</c:v>
                </c:pt>
                <c:pt idx="2830">
                  <c:v>2.3644574752323083E-3</c:v>
                </c:pt>
                <c:pt idx="2831">
                  <c:v>2.1753008772137233E-3</c:v>
                </c:pt>
                <c:pt idx="2832">
                  <c:v>1.9388551296904927E-3</c:v>
                </c:pt>
                <c:pt idx="2833">
                  <c:v>2.2462346014706924E-3</c:v>
                </c:pt>
                <c:pt idx="2834">
                  <c:v>2.4590357742416001E-3</c:v>
                </c:pt>
                <c:pt idx="2835">
                  <c:v>2.3171683257276619E-3</c:v>
                </c:pt>
                <c:pt idx="2836">
                  <c:v>2.0334334286997847E-3</c:v>
                </c:pt>
                <c:pt idx="2837">
                  <c:v>2.2698791762230156E-3</c:v>
                </c:pt>
                <c:pt idx="2838">
                  <c:v>2.4117466247369538E-3</c:v>
                </c:pt>
                <c:pt idx="2839">
                  <c:v>2.1989454519660465E-3</c:v>
                </c:pt>
                <c:pt idx="2840">
                  <c:v>1.7969876811765541E-3</c:v>
                </c:pt>
                <c:pt idx="2841">
                  <c:v>2.1043671529567538E-3</c:v>
                </c:pt>
                <c:pt idx="2842">
                  <c:v>2.2698791762230156E-3</c:v>
                </c:pt>
                <c:pt idx="2843">
                  <c:v>2.1043671529567538E-3</c:v>
                </c:pt>
                <c:pt idx="2844">
                  <c:v>1.820632255928877E-3</c:v>
                </c:pt>
                <c:pt idx="2845">
                  <c:v>2.1043671529567538E-3</c:v>
                </c:pt>
                <c:pt idx="2846">
                  <c:v>2.388102049984631E-3</c:v>
                </c:pt>
                <c:pt idx="2847">
                  <c:v>2.3408129004799851E-3</c:v>
                </c:pt>
                <c:pt idx="2848">
                  <c:v>2.1043671529567538E-3</c:v>
                </c:pt>
                <c:pt idx="2849">
                  <c:v>2.2935237509753388E-3</c:v>
                </c:pt>
                <c:pt idx="2850">
                  <c:v>2.4590357742416001E-3</c:v>
                </c:pt>
                <c:pt idx="2851">
                  <c:v>2.3644574752323083E-3</c:v>
                </c:pt>
                <c:pt idx="2852">
                  <c:v>2.0570780034521079E-3</c:v>
                </c:pt>
                <c:pt idx="2853">
                  <c:v>2.2698791762230156E-3</c:v>
                </c:pt>
                <c:pt idx="2854">
                  <c:v>2.435391199489277E-3</c:v>
                </c:pt>
                <c:pt idx="2855">
                  <c:v>2.3408129004799851E-3</c:v>
                </c:pt>
                <c:pt idx="2856">
                  <c:v>2.009788853947462E-3</c:v>
                </c:pt>
                <c:pt idx="2857">
                  <c:v>2.2698791762230156E-3</c:v>
                </c:pt>
                <c:pt idx="2858">
                  <c:v>2.5063249237462465E-3</c:v>
                </c:pt>
                <c:pt idx="2859">
                  <c:v>2.388102049984631E-3</c:v>
                </c:pt>
                <c:pt idx="2860">
                  <c:v>2.0570780034521079E-3</c:v>
                </c:pt>
                <c:pt idx="2861">
                  <c:v>2.1753008772137233E-3</c:v>
                </c:pt>
                <c:pt idx="2862">
                  <c:v>2.388102049984631E-3</c:v>
                </c:pt>
                <c:pt idx="2863">
                  <c:v>2.3171683257276619E-3</c:v>
                </c:pt>
                <c:pt idx="2864">
                  <c:v>1.9861442791951388E-3</c:v>
                </c:pt>
                <c:pt idx="2865">
                  <c:v>2.128011727709077E-3</c:v>
                </c:pt>
                <c:pt idx="2866">
                  <c:v>2.388102049984631E-3</c:v>
                </c:pt>
                <c:pt idx="2867">
                  <c:v>2.2225900267183697E-3</c:v>
                </c:pt>
                <c:pt idx="2868">
                  <c:v>1.9152105549381695E-3</c:v>
                </c:pt>
                <c:pt idx="2869">
                  <c:v>2.0334334286997847E-3</c:v>
                </c:pt>
                <c:pt idx="2870">
                  <c:v>2.4117466247369538E-3</c:v>
                </c:pt>
                <c:pt idx="2871">
                  <c:v>2.435391199489277E-3</c:v>
                </c:pt>
                <c:pt idx="2872">
                  <c:v>2.0570780034521079E-3</c:v>
                </c:pt>
                <c:pt idx="2873">
                  <c:v>2.128011727709077E-3</c:v>
                </c:pt>
                <c:pt idx="2874">
                  <c:v>2.3644574752323083E-3</c:v>
                </c:pt>
                <c:pt idx="2875">
                  <c:v>2.2935237509753388E-3</c:v>
                </c:pt>
                <c:pt idx="2876">
                  <c:v>1.9861442791951388E-3</c:v>
                </c:pt>
                <c:pt idx="2877">
                  <c:v>2.0570780034521079E-3</c:v>
                </c:pt>
                <c:pt idx="2878">
                  <c:v>2.388102049984631E-3</c:v>
                </c:pt>
                <c:pt idx="2879">
                  <c:v>2.4117466247369538E-3</c:v>
                </c:pt>
                <c:pt idx="2880">
                  <c:v>2.2225900267183697E-3</c:v>
                </c:pt>
                <c:pt idx="2881">
                  <c:v>2.2462346014706924E-3</c:v>
                </c:pt>
                <c:pt idx="2882">
                  <c:v>2.5772586480032156E-3</c:v>
                </c:pt>
                <c:pt idx="2883">
                  <c:v>2.5772586480032156E-3</c:v>
                </c:pt>
                <c:pt idx="2884">
                  <c:v>2.2225900267183697E-3</c:v>
                </c:pt>
                <c:pt idx="2885">
                  <c:v>2.0570780034521079E-3</c:v>
                </c:pt>
                <c:pt idx="2886">
                  <c:v>2.3644574752323083E-3</c:v>
                </c:pt>
                <c:pt idx="2887">
                  <c:v>2.3408129004799851E-3</c:v>
                </c:pt>
                <c:pt idx="2888">
                  <c:v>2.0334334286997847E-3</c:v>
                </c:pt>
                <c:pt idx="2889">
                  <c:v>1.9388551296904927E-3</c:v>
                </c:pt>
                <c:pt idx="2890">
                  <c:v>2.2462346014706924E-3</c:v>
                </c:pt>
                <c:pt idx="2891">
                  <c:v>2.3171683257276619E-3</c:v>
                </c:pt>
                <c:pt idx="2892">
                  <c:v>2.1043671529567538E-3</c:v>
                </c:pt>
                <c:pt idx="2893">
                  <c:v>2.0570780034521079E-3</c:v>
                </c:pt>
                <c:pt idx="2894">
                  <c:v>2.4117466247369538E-3</c:v>
                </c:pt>
                <c:pt idx="2895">
                  <c:v>2.4826803489939233E-3</c:v>
                </c:pt>
                <c:pt idx="2896">
                  <c:v>2.2698791762230156E-3</c:v>
                </c:pt>
                <c:pt idx="2897">
                  <c:v>2.0807225782044311E-3</c:v>
                </c:pt>
                <c:pt idx="2898">
                  <c:v>2.3644574752323083E-3</c:v>
                </c:pt>
                <c:pt idx="2899">
                  <c:v>2.388102049984631E-3</c:v>
                </c:pt>
                <c:pt idx="2900">
                  <c:v>2.1043671529567538E-3</c:v>
                </c:pt>
                <c:pt idx="2901">
                  <c:v>1.9624997044428156E-3</c:v>
                </c:pt>
                <c:pt idx="2902">
                  <c:v>2.2935237509753388E-3</c:v>
                </c:pt>
                <c:pt idx="2903">
                  <c:v>2.4590357742416001E-3</c:v>
                </c:pt>
                <c:pt idx="2904">
                  <c:v>2.2698791762230156E-3</c:v>
                </c:pt>
                <c:pt idx="2905">
                  <c:v>2.128011727709077E-3</c:v>
                </c:pt>
                <c:pt idx="2906">
                  <c:v>2.4826803489939233E-3</c:v>
                </c:pt>
                <c:pt idx="2907">
                  <c:v>2.5772586480032156E-3</c:v>
                </c:pt>
                <c:pt idx="2908">
                  <c:v>2.2935237509753388E-3</c:v>
                </c:pt>
                <c:pt idx="2909">
                  <c:v>1.9624997044428156E-3</c:v>
                </c:pt>
                <c:pt idx="2910">
                  <c:v>2.3408129004799851E-3</c:v>
                </c:pt>
                <c:pt idx="2911">
                  <c:v>2.4117466247369538E-3</c:v>
                </c:pt>
                <c:pt idx="2912">
                  <c:v>2.1753008772137233E-3</c:v>
                </c:pt>
                <c:pt idx="2913">
                  <c:v>2.009788853947462E-3</c:v>
                </c:pt>
                <c:pt idx="2914">
                  <c:v>2.3644574752323083E-3</c:v>
                </c:pt>
                <c:pt idx="2915">
                  <c:v>2.4117466247369538E-3</c:v>
                </c:pt>
                <c:pt idx="2916">
                  <c:v>2.1989454519660465E-3</c:v>
                </c:pt>
                <c:pt idx="2917">
                  <c:v>1.9861442791951388E-3</c:v>
                </c:pt>
                <c:pt idx="2918">
                  <c:v>2.3408129004799851E-3</c:v>
                </c:pt>
                <c:pt idx="2919">
                  <c:v>2.435391199489277E-3</c:v>
                </c:pt>
                <c:pt idx="2920">
                  <c:v>2.2462346014706924E-3</c:v>
                </c:pt>
                <c:pt idx="2921">
                  <c:v>1.9624997044428156E-3</c:v>
                </c:pt>
                <c:pt idx="2922">
                  <c:v>2.2462346014706924E-3</c:v>
                </c:pt>
                <c:pt idx="2923">
                  <c:v>2.3408129004799851E-3</c:v>
                </c:pt>
                <c:pt idx="2924">
                  <c:v>2.2462346014706924E-3</c:v>
                </c:pt>
                <c:pt idx="2925">
                  <c:v>1.9861442791951388E-3</c:v>
                </c:pt>
                <c:pt idx="2926">
                  <c:v>2.2698791762230156E-3</c:v>
                </c:pt>
                <c:pt idx="2927">
                  <c:v>2.5536140732508924E-3</c:v>
                </c:pt>
                <c:pt idx="2928">
                  <c:v>2.435391199489277E-3</c:v>
                </c:pt>
                <c:pt idx="2929">
                  <c:v>2.1516563024614002E-3</c:v>
                </c:pt>
                <c:pt idx="2930">
                  <c:v>2.3644574752323083E-3</c:v>
                </c:pt>
                <c:pt idx="2931">
                  <c:v>2.5536140732508924E-3</c:v>
                </c:pt>
                <c:pt idx="2932">
                  <c:v>2.388102049984631E-3</c:v>
                </c:pt>
                <c:pt idx="2933">
                  <c:v>2.1043671529567538E-3</c:v>
                </c:pt>
                <c:pt idx="2934">
                  <c:v>2.3644574752323083E-3</c:v>
                </c:pt>
                <c:pt idx="2935">
                  <c:v>2.5299694984985696E-3</c:v>
                </c:pt>
                <c:pt idx="2936">
                  <c:v>2.3408129004799851E-3</c:v>
                </c:pt>
                <c:pt idx="2937">
                  <c:v>2.0570780034521079E-3</c:v>
                </c:pt>
                <c:pt idx="2938">
                  <c:v>2.2935237509753388E-3</c:v>
                </c:pt>
                <c:pt idx="2939">
                  <c:v>2.5299694984985696E-3</c:v>
                </c:pt>
                <c:pt idx="2940">
                  <c:v>2.4590357742416001E-3</c:v>
                </c:pt>
                <c:pt idx="2941">
                  <c:v>2.1516563024614002E-3</c:v>
                </c:pt>
                <c:pt idx="2942">
                  <c:v>2.388102049984631E-3</c:v>
                </c:pt>
                <c:pt idx="2943">
                  <c:v>2.6481923722601851E-3</c:v>
                </c:pt>
                <c:pt idx="2944">
                  <c:v>2.5772586480032156E-3</c:v>
                </c:pt>
                <c:pt idx="2945">
                  <c:v>2.1989454519660465E-3</c:v>
                </c:pt>
                <c:pt idx="2946">
                  <c:v>2.2462346014706924E-3</c:v>
                </c:pt>
                <c:pt idx="2947">
                  <c:v>2.4590357742416001E-3</c:v>
                </c:pt>
                <c:pt idx="2948">
                  <c:v>2.3171683257276619E-3</c:v>
                </c:pt>
                <c:pt idx="2949">
                  <c:v>2.0570780034521079E-3</c:v>
                </c:pt>
                <c:pt idx="2950">
                  <c:v>2.1516563024614002E-3</c:v>
                </c:pt>
                <c:pt idx="2951">
                  <c:v>2.4117466247369538E-3</c:v>
                </c:pt>
                <c:pt idx="2952">
                  <c:v>2.3171683257276619E-3</c:v>
                </c:pt>
                <c:pt idx="2953">
                  <c:v>2.1043671529567538E-3</c:v>
                </c:pt>
                <c:pt idx="2954">
                  <c:v>2.2698791762230156E-3</c:v>
                </c:pt>
                <c:pt idx="2955">
                  <c:v>2.5299694984985696E-3</c:v>
                </c:pt>
                <c:pt idx="2956">
                  <c:v>2.388102049984631E-3</c:v>
                </c:pt>
                <c:pt idx="2957">
                  <c:v>2.0334334286997847E-3</c:v>
                </c:pt>
                <c:pt idx="2958">
                  <c:v>2.0334334286997847E-3</c:v>
                </c:pt>
                <c:pt idx="2959">
                  <c:v>2.3644574752323083E-3</c:v>
                </c:pt>
                <c:pt idx="2960">
                  <c:v>2.3171683257276619E-3</c:v>
                </c:pt>
                <c:pt idx="2961">
                  <c:v>2.0334334286997847E-3</c:v>
                </c:pt>
                <c:pt idx="2962">
                  <c:v>1.9861442791951388E-3</c:v>
                </c:pt>
                <c:pt idx="2963">
                  <c:v>2.3171683257276619E-3</c:v>
                </c:pt>
                <c:pt idx="2964">
                  <c:v>2.3171683257276619E-3</c:v>
                </c:pt>
                <c:pt idx="2965">
                  <c:v>2.0570780034521079E-3</c:v>
                </c:pt>
                <c:pt idx="2966">
                  <c:v>2.0807225782044311E-3</c:v>
                </c:pt>
                <c:pt idx="2967">
                  <c:v>2.435391199489277E-3</c:v>
                </c:pt>
                <c:pt idx="2968">
                  <c:v>2.388102049984631E-3</c:v>
                </c:pt>
                <c:pt idx="2969">
                  <c:v>2.0807225782044311E-3</c:v>
                </c:pt>
                <c:pt idx="2970">
                  <c:v>2.0807225782044311E-3</c:v>
                </c:pt>
                <c:pt idx="2971">
                  <c:v>2.5063249237462465E-3</c:v>
                </c:pt>
                <c:pt idx="2972">
                  <c:v>2.5299694984985696E-3</c:v>
                </c:pt>
                <c:pt idx="2973">
                  <c:v>2.1989454519660465E-3</c:v>
                </c:pt>
                <c:pt idx="2974">
                  <c:v>2.0807225782044311E-3</c:v>
                </c:pt>
                <c:pt idx="2975">
                  <c:v>2.4590357742416001E-3</c:v>
                </c:pt>
                <c:pt idx="2976">
                  <c:v>2.4590357742416001E-3</c:v>
                </c:pt>
                <c:pt idx="2977">
                  <c:v>2.1516563024614002E-3</c:v>
                </c:pt>
                <c:pt idx="2978">
                  <c:v>2.128011727709077E-3</c:v>
                </c:pt>
                <c:pt idx="2979">
                  <c:v>2.5299694984985696E-3</c:v>
                </c:pt>
                <c:pt idx="2980">
                  <c:v>2.5772586480032156E-3</c:v>
                </c:pt>
                <c:pt idx="2981">
                  <c:v>2.388102049984631E-3</c:v>
                </c:pt>
                <c:pt idx="2982">
                  <c:v>2.3171683257276619E-3</c:v>
                </c:pt>
                <c:pt idx="2983">
                  <c:v>2.7427706712694773E-3</c:v>
                </c:pt>
                <c:pt idx="2984">
                  <c:v>2.7191260965171542E-3</c:v>
                </c:pt>
                <c:pt idx="2985">
                  <c:v>2.388102049984631E-3</c:v>
                </c:pt>
                <c:pt idx="2986">
                  <c:v>2.2462346014706924E-3</c:v>
                </c:pt>
                <c:pt idx="2987">
                  <c:v>2.6245477975078619E-3</c:v>
                </c:pt>
                <c:pt idx="2988">
                  <c:v>2.6718369470125083E-3</c:v>
                </c:pt>
                <c:pt idx="2989">
                  <c:v>2.388102049984631E-3</c:v>
                </c:pt>
                <c:pt idx="2990">
                  <c:v>2.2698791762230156E-3</c:v>
                </c:pt>
                <c:pt idx="2991">
                  <c:v>2.6481923722601851E-3</c:v>
                </c:pt>
                <c:pt idx="2992">
                  <c:v>2.7191260965171542E-3</c:v>
                </c:pt>
                <c:pt idx="2993">
                  <c:v>2.5299694984985696E-3</c:v>
                </c:pt>
                <c:pt idx="2994">
                  <c:v>2.4590357742416001E-3</c:v>
                </c:pt>
                <c:pt idx="2995">
                  <c:v>2.8373489702787696E-3</c:v>
                </c:pt>
                <c:pt idx="2996">
                  <c:v>2.9319272692880619E-3</c:v>
                </c:pt>
                <c:pt idx="2997">
                  <c:v>2.6245477975078619E-3</c:v>
                </c:pt>
                <c:pt idx="2998">
                  <c:v>2.3171683257276619E-3</c:v>
                </c:pt>
                <c:pt idx="2999">
                  <c:v>2.695481521764831E-3</c:v>
                </c:pt>
                <c:pt idx="3000">
                  <c:v>2.8373489702787696E-3</c:v>
                </c:pt>
                <c:pt idx="3001">
                  <c:v>2.6481923722601851E-3</c:v>
                </c:pt>
                <c:pt idx="3002">
                  <c:v>2.435391199489277E-3</c:v>
                </c:pt>
                <c:pt idx="3003">
                  <c:v>2.7664152460218005E-3</c:v>
                </c:pt>
                <c:pt idx="3004">
                  <c:v>2.7900598207741233E-3</c:v>
                </c:pt>
                <c:pt idx="3005">
                  <c:v>2.5063249237462465E-3</c:v>
                </c:pt>
                <c:pt idx="3006">
                  <c:v>2.3644574752323083E-3</c:v>
                </c:pt>
                <c:pt idx="3007">
                  <c:v>2.695481521764831E-3</c:v>
                </c:pt>
                <c:pt idx="3008">
                  <c:v>2.8373489702787696E-3</c:v>
                </c:pt>
                <c:pt idx="3009">
                  <c:v>2.6718369470125083E-3</c:v>
                </c:pt>
                <c:pt idx="3010">
                  <c:v>2.4117466247369538E-3</c:v>
                </c:pt>
                <c:pt idx="3011">
                  <c:v>2.695481521764831E-3</c:v>
                </c:pt>
                <c:pt idx="3012">
                  <c:v>2.8846381197834155E-3</c:v>
                </c:pt>
                <c:pt idx="3013">
                  <c:v>2.6481923722601851E-3</c:v>
                </c:pt>
                <c:pt idx="3014">
                  <c:v>2.3644574752323083E-3</c:v>
                </c:pt>
                <c:pt idx="3015">
                  <c:v>2.6245477975078619E-3</c:v>
                </c:pt>
                <c:pt idx="3016">
                  <c:v>2.7900598207741233E-3</c:v>
                </c:pt>
                <c:pt idx="3017">
                  <c:v>2.5772586480032156E-3</c:v>
                </c:pt>
                <c:pt idx="3018">
                  <c:v>2.2698791762230156E-3</c:v>
                </c:pt>
                <c:pt idx="3019">
                  <c:v>2.5536140732508924E-3</c:v>
                </c:pt>
                <c:pt idx="3020">
                  <c:v>2.7191260965171542E-3</c:v>
                </c:pt>
                <c:pt idx="3021">
                  <c:v>2.5299694984985696E-3</c:v>
                </c:pt>
                <c:pt idx="3022">
                  <c:v>2.3171683257276619E-3</c:v>
                </c:pt>
                <c:pt idx="3023">
                  <c:v>2.5536140732508924E-3</c:v>
                </c:pt>
                <c:pt idx="3024">
                  <c:v>2.8137043955264464E-3</c:v>
                </c:pt>
                <c:pt idx="3025">
                  <c:v>2.695481521764831E-3</c:v>
                </c:pt>
                <c:pt idx="3026">
                  <c:v>2.3644574752323083E-3</c:v>
                </c:pt>
                <c:pt idx="3027">
                  <c:v>2.435391199489277E-3</c:v>
                </c:pt>
                <c:pt idx="3028">
                  <c:v>2.6718369470125083E-3</c:v>
                </c:pt>
                <c:pt idx="3029">
                  <c:v>2.5772586480032156E-3</c:v>
                </c:pt>
                <c:pt idx="3030">
                  <c:v>2.2935237509753388E-3</c:v>
                </c:pt>
                <c:pt idx="3031">
                  <c:v>2.4590357742416001E-3</c:v>
                </c:pt>
                <c:pt idx="3032">
                  <c:v>2.695481521764831E-3</c:v>
                </c:pt>
                <c:pt idx="3033">
                  <c:v>2.5536140732508924E-3</c:v>
                </c:pt>
                <c:pt idx="3034">
                  <c:v>2.3171683257276619E-3</c:v>
                </c:pt>
                <c:pt idx="3035">
                  <c:v>2.5063249237462465E-3</c:v>
                </c:pt>
                <c:pt idx="3036">
                  <c:v>2.7191260965171542E-3</c:v>
                </c:pt>
                <c:pt idx="3037">
                  <c:v>2.6009032227555387E-3</c:v>
                </c:pt>
                <c:pt idx="3038">
                  <c:v>2.388102049984631E-3</c:v>
                </c:pt>
                <c:pt idx="3039">
                  <c:v>2.5299694984985696E-3</c:v>
                </c:pt>
                <c:pt idx="3040">
                  <c:v>2.7191260965171542E-3</c:v>
                </c:pt>
                <c:pt idx="3041">
                  <c:v>2.6009032227555387E-3</c:v>
                </c:pt>
                <c:pt idx="3042">
                  <c:v>2.3171683257276619E-3</c:v>
                </c:pt>
                <c:pt idx="3043">
                  <c:v>2.388102049984631E-3</c:v>
                </c:pt>
                <c:pt idx="3044">
                  <c:v>2.6718369470125083E-3</c:v>
                </c:pt>
                <c:pt idx="3045">
                  <c:v>2.5536140732508924E-3</c:v>
                </c:pt>
                <c:pt idx="3046">
                  <c:v>2.2462346014706924E-3</c:v>
                </c:pt>
                <c:pt idx="3047">
                  <c:v>2.3171683257276619E-3</c:v>
                </c:pt>
                <c:pt idx="3048">
                  <c:v>2.6245477975078619E-3</c:v>
                </c:pt>
                <c:pt idx="3049">
                  <c:v>2.5536140732508924E-3</c:v>
                </c:pt>
                <c:pt idx="3050">
                  <c:v>2.3171683257276619E-3</c:v>
                </c:pt>
                <c:pt idx="3051">
                  <c:v>2.435391199489277E-3</c:v>
                </c:pt>
                <c:pt idx="3052">
                  <c:v>2.7191260965171542E-3</c:v>
                </c:pt>
                <c:pt idx="3053">
                  <c:v>2.6481923722601851E-3</c:v>
                </c:pt>
                <c:pt idx="3054">
                  <c:v>2.3408129004799851E-3</c:v>
                </c:pt>
                <c:pt idx="3055">
                  <c:v>2.3171683257276619E-3</c:v>
                </c:pt>
                <c:pt idx="3056">
                  <c:v>2.6481923722601851E-3</c:v>
                </c:pt>
                <c:pt idx="3057">
                  <c:v>2.7427706712694773E-3</c:v>
                </c:pt>
                <c:pt idx="3058">
                  <c:v>2.5536140732508924E-3</c:v>
                </c:pt>
                <c:pt idx="3059">
                  <c:v>2.5299694984985696E-3</c:v>
                </c:pt>
                <c:pt idx="3060">
                  <c:v>2.8137043955264464E-3</c:v>
                </c:pt>
                <c:pt idx="3061">
                  <c:v>2.7191260965171542E-3</c:v>
                </c:pt>
                <c:pt idx="3062">
                  <c:v>2.4117466247369538E-3</c:v>
                </c:pt>
                <c:pt idx="3063">
                  <c:v>2.3644574752323083E-3</c:v>
                </c:pt>
                <c:pt idx="3064">
                  <c:v>2.8137043955264464E-3</c:v>
                </c:pt>
                <c:pt idx="3065">
                  <c:v>2.7664152460218005E-3</c:v>
                </c:pt>
                <c:pt idx="3066">
                  <c:v>2.435391199489277E-3</c:v>
                </c:pt>
                <c:pt idx="3067">
                  <c:v>2.4117466247369538E-3</c:v>
                </c:pt>
                <c:pt idx="3068">
                  <c:v>2.7900598207741233E-3</c:v>
                </c:pt>
                <c:pt idx="3069">
                  <c:v>2.8373489702787696E-3</c:v>
                </c:pt>
                <c:pt idx="3070">
                  <c:v>2.5063249237462465E-3</c:v>
                </c:pt>
                <c:pt idx="3071">
                  <c:v>2.4826803489939233E-3</c:v>
                </c:pt>
                <c:pt idx="3072">
                  <c:v>2.8609935450310928E-3</c:v>
                </c:pt>
                <c:pt idx="3073">
                  <c:v>2.9319272692880619E-3</c:v>
                </c:pt>
                <c:pt idx="3074">
                  <c:v>2.6718369470125083E-3</c:v>
                </c:pt>
                <c:pt idx="3075">
                  <c:v>2.6009032227555387E-3</c:v>
                </c:pt>
                <c:pt idx="3076">
                  <c:v>2.8846381197834155E-3</c:v>
                </c:pt>
                <c:pt idx="3077">
                  <c:v>2.9319272692880619E-3</c:v>
                </c:pt>
                <c:pt idx="3078">
                  <c:v>2.6718369470125083E-3</c:v>
                </c:pt>
                <c:pt idx="3079">
                  <c:v>2.5536140732508924E-3</c:v>
                </c:pt>
                <c:pt idx="3080">
                  <c:v>2.8609935450310928E-3</c:v>
                </c:pt>
                <c:pt idx="3081">
                  <c:v>2.9082826945357387E-3</c:v>
                </c:pt>
                <c:pt idx="3082">
                  <c:v>2.695481521764831E-3</c:v>
                </c:pt>
                <c:pt idx="3083">
                  <c:v>2.5536140732508924E-3</c:v>
                </c:pt>
                <c:pt idx="3084">
                  <c:v>2.7900598207741233E-3</c:v>
                </c:pt>
                <c:pt idx="3085">
                  <c:v>2.7900598207741233E-3</c:v>
                </c:pt>
                <c:pt idx="3086">
                  <c:v>2.4826803489939233E-3</c:v>
                </c:pt>
                <c:pt idx="3087">
                  <c:v>2.3171683257276619E-3</c:v>
                </c:pt>
                <c:pt idx="3088">
                  <c:v>2.6718369470125083E-3</c:v>
                </c:pt>
                <c:pt idx="3089">
                  <c:v>2.7900598207741233E-3</c:v>
                </c:pt>
                <c:pt idx="3090">
                  <c:v>2.6245477975078619E-3</c:v>
                </c:pt>
                <c:pt idx="3091">
                  <c:v>2.5536140732508924E-3</c:v>
                </c:pt>
                <c:pt idx="3092">
                  <c:v>2.8609935450310928E-3</c:v>
                </c:pt>
                <c:pt idx="3093">
                  <c:v>3.0028609935450314E-3</c:v>
                </c:pt>
                <c:pt idx="3094">
                  <c:v>2.7427706712694773E-3</c:v>
                </c:pt>
                <c:pt idx="3095">
                  <c:v>2.5536140732508924E-3</c:v>
                </c:pt>
                <c:pt idx="3096">
                  <c:v>2.9082826945357387E-3</c:v>
                </c:pt>
                <c:pt idx="3097">
                  <c:v>3.0501501430496773E-3</c:v>
                </c:pt>
                <c:pt idx="3098">
                  <c:v>2.7900598207741233E-3</c:v>
                </c:pt>
                <c:pt idx="3099">
                  <c:v>2.4826803489939233E-3</c:v>
                </c:pt>
                <c:pt idx="3100">
                  <c:v>2.7191260965171542E-3</c:v>
                </c:pt>
                <c:pt idx="3101">
                  <c:v>2.8846381197834155E-3</c:v>
                </c:pt>
                <c:pt idx="3102">
                  <c:v>2.6481923722601851E-3</c:v>
                </c:pt>
                <c:pt idx="3103">
                  <c:v>2.435391199489277E-3</c:v>
                </c:pt>
                <c:pt idx="3104">
                  <c:v>2.7900598207741233E-3</c:v>
                </c:pt>
                <c:pt idx="3105">
                  <c:v>2.955571844040385E-3</c:v>
                </c:pt>
                <c:pt idx="3106">
                  <c:v>2.6481923722601851E-3</c:v>
                </c:pt>
                <c:pt idx="3107">
                  <c:v>2.435391199489277E-3</c:v>
                </c:pt>
                <c:pt idx="3108">
                  <c:v>2.7427706712694773E-3</c:v>
                </c:pt>
                <c:pt idx="3109">
                  <c:v>2.9082826945357387E-3</c:v>
                </c:pt>
                <c:pt idx="3110">
                  <c:v>2.695481521764831E-3</c:v>
                </c:pt>
                <c:pt idx="3111">
                  <c:v>2.3644574752323083E-3</c:v>
                </c:pt>
                <c:pt idx="3112">
                  <c:v>2.6245477975078619E-3</c:v>
                </c:pt>
                <c:pt idx="3113">
                  <c:v>2.8609935450310928E-3</c:v>
                </c:pt>
                <c:pt idx="3114">
                  <c:v>2.7191260965171542E-3</c:v>
                </c:pt>
                <c:pt idx="3115">
                  <c:v>2.4117466247369538E-3</c:v>
                </c:pt>
                <c:pt idx="3116">
                  <c:v>2.6009032227555387E-3</c:v>
                </c:pt>
                <c:pt idx="3117">
                  <c:v>2.8373489702787696E-3</c:v>
                </c:pt>
                <c:pt idx="3118">
                  <c:v>2.7191260965171542E-3</c:v>
                </c:pt>
                <c:pt idx="3119">
                  <c:v>2.5299694984985696E-3</c:v>
                </c:pt>
                <c:pt idx="3120">
                  <c:v>2.695481521764831E-3</c:v>
                </c:pt>
                <c:pt idx="3121">
                  <c:v>2.8846381197834155E-3</c:v>
                </c:pt>
                <c:pt idx="3122">
                  <c:v>2.7427706712694773E-3</c:v>
                </c:pt>
                <c:pt idx="3123">
                  <c:v>2.4826803489939233E-3</c:v>
                </c:pt>
                <c:pt idx="3124">
                  <c:v>2.6718369470125083E-3</c:v>
                </c:pt>
                <c:pt idx="3125">
                  <c:v>2.9319272692880619E-3</c:v>
                </c:pt>
                <c:pt idx="3126">
                  <c:v>2.8373489702787696E-3</c:v>
                </c:pt>
                <c:pt idx="3127">
                  <c:v>2.5299694984985696E-3</c:v>
                </c:pt>
                <c:pt idx="3128">
                  <c:v>2.695481521764831E-3</c:v>
                </c:pt>
                <c:pt idx="3129">
                  <c:v>2.9082826945357387E-3</c:v>
                </c:pt>
                <c:pt idx="3130">
                  <c:v>2.8846381197834155E-3</c:v>
                </c:pt>
                <c:pt idx="3131">
                  <c:v>2.5772586480032156E-3</c:v>
                </c:pt>
                <c:pt idx="3132">
                  <c:v>2.6718369470125083E-3</c:v>
                </c:pt>
                <c:pt idx="3133">
                  <c:v>2.9082826945357387E-3</c:v>
                </c:pt>
                <c:pt idx="3134">
                  <c:v>2.7900598207741233E-3</c:v>
                </c:pt>
                <c:pt idx="3135">
                  <c:v>2.4590357742416001E-3</c:v>
                </c:pt>
                <c:pt idx="3136">
                  <c:v>2.5536140732508924E-3</c:v>
                </c:pt>
                <c:pt idx="3137">
                  <c:v>2.7900598207741233E-3</c:v>
                </c:pt>
                <c:pt idx="3138">
                  <c:v>2.695481521764831E-3</c:v>
                </c:pt>
                <c:pt idx="3139">
                  <c:v>2.4117466247369538E-3</c:v>
                </c:pt>
                <c:pt idx="3140">
                  <c:v>2.6009032227555387E-3</c:v>
                </c:pt>
                <c:pt idx="3141">
                  <c:v>2.8846381197834155E-3</c:v>
                </c:pt>
                <c:pt idx="3142">
                  <c:v>2.8137043955264464E-3</c:v>
                </c:pt>
                <c:pt idx="3143">
                  <c:v>2.5063249237462465E-3</c:v>
                </c:pt>
                <c:pt idx="3144">
                  <c:v>2.5772586480032156E-3</c:v>
                </c:pt>
                <c:pt idx="3145">
                  <c:v>2.8137043955264464E-3</c:v>
                </c:pt>
                <c:pt idx="3146">
                  <c:v>2.8609935450310928E-3</c:v>
                </c:pt>
                <c:pt idx="3147">
                  <c:v>2.5536140732508924E-3</c:v>
                </c:pt>
                <c:pt idx="3148">
                  <c:v>2.6481923722601851E-3</c:v>
                </c:pt>
                <c:pt idx="3149">
                  <c:v>2.9792164187927082E-3</c:v>
                </c:pt>
                <c:pt idx="3150">
                  <c:v>3.0028609935450314E-3</c:v>
                </c:pt>
                <c:pt idx="3151">
                  <c:v>2.7191260965171542E-3</c:v>
                </c:pt>
                <c:pt idx="3152">
                  <c:v>2.7191260965171542E-3</c:v>
                </c:pt>
                <c:pt idx="3153">
                  <c:v>3.0265055682973541E-3</c:v>
                </c:pt>
                <c:pt idx="3154">
                  <c:v>3.0265055682973541E-3</c:v>
                </c:pt>
                <c:pt idx="3155">
                  <c:v>2.7664152460218005E-3</c:v>
                </c:pt>
                <c:pt idx="3156">
                  <c:v>2.7900598207741233E-3</c:v>
                </c:pt>
                <c:pt idx="3157">
                  <c:v>3.1210838673066468E-3</c:v>
                </c:pt>
                <c:pt idx="3158">
                  <c:v>3.0974392925543237E-3</c:v>
                </c:pt>
                <c:pt idx="3159">
                  <c:v>2.8137043955264464E-3</c:v>
                </c:pt>
                <c:pt idx="3160">
                  <c:v>2.7664152460218005E-3</c:v>
                </c:pt>
                <c:pt idx="3161">
                  <c:v>3.0501501430496773E-3</c:v>
                </c:pt>
                <c:pt idx="3162">
                  <c:v>3.0737947178020005E-3</c:v>
                </c:pt>
                <c:pt idx="3163">
                  <c:v>2.7664152460218005E-3</c:v>
                </c:pt>
                <c:pt idx="3164">
                  <c:v>2.6245477975078619E-3</c:v>
                </c:pt>
                <c:pt idx="3165">
                  <c:v>2.8373489702787696E-3</c:v>
                </c:pt>
                <c:pt idx="3166">
                  <c:v>2.8609935450310928E-3</c:v>
                </c:pt>
                <c:pt idx="3167">
                  <c:v>2.5536140732508924E-3</c:v>
                </c:pt>
                <c:pt idx="3168">
                  <c:v>2.4826803489939233E-3</c:v>
                </c:pt>
                <c:pt idx="3169">
                  <c:v>2.8609935450310928E-3</c:v>
                </c:pt>
                <c:pt idx="3170">
                  <c:v>2.9319272692880619E-3</c:v>
                </c:pt>
                <c:pt idx="3171">
                  <c:v>2.6245477975078619E-3</c:v>
                </c:pt>
                <c:pt idx="3172">
                  <c:v>2.5536140732508924E-3</c:v>
                </c:pt>
                <c:pt idx="3173">
                  <c:v>2.9082826945357387E-3</c:v>
                </c:pt>
                <c:pt idx="3174">
                  <c:v>3.0028609935450314E-3</c:v>
                </c:pt>
                <c:pt idx="3175">
                  <c:v>2.7427706712694773E-3</c:v>
                </c:pt>
                <c:pt idx="3176">
                  <c:v>2.6245477975078619E-3</c:v>
                </c:pt>
                <c:pt idx="3177">
                  <c:v>3.0028609935450314E-3</c:v>
                </c:pt>
                <c:pt idx="3178">
                  <c:v>3.0974392925543237E-3</c:v>
                </c:pt>
                <c:pt idx="3179">
                  <c:v>2.9082826945357387E-3</c:v>
                </c:pt>
                <c:pt idx="3180">
                  <c:v>2.7900598207741233E-3</c:v>
                </c:pt>
                <c:pt idx="3181">
                  <c:v>3.1210838673066468E-3</c:v>
                </c:pt>
                <c:pt idx="3182">
                  <c:v>3.1920175915636159E-3</c:v>
                </c:pt>
                <c:pt idx="3183">
                  <c:v>2.955571844040385E-3</c:v>
                </c:pt>
                <c:pt idx="3184">
                  <c:v>2.695481521764831E-3</c:v>
                </c:pt>
                <c:pt idx="3185">
                  <c:v>2.955571844040385E-3</c:v>
                </c:pt>
                <c:pt idx="3186">
                  <c:v>3.0974392925543237E-3</c:v>
                </c:pt>
                <c:pt idx="3187">
                  <c:v>2.8846381197834155E-3</c:v>
                </c:pt>
                <c:pt idx="3188">
                  <c:v>2.695481521764831E-3</c:v>
                </c:pt>
                <c:pt idx="3189">
                  <c:v>2.9792164187927082E-3</c:v>
                </c:pt>
                <c:pt idx="3190">
                  <c:v>3.0974392925543237E-3</c:v>
                </c:pt>
                <c:pt idx="3191">
                  <c:v>2.8373489702787696E-3</c:v>
                </c:pt>
                <c:pt idx="3192">
                  <c:v>2.5299694984985696E-3</c:v>
                </c:pt>
                <c:pt idx="3193">
                  <c:v>2.8373489702787696E-3</c:v>
                </c:pt>
                <c:pt idx="3194">
                  <c:v>2.9319272692880619E-3</c:v>
                </c:pt>
                <c:pt idx="3195">
                  <c:v>2.7427706712694773E-3</c:v>
                </c:pt>
                <c:pt idx="3196">
                  <c:v>2.5299694984985696E-3</c:v>
                </c:pt>
                <c:pt idx="3197">
                  <c:v>2.8846381197834155E-3</c:v>
                </c:pt>
                <c:pt idx="3198">
                  <c:v>3.0265055682973541E-3</c:v>
                </c:pt>
                <c:pt idx="3199">
                  <c:v>2.7664152460218005E-3</c:v>
                </c:pt>
                <c:pt idx="3200">
                  <c:v>2.4590357742416001E-3</c:v>
                </c:pt>
                <c:pt idx="3201">
                  <c:v>2.7427706712694773E-3</c:v>
                </c:pt>
                <c:pt idx="3202">
                  <c:v>2.8846381197834155E-3</c:v>
                </c:pt>
                <c:pt idx="3203">
                  <c:v>2.7427706712694773E-3</c:v>
                </c:pt>
                <c:pt idx="3204">
                  <c:v>2.435391199489277E-3</c:v>
                </c:pt>
                <c:pt idx="3205">
                  <c:v>2.7191260965171542E-3</c:v>
                </c:pt>
                <c:pt idx="3206">
                  <c:v>2.9082826945357387E-3</c:v>
                </c:pt>
                <c:pt idx="3207">
                  <c:v>2.7191260965171542E-3</c:v>
                </c:pt>
                <c:pt idx="3208">
                  <c:v>2.3408129004799851E-3</c:v>
                </c:pt>
                <c:pt idx="3209">
                  <c:v>2.5772586480032156E-3</c:v>
                </c:pt>
                <c:pt idx="3210">
                  <c:v>2.7427706712694773E-3</c:v>
                </c:pt>
                <c:pt idx="3211">
                  <c:v>2.6481923722601851E-3</c:v>
                </c:pt>
                <c:pt idx="3212">
                  <c:v>2.3644574752323083E-3</c:v>
                </c:pt>
                <c:pt idx="3213">
                  <c:v>2.6245477975078619E-3</c:v>
                </c:pt>
                <c:pt idx="3214">
                  <c:v>2.8373489702787696E-3</c:v>
                </c:pt>
                <c:pt idx="3215">
                  <c:v>2.7191260965171542E-3</c:v>
                </c:pt>
                <c:pt idx="3216">
                  <c:v>2.3171683257276619E-3</c:v>
                </c:pt>
                <c:pt idx="3217">
                  <c:v>2.5536140732508924E-3</c:v>
                </c:pt>
                <c:pt idx="3218">
                  <c:v>2.8137043955264464E-3</c:v>
                </c:pt>
                <c:pt idx="3219">
                  <c:v>2.6718369470125083E-3</c:v>
                </c:pt>
                <c:pt idx="3220">
                  <c:v>2.3408129004799851E-3</c:v>
                </c:pt>
                <c:pt idx="3221">
                  <c:v>2.6009032227555387E-3</c:v>
                </c:pt>
                <c:pt idx="3222">
                  <c:v>2.8846381197834155E-3</c:v>
                </c:pt>
                <c:pt idx="3223">
                  <c:v>2.8137043955264464E-3</c:v>
                </c:pt>
                <c:pt idx="3224">
                  <c:v>2.5299694984985696E-3</c:v>
                </c:pt>
                <c:pt idx="3225">
                  <c:v>2.7191260965171542E-3</c:v>
                </c:pt>
                <c:pt idx="3226">
                  <c:v>3.0265055682973541E-3</c:v>
                </c:pt>
                <c:pt idx="3227">
                  <c:v>2.955571844040385E-3</c:v>
                </c:pt>
                <c:pt idx="3228">
                  <c:v>2.6245477975078619E-3</c:v>
                </c:pt>
                <c:pt idx="3229">
                  <c:v>2.7664152460218005E-3</c:v>
                </c:pt>
                <c:pt idx="3230">
                  <c:v>3.0501501430496773E-3</c:v>
                </c:pt>
                <c:pt idx="3231">
                  <c:v>2.955571844040385E-3</c:v>
                </c:pt>
                <c:pt idx="3232">
                  <c:v>2.6481923722601851E-3</c:v>
                </c:pt>
                <c:pt idx="3233">
                  <c:v>2.7191260965171542E-3</c:v>
                </c:pt>
                <c:pt idx="3234">
                  <c:v>3.0265055682973541E-3</c:v>
                </c:pt>
                <c:pt idx="3235">
                  <c:v>2.955571844040385E-3</c:v>
                </c:pt>
                <c:pt idx="3236">
                  <c:v>2.6245477975078619E-3</c:v>
                </c:pt>
                <c:pt idx="3237">
                  <c:v>2.695481521764831E-3</c:v>
                </c:pt>
                <c:pt idx="3238">
                  <c:v>2.955571844040385E-3</c:v>
                </c:pt>
                <c:pt idx="3239">
                  <c:v>2.9319272692880619E-3</c:v>
                </c:pt>
                <c:pt idx="3240">
                  <c:v>2.7191260965171542E-3</c:v>
                </c:pt>
                <c:pt idx="3241">
                  <c:v>2.7191260965171542E-3</c:v>
                </c:pt>
                <c:pt idx="3242">
                  <c:v>2.9792164187927082E-3</c:v>
                </c:pt>
                <c:pt idx="3243">
                  <c:v>3.0028609935450314E-3</c:v>
                </c:pt>
                <c:pt idx="3244">
                  <c:v>2.7191260965171542E-3</c:v>
                </c:pt>
                <c:pt idx="3245">
                  <c:v>2.7900598207741233E-3</c:v>
                </c:pt>
                <c:pt idx="3246">
                  <c:v>3.1683730168112927E-3</c:v>
                </c:pt>
                <c:pt idx="3247">
                  <c:v>3.1683730168112927E-3</c:v>
                </c:pt>
                <c:pt idx="3248">
                  <c:v>2.8137043955264464E-3</c:v>
                </c:pt>
                <c:pt idx="3249">
                  <c:v>2.7664152460218005E-3</c:v>
                </c:pt>
                <c:pt idx="3250">
                  <c:v>3.0737947178020005E-3</c:v>
                </c:pt>
                <c:pt idx="3251">
                  <c:v>3.0028609935450314E-3</c:v>
                </c:pt>
                <c:pt idx="3252">
                  <c:v>2.7191260965171542E-3</c:v>
                </c:pt>
                <c:pt idx="3253">
                  <c:v>2.6481923722601851E-3</c:v>
                </c:pt>
                <c:pt idx="3254">
                  <c:v>3.0028609935450314E-3</c:v>
                </c:pt>
                <c:pt idx="3255">
                  <c:v>3.0265055682973541E-3</c:v>
                </c:pt>
                <c:pt idx="3256">
                  <c:v>2.695481521764831E-3</c:v>
                </c:pt>
                <c:pt idx="3257">
                  <c:v>2.5299694984985696E-3</c:v>
                </c:pt>
                <c:pt idx="3258">
                  <c:v>3.0265055682973541E-3</c:v>
                </c:pt>
                <c:pt idx="3259">
                  <c:v>3.1210838673066468E-3</c:v>
                </c:pt>
                <c:pt idx="3260">
                  <c:v>2.9082826945357387E-3</c:v>
                </c:pt>
                <c:pt idx="3261">
                  <c:v>2.7427706712694773E-3</c:v>
                </c:pt>
                <c:pt idx="3262">
                  <c:v>2.9792164187927082E-3</c:v>
                </c:pt>
                <c:pt idx="3263">
                  <c:v>3.0028609935450314E-3</c:v>
                </c:pt>
                <c:pt idx="3264">
                  <c:v>2.7427706712694773E-3</c:v>
                </c:pt>
                <c:pt idx="3265">
                  <c:v>2.6245477975078619E-3</c:v>
                </c:pt>
                <c:pt idx="3266">
                  <c:v>3.0737947178020005E-3</c:v>
                </c:pt>
                <c:pt idx="3267">
                  <c:v>3.0737947178020005E-3</c:v>
                </c:pt>
                <c:pt idx="3268">
                  <c:v>2.8846381197834155E-3</c:v>
                </c:pt>
                <c:pt idx="3269">
                  <c:v>2.695481521764831E-3</c:v>
                </c:pt>
                <c:pt idx="3270">
                  <c:v>3.0974392925543237E-3</c:v>
                </c:pt>
                <c:pt idx="3271">
                  <c:v>3.1920175915636159E-3</c:v>
                </c:pt>
                <c:pt idx="3272">
                  <c:v>2.9082826945357387E-3</c:v>
                </c:pt>
                <c:pt idx="3273">
                  <c:v>2.6481923722601851E-3</c:v>
                </c:pt>
                <c:pt idx="3274">
                  <c:v>3.0501501430496773E-3</c:v>
                </c:pt>
                <c:pt idx="3275">
                  <c:v>3.1683730168112927E-3</c:v>
                </c:pt>
                <c:pt idx="3276">
                  <c:v>2.9792164187927082E-3</c:v>
                </c:pt>
                <c:pt idx="3277">
                  <c:v>2.7900598207741233E-3</c:v>
                </c:pt>
                <c:pt idx="3278">
                  <c:v>3.0974392925543237E-3</c:v>
                </c:pt>
                <c:pt idx="3279">
                  <c:v>3.1683730168112927E-3</c:v>
                </c:pt>
                <c:pt idx="3280">
                  <c:v>3.0028609935450314E-3</c:v>
                </c:pt>
                <c:pt idx="3281">
                  <c:v>2.8137043955264464E-3</c:v>
                </c:pt>
                <c:pt idx="3282">
                  <c:v>3.1210838673066468E-3</c:v>
                </c:pt>
                <c:pt idx="3283">
                  <c:v>3.2393067410682623E-3</c:v>
                </c:pt>
                <c:pt idx="3284">
                  <c:v>3.0974392925543237E-3</c:v>
                </c:pt>
                <c:pt idx="3285">
                  <c:v>2.7664152460218005E-3</c:v>
                </c:pt>
                <c:pt idx="3286">
                  <c:v>3.0028609935450314E-3</c:v>
                </c:pt>
                <c:pt idx="3287">
                  <c:v>3.0974392925543237E-3</c:v>
                </c:pt>
                <c:pt idx="3288">
                  <c:v>2.8609935450310928E-3</c:v>
                </c:pt>
                <c:pt idx="3289">
                  <c:v>2.5299694984985696E-3</c:v>
                </c:pt>
                <c:pt idx="3290">
                  <c:v>2.8609935450310928E-3</c:v>
                </c:pt>
                <c:pt idx="3291">
                  <c:v>3.0501501430496773E-3</c:v>
                </c:pt>
                <c:pt idx="3292">
                  <c:v>2.8137043955264464E-3</c:v>
                </c:pt>
                <c:pt idx="3293">
                  <c:v>2.5299694984985696E-3</c:v>
                </c:pt>
                <c:pt idx="3294">
                  <c:v>2.9082826945357387E-3</c:v>
                </c:pt>
                <c:pt idx="3295">
                  <c:v>3.1210838673066468E-3</c:v>
                </c:pt>
                <c:pt idx="3296">
                  <c:v>2.9319272692880619E-3</c:v>
                </c:pt>
                <c:pt idx="3297">
                  <c:v>2.6009032227555387E-3</c:v>
                </c:pt>
                <c:pt idx="3298">
                  <c:v>2.8846381197834155E-3</c:v>
                </c:pt>
                <c:pt idx="3299">
                  <c:v>3.0737947178020005E-3</c:v>
                </c:pt>
                <c:pt idx="3300">
                  <c:v>2.955571844040385E-3</c:v>
                </c:pt>
                <c:pt idx="3301">
                  <c:v>2.6245477975078619E-3</c:v>
                </c:pt>
                <c:pt idx="3302">
                  <c:v>2.8373489702787696E-3</c:v>
                </c:pt>
                <c:pt idx="3303">
                  <c:v>3.0265055682973541E-3</c:v>
                </c:pt>
                <c:pt idx="3304">
                  <c:v>2.8846381197834155E-3</c:v>
                </c:pt>
                <c:pt idx="3305">
                  <c:v>2.5536140732508924E-3</c:v>
                </c:pt>
                <c:pt idx="3306">
                  <c:v>2.7191260965171542E-3</c:v>
                </c:pt>
                <c:pt idx="3307">
                  <c:v>2.9082826945357387E-3</c:v>
                </c:pt>
                <c:pt idx="3308">
                  <c:v>2.6718369470125083E-3</c:v>
                </c:pt>
                <c:pt idx="3309">
                  <c:v>2.3644574752323083E-3</c:v>
                </c:pt>
                <c:pt idx="3310">
                  <c:v>2.6481923722601851E-3</c:v>
                </c:pt>
                <c:pt idx="3311">
                  <c:v>2.9082826945357387E-3</c:v>
                </c:pt>
                <c:pt idx="3312">
                  <c:v>2.7900598207741233E-3</c:v>
                </c:pt>
                <c:pt idx="3313">
                  <c:v>2.6009032227555387E-3</c:v>
                </c:pt>
                <c:pt idx="3314">
                  <c:v>2.7900598207741233E-3</c:v>
                </c:pt>
                <c:pt idx="3315">
                  <c:v>3.1210838673066468E-3</c:v>
                </c:pt>
                <c:pt idx="3316">
                  <c:v>3.0501501430496773E-3</c:v>
                </c:pt>
                <c:pt idx="3317">
                  <c:v>2.7191260965171542E-3</c:v>
                </c:pt>
                <c:pt idx="3318">
                  <c:v>2.8137043955264464E-3</c:v>
                </c:pt>
                <c:pt idx="3319">
                  <c:v>3.0737947178020005E-3</c:v>
                </c:pt>
                <c:pt idx="3320">
                  <c:v>2.9319272692880619E-3</c:v>
                </c:pt>
                <c:pt idx="3321">
                  <c:v>2.6245477975078619E-3</c:v>
                </c:pt>
                <c:pt idx="3322">
                  <c:v>2.7427706712694773E-3</c:v>
                </c:pt>
                <c:pt idx="3323">
                  <c:v>3.0974392925543237E-3</c:v>
                </c:pt>
                <c:pt idx="3324">
                  <c:v>3.0028609935450314E-3</c:v>
                </c:pt>
                <c:pt idx="3325">
                  <c:v>2.6718369470125083E-3</c:v>
                </c:pt>
                <c:pt idx="3326">
                  <c:v>2.6718369470125083E-3</c:v>
                </c:pt>
                <c:pt idx="3327">
                  <c:v>2.9082826945357387E-3</c:v>
                </c:pt>
                <c:pt idx="3328">
                  <c:v>2.8137043955264464E-3</c:v>
                </c:pt>
                <c:pt idx="3329">
                  <c:v>2.5063249237462465E-3</c:v>
                </c:pt>
                <c:pt idx="3330">
                  <c:v>2.435391199489277E-3</c:v>
                </c:pt>
                <c:pt idx="3331">
                  <c:v>2.7900598207741233E-3</c:v>
                </c:pt>
                <c:pt idx="3332">
                  <c:v>2.7191260965171542E-3</c:v>
                </c:pt>
                <c:pt idx="3333">
                  <c:v>2.4590357742416001E-3</c:v>
                </c:pt>
                <c:pt idx="3334">
                  <c:v>2.5063249237462465E-3</c:v>
                </c:pt>
                <c:pt idx="3335">
                  <c:v>2.8373489702787696E-3</c:v>
                </c:pt>
                <c:pt idx="3336">
                  <c:v>2.8373489702787696E-3</c:v>
                </c:pt>
                <c:pt idx="3337">
                  <c:v>2.5063249237462465E-3</c:v>
                </c:pt>
                <c:pt idx="3338">
                  <c:v>2.5063249237462465E-3</c:v>
                </c:pt>
                <c:pt idx="3339">
                  <c:v>2.8846381197834155E-3</c:v>
                </c:pt>
                <c:pt idx="3340">
                  <c:v>2.8846381197834155E-3</c:v>
                </c:pt>
                <c:pt idx="3341">
                  <c:v>2.6718369470125083E-3</c:v>
                </c:pt>
                <c:pt idx="3342">
                  <c:v>2.6245477975078619E-3</c:v>
                </c:pt>
                <c:pt idx="3343">
                  <c:v>3.0028609935450314E-3</c:v>
                </c:pt>
                <c:pt idx="3344">
                  <c:v>3.0028609935450314E-3</c:v>
                </c:pt>
                <c:pt idx="3345">
                  <c:v>2.6718369470125083E-3</c:v>
                </c:pt>
                <c:pt idx="3346">
                  <c:v>2.5536140732508924E-3</c:v>
                </c:pt>
                <c:pt idx="3347">
                  <c:v>2.955571844040385E-3</c:v>
                </c:pt>
                <c:pt idx="3348">
                  <c:v>3.0501501430496773E-3</c:v>
                </c:pt>
                <c:pt idx="3349">
                  <c:v>2.7191260965171542E-3</c:v>
                </c:pt>
                <c:pt idx="3350">
                  <c:v>2.5536140732508924E-3</c:v>
                </c:pt>
                <c:pt idx="3351">
                  <c:v>2.955571844040385E-3</c:v>
                </c:pt>
                <c:pt idx="3352">
                  <c:v>3.0028609935450314E-3</c:v>
                </c:pt>
                <c:pt idx="3353">
                  <c:v>2.7664152460218005E-3</c:v>
                </c:pt>
                <c:pt idx="3354">
                  <c:v>2.6245477975078619E-3</c:v>
                </c:pt>
                <c:pt idx="3355">
                  <c:v>3.0028609935450314E-3</c:v>
                </c:pt>
                <c:pt idx="3356">
                  <c:v>3.14472844205897E-3</c:v>
                </c:pt>
                <c:pt idx="3357">
                  <c:v>2.9792164187927082E-3</c:v>
                </c:pt>
                <c:pt idx="3358">
                  <c:v>2.7664152460218005E-3</c:v>
                </c:pt>
                <c:pt idx="3359">
                  <c:v>3.0737947178020005E-3</c:v>
                </c:pt>
                <c:pt idx="3360">
                  <c:v>3.1683730168112927E-3</c:v>
                </c:pt>
                <c:pt idx="3361">
                  <c:v>2.8846381197834155E-3</c:v>
                </c:pt>
                <c:pt idx="3362">
                  <c:v>2.6718369470125083E-3</c:v>
                </c:pt>
                <c:pt idx="3363">
                  <c:v>2.9792164187927082E-3</c:v>
                </c:pt>
                <c:pt idx="3364">
                  <c:v>3.0501501430496773E-3</c:v>
                </c:pt>
                <c:pt idx="3365">
                  <c:v>2.8373489702787696E-3</c:v>
                </c:pt>
                <c:pt idx="3366">
                  <c:v>2.7191260965171542E-3</c:v>
                </c:pt>
                <c:pt idx="3367">
                  <c:v>3.1210838673066468E-3</c:v>
                </c:pt>
                <c:pt idx="3368">
                  <c:v>3.2629513158205854E-3</c:v>
                </c:pt>
                <c:pt idx="3369">
                  <c:v>2.9792164187927082E-3</c:v>
                </c:pt>
                <c:pt idx="3370">
                  <c:v>2.7664152460218005E-3</c:v>
                </c:pt>
                <c:pt idx="3371">
                  <c:v>3.1210838673066468E-3</c:v>
                </c:pt>
                <c:pt idx="3372">
                  <c:v>3.2865958905729082E-3</c:v>
                </c:pt>
                <c:pt idx="3373">
                  <c:v>3.0974392925543237E-3</c:v>
                </c:pt>
                <c:pt idx="3374">
                  <c:v>2.7900598207741233E-3</c:v>
                </c:pt>
                <c:pt idx="3375">
                  <c:v>3.1683730168112927E-3</c:v>
                </c:pt>
                <c:pt idx="3376">
                  <c:v>3.2393067410682623E-3</c:v>
                </c:pt>
                <c:pt idx="3377">
                  <c:v>2.9792164187927082E-3</c:v>
                </c:pt>
                <c:pt idx="3378">
                  <c:v>2.5772586480032156E-3</c:v>
                </c:pt>
                <c:pt idx="3379">
                  <c:v>2.7900598207741233E-3</c:v>
                </c:pt>
                <c:pt idx="3380">
                  <c:v>2.955571844040385E-3</c:v>
                </c:pt>
                <c:pt idx="3381">
                  <c:v>2.7191260965171542E-3</c:v>
                </c:pt>
                <c:pt idx="3382">
                  <c:v>2.4590357742416001E-3</c:v>
                </c:pt>
                <c:pt idx="3383">
                  <c:v>2.8609935450310928E-3</c:v>
                </c:pt>
                <c:pt idx="3384">
                  <c:v>3.0974392925543237E-3</c:v>
                </c:pt>
                <c:pt idx="3385">
                  <c:v>2.9319272692880619E-3</c:v>
                </c:pt>
                <c:pt idx="3386">
                  <c:v>2.6481923722601851E-3</c:v>
                </c:pt>
                <c:pt idx="3387">
                  <c:v>2.8846381197834155E-3</c:v>
                </c:pt>
                <c:pt idx="3388">
                  <c:v>3.1683730168112927E-3</c:v>
                </c:pt>
                <c:pt idx="3389">
                  <c:v>3.0028609935450314E-3</c:v>
                </c:pt>
                <c:pt idx="3390">
                  <c:v>2.695481521764831E-3</c:v>
                </c:pt>
                <c:pt idx="3391">
                  <c:v>2.8373489702787696E-3</c:v>
                </c:pt>
                <c:pt idx="3392">
                  <c:v>3.0028609935450314E-3</c:v>
                </c:pt>
                <c:pt idx="3393">
                  <c:v>2.8846381197834155E-3</c:v>
                </c:pt>
                <c:pt idx="3394">
                  <c:v>2.6009032227555387E-3</c:v>
                </c:pt>
                <c:pt idx="3395">
                  <c:v>2.7664152460218005E-3</c:v>
                </c:pt>
                <c:pt idx="3396">
                  <c:v>3.0501501430496773E-3</c:v>
                </c:pt>
                <c:pt idx="3397">
                  <c:v>2.955571844040385E-3</c:v>
                </c:pt>
                <c:pt idx="3398">
                  <c:v>2.7191260965171542E-3</c:v>
                </c:pt>
                <c:pt idx="3399">
                  <c:v>2.9319272692880619E-3</c:v>
                </c:pt>
                <c:pt idx="3400">
                  <c:v>3.2393067410682623E-3</c:v>
                </c:pt>
                <c:pt idx="3401">
                  <c:v>3.1683730168112927E-3</c:v>
                </c:pt>
                <c:pt idx="3402">
                  <c:v>2.8609935450310928E-3</c:v>
                </c:pt>
                <c:pt idx="3403">
                  <c:v>3.0028609935450314E-3</c:v>
                </c:pt>
                <c:pt idx="3404">
                  <c:v>3.3102404653252314E-3</c:v>
                </c:pt>
                <c:pt idx="3405">
                  <c:v>3.1210838673066468E-3</c:v>
                </c:pt>
                <c:pt idx="3406">
                  <c:v>2.7191260965171542E-3</c:v>
                </c:pt>
                <c:pt idx="3407">
                  <c:v>2.8373489702787696E-3</c:v>
                </c:pt>
                <c:pt idx="3408">
                  <c:v>3.14472844205897E-3</c:v>
                </c:pt>
                <c:pt idx="3409">
                  <c:v>3.0737947178020005E-3</c:v>
                </c:pt>
                <c:pt idx="3410">
                  <c:v>2.8137043955264464E-3</c:v>
                </c:pt>
                <c:pt idx="3411">
                  <c:v>2.8137043955264464E-3</c:v>
                </c:pt>
                <c:pt idx="3412">
                  <c:v>3.0974392925543237E-3</c:v>
                </c:pt>
                <c:pt idx="3413">
                  <c:v>3.0974392925543237E-3</c:v>
                </c:pt>
                <c:pt idx="3414">
                  <c:v>2.8373489702787696E-3</c:v>
                </c:pt>
                <c:pt idx="3415">
                  <c:v>2.8373489702787696E-3</c:v>
                </c:pt>
                <c:pt idx="3416">
                  <c:v>3.2393067410682623E-3</c:v>
                </c:pt>
                <c:pt idx="3417">
                  <c:v>3.1210838673066468E-3</c:v>
                </c:pt>
                <c:pt idx="3418">
                  <c:v>2.7427706712694773E-3</c:v>
                </c:pt>
                <c:pt idx="3419">
                  <c:v>2.8137043955264464E-3</c:v>
                </c:pt>
                <c:pt idx="3420">
                  <c:v>3.1920175915636159E-3</c:v>
                </c:pt>
                <c:pt idx="3421">
                  <c:v>3.1920175915636159E-3</c:v>
                </c:pt>
                <c:pt idx="3422">
                  <c:v>2.955571844040385E-3</c:v>
                </c:pt>
                <c:pt idx="3423">
                  <c:v>3.0028609935450314E-3</c:v>
                </c:pt>
                <c:pt idx="3424">
                  <c:v>3.2629513158205854E-3</c:v>
                </c:pt>
                <c:pt idx="3425">
                  <c:v>3.1920175915636159E-3</c:v>
                </c:pt>
                <c:pt idx="3426">
                  <c:v>2.9082826945357387E-3</c:v>
                </c:pt>
                <c:pt idx="3427">
                  <c:v>2.9082826945357387E-3</c:v>
                </c:pt>
                <c:pt idx="3428">
                  <c:v>3.1683730168112927E-3</c:v>
                </c:pt>
                <c:pt idx="3429">
                  <c:v>3.1210838673066468E-3</c:v>
                </c:pt>
                <c:pt idx="3430">
                  <c:v>2.8137043955264464E-3</c:v>
                </c:pt>
                <c:pt idx="3431">
                  <c:v>2.7427706712694773E-3</c:v>
                </c:pt>
                <c:pt idx="3432">
                  <c:v>3.1210838673066468E-3</c:v>
                </c:pt>
                <c:pt idx="3433">
                  <c:v>3.14472844205897E-3</c:v>
                </c:pt>
                <c:pt idx="3434">
                  <c:v>2.8609935450310928E-3</c:v>
                </c:pt>
                <c:pt idx="3435">
                  <c:v>2.8137043955264464E-3</c:v>
                </c:pt>
                <c:pt idx="3436">
                  <c:v>3.1683730168112927E-3</c:v>
                </c:pt>
                <c:pt idx="3437">
                  <c:v>3.14472844205897E-3</c:v>
                </c:pt>
                <c:pt idx="3438">
                  <c:v>2.8137043955264464E-3</c:v>
                </c:pt>
                <c:pt idx="3439">
                  <c:v>2.7664152460218005E-3</c:v>
                </c:pt>
                <c:pt idx="3440">
                  <c:v>3.1920175915636159E-3</c:v>
                </c:pt>
                <c:pt idx="3441">
                  <c:v>3.2156621663159391E-3</c:v>
                </c:pt>
                <c:pt idx="3442">
                  <c:v>2.9082826945357387E-3</c:v>
                </c:pt>
                <c:pt idx="3443">
                  <c:v>2.8609935450310928E-3</c:v>
                </c:pt>
                <c:pt idx="3444">
                  <c:v>3.2393067410682623E-3</c:v>
                </c:pt>
                <c:pt idx="3445">
                  <c:v>3.3575296148298768E-3</c:v>
                </c:pt>
                <c:pt idx="3446">
                  <c:v>3.1210838673066468E-3</c:v>
                </c:pt>
                <c:pt idx="3447">
                  <c:v>3.0028609935450314E-3</c:v>
                </c:pt>
                <c:pt idx="3448">
                  <c:v>3.3575296148298768E-3</c:v>
                </c:pt>
                <c:pt idx="3449">
                  <c:v>3.4284633390868464E-3</c:v>
                </c:pt>
                <c:pt idx="3450">
                  <c:v>3.1920175915636159E-3</c:v>
                </c:pt>
                <c:pt idx="3451">
                  <c:v>3.0265055682973541E-3</c:v>
                </c:pt>
                <c:pt idx="3452">
                  <c:v>3.3338850400775541E-3</c:v>
                </c:pt>
                <c:pt idx="3453">
                  <c:v>3.3575296148298768E-3</c:v>
                </c:pt>
                <c:pt idx="3454">
                  <c:v>3.0974392925543237E-3</c:v>
                </c:pt>
                <c:pt idx="3455">
                  <c:v>2.9082826945357387E-3</c:v>
                </c:pt>
                <c:pt idx="3456">
                  <c:v>3.0974392925543237E-3</c:v>
                </c:pt>
                <c:pt idx="3457">
                  <c:v>3.2393067410682623E-3</c:v>
                </c:pt>
                <c:pt idx="3458">
                  <c:v>2.9792164187927082E-3</c:v>
                </c:pt>
                <c:pt idx="3459">
                  <c:v>2.7900598207741233E-3</c:v>
                </c:pt>
                <c:pt idx="3460">
                  <c:v>3.1210838673066468E-3</c:v>
                </c:pt>
                <c:pt idx="3461">
                  <c:v>3.2865958905729082E-3</c:v>
                </c:pt>
                <c:pt idx="3462">
                  <c:v>3.1683730168112927E-3</c:v>
                </c:pt>
                <c:pt idx="3463">
                  <c:v>2.9319272692880619E-3</c:v>
                </c:pt>
                <c:pt idx="3464">
                  <c:v>3.1920175915636159E-3</c:v>
                </c:pt>
                <c:pt idx="3465">
                  <c:v>3.3575296148298768E-3</c:v>
                </c:pt>
                <c:pt idx="3466">
                  <c:v>3.1210838673066468E-3</c:v>
                </c:pt>
                <c:pt idx="3467">
                  <c:v>2.9082826945357387E-3</c:v>
                </c:pt>
                <c:pt idx="3468">
                  <c:v>3.2156621663159391E-3</c:v>
                </c:pt>
                <c:pt idx="3469">
                  <c:v>3.4757524885914927E-3</c:v>
                </c:pt>
                <c:pt idx="3470">
                  <c:v>3.2629513158205854E-3</c:v>
                </c:pt>
                <c:pt idx="3471">
                  <c:v>2.955571844040385E-3</c:v>
                </c:pt>
                <c:pt idx="3472">
                  <c:v>3.2393067410682623E-3</c:v>
                </c:pt>
                <c:pt idx="3473">
                  <c:v>3.5466862128484618E-3</c:v>
                </c:pt>
                <c:pt idx="3474">
                  <c:v>3.3575296148298768E-3</c:v>
                </c:pt>
                <c:pt idx="3475">
                  <c:v>3.0974392925543237E-3</c:v>
                </c:pt>
                <c:pt idx="3476">
                  <c:v>3.3338850400775541E-3</c:v>
                </c:pt>
                <c:pt idx="3477">
                  <c:v>3.5230416380961386E-3</c:v>
                </c:pt>
                <c:pt idx="3478">
                  <c:v>3.3575296148298768E-3</c:v>
                </c:pt>
                <c:pt idx="3479">
                  <c:v>3.0974392925543237E-3</c:v>
                </c:pt>
                <c:pt idx="3480">
                  <c:v>3.2865958905729082E-3</c:v>
                </c:pt>
                <c:pt idx="3481">
                  <c:v>3.4521079138391695E-3</c:v>
                </c:pt>
                <c:pt idx="3482">
                  <c:v>3.2629513158205854E-3</c:v>
                </c:pt>
                <c:pt idx="3483">
                  <c:v>3.0028609935450314E-3</c:v>
                </c:pt>
                <c:pt idx="3484">
                  <c:v>3.2156621663159391E-3</c:v>
                </c:pt>
                <c:pt idx="3485">
                  <c:v>3.4521079138391695E-3</c:v>
                </c:pt>
                <c:pt idx="3486">
                  <c:v>3.2629513158205854E-3</c:v>
                </c:pt>
                <c:pt idx="3487">
                  <c:v>2.9792164187927082E-3</c:v>
                </c:pt>
                <c:pt idx="3488">
                  <c:v>3.1920175915636159E-3</c:v>
                </c:pt>
                <c:pt idx="3489">
                  <c:v>3.4048187643345232E-3</c:v>
                </c:pt>
                <c:pt idx="3490">
                  <c:v>3.1920175915636159E-3</c:v>
                </c:pt>
                <c:pt idx="3491">
                  <c:v>2.955571844040385E-3</c:v>
                </c:pt>
                <c:pt idx="3492">
                  <c:v>3.2156621663159391E-3</c:v>
                </c:pt>
                <c:pt idx="3493">
                  <c:v>3.4993970633438154E-3</c:v>
                </c:pt>
                <c:pt idx="3494">
                  <c:v>3.4048187643345232E-3</c:v>
                </c:pt>
                <c:pt idx="3495">
                  <c:v>3.0501501430496773E-3</c:v>
                </c:pt>
                <c:pt idx="3496">
                  <c:v>3.2156621663159391E-3</c:v>
                </c:pt>
                <c:pt idx="3497">
                  <c:v>3.4757524885914927E-3</c:v>
                </c:pt>
                <c:pt idx="3498">
                  <c:v>3.4521079138391695E-3</c:v>
                </c:pt>
                <c:pt idx="3499">
                  <c:v>3.1683730168112927E-3</c:v>
                </c:pt>
                <c:pt idx="3500">
                  <c:v>3.2393067410682623E-3</c:v>
                </c:pt>
                <c:pt idx="3501">
                  <c:v>3.4284633390868464E-3</c:v>
                </c:pt>
                <c:pt idx="3502">
                  <c:v>3.3811741895822E-3</c:v>
                </c:pt>
                <c:pt idx="3503">
                  <c:v>3.0737947178020005E-3</c:v>
                </c:pt>
                <c:pt idx="3504">
                  <c:v>3.14472844205897E-3</c:v>
                </c:pt>
                <c:pt idx="3505">
                  <c:v>3.4048187643345232E-3</c:v>
                </c:pt>
                <c:pt idx="3506">
                  <c:v>3.2629513158205854E-3</c:v>
                </c:pt>
                <c:pt idx="3507">
                  <c:v>2.8846381197834155E-3</c:v>
                </c:pt>
                <c:pt idx="3508">
                  <c:v>2.9319272692880619E-3</c:v>
                </c:pt>
                <c:pt idx="3509">
                  <c:v>3.3102404653252314E-3</c:v>
                </c:pt>
                <c:pt idx="3510">
                  <c:v>3.2865958905729082E-3</c:v>
                </c:pt>
                <c:pt idx="3511">
                  <c:v>2.955571844040385E-3</c:v>
                </c:pt>
                <c:pt idx="3512">
                  <c:v>3.0265055682973541E-3</c:v>
                </c:pt>
                <c:pt idx="3513">
                  <c:v>3.3575296148298768E-3</c:v>
                </c:pt>
                <c:pt idx="3514">
                  <c:v>3.3102404653252314E-3</c:v>
                </c:pt>
                <c:pt idx="3515">
                  <c:v>2.955571844040385E-3</c:v>
                </c:pt>
                <c:pt idx="3516">
                  <c:v>2.9792164187927082E-3</c:v>
                </c:pt>
                <c:pt idx="3517">
                  <c:v>3.3102404653252314E-3</c:v>
                </c:pt>
                <c:pt idx="3518">
                  <c:v>3.3575296148298768E-3</c:v>
                </c:pt>
                <c:pt idx="3519">
                  <c:v>3.0265055682973541E-3</c:v>
                </c:pt>
                <c:pt idx="3520">
                  <c:v>3.0737947178020005E-3</c:v>
                </c:pt>
                <c:pt idx="3521">
                  <c:v>3.3338850400775541E-3</c:v>
                </c:pt>
                <c:pt idx="3522">
                  <c:v>3.3575296148298768E-3</c:v>
                </c:pt>
                <c:pt idx="3523">
                  <c:v>3.0737947178020005E-3</c:v>
                </c:pt>
                <c:pt idx="3524">
                  <c:v>3.0265055682973541E-3</c:v>
                </c:pt>
                <c:pt idx="3525">
                  <c:v>3.3575296148298768E-3</c:v>
                </c:pt>
                <c:pt idx="3526">
                  <c:v>3.4284633390868464E-3</c:v>
                </c:pt>
                <c:pt idx="3527">
                  <c:v>3.14472844205897E-3</c:v>
                </c:pt>
                <c:pt idx="3528">
                  <c:v>3.0737947178020005E-3</c:v>
                </c:pt>
                <c:pt idx="3529">
                  <c:v>3.3811741895822E-3</c:v>
                </c:pt>
                <c:pt idx="3530">
                  <c:v>3.4757524885914927E-3</c:v>
                </c:pt>
                <c:pt idx="3531">
                  <c:v>3.2629513158205854E-3</c:v>
                </c:pt>
                <c:pt idx="3532">
                  <c:v>3.1210838673066468E-3</c:v>
                </c:pt>
                <c:pt idx="3533">
                  <c:v>3.3338850400775541E-3</c:v>
                </c:pt>
                <c:pt idx="3534">
                  <c:v>3.3811741895822E-3</c:v>
                </c:pt>
                <c:pt idx="3535">
                  <c:v>3.0974392925543237E-3</c:v>
                </c:pt>
                <c:pt idx="3536">
                  <c:v>2.9319272692880619E-3</c:v>
                </c:pt>
                <c:pt idx="3537">
                  <c:v>3.2865958905729082E-3</c:v>
                </c:pt>
                <c:pt idx="3538">
                  <c:v>3.4284633390868464E-3</c:v>
                </c:pt>
                <c:pt idx="3539">
                  <c:v>3.2156621663159391E-3</c:v>
                </c:pt>
                <c:pt idx="3540">
                  <c:v>3.0265055682973541E-3</c:v>
                </c:pt>
                <c:pt idx="3541">
                  <c:v>3.3575296148298768E-3</c:v>
                </c:pt>
                <c:pt idx="3542">
                  <c:v>3.4757524885914927E-3</c:v>
                </c:pt>
                <c:pt idx="3543">
                  <c:v>3.2156621663159391E-3</c:v>
                </c:pt>
                <c:pt idx="3544">
                  <c:v>3.0737947178020005E-3</c:v>
                </c:pt>
                <c:pt idx="3545">
                  <c:v>3.4757524885914927E-3</c:v>
                </c:pt>
                <c:pt idx="3546">
                  <c:v>3.5466862128484618E-3</c:v>
                </c:pt>
                <c:pt idx="3547">
                  <c:v>3.2865958905729082E-3</c:v>
                </c:pt>
                <c:pt idx="3548">
                  <c:v>3.0974392925543237E-3</c:v>
                </c:pt>
                <c:pt idx="3549">
                  <c:v>3.4521079138391695E-3</c:v>
                </c:pt>
                <c:pt idx="3550">
                  <c:v>3.6412645118577541E-3</c:v>
                </c:pt>
                <c:pt idx="3551">
                  <c:v>3.4993970633438154E-3</c:v>
                </c:pt>
                <c:pt idx="3552">
                  <c:v>3.2393067410682623E-3</c:v>
                </c:pt>
                <c:pt idx="3553">
                  <c:v>3.4993970633438154E-3</c:v>
                </c:pt>
                <c:pt idx="3554">
                  <c:v>3.5939753623531081E-3</c:v>
                </c:pt>
                <c:pt idx="3555">
                  <c:v>3.3575296148298768E-3</c:v>
                </c:pt>
                <c:pt idx="3556">
                  <c:v>3.0974392925543237E-3</c:v>
                </c:pt>
                <c:pt idx="3557">
                  <c:v>3.3575296148298768E-3</c:v>
                </c:pt>
                <c:pt idx="3558">
                  <c:v>3.3811741895822E-3</c:v>
                </c:pt>
                <c:pt idx="3559">
                  <c:v>3.1210838673066468E-3</c:v>
                </c:pt>
                <c:pt idx="3560">
                  <c:v>2.8846381197834155E-3</c:v>
                </c:pt>
                <c:pt idx="3561">
                  <c:v>3.1920175915636159E-3</c:v>
                </c:pt>
                <c:pt idx="3562">
                  <c:v>3.3811741895822E-3</c:v>
                </c:pt>
                <c:pt idx="3563">
                  <c:v>3.2393067410682623E-3</c:v>
                </c:pt>
                <c:pt idx="3564">
                  <c:v>2.9792164187927082E-3</c:v>
                </c:pt>
                <c:pt idx="3565">
                  <c:v>3.2865958905729082E-3</c:v>
                </c:pt>
                <c:pt idx="3566">
                  <c:v>3.4521079138391695E-3</c:v>
                </c:pt>
                <c:pt idx="3567">
                  <c:v>3.3575296148298768E-3</c:v>
                </c:pt>
                <c:pt idx="3568">
                  <c:v>3.0737947178020005E-3</c:v>
                </c:pt>
                <c:pt idx="3569">
                  <c:v>3.3338850400775541E-3</c:v>
                </c:pt>
                <c:pt idx="3570">
                  <c:v>3.5230416380961386E-3</c:v>
                </c:pt>
                <c:pt idx="3571">
                  <c:v>3.4048187643345232E-3</c:v>
                </c:pt>
                <c:pt idx="3572">
                  <c:v>3.0737947178020005E-3</c:v>
                </c:pt>
                <c:pt idx="3573">
                  <c:v>3.2865958905729082E-3</c:v>
                </c:pt>
                <c:pt idx="3574">
                  <c:v>3.3811741895822E-3</c:v>
                </c:pt>
                <c:pt idx="3575">
                  <c:v>3.1920175915636159E-3</c:v>
                </c:pt>
                <c:pt idx="3576">
                  <c:v>2.8609935450310928E-3</c:v>
                </c:pt>
                <c:pt idx="3577">
                  <c:v>3.1920175915636159E-3</c:v>
                </c:pt>
                <c:pt idx="3578">
                  <c:v>3.4521079138391695E-3</c:v>
                </c:pt>
                <c:pt idx="3579">
                  <c:v>3.3338850400775541E-3</c:v>
                </c:pt>
                <c:pt idx="3580">
                  <c:v>2.955571844040385E-3</c:v>
                </c:pt>
                <c:pt idx="3581">
                  <c:v>3.1683730168112927E-3</c:v>
                </c:pt>
                <c:pt idx="3582">
                  <c:v>3.3811741895822E-3</c:v>
                </c:pt>
                <c:pt idx="3583">
                  <c:v>3.3338850400775541E-3</c:v>
                </c:pt>
                <c:pt idx="3584">
                  <c:v>3.0737947178020005E-3</c:v>
                </c:pt>
                <c:pt idx="3585">
                  <c:v>3.2393067410682623E-3</c:v>
                </c:pt>
                <c:pt idx="3586">
                  <c:v>3.4757524885914927E-3</c:v>
                </c:pt>
                <c:pt idx="3587">
                  <c:v>3.4284633390868464E-3</c:v>
                </c:pt>
                <c:pt idx="3588">
                  <c:v>3.0028609935450314E-3</c:v>
                </c:pt>
                <c:pt idx="3589">
                  <c:v>3.14472844205897E-3</c:v>
                </c:pt>
                <c:pt idx="3590">
                  <c:v>3.4048187643345232E-3</c:v>
                </c:pt>
                <c:pt idx="3591">
                  <c:v>3.3338850400775541E-3</c:v>
                </c:pt>
                <c:pt idx="3592">
                  <c:v>2.955571844040385E-3</c:v>
                </c:pt>
                <c:pt idx="3593">
                  <c:v>3.0974392925543237E-3</c:v>
                </c:pt>
                <c:pt idx="3594">
                  <c:v>3.4284633390868464E-3</c:v>
                </c:pt>
                <c:pt idx="3595">
                  <c:v>3.3338850400775541E-3</c:v>
                </c:pt>
                <c:pt idx="3596">
                  <c:v>2.9792164187927082E-3</c:v>
                </c:pt>
                <c:pt idx="3597">
                  <c:v>3.0501501430496773E-3</c:v>
                </c:pt>
                <c:pt idx="3598">
                  <c:v>3.3811741895822E-3</c:v>
                </c:pt>
                <c:pt idx="3599">
                  <c:v>3.3338850400775541E-3</c:v>
                </c:pt>
                <c:pt idx="3600">
                  <c:v>3.0028609935450314E-3</c:v>
                </c:pt>
                <c:pt idx="3601">
                  <c:v>3.0974392925543237E-3</c:v>
                </c:pt>
                <c:pt idx="3602">
                  <c:v>3.4521079138391695E-3</c:v>
                </c:pt>
                <c:pt idx="3603">
                  <c:v>3.3575296148298768E-3</c:v>
                </c:pt>
                <c:pt idx="3604">
                  <c:v>2.9319272692880619E-3</c:v>
                </c:pt>
                <c:pt idx="3605">
                  <c:v>2.9792164187927082E-3</c:v>
                </c:pt>
                <c:pt idx="3606">
                  <c:v>3.3811741895822E-3</c:v>
                </c:pt>
                <c:pt idx="3607">
                  <c:v>3.4521079138391695E-3</c:v>
                </c:pt>
                <c:pt idx="3608">
                  <c:v>3.0737947178020005E-3</c:v>
                </c:pt>
                <c:pt idx="3609">
                  <c:v>3.0501501430496773E-3</c:v>
                </c:pt>
                <c:pt idx="3610">
                  <c:v>3.3575296148298768E-3</c:v>
                </c:pt>
                <c:pt idx="3611">
                  <c:v>3.3811741895822E-3</c:v>
                </c:pt>
                <c:pt idx="3612">
                  <c:v>3.1210838673066468E-3</c:v>
                </c:pt>
                <c:pt idx="3613">
                  <c:v>3.0737947178020005E-3</c:v>
                </c:pt>
                <c:pt idx="3614">
                  <c:v>3.4048187643345232E-3</c:v>
                </c:pt>
                <c:pt idx="3615">
                  <c:v>3.4521079138391695E-3</c:v>
                </c:pt>
                <c:pt idx="3616">
                  <c:v>3.2156621663159391E-3</c:v>
                </c:pt>
                <c:pt idx="3617">
                  <c:v>3.1210838673066468E-3</c:v>
                </c:pt>
                <c:pt idx="3618">
                  <c:v>3.4757524885914927E-3</c:v>
                </c:pt>
                <c:pt idx="3619">
                  <c:v>3.5230416380961386E-3</c:v>
                </c:pt>
                <c:pt idx="3620">
                  <c:v>3.1920175915636159E-3</c:v>
                </c:pt>
                <c:pt idx="3621">
                  <c:v>3.0265055682973541E-3</c:v>
                </c:pt>
                <c:pt idx="3622">
                  <c:v>3.4284633390868464E-3</c:v>
                </c:pt>
                <c:pt idx="3623">
                  <c:v>3.4284633390868464E-3</c:v>
                </c:pt>
                <c:pt idx="3624">
                  <c:v>3.14472844205897E-3</c:v>
                </c:pt>
                <c:pt idx="3625">
                  <c:v>3.0501501430496773E-3</c:v>
                </c:pt>
                <c:pt idx="3626">
                  <c:v>3.3575296148298768E-3</c:v>
                </c:pt>
                <c:pt idx="3627">
                  <c:v>3.3575296148298768E-3</c:v>
                </c:pt>
                <c:pt idx="3628">
                  <c:v>3.0974392925543237E-3</c:v>
                </c:pt>
                <c:pt idx="3629">
                  <c:v>3.0265055682973541E-3</c:v>
                </c:pt>
                <c:pt idx="3630">
                  <c:v>3.3811741895822E-3</c:v>
                </c:pt>
                <c:pt idx="3631">
                  <c:v>3.4757524885914927E-3</c:v>
                </c:pt>
                <c:pt idx="3632">
                  <c:v>3.1920175915636159E-3</c:v>
                </c:pt>
                <c:pt idx="3633">
                  <c:v>2.9792164187927082E-3</c:v>
                </c:pt>
                <c:pt idx="3634">
                  <c:v>3.3338850400775541E-3</c:v>
                </c:pt>
                <c:pt idx="3635">
                  <c:v>3.4048187643345232E-3</c:v>
                </c:pt>
                <c:pt idx="3636">
                  <c:v>3.3102404653252314E-3</c:v>
                </c:pt>
                <c:pt idx="3637">
                  <c:v>3.14472844205897E-3</c:v>
                </c:pt>
                <c:pt idx="3638">
                  <c:v>3.4521079138391695E-3</c:v>
                </c:pt>
                <c:pt idx="3639">
                  <c:v>3.4757524885914927E-3</c:v>
                </c:pt>
                <c:pt idx="3640">
                  <c:v>3.2629513158205854E-3</c:v>
                </c:pt>
                <c:pt idx="3641">
                  <c:v>3.0028609935450314E-3</c:v>
                </c:pt>
                <c:pt idx="3642">
                  <c:v>3.2393067410682623E-3</c:v>
                </c:pt>
                <c:pt idx="3643">
                  <c:v>3.2629513158205854E-3</c:v>
                </c:pt>
                <c:pt idx="3644">
                  <c:v>3.0974392925543237E-3</c:v>
                </c:pt>
                <c:pt idx="3645">
                  <c:v>2.8137043955264464E-3</c:v>
                </c:pt>
                <c:pt idx="3646">
                  <c:v>3.2393067410682623E-3</c:v>
                </c:pt>
                <c:pt idx="3647">
                  <c:v>3.4521079138391695E-3</c:v>
                </c:pt>
                <c:pt idx="3648">
                  <c:v>3.2629513158205854E-3</c:v>
                </c:pt>
                <c:pt idx="3649">
                  <c:v>3.0265055682973541E-3</c:v>
                </c:pt>
                <c:pt idx="3650">
                  <c:v>3.3102404653252314E-3</c:v>
                </c:pt>
                <c:pt idx="3651">
                  <c:v>3.5230416380961386E-3</c:v>
                </c:pt>
                <c:pt idx="3652">
                  <c:v>3.3811741895822E-3</c:v>
                </c:pt>
                <c:pt idx="3653">
                  <c:v>3.0974392925543237E-3</c:v>
                </c:pt>
                <c:pt idx="3654">
                  <c:v>3.4048187643345232E-3</c:v>
                </c:pt>
                <c:pt idx="3655">
                  <c:v>3.5230416380961386E-3</c:v>
                </c:pt>
                <c:pt idx="3656">
                  <c:v>3.3811741895822E-3</c:v>
                </c:pt>
                <c:pt idx="3657">
                  <c:v>3.1683730168112927E-3</c:v>
                </c:pt>
                <c:pt idx="3658">
                  <c:v>3.5466862128484618E-3</c:v>
                </c:pt>
                <c:pt idx="3659">
                  <c:v>3.7358428108670468E-3</c:v>
                </c:pt>
                <c:pt idx="3660">
                  <c:v>3.570330787600785E-3</c:v>
                </c:pt>
                <c:pt idx="3661">
                  <c:v>3.2156621663159391E-3</c:v>
                </c:pt>
                <c:pt idx="3662">
                  <c:v>3.4993970633438154E-3</c:v>
                </c:pt>
                <c:pt idx="3663">
                  <c:v>3.5939753623531081E-3</c:v>
                </c:pt>
                <c:pt idx="3664">
                  <c:v>3.4757524885914927E-3</c:v>
                </c:pt>
                <c:pt idx="3665">
                  <c:v>3.0974392925543237E-3</c:v>
                </c:pt>
                <c:pt idx="3666">
                  <c:v>3.2156621663159391E-3</c:v>
                </c:pt>
                <c:pt idx="3667">
                  <c:v>3.4993970633438154E-3</c:v>
                </c:pt>
                <c:pt idx="3668">
                  <c:v>3.3811741895822E-3</c:v>
                </c:pt>
                <c:pt idx="3669">
                  <c:v>3.1210838673066468E-3</c:v>
                </c:pt>
                <c:pt idx="3670">
                  <c:v>3.2865958905729082E-3</c:v>
                </c:pt>
                <c:pt idx="3671">
                  <c:v>3.5230416380961386E-3</c:v>
                </c:pt>
                <c:pt idx="3672">
                  <c:v>3.4993970633438154E-3</c:v>
                </c:pt>
                <c:pt idx="3673">
                  <c:v>3.1920175915636159E-3</c:v>
                </c:pt>
                <c:pt idx="3674">
                  <c:v>3.4048187643345232E-3</c:v>
                </c:pt>
                <c:pt idx="3675">
                  <c:v>3.5230416380961386E-3</c:v>
                </c:pt>
                <c:pt idx="3676">
                  <c:v>3.3811741895822E-3</c:v>
                </c:pt>
                <c:pt idx="3677">
                  <c:v>3.0737947178020005E-3</c:v>
                </c:pt>
                <c:pt idx="3678">
                  <c:v>3.1683730168112927E-3</c:v>
                </c:pt>
                <c:pt idx="3679">
                  <c:v>3.4757524885914927E-3</c:v>
                </c:pt>
                <c:pt idx="3680">
                  <c:v>3.3102404653252314E-3</c:v>
                </c:pt>
                <c:pt idx="3681">
                  <c:v>3.0974392925543237E-3</c:v>
                </c:pt>
                <c:pt idx="3682">
                  <c:v>3.2393067410682623E-3</c:v>
                </c:pt>
                <c:pt idx="3683">
                  <c:v>3.4284633390868464E-3</c:v>
                </c:pt>
                <c:pt idx="3684">
                  <c:v>3.3338850400775541E-3</c:v>
                </c:pt>
                <c:pt idx="3685">
                  <c:v>3.0501501430496773E-3</c:v>
                </c:pt>
                <c:pt idx="3686">
                  <c:v>3.0974392925543237E-3</c:v>
                </c:pt>
                <c:pt idx="3687">
                  <c:v>3.4521079138391695E-3</c:v>
                </c:pt>
                <c:pt idx="3688">
                  <c:v>3.3811741895822E-3</c:v>
                </c:pt>
                <c:pt idx="3689">
                  <c:v>3.0501501430496773E-3</c:v>
                </c:pt>
                <c:pt idx="3690">
                  <c:v>3.0737947178020005E-3</c:v>
                </c:pt>
                <c:pt idx="3691">
                  <c:v>3.4284633390868464E-3</c:v>
                </c:pt>
                <c:pt idx="3692">
                  <c:v>3.4048187643345232E-3</c:v>
                </c:pt>
                <c:pt idx="3693">
                  <c:v>3.1210838673066468E-3</c:v>
                </c:pt>
                <c:pt idx="3694">
                  <c:v>3.0737947178020005E-3</c:v>
                </c:pt>
                <c:pt idx="3695">
                  <c:v>3.4048187643345232E-3</c:v>
                </c:pt>
                <c:pt idx="3696">
                  <c:v>3.3338850400775541E-3</c:v>
                </c:pt>
                <c:pt idx="3697">
                  <c:v>3.0028609935450314E-3</c:v>
                </c:pt>
                <c:pt idx="3698">
                  <c:v>2.9319272692880619E-3</c:v>
                </c:pt>
                <c:pt idx="3699">
                  <c:v>3.3338850400775541E-3</c:v>
                </c:pt>
                <c:pt idx="3700">
                  <c:v>3.4048187643345232E-3</c:v>
                </c:pt>
                <c:pt idx="3701">
                  <c:v>3.2156621663159391E-3</c:v>
                </c:pt>
                <c:pt idx="3702">
                  <c:v>3.1920175915636159E-3</c:v>
                </c:pt>
                <c:pt idx="3703">
                  <c:v>3.5939753623531081E-3</c:v>
                </c:pt>
                <c:pt idx="3704">
                  <c:v>3.5466862128484618E-3</c:v>
                </c:pt>
                <c:pt idx="3705">
                  <c:v>3.2393067410682623E-3</c:v>
                </c:pt>
                <c:pt idx="3706">
                  <c:v>3.1920175915636159E-3</c:v>
                </c:pt>
                <c:pt idx="3707">
                  <c:v>3.5230416380961386E-3</c:v>
                </c:pt>
                <c:pt idx="3708">
                  <c:v>3.5230416380961386E-3</c:v>
                </c:pt>
                <c:pt idx="3709">
                  <c:v>3.1920175915636159E-3</c:v>
                </c:pt>
                <c:pt idx="3710">
                  <c:v>3.0974392925543237E-3</c:v>
                </c:pt>
                <c:pt idx="3711">
                  <c:v>3.4993970633438154E-3</c:v>
                </c:pt>
                <c:pt idx="3712">
                  <c:v>3.4521079138391695E-3</c:v>
                </c:pt>
                <c:pt idx="3713">
                  <c:v>3.2156621663159391E-3</c:v>
                </c:pt>
                <c:pt idx="3714">
                  <c:v>3.0974392925543237E-3</c:v>
                </c:pt>
                <c:pt idx="3715">
                  <c:v>3.5230416380961386E-3</c:v>
                </c:pt>
                <c:pt idx="3716">
                  <c:v>3.6176199371054313E-3</c:v>
                </c:pt>
                <c:pt idx="3717">
                  <c:v>3.3811741895822E-3</c:v>
                </c:pt>
                <c:pt idx="3718">
                  <c:v>3.2629513158205854E-3</c:v>
                </c:pt>
                <c:pt idx="3719">
                  <c:v>3.6176199371054313E-3</c:v>
                </c:pt>
                <c:pt idx="3720">
                  <c:v>3.7121982361147236E-3</c:v>
                </c:pt>
                <c:pt idx="3721">
                  <c:v>3.4284633390868464E-3</c:v>
                </c:pt>
                <c:pt idx="3722">
                  <c:v>3.1920175915636159E-3</c:v>
                </c:pt>
                <c:pt idx="3723">
                  <c:v>3.5466862128484618E-3</c:v>
                </c:pt>
                <c:pt idx="3724">
                  <c:v>3.570330787600785E-3</c:v>
                </c:pt>
                <c:pt idx="3725">
                  <c:v>3.3338850400775541E-3</c:v>
                </c:pt>
                <c:pt idx="3726">
                  <c:v>3.14472844205897E-3</c:v>
                </c:pt>
                <c:pt idx="3727">
                  <c:v>3.4757524885914927E-3</c:v>
                </c:pt>
                <c:pt idx="3728">
                  <c:v>3.570330787600785E-3</c:v>
                </c:pt>
                <c:pt idx="3729">
                  <c:v>3.4048187643345232E-3</c:v>
                </c:pt>
                <c:pt idx="3730">
                  <c:v>3.2156621663159391E-3</c:v>
                </c:pt>
                <c:pt idx="3731">
                  <c:v>3.5230416380961386E-3</c:v>
                </c:pt>
                <c:pt idx="3732">
                  <c:v>3.570330787600785E-3</c:v>
                </c:pt>
                <c:pt idx="3733">
                  <c:v>3.3338850400775541E-3</c:v>
                </c:pt>
                <c:pt idx="3734">
                  <c:v>3.0974392925543237E-3</c:v>
                </c:pt>
                <c:pt idx="3735">
                  <c:v>3.4284633390868464E-3</c:v>
                </c:pt>
                <c:pt idx="3736">
                  <c:v>3.5939753623531081E-3</c:v>
                </c:pt>
                <c:pt idx="3737">
                  <c:v>3.4048187643345232E-3</c:v>
                </c:pt>
                <c:pt idx="3738">
                  <c:v>3.1210838673066468E-3</c:v>
                </c:pt>
                <c:pt idx="3739">
                  <c:v>3.4048187643345232E-3</c:v>
                </c:pt>
                <c:pt idx="3740">
                  <c:v>3.5230416380961386E-3</c:v>
                </c:pt>
                <c:pt idx="3741">
                  <c:v>3.3102404653252314E-3</c:v>
                </c:pt>
                <c:pt idx="3742">
                  <c:v>3.0028609935450314E-3</c:v>
                </c:pt>
                <c:pt idx="3743">
                  <c:v>3.2156621663159391E-3</c:v>
                </c:pt>
                <c:pt idx="3744">
                  <c:v>3.4048187643345232E-3</c:v>
                </c:pt>
                <c:pt idx="3745">
                  <c:v>3.2156621663159391E-3</c:v>
                </c:pt>
                <c:pt idx="3746">
                  <c:v>2.9082826945357387E-3</c:v>
                </c:pt>
                <c:pt idx="3747">
                  <c:v>3.2156621663159391E-3</c:v>
                </c:pt>
                <c:pt idx="3748">
                  <c:v>3.4521079138391695E-3</c:v>
                </c:pt>
                <c:pt idx="3749">
                  <c:v>3.2865958905729082E-3</c:v>
                </c:pt>
                <c:pt idx="3750">
                  <c:v>3.0501501430496773E-3</c:v>
                </c:pt>
                <c:pt idx="3751">
                  <c:v>3.2865958905729082E-3</c:v>
                </c:pt>
                <c:pt idx="3752">
                  <c:v>3.570330787600785E-3</c:v>
                </c:pt>
                <c:pt idx="3753">
                  <c:v>3.4757524885914927E-3</c:v>
                </c:pt>
                <c:pt idx="3754">
                  <c:v>3.1683730168112927E-3</c:v>
                </c:pt>
                <c:pt idx="3755">
                  <c:v>3.4048187643345232E-3</c:v>
                </c:pt>
                <c:pt idx="3756">
                  <c:v>3.5939753623531081E-3</c:v>
                </c:pt>
                <c:pt idx="3757">
                  <c:v>3.3575296148298768E-3</c:v>
                </c:pt>
                <c:pt idx="3758">
                  <c:v>3.0737947178020005E-3</c:v>
                </c:pt>
                <c:pt idx="3759">
                  <c:v>3.3575296148298768E-3</c:v>
                </c:pt>
                <c:pt idx="3760">
                  <c:v>3.6649090866100772E-3</c:v>
                </c:pt>
                <c:pt idx="3761">
                  <c:v>3.6176199371054313E-3</c:v>
                </c:pt>
                <c:pt idx="3762">
                  <c:v>3.3575296148298768E-3</c:v>
                </c:pt>
                <c:pt idx="3763">
                  <c:v>3.4521079138391695E-3</c:v>
                </c:pt>
                <c:pt idx="3764">
                  <c:v>3.7121982361147236E-3</c:v>
                </c:pt>
                <c:pt idx="3765">
                  <c:v>3.6176199371054313E-3</c:v>
                </c:pt>
                <c:pt idx="3766">
                  <c:v>3.3102404653252314E-3</c:v>
                </c:pt>
                <c:pt idx="3767">
                  <c:v>3.3811741895822E-3</c:v>
                </c:pt>
                <c:pt idx="3768">
                  <c:v>3.6885536613624004E-3</c:v>
                </c:pt>
                <c:pt idx="3769">
                  <c:v>3.6885536613624004E-3</c:v>
                </c:pt>
                <c:pt idx="3770">
                  <c:v>3.4048187643345232E-3</c:v>
                </c:pt>
                <c:pt idx="3771">
                  <c:v>3.570330787600785E-3</c:v>
                </c:pt>
                <c:pt idx="3772">
                  <c:v>3.8777102593809854E-3</c:v>
                </c:pt>
                <c:pt idx="3773">
                  <c:v>3.7594873856193699E-3</c:v>
                </c:pt>
                <c:pt idx="3774">
                  <c:v>3.4048187643345232E-3</c:v>
                </c:pt>
                <c:pt idx="3775">
                  <c:v>3.4757524885914927E-3</c:v>
                </c:pt>
                <c:pt idx="3776">
                  <c:v>3.7831319603716927E-3</c:v>
                </c:pt>
                <c:pt idx="3777">
                  <c:v>3.6412645118577541E-3</c:v>
                </c:pt>
                <c:pt idx="3778">
                  <c:v>3.2629513158205854E-3</c:v>
                </c:pt>
                <c:pt idx="3779">
                  <c:v>3.2393067410682623E-3</c:v>
                </c:pt>
                <c:pt idx="3780">
                  <c:v>3.570330787600785E-3</c:v>
                </c:pt>
                <c:pt idx="3781">
                  <c:v>3.5466862128484618E-3</c:v>
                </c:pt>
                <c:pt idx="3782">
                  <c:v>3.2629513158205854E-3</c:v>
                </c:pt>
                <c:pt idx="3783">
                  <c:v>3.3102404653252314E-3</c:v>
                </c:pt>
                <c:pt idx="3784">
                  <c:v>3.570330787600785E-3</c:v>
                </c:pt>
                <c:pt idx="3785">
                  <c:v>3.4757524885914927E-3</c:v>
                </c:pt>
                <c:pt idx="3786">
                  <c:v>3.2865958905729082E-3</c:v>
                </c:pt>
                <c:pt idx="3787">
                  <c:v>3.3811741895822E-3</c:v>
                </c:pt>
                <c:pt idx="3788">
                  <c:v>3.7594873856193699E-3</c:v>
                </c:pt>
                <c:pt idx="3789">
                  <c:v>3.6649090866100772E-3</c:v>
                </c:pt>
                <c:pt idx="3790">
                  <c:v>3.3338850400775541E-3</c:v>
                </c:pt>
                <c:pt idx="3791">
                  <c:v>3.2865958905729082E-3</c:v>
                </c:pt>
                <c:pt idx="3792">
                  <c:v>3.6176199371054313E-3</c:v>
                </c:pt>
                <c:pt idx="3793">
                  <c:v>3.6176199371054313E-3</c:v>
                </c:pt>
                <c:pt idx="3794">
                  <c:v>3.3575296148298768E-3</c:v>
                </c:pt>
                <c:pt idx="3795">
                  <c:v>3.2629513158205854E-3</c:v>
                </c:pt>
                <c:pt idx="3796">
                  <c:v>3.6649090866100772E-3</c:v>
                </c:pt>
                <c:pt idx="3797">
                  <c:v>3.5939753623531081E-3</c:v>
                </c:pt>
                <c:pt idx="3798">
                  <c:v>3.3102404653252314E-3</c:v>
                </c:pt>
                <c:pt idx="3799">
                  <c:v>3.2629513158205854E-3</c:v>
                </c:pt>
                <c:pt idx="3800">
                  <c:v>3.6412645118577541E-3</c:v>
                </c:pt>
                <c:pt idx="3801">
                  <c:v>3.6176199371054313E-3</c:v>
                </c:pt>
                <c:pt idx="3802">
                  <c:v>3.3338850400775541E-3</c:v>
                </c:pt>
                <c:pt idx="3803">
                  <c:v>3.2156621663159391E-3</c:v>
                </c:pt>
                <c:pt idx="3804">
                  <c:v>3.5230416380961386E-3</c:v>
                </c:pt>
                <c:pt idx="3805">
                  <c:v>3.5939753623531081E-3</c:v>
                </c:pt>
                <c:pt idx="3806">
                  <c:v>3.2156621663159391E-3</c:v>
                </c:pt>
                <c:pt idx="3807">
                  <c:v>3.0737947178020005E-3</c:v>
                </c:pt>
                <c:pt idx="3808">
                  <c:v>3.3575296148298768E-3</c:v>
                </c:pt>
                <c:pt idx="3809">
                  <c:v>3.4048187643345232E-3</c:v>
                </c:pt>
                <c:pt idx="3810">
                  <c:v>3.1920175915636159E-3</c:v>
                </c:pt>
                <c:pt idx="3811">
                  <c:v>3.0028609935450314E-3</c:v>
                </c:pt>
                <c:pt idx="3812">
                  <c:v>3.3338850400775541E-3</c:v>
                </c:pt>
                <c:pt idx="3813">
                  <c:v>3.3811741895822E-3</c:v>
                </c:pt>
                <c:pt idx="3814">
                  <c:v>3.0974392925543237E-3</c:v>
                </c:pt>
                <c:pt idx="3815">
                  <c:v>2.9792164187927082E-3</c:v>
                </c:pt>
                <c:pt idx="3816">
                  <c:v>3.3575296148298768E-3</c:v>
                </c:pt>
                <c:pt idx="3817">
                  <c:v>3.4521079138391695E-3</c:v>
                </c:pt>
                <c:pt idx="3818">
                  <c:v>3.2393067410682623E-3</c:v>
                </c:pt>
                <c:pt idx="3819">
                  <c:v>3.0737947178020005E-3</c:v>
                </c:pt>
                <c:pt idx="3820">
                  <c:v>3.4757524885914927E-3</c:v>
                </c:pt>
                <c:pt idx="3821">
                  <c:v>3.6412645118577541E-3</c:v>
                </c:pt>
                <c:pt idx="3822">
                  <c:v>3.3811741895822E-3</c:v>
                </c:pt>
                <c:pt idx="3823">
                  <c:v>3.1210838673066468E-3</c:v>
                </c:pt>
                <c:pt idx="3824">
                  <c:v>3.3102404653252314E-3</c:v>
                </c:pt>
                <c:pt idx="3825">
                  <c:v>3.3811741895822E-3</c:v>
                </c:pt>
                <c:pt idx="3826">
                  <c:v>3.1683730168112927E-3</c:v>
                </c:pt>
                <c:pt idx="3827">
                  <c:v>2.9082826945357387E-3</c:v>
                </c:pt>
                <c:pt idx="3828">
                  <c:v>3.2629513158205854E-3</c:v>
                </c:pt>
                <c:pt idx="3829">
                  <c:v>3.4993970633438154E-3</c:v>
                </c:pt>
                <c:pt idx="3830">
                  <c:v>3.2865958905729082E-3</c:v>
                </c:pt>
                <c:pt idx="3831">
                  <c:v>3.1683730168112927E-3</c:v>
                </c:pt>
                <c:pt idx="3832">
                  <c:v>3.4757524885914927E-3</c:v>
                </c:pt>
                <c:pt idx="3833">
                  <c:v>3.6649090866100772E-3</c:v>
                </c:pt>
                <c:pt idx="3834">
                  <c:v>3.4521079138391695E-3</c:v>
                </c:pt>
                <c:pt idx="3835">
                  <c:v>3.1683730168112927E-3</c:v>
                </c:pt>
                <c:pt idx="3836">
                  <c:v>3.4521079138391695E-3</c:v>
                </c:pt>
                <c:pt idx="3837">
                  <c:v>3.6885536613624004E-3</c:v>
                </c:pt>
                <c:pt idx="3838">
                  <c:v>3.4757524885914927E-3</c:v>
                </c:pt>
                <c:pt idx="3839">
                  <c:v>3.1920175915636159E-3</c:v>
                </c:pt>
                <c:pt idx="3840">
                  <c:v>3.4284633390868464E-3</c:v>
                </c:pt>
                <c:pt idx="3841">
                  <c:v>3.6649090866100772E-3</c:v>
                </c:pt>
                <c:pt idx="3842">
                  <c:v>3.5939753623531081E-3</c:v>
                </c:pt>
                <c:pt idx="3843">
                  <c:v>3.2156621663159391E-3</c:v>
                </c:pt>
                <c:pt idx="3844">
                  <c:v>3.4048187643345232E-3</c:v>
                </c:pt>
                <c:pt idx="3845">
                  <c:v>3.6176199371054313E-3</c:v>
                </c:pt>
                <c:pt idx="3846">
                  <c:v>3.5466862128484618E-3</c:v>
                </c:pt>
                <c:pt idx="3847">
                  <c:v>3.2865958905729082E-3</c:v>
                </c:pt>
                <c:pt idx="3848">
                  <c:v>3.5230416380961386E-3</c:v>
                </c:pt>
                <c:pt idx="3849">
                  <c:v>3.6885536613624004E-3</c:v>
                </c:pt>
                <c:pt idx="3850">
                  <c:v>3.4993970633438154E-3</c:v>
                </c:pt>
                <c:pt idx="3851">
                  <c:v>3.1683730168112927E-3</c:v>
                </c:pt>
                <c:pt idx="3852">
                  <c:v>3.3102404653252314E-3</c:v>
                </c:pt>
                <c:pt idx="3853">
                  <c:v>3.5466862128484618E-3</c:v>
                </c:pt>
                <c:pt idx="3854">
                  <c:v>3.4993970633438154E-3</c:v>
                </c:pt>
                <c:pt idx="3855">
                  <c:v>3.2156621663159391E-3</c:v>
                </c:pt>
                <c:pt idx="3856">
                  <c:v>3.4284633390868464E-3</c:v>
                </c:pt>
                <c:pt idx="3857">
                  <c:v>3.6649090866100772E-3</c:v>
                </c:pt>
                <c:pt idx="3858">
                  <c:v>3.5466862128484618E-3</c:v>
                </c:pt>
                <c:pt idx="3859">
                  <c:v>3.2865958905729082E-3</c:v>
                </c:pt>
                <c:pt idx="3860">
                  <c:v>3.5230416380961386E-3</c:v>
                </c:pt>
                <c:pt idx="3861">
                  <c:v>3.7358428108670468E-3</c:v>
                </c:pt>
                <c:pt idx="3862">
                  <c:v>3.6885536613624004E-3</c:v>
                </c:pt>
                <c:pt idx="3863">
                  <c:v>3.3811741895822E-3</c:v>
                </c:pt>
                <c:pt idx="3864">
                  <c:v>3.4757524885914927E-3</c:v>
                </c:pt>
                <c:pt idx="3865">
                  <c:v>3.7358428108670468E-3</c:v>
                </c:pt>
                <c:pt idx="3866">
                  <c:v>3.7594873856193699E-3</c:v>
                </c:pt>
                <c:pt idx="3867">
                  <c:v>3.4757524885914927E-3</c:v>
                </c:pt>
                <c:pt idx="3868">
                  <c:v>3.4521079138391695E-3</c:v>
                </c:pt>
                <c:pt idx="3869">
                  <c:v>3.6412645118577541E-3</c:v>
                </c:pt>
                <c:pt idx="3870">
                  <c:v>3.5230416380961386E-3</c:v>
                </c:pt>
                <c:pt idx="3871">
                  <c:v>3.2629513158205854E-3</c:v>
                </c:pt>
                <c:pt idx="3872">
                  <c:v>3.4048187643345232E-3</c:v>
                </c:pt>
                <c:pt idx="3873">
                  <c:v>3.7121982361147236E-3</c:v>
                </c:pt>
                <c:pt idx="3874">
                  <c:v>3.6885536613624004E-3</c:v>
                </c:pt>
                <c:pt idx="3875">
                  <c:v>3.4048187643345232E-3</c:v>
                </c:pt>
                <c:pt idx="3876">
                  <c:v>3.4757524885914927E-3</c:v>
                </c:pt>
                <c:pt idx="3877">
                  <c:v>3.8067765351240158E-3</c:v>
                </c:pt>
                <c:pt idx="3878">
                  <c:v>3.7831319603716927E-3</c:v>
                </c:pt>
                <c:pt idx="3879">
                  <c:v>3.4284633390868464E-3</c:v>
                </c:pt>
                <c:pt idx="3880">
                  <c:v>3.4048187643345232E-3</c:v>
                </c:pt>
                <c:pt idx="3881">
                  <c:v>3.7594873856193699E-3</c:v>
                </c:pt>
                <c:pt idx="3882">
                  <c:v>3.8067765351240158E-3</c:v>
                </c:pt>
                <c:pt idx="3883">
                  <c:v>3.4521079138391695E-3</c:v>
                </c:pt>
                <c:pt idx="3884">
                  <c:v>3.4757524885914927E-3</c:v>
                </c:pt>
                <c:pt idx="3885">
                  <c:v>3.7594873856193699E-3</c:v>
                </c:pt>
                <c:pt idx="3886">
                  <c:v>3.7594873856193699E-3</c:v>
                </c:pt>
                <c:pt idx="3887">
                  <c:v>3.4048187643345232E-3</c:v>
                </c:pt>
                <c:pt idx="3888">
                  <c:v>3.3811741895822E-3</c:v>
                </c:pt>
                <c:pt idx="3889">
                  <c:v>3.6412645118577541E-3</c:v>
                </c:pt>
                <c:pt idx="3890">
                  <c:v>3.7121982361147236E-3</c:v>
                </c:pt>
                <c:pt idx="3891">
                  <c:v>3.4521079138391695E-3</c:v>
                </c:pt>
                <c:pt idx="3892">
                  <c:v>3.3811741895822E-3</c:v>
                </c:pt>
                <c:pt idx="3893">
                  <c:v>3.7121982361147236E-3</c:v>
                </c:pt>
                <c:pt idx="3894">
                  <c:v>3.7121982361147236E-3</c:v>
                </c:pt>
                <c:pt idx="3895">
                  <c:v>3.4521079138391695E-3</c:v>
                </c:pt>
                <c:pt idx="3896">
                  <c:v>3.3338850400775541E-3</c:v>
                </c:pt>
                <c:pt idx="3897">
                  <c:v>3.6885536613624004E-3</c:v>
                </c:pt>
                <c:pt idx="3898">
                  <c:v>3.7358428108670468E-3</c:v>
                </c:pt>
                <c:pt idx="3899">
                  <c:v>3.4521079138391695E-3</c:v>
                </c:pt>
                <c:pt idx="3900">
                  <c:v>3.3338850400775541E-3</c:v>
                </c:pt>
                <c:pt idx="3901">
                  <c:v>3.6885536613624004E-3</c:v>
                </c:pt>
                <c:pt idx="3902">
                  <c:v>3.7831319603716927E-3</c:v>
                </c:pt>
                <c:pt idx="3903">
                  <c:v>3.5230416380961386E-3</c:v>
                </c:pt>
                <c:pt idx="3904">
                  <c:v>3.4048187643345232E-3</c:v>
                </c:pt>
                <c:pt idx="3905">
                  <c:v>3.7831319603716927E-3</c:v>
                </c:pt>
                <c:pt idx="3906">
                  <c:v>3.9249994088856313E-3</c:v>
                </c:pt>
                <c:pt idx="3907">
                  <c:v>3.6649090866100772E-3</c:v>
                </c:pt>
                <c:pt idx="3908">
                  <c:v>3.4284633390868464E-3</c:v>
                </c:pt>
                <c:pt idx="3909">
                  <c:v>3.8067765351240158E-3</c:v>
                </c:pt>
                <c:pt idx="3910">
                  <c:v>3.9013548341333085E-3</c:v>
                </c:pt>
                <c:pt idx="3911">
                  <c:v>3.6176199371054313E-3</c:v>
                </c:pt>
                <c:pt idx="3912">
                  <c:v>3.3575296148298768E-3</c:v>
                </c:pt>
                <c:pt idx="3913">
                  <c:v>3.6649090866100772E-3</c:v>
                </c:pt>
                <c:pt idx="3914">
                  <c:v>3.8067765351240158E-3</c:v>
                </c:pt>
                <c:pt idx="3915">
                  <c:v>3.6176199371054313E-3</c:v>
                </c:pt>
                <c:pt idx="3916">
                  <c:v>3.3811741895822E-3</c:v>
                </c:pt>
                <c:pt idx="3917">
                  <c:v>3.6885536613624004E-3</c:v>
                </c:pt>
                <c:pt idx="3918">
                  <c:v>3.8777102593809854E-3</c:v>
                </c:pt>
                <c:pt idx="3919">
                  <c:v>3.7358428108670468E-3</c:v>
                </c:pt>
                <c:pt idx="3920">
                  <c:v>3.4757524885914927E-3</c:v>
                </c:pt>
                <c:pt idx="3921">
                  <c:v>3.7594873856193699E-3</c:v>
                </c:pt>
                <c:pt idx="3922">
                  <c:v>3.8777102593809854E-3</c:v>
                </c:pt>
                <c:pt idx="3923">
                  <c:v>3.6885536613624004E-3</c:v>
                </c:pt>
                <c:pt idx="3924">
                  <c:v>3.4048187643345232E-3</c:v>
                </c:pt>
                <c:pt idx="3925">
                  <c:v>3.6649090866100772E-3</c:v>
                </c:pt>
                <c:pt idx="3926">
                  <c:v>3.7831319603716927E-3</c:v>
                </c:pt>
                <c:pt idx="3927">
                  <c:v>3.5230416380961386E-3</c:v>
                </c:pt>
                <c:pt idx="3928">
                  <c:v>3.1683730168112927E-3</c:v>
                </c:pt>
                <c:pt idx="3929">
                  <c:v>3.4284633390868464E-3</c:v>
                </c:pt>
                <c:pt idx="3930">
                  <c:v>3.6649090866100772E-3</c:v>
                </c:pt>
                <c:pt idx="3931">
                  <c:v>3.4993970633438154E-3</c:v>
                </c:pt>
                <c:pt idx="3932">
                  <c:v>3.14472844205897E-3</c:v>
                </c:pt>
                <c:pt idx="3933">
                  <c:v>3.4048187643345232E-3</c:v>
                </c:pt>
                <c:pt idx="3934">
                  <c:v>3.6176199371054313E-3</c:v>
                </c:pt>
                <c:pt idx="3935">
                  <c:v>3.4284633390868464E-3</c:v>
                </c:pt>
                <c:pt idx="3936">
                  <c:v>3.0737947178020005E-3</c:v>
                </c:pt>
                <c:pt idx="3937">
                  <c:v>3.4284633390868464E-3</c:v>
                </c:pt>
                <c:pt idx="3938">
                  <c:v>3.6649090866100772E-3</c:v>
                </c:pt>
                <c:pt idx="3939">
                  <c:v>3.570330787600785E-3</c:v>
                </c:pt>
                <c:pt idx="3940">
                  <c:v>3.2629513158205854E-3</c:v>
                </c:pt>
                <c:pt idx="3941">
                  <c:v>3.5466862128484618E-3</c:v>
                </c:pt>
                <c:pt idx="3942">
                  <c:v>3.7831319603716927E-3</c:v>
                </c:pt>
                <c:pt idx="3943">
                  <c:v>3.6412645118577541E-3</c:v>
                </c:pt>
                <c:pt idx="3944">
                  <c:v>3.3811741895822E-3</c:v>
                </c:pt>
                <c:pt idx="3945">
                  <c:v>3.6412645118577541E-3</c:v>
                </c:pt>
                <c:pt idx="3946">
                  <c:v>3.8540656846286622E-3</c:v>
                </c:pt>
                <c:pt idx="3947">
                  <c:v>3.830421109876339E-3</c:v>
                </c:pt>
                <c:pt idx="3948">
                  <c:v>3.5466862128484618E-3</c:v>
                </c:pt>
                <c:pt idx="3949">
                  <c:v>3.7121982361147236E-3</c:v>
                </c:pt>
                <c:pt idx="3950">
                  <c:v>3.8777102593809854E-3</c:v>
                </c:pt>
                <c:pt idx="3951">
                  <c:v>3.7358428108670468E-3</c:v>
                </c:pt>
                <c:pt idx="3952">
                  <c:v>3.3575296148298768E-3</c:v>
                </c:pt>
                <c:pt idx="3953">
                  <c:v>3.4521079138391695E-3</c:v>
                </c:pt>
                <c:pt idx="3954">
                  <c:v>3.6885536613624004E-3</c:v>
                </c:pt>
                <c:pt idx="3955">
                  <c:v>3.5939753623531081E-3</c:v>
                </c:pt>
                <c:pt idx="3956">
                  <c:v>3.2393067410682623E-3</c:v>
                </c:pt>
                <c:pt idx="3957">
                  <c:v>3.3338850400775541E-3</c:v>
                </c:pt>
                <c:pt idx="3958">
                  <c:v>3.6412645118577541E-3</c:v>
                </c:pt>
                <c:pt idx="3959">
                  <c:v>3.5466862128484618E-3</c:v>
                </c:pt>
                <c:pt idx="3960">
                  <c:v>3.14472844205897E-3</c:v>
                </c:pt>
                <c:pt idx="3961">
                  <c:v>3.2393067410682623E-3</c:v>
                </c:pt>
                <c:pt idx="3962">
                  <c:v>3.5939753623531081E-3</c:v>
                </c:pt>
                <c:pt idx="3963">
                  <c:v>3.570330787600785E-3</c:v>
                </c:pt>
                <c:pt idx="3964">
                  <c:v>3.3102404653252314E-3</c:v>
                </c:pt>
                <c:pt idx="3965">
                  <c:v>3.4048187643345232E-3</c:v>
                </c:pt>
                <c:pt idx="3966">
                  <c:v>3.6649090866100772E-3</c:v>
                </c:pt>
                <c:pt idx="3967">
                  <c:v>3.6649090866100772E-3</c:v>
                </c:pt>
                <c:pt idx="3968">
                  <c:v>3.4048187643345232E-3</c:v>
                </c:pt>
                <c:pt idx="3969">
                  <c:v>3.4284633390868464E-3</c:v>
                </c:pt>
                <c:pt idx="3970">
                  <c:v>3.7831319603716927E-3</c:v>
                </c:pt>
                <c:pt idx="3971">
                  <c:v>3.7358428108670468E-3</c:v>
                </c:pt>
                <c:pt idx="3972">
                  <c:v>3.4048187643345232E-3</c:v>
                </c:pt>
                <c:pt idx="3973">
                  <c:v>3.3575296148298768E-3</c:v>
                </c:pt>
                <c:pt idx="3974">
                  <c:v>3.7594873856193699E-3</c:v>
                </c:pt>
                <c:pt idx="3975">
                  <c:v>3.7358428108670468E-3</c:v>
                </c:pt>
                <c:pt idx="3976">
                  <c:v>3.4521079138391695E-3</c:v>
                </c:pt>
                <c:pt idx="3977">
                  <c:v>3.3811741895822E-3</c:v>
                </c:pt>
                <c:pt idx="3978">
                  <c:v>3.7831319603716927E-3</c:v>
                </c:pt>
                <c:pt idx="3979">
                  <c:v>3.7358428108670468E-3</c:v>
                </c:pt>
                <c:pt idx="3980">
                  <c:v>3.4284633390868464E-3</c:v>
                </c:pt>
                <c:pt idx="3981">
                  <c:v>3.3338850400775541E-3</c:v>
                </c:pt>
                <c:pt idx="3982">
                  <c:v>3.6885536613624004E-3</c:v>
                </c:pt>
                <c:pt idx="3983">
                  <c:v>3.6885536613624004E-3</c:v>
                </c:pt>
                <c:pt idx="3984">
                  <c:v>3.3338850400775541E-3</c:v>
                </c:pt>
                <c:pt idx="3985">
                  <c:v>3.2865958905729082E-3</c:v>
                </c:pt>
                <c:pt idx="3986">
                  <c:v>3.6412645118577541E-3</c:v>
                </c:pt>
                <c:pt idx="3987">
                  <c:v>3.6649090866100772E-3</c:v>
                </c:pt>
                <c:pt idx="3988">
                  <c:v>3.3102404653252314E-3</c:v>
                </c:pt>
                <c:pt idx="3989">
                  <c:v>3.2865958905729082E-3</c:v>
                </c:pt>
                <c:pt idx="3990">
                  <c:v>3.7121982361147236E-3</c:v>
                </c:pt>
                <c:pt idx="3991">
                  <c:v>3.8777102593809854E-3</c:v>
                </c:pt>
                <c:pt idx="3992">
                  <c:v>3.6412645118577541E-3</c:v>
                </c:pt>
                <c:pt idx="3993">
                  <c:v>3.4757524885914927E-3</c:v>
                </c:pt>
                <c:pt idx="3994">
                  <c:v>3.7358428108670468E-3</c:v>
                </c:pt>
                <c:pt idx="3995">
                  <c:v>3.7358428108670468E-3</c:v>
                </c:pt>
                <c:pt idx="3996">
                  <c:v>3.4521079138391695E-3</c:v>
                </c:pt>
                <c:pt idx="3997">
                  <c:v>3.2629513158205854E-3</c:v>
                </c:pt>
                <c:pt idx="3998">
                  <c:v>3.6412645118577541E-3</c:v>
                </c:pt>
                <c:pt idx="3999">
                  <c:v>3.7121982361147236E-3</c:v>
                </c:pt>
                <c:pt idx="4000">
                  <c:v>3.5230416380961386E-3</c:v>
                </c:pt>
                <c:pt idx="4001">
                  <c:v>3.2393067410682623E-3</c:v>
                </c:pt>
                <c:pt idx="4002">
                  <c:v>3.6176199371054313E-3</c:v>
                </c:pt>
                <c:pt idx="4003">
                  <c:v>3.7594873856193699E-3</c:v>
                </c:pt>
                <c:pt idx="4004">
                  <c:v>3.570330787600785E-3</c:v>
                </c:pt>
                <c:pt idx="4005">
                  <c:v>3.3811741895822E-3</c:v>
                </c:pt>
                <c:pt idx="4006">
                  <c:v>3.7358428108670468E-3</c:v>
                </c:pt>
                <c:pt idx="4007">
                  <c:v>3.7121982361147236E-3</c:v>
                </c:pt>
                <c:pt idx="4008">
                  <c:v>3.4521079138391695E-3</c:v>
                </c:pt>
                <c:pt idx="4009">
                  <c:v>3.1920175915636159E-3</c:v>
                </c:pt>
                <c:pt idx="4010">
                  <c:v>3.570330787600785E-3</c:v>
                </c:pt>
                <c:pt idx="4011">
                  <c:v>3.6885536613624004E-3</c:v>
                </c:pt>
                <c:pt idx="4012">
                  <c:v>3.4993970633438154E-3</c:v>
                </c:pt>
                <c:pt idx="4013">
                  <c:v>3.2156621663159391E-3</c:v>
                </c:pt>
                <c:pt idx="4014">
                  <c:v>3.5466862128484618E-3</c:v>
                </c:pt>
                <c:pt idx="4015">
                  <c:v>3.7594873856193699E-3</c:v>
                </c:pt>
                <c:pt idx="4016">
                  <c:v>3.6176199371054313E-3</c:v>
                </c:pt>
                <c:pt idx="4017">
                  <c:v>3.3811741895822E-3</c:v>
                </c:pt>
                <c:pt idx="4018">
                  <c:v>3.7121982361147236E-3</c:v>
                </c:pt>
                <c:pt idx="4019">
                  <c:v>3.8777102593809854E-3</c:v>
                </c:pt>
                <c:pt idx="4020">
                  <c:v>3.6885536613624004E-3</c:v>
                </c:pt>
                <c:pt idx="4021">
                  <c:v>3.3575296148298768E-3</c:v>
                </c:pt>
                <c:pt idx="4022">
                  <c:v>3.5939753623531081E-3</c:v>
                </c:pt>
                <c:pt idx="4023">
                  <c:v>3.8067765351240158E-3</c:v>
                </c:pt>
                <c:pt idx="4024">
                  <c:v>3.7121982361147236E-3</c:v>
                </c:pt>
                <c:pt idx="4025">
                  <c:v>3.2865958905729082E-3</c:v>
                </c:pt>
                <c:pt idx="4026">
                  <c:v>3.4993970633438154E-3</c:v>
                </c:pt>
                <c:pt idx="4027">
                  <c:v>3.7358428108670468E-3</c:v>
                </c:pt>
                <c:pt idx="4028">
                  <c:v>3.5466862128484618E-3</c:v>
                </c:pt>
                <c:pt idx="4029">
                  <c:v>3.2156621663159391E-3</c:v>
                </c:pt>
                <c:pt idx="4030">
                  <c:v>3.4284633390868464E-3</c:v>
                </c:pt>
                <c:pt idx="4031">
                  <c:v>3.7358428108670468E-3</c:v>
                </c:pt>
                <c:pt idx="4032">
                  <c:v>3.7121982361147236E-3</c:v>
                </c:pt>
                <c:pt idx="4033">
                  <c:v>3.3575296148298768E-3</c:v>
                </c:pt>
                <c:pt idx="4034">
                  <c:v>3.4284633390868464E-3</c:v>
                </c:pt>
                <c:pt idx="4035">
                  <c:v>3.8067765351240158E-3</c:v>
                </c:pt>
                <c:pt idx="4036">
                  <c:v>3.6649090866100772E-3</c:v>
                </c:pt>
                <c:pt idx="4037">
                  <c:v>3.3338850400775541E-3</c:v>
                </c:pt>
                <c:pt idx="4038">
                  <c:v>3.4048187643345232E-3</c:v>
                </c:pt>
                <c:pt idx="4039">
                  <c:v>3.6885536613624004E-3</c:v>
                </c:pt>
                <c:pt idx="4040">
                  <c:v>3.6649090866100772E-3</c:v>
                </c:pt>
                <c:pt idx="4041">
                  <c:v>3.3575296148298768E-3</c:v>
                </c:pt>
                <c:pt idx="4042">
                  <c:v>3.4048187643345232E-3</c:v>
                </c:pt>
                <c:pt idx="4043">
                  <c:v>3.7594873856193699E-3</c:v>
                </c:pt>
                <c:pt idx="4044">
                  <c:v>3.830421109876339E-3</c:v>
                </c:pt>
                <c:pt idx="4045">
                  <c:v>3.570330787600785E-3</c:v>
                </c:pt>
                <c:pt idx="4046">
                  <c:v>3.570330787600785E-3</c:v>
                </c:pt>
                <c:pt idx="4047">
                  <c:v>3.9013548341333085E-3</c:v>
                </c:pt>
                <c:pt idx="4048">
                  <c:v>3.830421109876339E-3</c:v>
                </c:pt>
                <c:pt idx="4049">
                  <c:v>3.4757524885914927E-3</c:v>
                </c:pt>
                <c:pt idx="4050">
                  <c:v>3.3575296148298768E-3</c:v>
                </c:pt>
                <c:pt idx="4051">
                  <c:v>3.6885536613624004E-3</c:v>
                </c:pt>
                <c:pt idx="4052">
                  <c:v>3.7358428108670468E-3</c:v>
                </c:pt>
                <c:pt idx="4053">
                  <c:v>3.4757524885914927E-3</c:v>
                </c:pt>
                <c:pt idx="4054">
                  <c:v>3.4284633390868464E-3</c:v>
                </c:pt>
                <c:pt idx="4055">
                  <c:v>3.8540656846286622E-3</c:v>
                </c:pt>
                <c:pt idx="4056">
                  <c:v>3.9249994088856313E-3</c:v>
                </c:pt>
                <c:pt idx="4057">
                  <c:v>3.6176199371054313E-3</c:v>
                </c:pt>
                <c:pt idx="4058">
                  <c:v>3.4284633390868464E-3</c:v>
                </c:pt>
                <c:pt idx="4059">
                  <c:v>3.7358428108670468E-3</c:v>
                </c:pt>
                <c:pt idx="4060">
                  <c:v>3.8067765351240158E-3</c:v>
                </c:pt>
                <c:pt idx="4061">
                  <c:v>3.5230416380961386E-3</c:v>
                </c:pt>
                <c:pt idx="4062">
                  <c:v>3.4284633390868464E-3</c:v>
                </c:pt>
                <c:pt idx="4063">
                  <c:v>3.8067765351240158E-3</c:v>
                </c:pt>
                <c:pt idx="4064">
                  <c:v>3.8540656846286622E-3</c:v>
                </c:pt>
                <c:pt idx="4065">
                  <c:v>3.5939753623531081E-3</c:v>
                </c:pt>
                <c:pt idx="4066">
                  <c:v>3.3811741895822E-3</c:v>
                </c:pt>
                <c:pt idx="4067">
                  <c:v>3.7358428108670468E-3</c:v>
                </c:pt>
                <c:pt idx="4068">
                  <c:v>3.9013548341333085E-3</c:v>
                </c:pt>
                <c:pt idx="4069">
                  <c:v>3.7121982361147236E-3</c:v>
                </c:pt>
                <c:pt idx="4070">
                  <c:v>3.4993970633438154E-3</c:v>
                </c:pt>
                <c:pt idx="4071">
                  <c:v>3.7831319603716927E-3</c:v>
                </c:pt>
                <c:pt idx="4072">
                  <c:v>3.8540656846286622E-3</c:v>
                </c:pt>
                <c:pt idx="4073">
                  <c:v>3.5939753623531081E-3</c:v>
                </c:pt>
                <c:pt idx="4074">
                  <c:v>3.2629513158205854E-3</c:v>
                </c:pt>
                <c:pt idx="4075">
                  <c:v>3.6412645118577541E-3</c:v>
                </c:pt>
                <c:pt idx="4076">
                  <c:v>3.7594873856193699E-3</c:v>
                </c:pt>
                <c:pt idx="4077">
                  <c:v>3.6176199371054313E-3</c:v>
                </c:pt>
                <c:pt idx="4078">
                  <c:v>3.4048187643345232E-3</c:v>
                </c:pt>
                <c:pt idx="4079">
                  <c:v>3.7358428108670468E-3</c:v>
                </c:pt>
                <c:pt idx="4080">
                  <c:v>3.8540656846286622E-3</c:v>
                </c:pt>
                <c:pt idx="4081">
                  <c:v>3.6412645118577541E-3</c:v>
                </c:pt>
                <c:pt idx="4082">
                  <c:v>3.4048187643345232E-3</c:v>
                </c:pt>
                <c:pt idx="4083">
                  <c:v>3.7358428108670468E-3</c:v>
                </c:pt>
                <c:pt idx="4084">
                  <c:v>3.9013548341333085E-3</c:v>
                </c:pt>
                <c:pt idx="4085">
                  <c:v>3.7358428108670468E-3</c:v>
                </c:pt>
                <c:pt idx="4086">
                  <c:v>3.4757524885914927E-3</c:v>
                </c:pt>
                <c:pt idx="4087">
                  <c:v>3.8540656846286622E-3</c:v>
                </c:pt>
                <c:pt idx="4088">
                  <c:v>3.9722885583902776E-3</c:v>
                </c:pt>
                <c:pt idx="4089">
                  <c:v>3.7121982361147236E-3</c:v>
                </c:pt>
                <c:pt idx="4090">
                  <c:v>3.3811741895822E-3</c:v>
                </c:pt>
                <c:pt idx="4091">
                  <c:v>3.7358428108670468E-3</c:v>
                </c:pt>
                <c:pt idx="4092">
                  <c:v>3.8777102593809854E-3</c:v>
                </c:pt>
                <c:pt idx="4093">
                  <c:v>3.6885536613624004E-3</c:v>
                </c:pt>
                <c:pt idx="4094">
                  <c:v>3.3102404653252314E-3</c:v>
                </c:pt>
                <c:pt idx="4095">
                  <c:v>3.6176199371054313E-3</c:v>
                </c:pt>
                <c:pt idx="4096">
                  <c:v>3.830421109876339E-3</c:v>
                </c:pt>
                <c:pt idx="4097">
                  <c:v>3.7594873856193699E-3</c:v>
                </c:pt>
                <c:pt idx="4098">
                  <c:v>3.5230416380961386E-3</c:v>
                </c:pt>
                <c:pt idx="4099">
                  <c:v>3.7358428108670468E-3</c:v>
                </c:pt>
                <c:pt idx="4100">
                  <c:v>3.9013548341333085E-3</c:v>
                </c:pt>
                <c:pt idx="4101">
                  <c:v>3.8540656846286622E-3</c:v>
                </c:pt>
                <c:pt idx="4102">
                  <c:v>3.570330787600785E-3</c:v>
                </c:pt>
                <c:pt idx="4103">
                  <c:v>3.8540656846286622E-3</c:v>
                </c:pt>
                <c:pt idx="4104">
                  <c:v>4.0432222826472467E-3</c:v>
                </c:pt>
                <c:pt idx="4105">
                  <c:v>3.830421109876339E-3</c:v>
                </c:pt>
                <c:pt idx="4106">
                  <c:v>3.4757524885914927E-3</c:v>
                </c:pt>
                <c:pt idx="4107">
                  <c:v>3.6649090866100772E-3</c:v>
                </c:pt>
                <c:pt idx="4108">
                  <c:v>3.9249994088856313E-3</c:v>
                </c:pt>
                <c:pt idx="4109">
                  <c:v>3.7831319603716927E-3</c:v>
                </c:pt>
                <c:pt idx="4110">
                  <c:v>3.4521079138391695E-3</c:v>
                </c:pt>
                <c:pt idx="4111">
                  <c:v>3.6885536613624004E-3</c:v>
                </c:pt>
                <c:pt idx="4112">
                  <c:v>3.9959331331426004E-3</c:v>
                </c:pt>
                <c:pt idx="4113">
                  <c:v>3.9013548341333085E-3</c:v>
                </c:pt>
                <c:pt idx="4114">
                  <c:v>3.5466862128484618E-3</c:v>
                </c:pt>
                <c:pt idx="4115">
                  <c:v>3.5939753623531081E-3</c:v>
                </c:pt>
                <c:pt idx="4116">
                  <c:v>3.8540656846286622E-3</c:v>
                </c:pt>
                <c:pt idx="4117">
                  <c:v>3.7831319603716927E-3</c:v>
                </c:pt>
                <c:pt idx="4118">
                  <c:v>3.3811741895822E-3</c:v>
                </c:pt>
                <c:pt idx="4119">
                  <c:v>3.4521079138391695E-3</c:v>
                </c:pt>
                <c:pt idx="4120">
                  <c:v>3.8067765351240158E-3</c:v>
                </c:pt>
                <c:pt idx="4121">
                  <c:v>3.8067765351240158E-3</c:v>
                </c:pt>
                <c:pt idx="4122">
                  <c:v>3.5230416380961386E-3</c:v>
                </c:pt>
                <c:pt idx="4123">
                  <c:v>3.5230416380961386E-3</c:v>
                </c:pt>
                <c:pt idx="4124">
                  <c:v>3.8067765351240158E-3</c:v>
                </c:pt>
                <c:pt idx="4125">
                  <c:v>3.830421109876339E-3</c:v>
                </c:pt>
                <c:pt idx="4126">
                  <c:v>3.5230416380961386E-3</c:v>
                </c:pt>
                <c:pt idx="4127">
                  <c:v>3.5230416380961386E-3</c:v>
                </c:pt>
                <c:pt idx="4128">
                  <c:v>3.830421109876339E-3</c:v>
                </c:pt>
                <c:pt idx="4129">
                  <c:v>3.7831319603716927E-3</c:v>
                </c:pt>
                <c:pt idx="4130">
                  <c:v>3.4993970633438154E-3</c:v>
                </c:pt>
                <c:pt idx="4131">
                  <c:v>3.5939753623531081E-3</c:v>
                </c:pt>
                <c:pt idx="4132">
                  <c:v>3.9486439836379549E-3</c:v>
                </c:pt>
                <c:pt idx="4133">
                  <c:v>3.830421109876339E-3</c:v>
                </c:pt>
                <c:pt idx="4134">
                  <c:v>3.4757524885914927E-3</c:v>
                </c:pt>
                <c:pt idx="4135">
                  <c:v>3.4521079138391695E-3</c:v>
                </c:pt>
                <c:pt idx="4136">
                  <c:v>3.830421109876339E-3</c:v>
                </c:pt>
                <c:pt idx="4137">
                  <c:v>3.8067765351240158E-3</c:v>
                </c:pt>
                <c:pt idx="4138">
                  <c:v>3.4993970633438154E-3</c:v>
                </c:pt>
                <c:pt idx="4139">
                  <c:v>3.4521079138391695E-3</c:v>
                </c:pt>
                <c:pt idx="4140">
                  <c:v>3.8067765351240158E-3</c:v>
                </c:pt>
                <c:pt idx="4141">
                  <c:v>3.7831319603716927E-3</c:v>
                </c:pt>
                <c:pt idx="4142">
                  <c:v>3.4757524885914927E-3</c:v>
                </c:pt>
                <c:pt idx="4143">
                  <c:v>3.3575296148298768E-3</c:v>
                </c:pt>
                <c:pt idx="4144">
                  <c:v>3.7121982361147236E-3</c:v>
                </c:pt>
                <c:pt idx="4145">
                  <c:v>3.7358428108670468E-3</c:v>
                </c:pt>
                <c:pt idx="4146">
                  <c:v>3.4757524885914927E-3</c:v>
                </c:pt>
                <c:pt idx="4147">
                  <c:v>3.3102404653252314E-3</c:v>
                </c:pt>
                <c:pt idx="4148">
                  <c:v>3.6412645118577541E-3</c:v>
                </c:pt>
                <c:pt idx="4149">
                  <c:v>3.6885536613624004E-3</c:v>
                </c:pt>
                <c:pt idx="4150">
                  <c:v>3.4521079138391695E-3</c:v>
                </c:pt>
                <c:pt idx="4151">
                  <c:v>3.4048187643345232E-3</c:v>
                </c:pt>
                <c:pt idx="4152">
                  <c:v>3.8067765351240158E-3</c:v>
                </c:pt>
                <c:pt idx="4153">
                  <c:v>3.9249994088856313E-3</c:v>
                </c:pt>
                <c:pt idx="4154">
                  <c:v>3.6885536613624004E-3</c:v>
                </c:pt>
                <c:pt idx="4155">
                  <c:v>3.5466862128484618E-3</c:v>
                </c:pt>
                <c:pt idx="4156">
                  <c:v>3.9249994088856313E-3</c:v>
                </c:pt>
                <c:pt idx="4157">
                  <c:v>3.9486439836379549E-3</c:v>
                </c:pt>
                <c:pt idx="4158">
                  <c:v>3.6649090866100772E-3</c:v>
                </c:pt>
                <c:pt idx="4159">
                  <c:v>3.4521079138391695E-3</c:v>
                </c:pt>
                <c:pt idx="4160">
                  <c:v>3.7831319603716927E-3</c:v>
                </c:pt>
                <c:pt idx="4161">
                  <c:v>3.7594873856193699E-3</c:v>
                </c:pt>
                <c:pt idx="4162">
                  <c:v>3.4993970633438154E-3</c:v>
                </c:pt>
                <c:pt idx="4163">
                  <c:v>3.3575296148298768E-3</c:v>
                </c:pt>
                <c:pt idx="4164">
                  <c:v>3.6885536613624004E-3</c:v>
                </c:pt>
                <c:pt idx="4165">
                  <c:v>3.7594873856193699E-3</c:v>
                </c:pt>
                <c:pt idx="4166">
                  <c:v>3.5466862128484618E-3</c:v>
                </c:pt>
                <c:pt idx="4167">
                  <c:v>3.4757524885914927E-3</c:v>
                </c:pt>
                <c:pt idx="4168">
                  <c:v>3.8067765351240158E-3</c:v>
                </c:pt>
                <c:pt idx="4169">
                  <c:v>3.9486439836379549E-3</c:v>
                </c:pt>
                <c:pt idx="4170">
                  <c:v>3.7358428108670468E-3</c:v>
                </c:pt>
                <c:pt idx="4171">
                  <c:v>3.4757524885914927E-3</c:v>
                </c:pt>
                <c:pt idx="4172">
                  <c:v>3.7831319603716927E-3</c:v>
                </c:pt>
                <c:pt idx="4173">
                  <c:v>3.8777102593809854E-3</c:v>
                </c:pt>
                <c:pt idx="4174">
                  <c:v>3.6649090866100772E-3</c:v>
                </c:pt>
                <c:pt idx="4175">
                  <c:v>3.3338850400775541E-3</c:v>
                </c:pt>
                <c:pt idx="4176">
                  <c:v>3.5939753623531081E-3</c:v>
                </c:pt>
                <c:pt idx="4177">
                  <c:v>3.7594873856193699E-3</c:v>
                </c:pt>
                <c:pt idx="4178">
                  <c:v>3.5466862128484618E-3</c:v>
                </c:pt>
                <c:pt idx="4179">
                  <c:v>3.2629513158205854E-3</c:v>
                </c:pt>
                <c:pt idx="4180">
                  <c:v>3.4993970633438154E-3</c:v>
                </c:pt>
                <c:pt idx="4181">
                  <c:v>3.6885536613624004E-3</c:v>
                </c:pt>
                <c:pt idx="4182">
                  <c:v>3.5230416380961386E-3</c:v>
                </c:pt>
                <c:pt idx="4183">
                  <c:v>3.2865958905729082E-3</c:v>
                </c:pt>
                <c:pt idx="4184">
                  <c:v>3.4993970633438154E-3</c:v>
                </c:pt>
                <c:pt idx="4185">
                  <c:v>3.6412645118577541E-3</c:v>
                </c:pt>
                <c:pt idx="4186">
                  <c:v>3.570330787600785E-3</c:v>
                </c:pt>
                <c:pt idx="4187">
                  <c:v>3.3102404653252314E-3</c:v>
                </c:pt>
                <c:pt idx="4188">
                  <c:v>3.4993970633438154E-3</c:v>
                </c:pt>
                <c:pt idx="4189">
                  <c:v>3.7358428108670468E-3</c:v>
                </c:pt>
                <c:pt idx="4190">
                  <c:v>3.6176199371054313E-3</c:v>
                </c:pt>
                <c:pt idx="4191">
                  <c:v>3.3575296148298768E-3</c:v>
                </c:pt>
                <c:pt idx="4192">
                  <c:v>3.6412645118577541E-3</c:v>
                </c:pt>
                <c:pt idx="4193">
                  <c:v>3.9486439836379549E-3</c:v>
                </c:pt>
                <c:pt idx="4194">
                  <c:v>3.8067765351240158E-3</c:v>
                </c:pt>
                <c:pt idx="4195">
                  <c:v>3.5466862128484618E-3</c:v>
                </c:pt>
                <c:pt idx="4196">
                  <c:v>3.6885536613624004E-3</c:v>
                </c:pt>
                <c:pt idx="4197">
                  <c:v>3.9959331331426004E-3</c:v>
                </c:pt>
                <c:pt idx="4198">
                  <c:v>3.8067765351240158E-3</c:v>
                </c:pt>
                <c:pt idx="4199">
                  <c:v>3.5230416380961386E-3</c:v>
                </c:pt>
                <c:pt idx="4200">
                  <c:v>3.6412645118577541E-3</c:v>
                </c:pt>
                <c:pt idx="4201">
                  <c:v>3.9013548341333085E-3</c:v>
                </c:pt>
                <c:pt idx="4202">
                  <c:v>3.7831319603716927E-3</c:v>
                </c:pt>
                <c:pt idx="4203">
                  <c:v>3.5230416380961386E-3</c:v>
                </c:pt>
                <c:pt idx="4204">
                  <c:v>3.6649090866100772E-3</c:v>
                </c:pt>
                <c:pt idx="4205">
                  <c:v>3.9013548341333085E-3</c:v>
                </c:pt>
                <c:pt idx="4206">
                  <c:v>3.8067765351240158E-3</c:v>
                </c:pt>
                <c:pt idx="4207">
                  <c:v>3.5230416380961386E-3</c:v>
                </c:pt>
                <c:pt idx="4208">
                  <c:v>3.5939753623531081E-3</c:v>
                </c:pt>
                <c:pt idx="4209">
                  <c:v>3.9486439836379549E-3</c:v>
                </c:pt>
                <c:pt idx="4210">
                  <c:v>3.8540656846286622E-3</c:v>
                </c:pt>
                <c:pt idx="4211">
                  <c:v>3.570330787600785E-3</c:v>
                </c:pt>
                <c:pt idx="4212">
                  <c:v>3.6176199371054313E-3</c:v>
                </c:pt>
                <c:pt idx="4213">
                  <c:v>3.8777102593809854E-3</c:v>
                </c:pt>
                <c:pt idx="4214">
                  <c:v>3.7358428108670468E-3</c:v>
                </c:pt>
                <c:pt idx="4215">
                  <c:v>3.4284633390868464E-3</c:v>
                </c:pt>
                <c:pt idx="4216">
                  <c:v>3.4993970633438154E-3</c:v>
                </c:pt>
                <c:pt idx="4217">
                  <c:v>3.8777102593809854E-3</c:v>
                </c:pt>
                <c:pt idx="4218">
                  <c:v>3.8777102593809854E-3</c:v>
                </c:pt>
                <c:pt idx="4219">
                  <c:v>3.6649090866100772E-3</c:v>
                </c:pt>
                <c:pt idx="4220">
                  <c:v>3.6176199371054313E-3</c:v>
                </c:pt>
                <c:pt idx="4221">
                  <c:v>3.9486439836379549E-3</c:v>
                </c:pt>
                <c:pt idx="4222">
                  <c:v>3.8777102593809854E-3</c:v>
                </c:pt>
                <c:pt idx="4223">
                  <c:v>3.5939753623531081E-3</c:v>
                </c:pt>
                <c:pt idx="4224">
                  <c:v>3.6176199371054313E-3</c:v>
                </c:pt>
                <c:pt idx="4225">
                  <c:v>3.9722885583902776E-3</c:v>
                </c:pt>
                <c:pt idx="4226">
                  <c:v>3.9249994088856313E-3</c:v>
                </c:pt>
                <c:pt idx="4227">
                  <c:v>3.6176199371054313E-3</c:v>
                </c:pt>
                <c:pt idx="4228">
                  <c:v>3.570330787600785E-3</c:v>
                </c:pt>
                <c:pt idx="4229">
                  <c:v>3.9249994088856313E-3</c:v>
                </c:pt>
                <c:pt idx="4230">
                  <c:v>3.9013548341333085E-3</c:v>
                </c:pt>
                <c:pt idx="4231">
                  <c:v>3.6412645118577541E-3</c:v>
                </c:pt>
                <c:pt idx="4232">
                  <c:v>3.6176199371054313E-3</c:v>
                </c:pt>
                <c:pt idx="4233">
                  <c:v>3.9013548341333085E-3</c:v>
                </c:pt>
                <c:pt idx="4234">
                  <c:v>3.9486439836379549E-3</c:v>
                </c:pt>
                <c:pt idx="4235">
                  <c:v>3.6412645118577541E-3</c:v>
                </c:pt>
                <c:pt idx="4236">
                  <c:v>3.5466862128484618E-3</c:v>
                </c:pt>
                <c:pt idx="4237">
                  <c:v>3.8067765351240158E-3</c:v>
                </c:pt>
                <c:pt idx="4238">
                  <c:v>3.7831319603716927E-3</c:v>
                </c:pt>
                <c:pt idx="4239">
                  <c:v>3.3811741895822E-3</c:v>
                </c:pt>
                <c:pt idx="4240">
                  <c:v>3.2156621663159391E-3</c:v>
                </c:pt>
                <c:pt idx="4241">
                  <c:v>3.5939753623531081E-3</c:v>
                </c:pt>
                <c:pt idx="4242">
                  <c:v>3.7121982361147236E-3</c:v>
                </c:pt>
                <c:pt idx="4243">
                  <c:v>3.5466862128484618E-3</c:v>
                </c:pt>
                <c:pt idx="4244">
                  <c:v>3.3338850400775541E-3</c:v>
                </c:pt>
                <c:pt idx="4245">
                  <c:v>3.6649090866100772E-3</c:v>
                </c:pt>
                <c:pt idx="4246">
                  <c:v>3.7121982361147236E-3</c:v>
                </c:pt>
                <c:pt idx="4247">
                  <c:v>3.4757524885914927E-3</c:v>
                </c:pt>
                <c:pt idx="4248">
                  <c:v>3.2865958905729082E-3</c:v>
                </c:pt>
                <c:pt idx="4249">
                  <c:v>3.6649090866100772E-3</c:v>
                </c:pt>
                <c:pt idx="4250">
                  <c:v>3.7358428108670468E-3</c:v>
                </c:pt>
                <c:pt idx="4251">
                  <c:v>3.4993970633438154E-3</c:v>
                </c:pt>
                <c:pt idx="4252">
                  <c:v>3.3575296148298768E-3</c:v>
                </c:pt>
                <c:pt idx="4253">
                  <c:v>3.6412645118577541E-3</c:v>
                </c:pt>
                <c:pt idx="4254">
                  <c:v>3.6649090866100772E-3</c:v>
                </c:pt>
                <c:pt idx="4255">
                  <c:v>3.3338850400775541E-3</c:v>
                </c:pt>
                <c:pt idx="4256">
                  <c:v>3.2156621663159391E-3</c:v>
                </c:pt>
                <c:pt idx="4257">
                  <c:v>3.6176199371054313E-3</c:v>
                </c:pt>
                <c:pt idx="4258">
                  <c:v>3.7831319603716927E-3</c:v>
                </c:pt>
                <c:pt idx="4259">
                  <c:v>3.6176199371054313E-3</c:v>
                </c:pt>
                <c:pt idx="4260">
                  <c:v>3.4284633390868464E-3</c:v>
                </c:pt>
                <c:pt idx="4261">
                  <c:v>3.7594873856193699E-3</c:v>
                </c:pt>
                <c:pt idx="4262">
                  <c:v>4.0432222826472467E-3</c:v>
                </c:pt>
                <c:pt idx="4263">
                  <c:v>3.8777102593809854E-3</c:v>
                </c:pt>
                <c:pt idx="4264">
                  <c:v>3.6176199371054313E-3</c:v>
                </c:pt>
                <c:pt idx="4265">
                  <c:v>3.830421109876339E-3</c:v>
                </c:pt>
                <c:pt idx="4266">
                  <c:v>3.9722885583902776E-3</c:v>
                </c:pt>
                <c:pt idx="4267">
                  <c:v>3.8067765351240158E-3</c:v>
                </c:pt>
                <c:pt idx="4268">
                  <c:v>3.6176199371054313E-3</c:v>
                </c:pt>
                <c:pt idx="4269">
                  <c:v>3.8540656846286622E-3</c:v>
                </c:pt>
                <c:pt idx="4270">
                  <c:v>4.0432222826472467E-3</c:v>
                </c:pt>
                <c:pt idx="4271">
                  <c:v>3.830421109876339E-3</c:v>
                </c:pt>
                <c:pt idx="4272">
                  <c:v>3.6176199371054313E-3</c:v>
                </c:pt>
                <c:pt idx="4273">
                  <c:v>3.8067765351240158E-3</c:v>
                </c:pt>
                <c:pt idx="4274">
                  <c:v>3.9959331331426004E-3</c:v>
                </c:pt>
                <c:pt idx="4275">
                  <c:v>3.8777102593809854E-3</c:v>
                </c:pt>
                <c:pt idx="4276">
                  <c:v>3.6412645118577541E-3</c:v>
                </c:pt>
                <c:pt idx="4277">
                  <c:v>3.8777102593809854E-3</c:v>
                </c:pt>
                <c:pt idx="4278">
                  <c:v>4.0668668573995695E-3</c:v>
                </c:pt>
                <c:pt idx="4279">
                  <c:v>3.9249994088856313E-3</c:v>
                </c:pt>
                <c:pt idx="4280">
                  <c:v>3.6412645118577541E-3</c:v>
                </c:pt>
                <c:pt idx="4281">
                  <c:v>3.7831319603716927E-3</c:v>
                </c:pt>
                <c:pt idx="4282">
                  <c:v>3.8540656846286622E-3</c:v>
                </c:pt>
                <c:pt idx="4283">
                  <c:v>3.6885536613624004E-3</c:v>
                </c:pt>
                <c:pt idx="4284">
                  <c:v>3.3575296148298768E-3</c:v>
                </c:pt>
                <c:pt idx="4285">
                  <c:v>3.5230416380961386E-3</c:v>
                </c:pt>
                <c:pt idx="4286">
                  <c:v>3.7121982361147236E-3</c:v>
                </c:pt>
                <c:pt idx="4287">
                  <c:v>3.570330787600785E-3</c:v>
                </c:pt>
                <c:pt idx="4288">
                  <c:v>3.2865958905729082E-3</c:v>
                </c:pt>
                <c:pt idx="4289">
                  <c:v>3.4521079138391695E-3</c:v>
                </c:pt>
                <c:pt idx="4290">
                  <c:v>3.6885536613624004E-3</c:v>
                </c:pt>
                <c:pt idx="4291">
                  <c:v>3.570330787600785E-3</c:v>
                </c:pt>
                <c:pt idx="4292">
                  <c:v>3.3575296148298768E-3</c:v>
                </c:pt>
                <c:pt idx="4293">
                  <c:v>3.5466862128484618E-3</c:v>
                </c:pt>
                <c:pt idx="4294">
                  <c:v>3.830421109876339E-3</c:v>
                </c:pt>
                <c:pt idx="4295">
                  <c:v>3.7594873856193699E-3</c:v>
                </c:pt>
                <c:pt idx="4296">
                  <c:v>3.4048187643345232E-3</c:v>
                </c:pt>
                <c:pt idx="4297">
                  <c:v>3.4757524885914927E-3</c:v>
                </c:pt>
                <c:pt idx="4298">
                  <c:v>3.7121982361147236E-3</c:v>
                </c:pt>
                <c:pt idx="4299">
                  <c:v>3.570330787600785E-3</c:v>
                </c:pt>
                <c:pt idx="4300">
                  <c:v>3.2156621663159391E-3</c:v>
                </c:pt>
                <c:pt idx="4301">
                  <c:v>3.3575296148298768E-3</c:v>
                </c:pt>
                <c:pt idx="4302">
                  <c:v>3.7594873856193699E-3</c:v>
                </c:pt>
                <c:pt idx="4303">
                  <c:v>3.7594873856193699E-3</c:v>
                </c:pt>
                <c:pt idx="4304">
                  <c:v>3.3811741895822E-3</c:v>
                </c:pt>
                <c:pt idx="4305">
                  <c:v>3.4521079138391695E-3</c:v>
                </c:pt>
                <c:pt idx="4306">
                  <c:v>3.6649090866100772E-3</c:v>
                </c:pt>
                <c:pt idx="4307">
                  <c:v>3.5939753623531081E-3</c:v>
                </c:pt>
                <c:pt idx="4308">
                  <c:v>3.2629513158205854E-3</c:v>
                </c:pt>
                <c:pt idx="4309">
                  <c:v>3.4521079138391695E-3</c:v>
                </c:pt>
                <c:pt idx="4310">
                  <c:v>3.8067765351240158E-3</c:v>
                </c:pt>
                <c:pt idx="4311">
                  <c:v>3.7831319603716927E-3</c:v>
                </c:pt>
                <c:pt idx="4312">
                  <c:v>3.5230416380961386E-3</c:v>
                </c:pt>
                <c:pt idx="4313">
                  <c:v>3.6176199371054313E-3</c:v>
                </c:pt>
                <c:pt idx="4314">
                  <c:v>3.9249994088856313E-3</c:v>
                </c:pt>
                <c:pt idx="4315">
                  <c:v>3.9249994088856313E-3</c:v>
                </c:pt>
                <c:pt idx="4316">
                  <c:v>3.5939753623531081E-3</c:v>
                </c:pt>
                <c:pt idx="4317">
                  <c:v>3.5939753623531081E-3</c:v>
                </c:pt>
                <c:pt idx="4318">
                  <c:v>3.9249994088856313E-3</c:v>
                </c:pt>
                <c:pt idx="4319">
                  <c:v>4.019577707894924E-3</c:v>
                </c:pt>
                <c:pt idx="4320">
                  <c:v>3.7358428108670468E-3</c:v>
                </c:pt>
                <c:pt idx="4321">
                  <c:v>3.7358428108670468E-3</c:v>
                </c:pt>
                <c:pt idx="4322">
                  <c:v>4.1141560069042158E-3</c:v>
                </c:pt>
                <c:pt idx="4323">
                  <c:v>4.1141560069042158E-3</c:v>
                </c:pt>
                <c:pt idx="4324">
                  <c:v>3.830421109876339E-3</c:v>
                </c:pt>
                <c:pt idx="4325">
                  <c:v>3.8777102593809854E-3</c:v>
                </c:pt>
                <c:pt idx="4326">
                  <c:v>4.1141560069042158E-3</c:v>
                </c:pt>
                <c:pt idx="4327">
                  <c:v>4.1378005816565385E-3</c:v>
                </c:pt>
                <c:pt idx="4328">
                  <c:v>3.7831319603716927E-3</c:v>
                </c:pt>
                <c:pt idx="4329">
                  <c:v>3.6412645118577541E-3</c:v>
                </c:pt>
                <c:pt idx="4330">
                  <c:v>3.8777102593809854E-3</c:v>
                </c:pt>
                <c:pt idx="4331">
                  <c:v>3.9249994088856313E-3</c:v>
                </c:pt>
                <c:pt idx="4332">
                  <c:v>3.5939753623531081E-3</c:v>
                </c:pt>
                <c:pt idx="4333">
                  <c:v>3.5939753623531081E-3</c:v>
                </c:pt>
                <c:pt idx="4334">
                  <c:v>4.019577707894924E-3</c:v>
                </c:pt>
                <c:pt idx="4335">
                  <c:v>4.0905114321518922E-3</c:v>
                </c:pt>
                <c:pt idx="4336">
                  <c:v>3.7831319603716927E-3</c:v>
                </c:pt>
                <c:pt idx="4337">
                  <c:v>3.6176199371054313E-3</c:v>
                </c:pt>
                <c:pt idx="4338">
                  <c:v>3.9486439836379549E-3</c:v>
                </c:pt>
                <c:pt idx="4339">
                  <c:v>4.019577707894924E-3</c:v>
                </c:pt>
                <c:pt idx="4340">
                  <c:v>3.830421109876339E-3</c:v>
                </c:pt>
                <c:pt idx="4341">
                  <c:v>3.5939753623531081E-3</c:v>
                </c:pt>
                <c:pt idx="4342">
                  <c:v>3.9013548341333085E-3</c:v>
                </c:pt>
                <c:pt idx="4343">
                  <c:v>3.9486439836379549E-3</c:v>
                </c:pt>
                <c:pt idx="4344">
                  <c:v>3.7121982361147236E-3</c:v>
                </c:pt>
                <c:pt idx="4345">
                  <c:v>3.6176199371054313E-3</c:v>
                </c:pt>
                <c:pt idx="4346">
                  <c:v>3.9722885583902776E-3</c:v>
                </c:pt>
                <c:pt idx="4347">
                  <c:v>4.0668668573995695E-3</c:v>
                </c:pt>
                <c:pt idx="4348">
                  <c:v>3.8540656846286622E-3</c:v>
                </c:pt>
                <c:pt idx="4349">
                  <c:v>3.5939753623531081E-3</c:v>
                </c:pt>
                <c:pt idx="4350">
                  <c:v>3.8540656846286622E-3</c:v>
                </c:pt>
                <c:pt idx="4351">
                  <c:v>3.9722885583902776E-3</c:v>
                </c:pt>
                <c:pt idx="4352">
                  <c:v>3.7594873856193699E-3</c:v>
                </c:pt>
                <c:pt idx="4353">
                  <c:v>3.5939753623531081E-3</c:v>
                </c:pt>
                <c:pt idx="4354">
                  <c:v>3.9486439836379549E-3</c:v>
                </c:pt>
                <c:pt idx="4355">
                  <c:v>4.1141560069042158E-3</c:v>
                </c:pt>
                <c:pt idx="4356">
                  <c:v>3.9013548341333085E-3</c:v>
                </c:pt>
                <c:pt idx="4357">
                  <c:v>3.6649090866100772E-3</c:v>
                </c:pt>
                <c:pt idx="4358">
                  <c:v>3.9486439836379549E-3</c:v>
                </c:pt>
                <c:pt idx="4359">
                  <c:v>4.019577707894924E-3</c:v>
                </c:pt>
                <c:pt idx="4360">
                  <c:v>3.8067765351240158E-3</c:v>
                </c:pt>
                <c:pt idx="4361">
                  <c:v>3.570330787600785E-3</c:v>
                </c:pt>
                <c:pt idx="4362">
                  <c:v>3.8777102593809854E-3</c:v>
                </c:pt>
                <c:pt idx="4363">
                  <c:v>3.9959331331426004E-3</c:v>
                </c:pt>
                <c:pt idx="4364">
                  <c:v>3.8067765351240158E-3</c:v>
                </c:pt>
                <c:pt idx="4365">
                  <c:v>3.4993970633438154E-3</c:v>
                </c:pt>
                <c:pt idx="4366">
                  <c:v>3.7831319603716927E-3</c:v>
                </c:pt>
                <c:pt idx="4367">
                  <c:v>3.9722885583902776E-3</c:v>
                </c:pt>
                <c:pt idx="4368">
                  <c:v>3.8540656846286622E-3</c:v>
                </c:pt>
                <c:pt idx="4369">
                  <c:v>3.5939753623531081E-3</c:v>
                </c:pt>
                <c:pt idx="4370">
                  <c:v>3.830421109876339E-3</c:v>
                </c:pt>
                <c:pt idx="4371">
                  <c:v>3.9249994088856313E-3</c:v>
                </c:pt>
                <c:pt idx="4372">
                  <c:v>3.7831319603716927E-3</c:v>
                </c:pt>
                <c:pt idx="4373">
                  <c:v>3.5230416380961386E-3</c:v>
                </c:pt>
                <c:pt idx="4374">
                  <c:v>3.7831319603716927E-3</c:v>
                </c:pt>
                <c:pt idx="4375">
                  <c:v>4.0668668573995695E-3</c:v>
                </c:pt>
                <c:pt idx="4376">
                  <c:v>3.9249994088856313E-3</c:v>
                </c:pt>
                <c:pt idx="4377">
                  <c:v>3.6176199371054313E-3</c:v>
                </c:pt>
                <c:pt idx="4378">
                  <c:v>3.8777102593809854E-3</c:v>
                </c:pt>
                <c:pt idx="4379">
                  <c:v>4.1141560069042158E-3</c:v>
                </c:pt>
                <c:pt idx="4380">
                  <c:v>3.8777102593809854E-3</c:v>
                </c:pt>
                <c:pt idx="4381">
                  <c:v>3.4993970633438154E-3</c:v>
                </c:pt>
                <c:pt idx="4382">
                  <c:v>3.8067765351240158E-3</c:v>
                </c:pt>
                <c:pt idx="4383">
                  <c:v>4.0432222826472467E-3</c:v>
                </c:pt>
                <c:pt idx="4384">
                  <c:v>3.9959331331426004E-3</c:v>
                </c:pt>
                <c:pt idx="4385">
                  <c:v>3.6176199371054313E-3</c:v>
                </c:pt>
                <c:pt idx="4386">
                  <c:v>3.7594873856193699E-3</c:v>
                </c:pt>
                <c:pt idx="4387">
                  <c:v>3.9722885583902776E-3</c:v>
                </c:pt>
                <c:pt idx="4388">
                  <c:v>3.9249994088856313E-3</c:v>
                </c:pt>
                <c:pt idx="4389">
                  <c:v>3.6412645118577541E-3</c:v>
                </c:pt>
                <c:pt idx="4390">
                  <c:v>3.8067765351240158E-3</c:v>
                </c:pt>
                <c:pt idx="4391">
                  <c:v>4.0668668573995695E-3</c:v>
                </c:pt>
                <c:pt idx="4392">
                  <c:v>3.9722885583902776E-3</c:v>
                </c:pt>
                <c:pt idx="4393">
                  <c:v>3.570330787600785E-3</c:v>
                </c:pt>
                <c:pt idx="4394">
                  <c:v>3.8067765351240158E-3</c:v>
                </c:pt>
                <c:pt idx="4395">
                  <c:v>4.1614451564088622E-3</c:v>
                </c:pt>
                <c:pt idx="4396">
                  <c:v>4.0432222826472467E-3</c:v>
                </c:pt>
                <c:pt idx="4397">
                  <c:v>3.6176199371054313E-3</c:v>
                </c:pt>
                <c:pt idx="4398">
                  <c:v>3.6176199371054313E-3</c:v>
                </c:pt>
                <c:pt idx="4399">
                  <c:v>3.9249994088856313E-3</c:v>
                </c:pt>
                <c:pt idx="4400">
                  <c:v>3.8067765351240158E-3</c:v>
                </c:pt>
                <c:pt idx="4401">
                  <c:v>3.4757524885914927E-3</c:v>
                </c:pt>
                <c:pt idx="4402">
                  <c:v>3.5939753623531081E-3</c:v>
                </c:pt>
                <c:pt idx="4403">
                  <c:v>3.9486439836379549E-3</c:v>
                </c:pt>
                <c:pt idx="4404">
                  <c:v>3.9486439836379549E-3</c:v>
                </c:pt>
                <c:pt idx="4405">
                  <c:v>3.6412645118577541E-3</c:v>
                </c:pt>
                <c:pt idx="4406">
                  <c:v>3.570330787600785E-3</c:v>
                </c:pt>
                <c:pt idx="4407">
                  <c:v>3.9959331331426004E-3</c:v>
                </c:pt>
                <c:pt idx="4408">
                  <c:v>4.0668668573995695E-3</c:v>
                </c:pt>
                <c:pt idx="4409">
                  <c:v>3.7594873856193699E-3</c:v>
                </c:pt>
                <c:pt idx="4410">
                  <c:v>3.7831319603716927E-3</c:v>
                </c:pt>
                <c:pt idx="4411">
                  <c:v>4.1378005816565385E-3</c:v>
                </c:pt>
                <c:pt idx="4412">
                  <c:v>4.1614451564088622E-3</c:v>
                </c:pt>
                <c:pt idx="4413">
                  <c:v>3.9249994088856313E-3</c:v>
                </c:pt>
                <c:pt idx="4414">
                  <c:v>3.8540656846286622E-3</c:v>
                </c:pt>
                <c:pt idx="4415">
                  <c:v>4.1614451564088622E-3</c:v>
                </c:pt>
                <c:pt idx="4416">
                  <c:v>4.1614451564088622E-3</c:v>
                </c:pt>
                <c:pt idx="4417">
                  <c:v>3.8540656846286622E-3</c:v>
                </c:pt>
                <c:pt idx="4418">
                  <c:v>3.7358428108670468E-3</c:v>
                </c:pt>
                <c:pt idx="4419">
                  <c:v>4.0668668573995695E-3</c:v>
                </c:pt>
                <c:pt idx="4420">
                  <c:v>4.1614451564088622E-3</c:v>
                </c:pt>
                <c:pt idx="4421">
                  <c:v>3.9013548341333085E-3</c:v>
                </c:pt>
                <c:pt idx="4422">
                  <c:v>3.7831319603716927E-3</c:v>
                </c:pt>
                <c:pt idx="4423">
                  <c:v>4.1141560069042158E-3</c:v>
                </c:pt>
                <c:pt idx="4424">
                  <c:v>4.1378005816565385E-3</c:v>
                </c:pt>
                <c:pt idx="4425">
                  <c:v>3.8067765351240158E-3</c:v>
                </c:pt>
                <c:pt idx="4426">
                  <c:v>3.6885536613624004E-3</c:v>
                </c:pt>
                <c:pt idx="4427">
                  <c:v>4.0668668573995695E-3</c:v>
                </c:pt>
                <c:pt idx="4428">
                  <c:v>4.0905114321518922E-3</c:v>
                </c:pt>
                <c:pt idx="4429">
                  <c:v>3.7831319603716927E-3</c:v>
                </c:pt>
                <c:pt idx="4430">
                  <c:v>3.6412645118577541E-3</c:v>
                </c:pt>
                <c:pt idx="4431">
                  <c:v>4.0432222826472467E-3</c:v>
                </c:pt>
                <c:pt idx="4432">
                  <c:v>4.0668668573995695E-3</c:v>
                </c:pt>
                <c:pt idx="4433">
                  <c:v>3.8067765351240158E-3</c:v>
                </c:pt>
                <c:pt idx="4434">
                  <c:v>3.6176199371054313E-3</c:v>
                </c:pt>
                <c:pt idx="4435">
                  <c:v>3.9013548341333085E-3</c:v>
                </c:pt>
                <c:pt idx="4436">
                  <c:v>4.019577707894924E-3</c:v>
                </c:pt>
                <c:pt idx="4437">
                  <c:v>3.9013548341333085E-3</c:v>
                </c:pt>
                <c:pt idx="4438">
                  <c:v>3.6412645118577541E-3</c:v>
                </c:pt>
                <c:pt idx="4439">
                  <c:v>3.9486439836379549E-3</c:v>
                </c:pt>
                <c:pt idx="4440">
                  <c:v>3.9959331331426004E-3</c:v>
                </c:pt>
                <c:pt idx="4441">
                  <c:v>3.7594873856193699E-3</c:v>
                </c:pt>
                <c:pt idx="4442">
                  <c:v>3.5466862128484618E-3</c:v>
                </c:pt>
                <c:pt idx="4443">
                  <c:v>3.9722885583902776E-3</c:v>
                </c:pt>
                <c:pt idx="4444">
                  <c:v>4.1141560069042158E-3</c:v>
                </c:pt>
                <c:pt idx="4445">
                  <c:v>3.8067765351240158E-3</c:v>
                </c:pt>
                <c:pt idx="4446">
                  <c:v>3.5230416380961386E-3</c:v>
                </c:pt>
                <c:pt idx="4447">
                  <c:v>3.8540656846286622E-3</c:v>
                </c:pt>
                <c:pt idx="4448">
                  <c:v>4.0905114321518922E-3</c:v>
                </c:pt>
                <c:pt idx="4449">
                  <c:v>3.8777102593809854E-3</c:v>
                </c:pt>
                <c:pt idx="4450">
                  <c:v>3.6176199371054313E-3</c:v>
                </c:pt>
                <c:pt idx="4451">
                  <c:v>3.9722885583902776E-3</c:v>
                </c:pt>
                <c:pt idx="4452">
                  <c:v>4.0668668573995695E-3</c:v>
                </c:pt>
                <c:pt idx="4453">
                  <c:v>3.9249994088856313E-3</c:v>
                </c:pt>
                <c:pt idx="4454">
                  <c:v>3.7121982361147236E-3</c:v>
                </c:pt>
                <c:pt idx="4455">
                  <c:v>4.0905114321518922E-3</c:v>
                </c:pt>
                <c:pt idx="4456">
                  <c:v>4.256023455418154E-3</c:v>
                </c:pt>
                <c:pt idx="4457">
                  <c:v>4.0432222826472467E-3</c:v>
                </c:pt>
                <c:pt idx="4458">
                  <c:v>3.7358428108670468E-3</c:v>
                </c:pt>
                <c:pt idx="4459">
                  <c:v>4.0668668573995695E-3</c:v>
                </c:pt>
                <c:pt idx="4460">
                  <c:v>4.1850897311611849E-3</c:v>
                </c:pt>
                <c:pt idx="4461">
                  <c:v>4.0905114321518922E-3</c:v>
                </c:pt>
                <c:pt idx="4462">
                  <c:v>3.7358428108670468E-3</c:v>
                </c:pt>
                <c:pt idx="4463">
                  <c:v>4.0432222826472467E-3</c:v>
                </c:pt>
                <c:pt idx="4464">
                  <c:v>4.2796680301704776E-3</c:v>
                </c:pt>
                <c:pt idx="4465">
                  <c:v>4.1141560069042158E-3</c:v>
                </c:pt>
                <c:pt idx="4466">
                  <c:v>3.7358428108670468E-3</c:v>
                </c:pt>
                <c:pt idx="4467">
                  <c:v>3.9959331331426004E-3</c:v>
                </c:pt>
                <c:pt idx="4468">
                  <c:v>4.256023455418154E-3</c:v>
                </c:pt>
                <c:pt idx="4469">
                  <c:v>4.1850897311611849E-3</c:v>
                </c:pt>
                <c:pt idx="4470">
                  <c:v>3.9249994088856313E-3</c:v>
                </c:pt>
                <c:pt idx="4471">
                  <c:v>4.1614451564088622E-3</c:v>
                </c:pt>
                <c:pt idx="4472">
                  <c:v>4.397890903932093E-3</c:v>
                </c:pt>
                <c:pt idx="4473">
                  <c:v>4.2087343059135076E-3</c:v>
                </c:pt>
                <c:pt idx="4474">
                  <c:v>3.8540656846286622E-3</c:v>
                </c:pt>
                <c:pt idx="4475">
                  <c:v>3.9013548341333085E-3</c:v>
                </c:pt>
                <c:pt idx="4476">
                  <c:v>4.1378005816565385E-3</c:v>
                </c:pt>
                <c:pt idx="4477">
                  <c:v>4.019577707894924E-3</c:v>
                </c:pt>
                <c:pt idx="4478">
                  <c:v>3.6885536613624004E-3</c:v>
                </c:pt>
                <c:pt idx="4479">
                  <c:v>3.8777102593809854E-3</c:v>
                </c:pt>
                <c:pt idx="4480">
                  <c:v>4.1614451564088622E-3</c:v>
                </c:pt>
                <c:pt idx="4481">
                  <c:v>4.0668668573995695E-3</c:v>
                </c:pt>
                <c:pt idx="4482">
                  <c:v>3.8067765351240158E-3</c:v>
                </c:pt>
                <c:pt idx="4483">
                  <c:v>3.9249994088856313E-3</c:v>
                </c:pt>
                <c:pt idx="4484">
                  <c:v>4.2323788806658312E-3</c:v>
                </c:pt>
                <c:pt idx="4485">
                  <c:v>4.1378005816565385E-3</c:v>
                </c:pt>
                <c:pt idx="4486">
                  <c:v>3.830421109876339E-3</c:v>
                </c:pt>
                <c:pt idx="4487">
                  <c:v>3.8777102593809854E-3</c:v>
                </c:pt>
                <c:pt idx="4488">
                  <c:v>4.2087343059135076E-3</c:v>
                </c:pt>
                <c:pt idx="4489">
                  <c:v>4.1141560069042158E-3</c:v>
                </c:pt>
                <c:pt idx="4490">
                  <c:v>3.7121982361147236E-3</c:v>
                </c:pt>
                <c:pt idx="4491">
                  <c:v>3.6649090866100772E-3</c:v>
                </c:pt>
                <c:pt idx="4492">
                  <c:v>4.019577707894924E-3</c:v>
                </c:pt>
                <c:pt idx="4493">
                  <c:v>4.019577707894924E-3</c:v>
                </c:pt>
                <c:pt idx="4494">
                  <c:v>3.7121982361147236E-3</c:v>
                </c:pt>
                <c:pt idx="4495">
                  <c:v>3.7121982361147236E-3</c:v>
                </c:pt>
                <c:pt idx="4496">
                  <c:v>4.0668668573995695E-3</c:v>
                </c:pt>
                <c:pt idx="4497">
                  <c:v>4.1378005816565385E-3</c:v>
                </c:pt>
                <c:pt idx="4498">
                  <c:v>3.9013548341333085E-3</c:v>
                </c:pt>
                <c:pt idx="4499">
                  <c:v>3.830421109876339E-3</c:v>
                </c:pt>
                <c:pt idx="4500">
                  <c:v>4.0668668573995695E-3</c:v>
                </c:pt>
                <c:pt idx="4501">
                  <c:v>4.1141560069042158E-3</c:v>
                </c:pt>
                <c:pt idx="4502">
                  <c:v>3.8540656846286622E-3</c:v>
                </c:pt>
                <c:pt idx="4503">
                  <c:v>3.8067765351240158E-3</c:v>
                </c:pt>
                <c:pt idx="4504">
                  <c:v>4.2323788806658312E-3</c:v>
                </c:pt>
                <c:pt idx="4505">
                  <c:v>4.2796680301704776E-3</c:v>
                </c:pt>
                <c:pt idx="4506">
                  <c:v>4.019577707894924E-3</c:v>
                </c:pt>
                <c:pt idx="4507">
                  <c:v>3.9249994088856313E-3</c:v>
                </c:pt>
                <c:pt idx="4508">
                  <c:v>4.2087343059135076E-3</c:v>
                </c:pt>
                <c:pt idx="4509">
                  <c:v>4.1850897311611849E-3</c:v>
                </c:pt>
                <c:pt idx="4510">
                  <c:v>3.9013548341333085E-3</c:v>
                </c:pt>
                <c:pt idx="4511">
                  <c:v>3.8067765351240158E-3</c:v>
                </c:pt>
                <c:pt idx="4512">
                  <c:v>4.1614451564088622E-3</c:v>
                </c:pt>
                <c:pt idx="4513">
                  <c:v>4.2323788806658312E-3</c:v>
                </c:pt>
                <c:pt idx="4514">
                  <c:v>3.9959331331426004E-3</c:v>
                </c:pt>
                <c:pt idx="4515">
                  <c:v>3.8067765351240158E-3</c:v>
                </c:pt>
                <c:pt idx="4516">
                  <c:v>4.1614451564088622E-3</c:v>
                </c:pt>
                <c:pt idx="4517">
                  <c:v>4.1141560069042158E-3</c:v>
                </c:pt>
                <c:pt idx="4518">
                  <c:v>3.8777102593809854E-3</c:v>
                </c:pt>
                <c:pt idx="4519">
                  <c:v>3.7831319603716927E-3</c:v>
                </c:pt>
                <c:pt idx="4520">
                  <c:v>4.1141560069042158E-3</c:v>
                </c:pt>
                <c:pt idx="4521">
                  <c:v>4.1614451564088622E-3</c:v>
                </c:pt>
                <c:pt idx="4522">
                  <c:v>3.9249994088856313E-3</c:v>
                </c:pt>
                <c:pt idx="4523">
                  <c:v>3.8067765351240158E-3</c:v>
                </c:pt>
                <c:pt idx="4524">
                  <c:v>4.2323788806658312E-3</c:v>
                </c:pt>
                <c:pt idx="4525">
                  <c:v>4.3742463291797694E-3</c:v>
                </c:pt>
                <c:pt idx="4526">
                  <c:v>4.1378005816565385E-3</c:v>
                </c:pt>
                <c:pt idx="4527">
                  <c:v>3.9249994088856313E-3</c:v>
                </c:pt>
                <c:pt idx="4528">
                  <c:v>4.2087343059135076E-3</c:v>
                </c:pt>
                <c:pt idx="4529">
                  <c:v>4.3033126049228003E-3</c:v>
                </c:pt>
                <c:pt idx="4530">
                  <c:v>4.0432222826472467E-3</c:v>
                </c:pt>
                <c:pt idx="4531">
                  <c:v>3.8067765351240158E-3</c:v>
                </c:pt>
                <c:pt idx="4532">
                  <c:v>4.1378005816565385E-3</c:v>
                </c:pt>
                <c:pt idx="4533">
                  <c:v>4.2087343059135076E-3</c:v>
                </c:pt>
                <c:pt idx="4534">
                  <c:v>3.9722885583902776E-3</c:v>
                </c:pt>
                <c:pt idx="4535">
                  <c:v>3.7831319603716927E-3</c:v>
                </c:pt>
                <c:pt idx="4536">
                  <c:v>4.1614451564088622E-3</c:v>
                </c:pt>
                <c:pt idx="4537">
                  <c:v>4.3506017544274467E-3</c:v>
                </c:pt>
                <c:pt idx="4538">
                  <c:v>4.2087343059135076E-3</c:v>
                </c:pt>
                <c:pt idx="4539">
                  <c:v>3.9486439836379549E-3</c:v>
                </c:pt>
                <c:pt idx="4540">
                  <c:v>4.1850897311611849E-3</c:v>
                </c:pt>
                <c:pt idx="4541">
                  <c:v>4.3506017544274467E-3</c:v>
                </c:pt>
                <c:pt idx="4542">
                  <c:v>4.2087343059135076E-3</c:v>
                </c:pt>
                <c:pt idx="4543">
                  <c:v>3.9486439836379549E-3</c:v>
                </c:pt>
                <c:pt idx="4544">
                  <c:v>4.2323788806658312E-3</c:v>
                </c:pt>
                <c:pt idx="4545">
                  <c:v>4.397890903932093E-3</c:v>
                </c:pt>
                <c:pt idx="4546">
                  <c:v>4.3033126049228003E-3</c:v>
                </c:pt>
                <c:pt idx="4547">
                  <c:v>3.9959331331426004E-3</c:v>
                </c:pt>
                <c:pt idx="4548">
                  <c:v>4.2323788806658312E-3</c:v>
                </c:pt>
                <c:pt idx="4549">
                  <c:v>4.4215354786844158E-3</c:v>
                </c:pt>
                <c:pt idx="4550">
                  <c:v>4.2796680301704776E-3</c:v>
                </c:pt>
                <c:pt idx="4551">
                  <c:v>3.9249994088856313E-3</c:v>
                </c:pt>
                <c:pt idx="4552">
                  <c:v>4.1614451564088622E-3</c:v>
                </c:pt>
                <c:pt idx="4553">
                  <c:v>4.3506017544274467E-3</c:v>
                </c:pt>
                <c:pt idx="4554">
                  <c:v>4.1141560069042158E-3</c:v>
                </c:pt>
                <c:pt idx="4555">
                  <c:v>3.7358428108670468E-3</c:v>
                </c:pt>
                <c:pt idx="4556">
                  <c:v>3.8777102593809854E-3</c:v>
                </c:pt>
                <c:pt idx="4557">
                  <c:v>4.1614451564088622E-3</c:v>
                </c:pt>
                <c:pt idx="4558">
                  <c:v>4.0432222826472467E-3</c:v>
                </c:pt>
                <c:pt idx="4559">
                  <c:v>3.8067765351240158E-3</c:v>
                </c:pt>
                <c:pt idx="4560">
                  <c:v>3.9959331331426004E-3</c:v>
                </c:pt>
                <c:pt idx="4561">
                  <c:v>4.3506017544274467E-3</c:v>
                </c:pt>
                <c:pt idx="4562">
                  <c:v>4.2796680301704776E-3</c:v>
                </c:pt>
                <c:pt idx="4563">
                  <c:v>3.9249994088856313E-3</c:v>
                </c:pt>
                <c:pt idx="4564">
                  <c:v>4.0432222826472467E-3</c:v>
                </c:pt>
                <c:pt idx="4565">
                  <c:v>4.3269571796751239E-3</c:v>
                </c:pt>
                <c:pt idx="4566">
                  <c:v>4.2796680301704776E-3</c:v>
                </c:pt>
                <c:pt idx="4567">
                  <c:v>4.019577707894924E-3</c:v>
                </c:pt>
                <c:pt idx="4568">
                  <c:v>4.1850897311611849E-3</c:v>
                </c:pt>
                <c:pt idx="4569">
                  <c:v>4.5397583524460312E-3</c:v>
                </c:pt>
                <c:pt idx="4570">
                  <c:v>4.4215354786844158E-3</c:v>
                </c:pt>
                <c:pt idx="4571">
                  <c:v>4.019577707894924E-3</c:v>
                </c:pt>
                <c:pt idx="4572">
                  <c:v>4.0905114321518922E-3</c:v>
                </c:pt>
                <c:pt idx="4573">
                  <c:v>4.3742463291797694E-3</c:v>
                </c:pt>
                <c:pt idx="4574">
                  <c:v>4.3033126049228003E-3</c:v>
                </c:pt>
                <c:pt idx="4575">
                  <c:v>3.9959331331426004E-3</c:v>
                </c:pt>
                <c:pt idx="4576">
                  <c:v>4.019577707894924E-3</c:v>
                </c:pt>
                <c:pt idx="4577">
                  <c:v>4.3506017544274467E-3</c:v>
                </c:pt>
                <c:pt idx="4578">
                  <c:v>4.3033126049228003E-3</c:v>
                </c:pt>
                <c:pt idx="4579">
                  <c:v>4.0668668573995695E-3</c:v>
                </c:pt>
                <c:pt idx="4580">
                  <c:v>4.0668668573995695E-3</c:v>
                </c:pt>
                <c:pt idx="4581">
                  <c:v>4.4215354786844158E-3</c:v>
                </c:pt>
                <c:pt idx="4582">
                  <c:v>4.3033126049228003E-3</c:v>
                </c:pt>
                <c:pt idx="4583">
                  <c:v>3.9722885583902776E-3</c:v>
                </c:pt>
                <c:pt idx="4584">
                  <c:v>3.9959331331426004E-3</c:v>
                </c:pt>
                <c:pt idx="4585">
                  <c:v>4.397890903932093E-3</c:v>
                </c:pt>
                <c:pt idx="4586">
                  <c:v>4.3742463291797694E-3</c:v>
                </c:pt>
                <c:pt idx="4587">
                  <c:v>4.1378005816565385E-3</c:v>
                </c:pt>
                <c:pt idx="4588">
                  <c:v>4.1378005816565385E-3</c:v>
                </c:pt>
                <c:pt idx="4589">
                  <c:v>4.4451800534367394E-3</c:v>
                </c:pt>
                <c:pt idx="4590">
                  <c:v>4.4924692029413849E-3</c:v>
                </c:pt>
                <c:pt idx="4591">
                  <c:v>4.2087343059135076E-3</c:v>
                </c:pt>
                <c:pt idx="4592">
                  <c:v>4.0432222826472467E-3</c:v>
                </c:pt>
                <c:pt idx="4593">
                  <c:v>4.3269571796751239E-3</c:v>
                </c:pt>
                <c:pt idx="4594">
                  <c:v>4.3033126049228003E-3</c:v>
                </c:pt>
                <c:pt idx="4595">
                  <c:v>4.0905114321518922E-3</c:v>
                </c:pt>
                <c:pt idx="4596">
                  <c:v>4.0668668573995695E-3</c:v>
                </c:pt>
                <c:pt idx="4597">
                  <c:v>4.4451800534367394E-3</c:v>
                </c:pt>
                <c:pt idx="4598">
                  <c:v>4.397890903932093E-3</c:v>
                </c:pt>
                <c:pt idx="4599">
                  <c:v>4.019577707894924E-3</c:v>
                </c:pt>
                <c:pt idx="4600">
                  <c:v>3.9722885583902776E-3</c:v>
                </c:pt>
                <c:pt idx="4601">
                  <c:v>4.3506017544274467E-3</c:v>
                </c:pt>
                <c:pt idx="4602">
                  <c:v>4.3742463291797694E-3</c:v>
                </c:pt>
                <c:pt idx="4603">
                  <c:v>4.0905114321518922E-3</c:v>
                </c:pt>
                <c:pt idx="4604">
                  <c:v>3.9013548341333085E-3</c:v>
                </c:pt>
                <c:pt idx="4605">
                  <c:v>4.2087343059135076E-3</c:v>
                </c:pt>
                <c:pt idx="4606">
                  <c:v>4.256023455418154E-3</c:v>
                </c:pt>
                <c:pt idx="4607">
                  <c:v>3.9722885583902776E-3</c:v>
                </c:pt>
                <c:pt idx="4608">
                  <c:v>3.7594873856193699E-3</c:v>
                </c:pt>
                <c:pt idx="4609">
                  <c:v>4.1378005816565385E-3</c:v>
                </c:pt>
                <c:pt idx="4610">
                  <c:v>4.256023455418154E-3</c:v>
                </c:pt>
                <c:pt idx="4611">
                  <c:v>4.019577707894924E-3</c:v>
                </c:pt>
                <c:pt idx="4612">
                  <c:v>3.9722885583902776E-3</c:v>
                </c:pt>
                <c:pt idx="4613">
                  <c:v>4.3742463291797694E-3</c:v>
                </c:pt>
                <c:pt idx="4614">
                  <c:v>4.5161137776937085E-3</c:v>
                </c:pt>
                <c:pt idx="4615">
                  <c:v>4.256023455418154E-3</c:v>
                </c:pt>
                <c:pt idx="4616">
                  <c:v>4.0905114321518922E-3</c:v>
                </c:pt>
                <c:pt idx="4617">
                  <c:v>4.3742463291797694E-3</c:v>
                </c:pt>
                <c:pt idx="4618">
                  <c:v>4.4688246281890621E-3</c:v>
                </c:pt>
                <c:pt idx="4619">
                  <c:v>4.1850897311611849E-3</c:v>
                </c:pt>
                <c:pt idx="4620">
                  <c:v>3.9013548341333085E-3</c:v>
                </c:pt>
                <c:pt idx="4621">
                  <c:v>4.2323788806658312E-3</c:v>
                </c:pt>
                <c:pt idx="4622">
                  <c:v>4.3506017544274467E-3</c:v>
                </c:pt>
                <c:pt idx="4623">
                  <c:v>4.1378005816565385E-3</c:v>
                </c:pt>
                <c:pt idx="4624">
                  <c:v>3.9249994088856313E-3</c:v>
                </c:pt>
                <c:pt idx="4625">
                  <c:v>4.256023455418154E-3</c:v>
                </c:pt>
                <c:pt idx="4626">
                  <c:v>4.4924692029413849E-3</c:v>
                </c:pt>
                <c:pt idx="4627">
                  <c:v>4.3742463291797694E-3</c:v>
                </c:pt>
                <c:pt idx="4628">
                  <c:v>4.1141560069042158E-3</c:v>
                </c:pt>
                <c:pt idx="4629">
                  <c:v>4.4215354786844158E-3</c:v>
                </c:pt>
                <c:pt idx="4630">
                  <c:v>4.6106920767030012E-3</c:v>
                </c:pt>
                <c:pt idx="4631">
                  <c:v>4.3506017544274467E-3</c:v>
                </c:pt>
                <c:pt idx="4632">
                  <c:v>4.0905114321518922E-3</c:v>
                </c:pt>
                <c:pt idx="4633">
                  <c:v>4.397890903932093E-3</c:v>
                </c:pt>
                <c:pt idx="4634">
                  <c:v>4.5634029271983548E-3</c:v>
                </c:pt>
                <c:pt idx="4635">
                  <c:v>4.3269571796751239E-3</c:v>
                </c:pt>
                <c:pt idx="4636">
                  <c:v>3.9959331331426004E-3</c:v>
                </c:pt>
                <c:pt idx="4637">
                  <c:v>4.2323788806658312E-3</c:v>
                </c:pt>
                <c:pt idx="4638">
                  <c:v>4.4451800534367394E-3</c:v>
                </c:pt>
                <c:pt idx="4639">
                  <c:v>4.256023455418154E-3</c:v>
                </c:pt>
                <c:pt idx="4640">
                  <c:v>3.9722885583902776E-3</c:v>
                </c:pt>
                <c:pt idx="4641">
                  <c:v>4.2323788806658312E-3</c:v>
                </c:pt>
                <c:pt idx="4642">
                  <c:v>4.4215354786844158E-3</c:v>
                </c:pt>
                <c:pt idx="4643">
                  <c:v>4.2323788806658312E-3</c:v>
                </c:pt>
                <c:pt idx="4644">
                  <c:v>3.9959331331426004E-3</c:v>
                </c:pt>
                <c:pt idx="4645">
                  <c:v>4.256023455418154E-3</c:v>
                </c:pt>
                <c:pt idx="4646">
                  <c:v>4.4688246281890621E-3</c:v>
                </c:pt>
                <c:pt idx="4647">
                  <c:v>4.3033126049228003E-3</c:v>
                </c:pt>
                <c:pt idx="4648">
                  <c:v>4.0668668573995695E-3</c:v>
                </c:pt>
                <c:pt idx="4649">
                  <c:v>4.2796680301704776E-3</c:v>
                </c:pt>
                <c:pt idx="4650">
                  <c:v>4.5397583524460312E-3</c:v>
                </c:pt>
                <c:pt idx="4651">
                  <c:v>4.4215354786844158E-3</c:v>
                </c:pt>
                <c:pt idx="4652">
                  <c:v>4.1614451564088622E-3</c:v>
                </c:pt>
                <c:pt idx="4653">
                  <c:v>4.3033126049228003E-3</c:v>
                </c:pt>
                <c:pt idx="4654">
                  <c:v>4.4688246281890621E-3</c:v>
                </c:pt>
                <c:pt idx="4655">
                  <c:v>4.3033126049228003E-3</c:v>
                </c:pt>
                <c:pt idx="4656">
                  <c:v>3.9722885583902776E-3</c:v>
                </c:pt>
                <c:pt idx="4657">
                  <c:v>4.2087343059135076E-3</c:v>
                </c:pt>
                <c:pt idx="4658">
                  <c:v>4.5161137776937085E-3</c:v>
                </c:pt>
                <c:pt idx="4659">
                  <c:v>4.4215354786844158E-3</c:v>
                </c:pt>
                <c:pt idx="4660">
                  <c:v>4.1141560069042158E-3</c:v>
                </c:pt>
                <c:pt idx="4661">
                  <c:v>4.2323788806658312E-3</c:v>
                </c:pt>
                <c:pt idx="4662">
                  <c:v>4.4688246281890621E-3</c:v>
                </c:pt>
                <c:pt idx="4663">
                  <c:v>4.3506017544274467E-3</c:v>
                </c:pt>
                <c:pt idx="4664">
                  <c:v>4.0668668573995695E-3</c:v>
                </c:pt>
                <c:pt idx="4665">
                  <c:v>4.2796680301704776E-3</c:v>
                </c:pt>
                <c:pt idx="4666">
                  <c:v>4.5634029271983548E-3</c:v>
                </c:pt>
                <c:pt idx="4667">
                  <c:v>4.4451800534367394E-3</c:v>
                </c:pt>
                <c:pt idx="4668">
                  <c:v>4.1141560069042158E-3</c:v>
                </c:pt>
                <c:pt idx="4669">
                  <c:v>4.2323788806658312E-3</c:v>
                </c:pt>
                <c:pt idx="4670">
                  <c:v>4.5397583524460312E-3</c:v>
                </c:pt>
                <c:pt idx="4671">
                  <c:v>4.397890903932093E-3</c:v>
                </c:pt>
                <c:pt idx="4672">
                  <c:v>4.0432222826472467E-3</c:v>
                </c:pt>
                <c:pt idx="4673">
                  <c:v>4.1614451564088622E-3</c:v>
                </c:pt>
                <c:pt idx="4674">
                  <c:v>4.5161137776937085E-3</c:v>
                </c:pt>
                <c:pt idx="4675">
                  <c:v>4.4688246281890621E-3</c:v>
                </c:pt>
                <c:pt idx="4676">
                  <c:v>4.1850897311611849E-3</c:v>
                </c:pt>
                <c:pt idx="4677">
                  <c:v>4.2323788806658312E-3</c:v>
                </c:pt>
                <c:pt idx="4678">
                  <c:v>4.5634029271983548E-3</c:v>
                </c:pt>
                <c:pt idx="4679">
                  <c:v>4.6343366514553239E-3</c:v>
                </c:pt>
                <c:pt idx="4680">
                  <c:v>4.3506017544274467E-3</c:v>
                </c:pt>
                <c:pt idx="4681">
                  <c:v>4.397890903932093E-3</c:v>
                </c:pt>
                <c:pt idx="4682">
                  <c:v>4.6579812262076466E-3</c:v>
                </c:pt>
                <c:pt idx="4683">
                  <c:v>4.6106920767030012E-3</c:v>
                </c:pt>
                <c:pt idx="4684">
                  <c:v>4.3269571796751239E-3</c:v>
                </c:pt>
                <c:pt idx="4685">
                  <c:v>4.397890903932093E-3</c:v>
                </c:pt>
                <c:pt idx="4686">
                  <c:v>4.7289149504646166E-3</c:v>
                </c:pt>
                <c:pt idx="4687">
                  <c:v>4.7525595252169393E-3</c:v>
                </c:pt>
                <c:pt idx="4688">
                  <c:v>4.4924692029413849E-3</c:v>
                </c:pt>
                <c:pt idx="4689">
                  <c:v>4.5397583524460312E-3</c:v>
                </c:pt>
                <c:pt idx="4690">
                  <c:v>4.8234932494739076E-3</c:v>
                </c:pt>
                <c:pt idx="4691">
                  <c:v>4.8234932494739076E-3</c:v>
                </c:pt>
                <c:pt idx="4692">
                  <c:v>4.5161137776937085E-3</c:v>
                </c:pt>
                <c:pt idx="4693">
                  <c:v>4.397890903932093E-3</c:v>
                </c:pt>
                <c:pt idx="4694">
                  <c:v>4.7289149504646166E-3</c:v>
                </c:pt>
                <c:pt idx="4695">
                  <c:v>4.6816258009599702E-3</c:v>
                </c:pt>
                <c:pt idx="4696">
                  <c:v>4.3269571796751239E-3</c:v>
                </c:pt>
                <c:pt idx="4697">
                  <c:v>4.1850897311611849E-3</c:v>
                </c:pt>
                <c:pt idx="4698">
                  <c:v>4.5397583524460312E-3</c:v>
                </c:pt>
                <c:pt idx="4699">
                  <c:v>4.6343366514553239E-3</c:v>
                </c:pt>
                <c:pt idx="4700">
                  <c:v>4.3506017544274467E-3</c:v>
                </c:pt>
                <c:pt idx="4701">
                  <c:v>4.1614451564088622E-3</c:v>
                </c:pt>
                <c:pt idx="4702">
                  <c:v>4.5397583524460312E-3</c:v>
                </c:pt>
                <c:pt idx="4703">
                  <c:v>4.5870475019506775E-3</c:v>
                </c:pt>
                <c:pt idx="4704">
                  <c:v>4.3269571796751239E-3</c:v>
                </c:pt>
                <c:pt idx="4705">
                  <c:v>4.1141560069042158E-3</c:v>
                </c:pt>
                <c:pt idx="4706">
                  <c:v>4.3742463291797694E-3</c:v>
                </c:pt>
                <c:pt idx="4707">
                  <c:v>4.4688246281890621E-3</c:v>
                </c:pt>
                <c:pt idx="4708">
                  <c:v>4.2323788806658312E-3</c:v>
                </c:pt>
                <c:pt idx="4709">
                  <c:v>4.019577707894924E-3</c:v>
                </c:pt>
                <c:pt idx="4710">
                  <c:v>4.3269571796751239E-3</c:v>
                </c:pt>
                <c:pt idx="4711">
                  <c:v>4.4215354786844158E-3</c:v>
                </c:pt>
                <c:pt idx="4712">
                  <c:v>4.2323788806658312E-3</c:v>
                </c:pt>
                <c:pt idx="4713">
                  <c:v>4.0432222826472467E-3</c:v>
                </c:pt>
                <c:pt idx="4714">
                  <c:v>4.4215354786844158E-3</c:v>
                </c:pt>
                <c:pt idx="4715">
                  <c:v>4.6106920767030012E-3</c:v>
                </c:pt>
                <c:pt idx="4716">
                  <c:v>4.3269571796751239E-3</c:v>
                </c:pt>
                <c:pt idx="4717">
                  <c:v>4.0432222826472467E-3</c:v>
                </c:pt>
                <c:pt idx="4718">
                  <c:v>4.3742463291797694E-3</c:v>
                </c:pt>
                <c:pt idx="4719">
                  <c:v>4.5397583524460312E-3</c:v>
                </c:pt>
                <c:pt idx="4720">
                  <c:v>4.256023455418154E-3</c:v>
                </c:pt>
                <c:pt idx="4721">
                  <c:v>4.019577707894924E-3</c:v>
                </c:pt>
                <c:pt idx="4722">
                  <c:v>4.3506017544274467E-3</c:v>
                </c:pt>
                <c:pt idx="4723">
                  <c:v>4.5161137776937085E-3</c:v>
                </c:pt>
                <c:pt idx="4724">
                  <c:v>4.3506017544274467E-3</c:v>
                </c:pt>
                <c:pt idx="4725">
                  <c:v>4.0905114321518922E-3</c:v>
                </c:pt>
                <c:pt idx="4726">
                  <c:v>4.4451800534367394E-3</c:v>
                </c:pt>
                <c:pt idx="4727">
                  <c:v>4.5870475019506775E-3</c:v>
                </c:pt>
                <c:pt idx="4728">
                  <c:v>4.3742463291797694E-3</c:v>
                </c:pt>
                <c:pt idx="4729">
                  <c:v>4.1378005816565385E-3</c:v>
                </c:pt>
                <c:pt idx="4730">
                  <c:v>4.3506017544274467E-3</c:v>
                </c:pt>
                <c:pt idx="4731">
                  <c:v>4.4451800534367394E-3</c:v>
                </c:pt>
                <c:pt idx="4732">
                  <c:v>4.2796680301704776E-3</c:v>
                </c:pt>
                <c:pt idx="4733">
                  <c:v>3.9959331331426004E-3</c:v>
                </c:pt>
                <c:pt idx="4734">
                  <c:v>4.1141560069042158E-3</c:v>
                </c:pt>
                <c:pt idx="4735">
                  <c:v>4.3269571796751239E-3</c:v>
                </c:pt>
                <c:pt idx="4736">
                  <c:v>4.3269571796751239E-3</c:v>
                </c:pt>
                <c:pt idx="4737">
                  <c:v>4.0905114321518922E-3</c:v>
                </c:pt>
                <c:pt idx="4738">
                  <c:v>4.4215354786844158E-3</c:v>
                </c:pt>
                <c:pt idx="4739">
                  <c:v>4.6816258009599702E-3</c:v>
                </c:pt>
                <c:pt idx="4740">
                  <c:v>4.5397583524460312E-3</c:v>
                </c:pt>
                <c:pt idx="4741">
                  <c:v>4.2323788806658312E-3</c:v>
                </c:pt>
                <c:pt idx="4742">
                  <c:v>4.4924692029413849E-3</c:v>
                </c:pt>
                <c:pt idx="4743">
                  <c:v>4.7289149504646166E-3</c:v>
                </c:pt>
                <c:pt idx="4744">
                  <c:v>4.6106920767030012E-3</c:v>
                </c:pt>
                <c:pt idx="4745">
                  <c:v>4.3033126049228003E-3</c:v>
                </c:pt>
                <c:pt idx="4746">
                  <c:v>4.5161137776937085E-3</c:v>
                </c:pt>
                <c:pt idx="4747">
                  <c:v>4.7525595252169393E-3</c:v>
                </c:pt>
                <c:pt idx="4748">
                  <c:v>4.6816258009599702E-3</c:v>
                </c:pt>
                <c:pt idx="4749">
                  <c:v>4.3506017544274467E-3</c:v>
                </c:pt>
                <c:pt idx="4750">
                  <c:v>4.5397583524460312E-3</c:v>
                </c:pt>
                <c:pt idx="4751">
                  <c:v>4.7998486747215857E-3</c:v>
                </c:pt>
                <c:pt idx="4752">
                  <c:v>4.7289149504646166E-3</c:v>
                </c:pt>
                <c:pt idx="4753">
                  <c:v>4.3742463291797694E-3</c:v>
                </c:pt>
                <c:pt idx="4754">
                  <c:v>4.6343366514553239E-3</c:v>
                </c:pt>
                <c:pt idx="4755">
                  <c:v>4.8234932494739076E-3</c:v>
                </c:pt>
                <c:pt idx="4756">
                  <c:v>4.6816258009599702E-3</c:v>
                </c:pt>
                <c:pt idx="4757">
                  <c:v>4.3033126049228003E-3</c:v>
                </c:pt>
                <c:pt idx="4758">
                  <c:v>4.4451800534367394E-3</c:v>
                </c:pt>
                <c:pt idx="4759">
                  <c:v>4.7289149504646166E-3</c:v>
                </c:pt>
                <c:pt idx="4760">
                  <c:v>4.5634029271983548E-3</c:v>
                </c:pt>
                <c:pt idx="4761">
                  <c:v>4.256023455418154E-3</c:v>
                </c:pt>
                <c:pt idx="4762">
                  <c:v>4.397890903932093E-3</c:v>
                </c:pt>
                <c:pt idx="4763">
                  <c:v>4.7289149504646166E-3</c:v>
                </c:pt>
                <c:pt idx="4764">
                  <c:v>4.705270375712293E-3</c:v>
                </c:pt>
                <c:pt idx="4765">
                  <c:v>4.397890903932093E-3</c:v>
                </c:pt>
                <c:pt idx="4766">
                  <c:v>4.4215354786844158E-3</c:v>
                </c:pt>
                <c:pt idx="4767">
                  <c:v>4.7289149504646166E-3</c:v>
                </c:pt>
                <c:pt idx="4768">
                  <c:v>4.5870475019506775E-3</c:v>
                </c:pt>
                <c:pt idx="4769">
                  <c:v>4.1850897311611849E-3</c:v>
                </c:pt>
                <c:pt idx="4770">
                  <c:v>4.2087343059135076E-3</c:v>
                </c:pt>
                <c:pt idx="4771">
                  <c:v>4.5397583524460312E-3</c:v>
                </c:pt>
                <c:pt idx="4772">
                  <c:v>4.5397583524460312E-3</c:v>
                </c:pt>
                <c:pt idx="4773">
                  <c:v>4.1614451564088622E-3</c:v>
                </c:pt>
                <c:pt idx="4774">
                  <c:v>4.1378005816565385E-3</c:v>
                </c:pt>
                <c:pt idx="4775">
                  <c:v>4.4688246281890621E-3</c:v>
                </c:pt>
                <c:pt idx="4776">
                  <c:v>4.4924692029413849E-3</c:v>
                </c:pt>
                <c:pt idx="4777">
                  <c:v>4.1614451564088622E-3</c:v>
                </c:pt>
                <c:pt idx="4778">
                  <c:v>4.1850897311611849E-3</c:v>
                </c:pt>
                <c:pt idx="4779">
                  <c:v>4.5634029271983548E-3</c:v>
                </c:pt>
                <c:pt idx="4780">
                  <c:v>4.5397583524460312E-3</c:v>
                </c:pt>
                <c:pt idx="4781">
                  <c:v>4.2323788806658312E-3</c:v>
                </c:pt>
                <c:pt idx="4782">
                  <c:v>4.1141560069042158E-3</c:v>
                </c:pt>
                <c:pt idx="4783">
                  <c:v>4.4688246281890621E-3</c:v>
                </c:pt>
                <c:pt idx="4784">
                  <c:v>4.4924692029413849E-3</c:v>
                </c:pt>
                <c:pt idx="4785">
                  <c:v>4.1614451564088622E-3</c:v>
                </c:pt>
                <c:pt idx="4786">
                  <c:v>4.019577707894924E-3</c:v>
                </c:pt>
                <c:pt idx="4787">
                  <c:v>4.397890903932093E-3</c:v>
                </c:pt>
                <c:pt idx="4788">
                  <c:v>4.4924692029413849E-3</c:v>
                </c:pt>
                <c:pt idx="4789">
                  <c:v>4.2323788806658312E-3</c:v>
                </c:pt>
                <c:pt idx="4790">
                  <c:v>4.0432222826472467E-3</c:v>
                </c:pt>
                <c:pt idx="4791">
                  <c:v>4.4215354786844158E-3</c:v>
                </c:pt>
                <c:pt idx="4792">
                  <c:v>4.4924692029413849E-3</c:v>
                </c:pt>
                <c:pt idx="4793">
                  <c:v>4.2087343059135076E-3</c:v>
                </c:pt>
                <c:pt idx="4794">
                  <c:v>4.0905114321518922E-3</c:v>
                </c:pt>
                <c:pt idx="4795">
                  <c:v>4.4688246281890621E-3</c:v>
                </c:pt>
                <c:pt idx="4796">
                  <c:v>4.5870475019506775E-3</c:v>
                </c:pt>
                <c:pt idx="4797">
                  <c:v>4.3269571796751239E-3</c:v>
                </c:pt>
                <c:pt idx="4798">
                  <c:v>4.0905114321518922E-3</c:v>
                </c:pt>
                <c:pt idx="4799">
                  <c:v>4.4215354786844158E-3</c:v>
                </c:pt>
                <c:pt idx="4800">
                  <c:v>4.4688246281890621E-3</c:v>
                </c:pt>
                <c:pt idx="4801">
                  <c:v>4.2796680301704776E-3</c:v>
                </c:pt>
                <c:pt idx="4802">
                  <c:v>4.019577707894924E-3</c:v>
                </c:pt>
                <c:pt idx="4803">
                  <c:v>4.3033126049228003E-3</c:v>
                </c:pt>
                <c:pt idx="4804">
                  <c:v>4.397890903932093E-3</c:v>
                </c:pt>
                <c:pt idx="4805">
                  <c:v>4.2087343059135076E-3</c:v>
                </c:pt>
                <c:pt idx="4806">
                  <c:v>4.0668668573995695E-3</c:v>
                </c:pt>
                <c:pt idx="4807">
                  <c:v>4.4215354786844158E-3</c:v>
                </c:pt>
                <c:pt idx="4808">
                  <c:v>4.6343366514553239E-3</c:v>
                </c:pt>
                <c:pt idx="4809">
                  <c:v>4.4451800534367394E-3</c:v>
                </c:pt>
                <c:pt idx="4810">
                  <c:v>4.2087343059135076E-3</c:v>
                </c:pt>
                <c:pt idx="4811">
                  <c:v>4.5397583524460312E-3</c:v>
                </c:pt>
                <c:pt idx="4812">
                  <c:v>4.705270375712293E-3</c:v>
                </c:pt>
                <c:pt idx="4813">
                  <c:v>4.4215354786844158E-3</c:v>
                </c:pt>
                <c:pt idx="4814">
                  <c:v>4.0905114321518922E-3</c:v>
                </c:pt>
                <c:pt idx="4815">
                  <c:v>4.3742463291797694E-3</c:v>
                </c:pt>
                <c:pt idx="4816">
                  <c:v>4.4924692029413849E-3</c:v>
                </c:pt>
                <c:pt idx="4817">
                  <c:v>4.3506017544274467E-3</c:v>
                </c:pt>
                <c:pt idx="4818">
                  <c:v>4.1141560069042158E-3</c:v>
                </c:pt>
                <c:pt idx="4819">
                  <c:v>4.4688246281890621E-3</c:v>
                </c:pt>
                <c:pt idx="4820">
                  <c:v>4.6106920767030012E-3</c:v>
                </c:pt>
                <c:pt idx="4821">
                  <c:v>4.4215354786844158E-3</c:v>
                </c:pt>
                <c:pt idx="4822">
                  <c:v>4.1850897311611849E-3</c:v>
                </c:pt>
                <c:pt idx="4823">
                  <c:v>4.4688246281890621E-3</c:v>
                </c:pt>
                <c:pt idx="4824">
                  <c:v>4.6579812262076466E-3</c:v>
                </c:pt>
                <c:pt idx="4825">
                  <c:v>4.5397583524460312E-3</c:v>
                </c:pt>
                <c:pt idx="4826">
                  <c:v>4.2323788806658312E-3</c:v>
                </c:pt>
                <c:pt idx="4827">
                  <c:v>4.4215354786844158E-3</c:v>
                </c:pt>
                <c:pt idx="4828">
                  <c:v>4.5870475019506775E-3</c:v>
                </c:pt>
                <c:pt idx="4829">
                  <c:v>4.4451800534367394E-3</c:v>
                </c:pt>
                <c:pt idx="4830">
                  <c:v>4.1850897311611849E-3</c:v>
                </c:pt>
                <c:pt idx="4831">
                  <c:v>4.4215354786844158E-3</c:v>
                </c:pt>
                <c:pt idx="4832">
                  <c:v>4.6106920767030012E-3</c:v>
                </c:pt>
                <c:pt idx="4833">
                  <c:v>4.4688246281890621E-3</c:v>
                </c:pt>
                <c:pt idx="4834">
                  <c:v>4.1850897311611849E-3</c:v>
                </c:pt>
                <c:pt idx="4835">
                  <c:v>4.4215354786844158E-3</c:v>
                </c:pt>
                <c:pt idx="4836">
                  <c:v>4.705270375712293E-3</c:v>
                </c:pt>
                <c:pt idx="4837">
                  <c:v>4.5870475019506775E-3</c:v>
                </c:pt>
                <c:pt idx="4838">
                  <c:v>4.2087343059135076E-3</c:v>
                </c:pt>
                <c:pt idx="4839">
                  <c:v>4.3033126049228003E-3</c:v>
                </c:pt>
                <c:pt idx="4840">
                  <c:v>4.5634029271983548E-3</c:v>
                </c:pt>
                <c:pt idx="4841">
                  <c:v>4.4688246281890621E-3</c:v>
                </c:pt>
                <c:pt idx="4842">
                  <c:v>4.1614451564088622E-3</c:v>
                </c:pt>
                <c:pt idx="4843">
                  <c:v>4.3033126049228003E-3</c:v>
                </c:pt>
                <c:pt idx="4844">
                  <c:v>4.6106920767030012E-3</c:v>
                </c:pt>
                <c:pt idx="4845">
                  <c:v>4.5161137776937085E-3</c:v>
                </c:pt>
                <c:pt idx="4846">
                  <c:v>4.2323788806658312E-3</c:v>
                </c:pt>
                <c:pt idx="4847">
                  <c:v>4.256023455418154E-3</c:v>
                </c:pt>
                <c:pt idx="4848">
                  <c:v>4.6343366514553239E-3</c:v>
                </c:pt>
                <c:pt idx="4849">
                  <c:v>4.6106920767030012E-3</c:v>
                </c:pt>
                <c:pt idx="4850">
                  <c:v>4.3742463291797694E-3</c:v>
                </c:pt>
                <c:pt idx="4851">
                  <c:v>4.4451800534367394E-3</c:v>
                </c:pt>
                <c:pt idx="4852">
                  <c:v>4.7762040999692621E-3</c:v>
                </c:pt>
                <c:pt idx="4853">
                  <c:v>4.7762040999692621E-3</c:v>
                </c:pt>
                <c:pt idx="4854">
                  <c:v>4.5161137776937085E-3</c:v>
                </c:pt>
                <c:pt idx="4855">
                  <c:v>4.5161137776937085E-3</c:v>
                </c:pt>
                <c:pt idx="4856">
                  <c:v>4.8234932494739076E-3</c:v>
                </c:pt>
                <c:pt idx="4857">
                  <c:v>4.7998486747215857E-3</c:v>
                </c:pt>
                <c:pt idx="4858">
                  <c:v>4.5161137776937085E-3</c:v>
                </c:pt>
                <c:pt idx="4859">
                  <c:v>4.5634029271983548E-3</c:v>
                </c:pt>
                <c:pt idx="4860">
                  <c:v>4.8944269737308775E-3</c:v>
                </c:pt>
                <c:pt idx="4861">
                  <c:v>4.8471378242262312E-3</c:v>
                </c:pt>
                <c:pt idx="4862">
                  <c:v>4.5634029271983548E-3</c:v>
                </c:pt>
                <c:pt idx="4863">
                  <c:v>4.5634029271983548E-3</c:v>
                </c:pt>
                <c:pt idx="4864">
                  <c:v>4.9890052727401693E-3</c:v>
                </c:pt>
                <c:pt idx="4865">
                  <c:v>4.9180715484832003E-3</c:v>
                </c:pt>
                <c:pt idx="4866">
                  <c:v>4.5397583524460312E-3</c:v>
                </c:pt>
                <c:pt idx="4867">
                  <c:v>4.5397583524460312E-3</c:v>
                </c:pt>
                <c:pt idx="4868">
                  <c:v>4.9180715484832003E-3</c:v>
                </c:pt>
                <c:pt idx="4869">
                  <c:v>4.9180715484832003E-3</c:v>
                </c:pt>
                <c:pt idx="4870">
                  <c:v>4.6816258009599702E-3</c:v>
                </c:pt>
                <c:pt idx="4871">
                  <c:v>4.5161137776937085E-3</c:v>
                </c:pt>
                <c:pt idx="4872">
                  <c:v>4.8234932494739076E-3</c:v>
                </c:pt>
                <c:pt idx="4873">
                  <c:v>4.7998486747215857E-3</c:v>
                </c:pt>
                <c:pt idx="4874">
                  <c:v>4.5161137776937085E-3</c:v>
                </c:pt>
                <c:pt idx="4875">
                  <c:v>4.4215354786844158E-3</c:v>
                </c:pt>
                <c:pt idx="4876">
                  <c:v>4.705270375712293E-3</c:v>
                </c:pt>
                <c:pt idx="4877">
                  <c:v>4.7525595252169393E-3</c:v>
                </c:pt>
                <c:pt idx="4878">
                  <c:v>4.5870475019506775E-3</c:v>
                </c:pt>
                <c:pt idx="4879">
                  <c:v>4.3742463291797694E-3</c:v>
                </c:pt>
                <c:pt idx="4880">
                  <c:v>4.7289149504646166E-3</c:v>
                </c:pt>
                <c:pt idx="4881">
                  <c:v>4.7998486747215857E-3</c:v>
                </c:pt>
                <c:pt idx="4882">
                  <c:v>4.6106920767030012E-3</c:v>
                </c:pt>
                <c:pt idx="4883">
                  <c:v>4.4215354786844158E-3</c:v>
                </c:pt>
                <c:pt idx="4884">
                  <c:v>4.7525595252169393E-3</c:v>
                </c:pt>
                <c:pt idx="4885">
                  <c:v>4.8471378242262312E-3</c:v>
                </c:pt>
                <c:pt idx="4886">
                  <c:v>4.6579812262076466E-3</c:v>
                </c:pt>
                <c:pt idx="4887">
                  <c:v>4.3742463291797694E-3</c:v>
                </c:pt>
                <c:pt idx="4888">
                  <c:v>4.705270375712293E-3</c:v>
                </c:pt>
                <c:pt idx="4889">
                  <c:v>4.7998486747215857E-3</c:v>
                </c:pt>
                <c:pt idx="4890">
                  <c:v>4.5397583524460312E-3</c:v>
                </c:pt>
                <c:pt idx="4891">
                  <c:v>4.3033126049228003E-3</c:v>
                </c:pt>
                <c:pt idx="4892">
                  <c:v>4.6343366514553239E-3</c:v>
                </c:pt>
                <c:pt idx="4893">
                  <c:v>4.7525595252169393E-3</c:v>
                </c:pt>
                <c:pt idx="4894">
                  <c:v>4.4924692029413849E-3</c:v>
                </c:pt>
                <c:pt idx="4895">
                  <c:v>4.2323788806658312E-3</c:v>
                </c:pt>
                <c:pt idx="4896">
                  <c:v>4.5870475019506775E-3</c:v>
                </c:pt>
                <c:pt idx="4897">
                  <c:v>4.6106920767030012E-3</c:v>
                </c:pt>
                <c:pt idx="4898">
                  <c:v>4.3506017544274467E-3</c:v>
                </c:pt>
                <c:pt idx="4899">
                  <c:v>4.0905114321518922E-3</c:v>
                </c:pt>
                <c:pt idx="4900">
                  <c:v>4.3742463291797694E-3</c:v>
                </c:pt>
                <c:pt idx="4901">
                  <c:v>4.4688246281890621E-3</c:v>
                </c:pt>
                <c:pt idx="4902">
                  <c:v>4.3269571796751239E-3</c:v>
                </c:pt>
                <c:pt idx="4903">
                  <c:v>4.0668668573995695E-3</c:v>
                </c:pt>
                <c:pt idx="4904">
                  <c:v>4.4215354786844158E-3</c:v>
                </c:pt>
                <c:pt idx="4905">
                  <c:v>4.6343366514553239E-3</c:v>
                </c:pt>
                <c:pt idx="4906">
                  <c:v>4.4451800534367394E-3</c:v>
                </c:pt>
                <c:pt idx="4907">
                  <c:v>4.1850897311611849E-3</c:v>
                </c:pt>
                <c:pt idx="4908">
                  <c:v>4.4688246281890621E-3</c:v>
                </c:pt>
                <c:pt idx="4909">
                  <c:v>4.6106920767030012E-3</c:v>
                </c:pt>
                <c:pt idx="4910">
                  <c:v>4.4924692029413849E-3</c:v>
                </c:pt>
                <c:pt idx="4911">
                  <c:v>4.2323788806658312E-3</c:v>
                </c:pt>
                <c:pt idx="4912">
                  <c:v>4.4924692029413849E-3</c:v>
                </c:pt>
                <c:pt idx="4913">
                  <c:v>4.7525595252169393E-3</c:v>
                </c:pt>
                <c:pt idx="4914">
                  <c:v>4.6343366514553239E-3</c:v>
                </c:pt>
                <c:pt idx="4915">
                  <c:v>4.3742463291797694E-3</c:v>
                </c:pt>
                <c:pt idx="4916">
                  <c:v>4.5634029271983548E-3</c:v>
                </c:pt>
                <c:pt idx="4917">
                  <c:v>4.7998486747215857E-3</c:v>
                </c:pt>
                <c:pt idx="4918">
                  <c:v>4.6106920767030012E-3</c:v>
                </c:pt>
                <c:pt idx="4919">
                  <c:v>4.3506017544274467E-3</c:v>
                </c:pt>
                <c:pt idx="4920">
                  <c:v>4.5161137776937085E-3</c:v>
                </c:pt>
                <c:pt idx="4921">
                  <c:v>4.7289149504646166E-3</c:v>
                </c:pt>
                <c:pt idx="4922">
                  <c:v>4.5634029271983548E-3</c:v>
                </c:pt>
                <c:pt idx="4923">
                  <c:v>4.3033126049228003E-3</c:v>
                </c:pt>
                <c:pt idx="4924">
                  <c:v>4.4688246281890621E-3</c:v>
                </c:pt>
                <c:pt idx="4925">
                  <c:v>4.7998486747215857E-3</c:v>
                </c:pt>
                <c:pt idx="4926">
                  <c:v>4.5870475019506775E-3</c:v>
                </c:pt>
                <c:pt idx="4927">
                  <c:v>4.3033126049228003E-3</c:v>
                </c:pt>
                <c:pt idx="4928">
                  <c:v>4.4451800534367394E-3</c:v>
                </c:pt>
                <c:pt idx="4929">
                  <c:v>4.7762040999692621E-3</c:v>
                </c:pt>
                <c:pt idx="4930">
                  <c:v>4.6579812262076466E-3</c:v>
                </c:pt>
                <c:pt idx="4931">
                  <c:v>4.3742463291797694E-3</c:v>
                </c:pt>
                <c:pt idx="4932">
                  <c:v>4.5161137776937085E-3</c:v>
                </c:pt>
                <c:pt idx="4933">
                  <c:v>4.7762040999692621E-3</c:v>
                </c:pt>
                <c:pt idx="4934">
                  <c:v>4.705270375712293E-3</c:v>
                </c:pt>
                <c:pt idx="4935">
                  <c:v>4.3742463291797694E-3</c:v>
                </c:pt>
                <c:pt idx="4936">
                  <c:v>4.5161137776937085E-3</c:v>
                </c:pt>
                <c:pt idx="4937">
                  <c:v>4.8471378242262312E-3</c:v>
                </c:pt>
                <c:pt idx="4938">
                  <c:v>4.705270375712293E-3</c:v>
                </c:pt>
                <c:pt idx="4939">
                  <c:v>4.3742463291797694E-3</c:v>
                </c:pt>
                <c:pt idx="4940">
                  <c:v>4.397890903932093E-3</c:v>
                </c:pt>
                <c:pt idx="4941">
                  <c:v>4.7525595252169393E-3</c:v>
                </c:pt>
                <c:pt idx="4942">
                  <c:v>4.7762040999692621E-3</c:v>
                </c:pt>
                <c:pt idx="4943">
                  <c:v>4.5161137776937085E-3</c:v>
                </c:pt>
                <c:pt idx="4944">
                  <c:v>4.5870475019506775E-3</c:v>
                </c:pt>
                <c:pt idx="4945">
                  <c:v>4.8944269737308775E-3</c:v>
                </c:pt>
                <c:pt idx="4946">
                  <c:v>4.7762040999692621E-3</c:v>
                </c:pt>
                <c:pt idx="4947">
                  <c:v>4.397890903932093E-3</c:v>
                </c:pt>
                <c:pt idx="4948">
                  <c:v>4.3506017544274467E-3</c:v>
                </c:pt>
                <c:pt idx="4949">
                  <c:v>4.5634029271983548E-3</c:v>
                </c:pt>
                <c:pt idx="4950">
                  <c:v>4.4688246281890621E-3</c:v>
                </c:pt>
                <c:pt idx="4951">
                  <c:v>4.1614451564088622E-3</c:v>
                </c:pt>
                <c:pt idx="4952">
                  <c:v>4.1850897311611849E-3</c:v>
                </c:pt>
                <c:pt idx="4953">
                  <c:v>4.6106920767030012E-3</c:v>
                </c:pt>
                <c:pt idx="4954">
                  <c:v>4.5634029271983548E-3</c:v>
                </c:pt>
                <c:pt idx="4955">
                  <c:v>4.256023455418154E-3</c:v>
                </c:pt>
                <c:pt idx="4956">
                  <c:v>4.2323788806658312E-3</c:v>
                </c:pt>
                <c:pt idx="4957">
                  <c:v>4.5634029271983548E-3</c:v>
                </c:pt>
                <c:pt idx="4958">
                  <c:v>4.6106920767030012E-3</c:v>
                </c:pt>
                <c:pt idx="4959">
                  <c:v>4.3033126049228003E-3</c:v>
                </c:pt>
                <c:pt idx="4960">
                  <c:v>4.2323788806658312E-3</c:v>
                </c:pt>
                <c:pt idx="4961">
                  <c:v>4.5634029271983548E-3</c:v>
                </c:pt>
                <c:pt idx="4962">
                  <c:v>4.6816258009599702E-3</c:v>
                </c:pt>
                <c:pt idx="4963">
                  <c:v>4.4688246281890621E-3</c:v>
                </c:pt>
                <c:pt idx="4964">
                  <c:v>4.4451800534367394E-3</c:v>
                </c:pt>
                <c:pt idx="4965">
                  <c:v>4.8234932494739076E-3</c:v>
                </c:pt>
                <c:pt idx="4966">
                  <c:v>4.8471378242262312E-3</c:v>
                </c:pt>
                <c:pt idx="4967">
                  <c:v>4.5634029271983548E-3</c:v>
                </c:pt>
                <c:pt idx="4968">
                  <c:v>4.4215354786844158E-3</c:v>
                </c:pt>
                <c:pt idx="4969">
                  <c:v>4.7289149504646166E-3</c:v>
                </c:pt>
                <c:pt idx="4970">
                  <c:v>4.7998486747215857E-3</c:v>
                </c:pt>
                <c:pt idx="4971">
                  <c:v>4.5161137776937085E-3</c:v>
                </c:pt>
                <c:pt idx="4972">
                  <c:v>4.3269571796751239E-3</c:v>
                </c:pt>
                <c:pt idx="4973">
                  <c:v>4.7289149504646166E-3</c:v>
                </c:pt>
                <c:pt idx="4974">
                  <c:v>4.7525595252169393E-3</c:v>
                </c:pt>
                <c:pt idx="4975">
                  <c:v>4.4215354786844158E-3</c:v>
                </c:pt>
                <c:pt idx="4976">
                  <c:v>4.3742463291797694E-3</c:v>
                </c:pt>
                <c:pt idx="4977">
                  <c:v>4.7289149504646166E-3</c:v>
                </c:pt>
                <c:pt idx="4978">
                  <c:v>4.7525595252169393E-3</c:v>
                </c:pt>
                <c:pt idx="4979">
                  <c:v>4.4688246281890621E-3</c:v>
                </c:pt>
                <c:pt idx="4980">
                  <c:v>4.256023455418154E-3</c:v>
                </c:pt>
                <c:pt idx="4981">
                  <c:v>4.5870475019506775E-3</c:v>
                </c:pt>
                <c:pt idx="4982">
                  <c:v>4.7289149504646166E-3</c:v>
                </c:pt>
                <c:pt idx="4983">
                  <c:v>4.4924692029413849E-3</c:v>
                </c:pt>
                <c:pt idx="4984">
                  <c:v>4.3506017544274467E-3</c:v>
                </c:pt>
                <c:pt idx="4985">
                  <c:v>4.6343366514553239E-3</c:v>
                </c:pt>
                <c:pt idx="4986">
                  <c:v>4.7289149504646166E-3</c:v>
                </c:pt>
                <c:pt idx="4987">
                  <c:v>4.4688246281890621E-3</c:v>
                </c:pt>
                <c:pt idx="4988">
                  <c:v>4.3269571796751239E-3</c:v>
                </c:pt>
                <c:pt idx="4989">
                  <c:v>4.6343366514553239E-3</c:v>
                </c:pt>
                <c:pt idx="4990">
                  <c:v>4.8234932494739076E-3</c:v>
                </c:pt>
                <c:pt idx="4991">
                  <c:v>4.6343366514553239E-3</c:v>
                </c:pt>
                <c:pt idx="4992">
                  <c:v>4.4451800534367394E-3</c:v>
                </c:pt>
                <c:pt idx="4993">
                  <c:v>4.7762040999692621E-3</c:v>
                </c:pt>
                <c:pt idx="4994">
                  <c:v>4.9890052727401693E-3</c:v>
                </c:pt>
                <c:pt idx="4995">
                  <c:v>4.7998486747215857E-3</c:v>
                </c:pt>
                <c:pt idx="4996">
                  <c:v>4.4688246281890621E-3</c:v>
                </c:pt>
                <c:pt idx="4997">
                  <c:v>4.6816258009599702E-3</c:v>
                </c:pt>
                <c:pt idx="4998">
                  <c:v>4.8471378242262312E-3</c:v>
                </c:pt>
                <c:pt idx="4999">
                  <c:v>4.6579812262076466E-3</c:v>
                </c:pt>
                <c:pt idx="5000">
                  <c:v>4.397890903932093E-3</c:v>
                </c:pt>
                <c:pt idx="5001">
                  <c:v>4.5870475019506775E-3</c:v>
                </c:pt>
                <c:pt idx="5002">
                  <c:v>4.8234932494739076E-3</c:v>
                </c:pt>
                <c:pt idx="5003">
                  <c:v>4.6816258009599702E-3</c:v>
                </c:pt>
                <c:pt idx="5004">
                  <c:v>4.4924692029413849E-3</c:v>
                </c:pt>
                <c:pt idx="5005">
                  <c:v>4.7525595252169393E-3</c:v>
                </c:pt>
                <c:pt idx="5006">
                  <c:v>4.8707823989785539E-3</c:v>
                </c:pt>
                <c:pt idx="5007">
                  <c:v>4.7525595252169393E-3</c:v>
                </c:pt>
                <c:pt idx="5008">
                  <c:v>4.4451800534367394E-3</c:v>
                </c:pt>
                <c:pt idx="5009">
                  <c:v>4.6579812262076466E-3</c:v>
                </c:pt>
                <c:pt idx="5010">
                  <c:v>4.8707823989785539E-3</c:v>
                </c:pt>
                <c:pt idx="5011">
                  <c:v>4.7525595252169393E-3</c:v>
                </c:pt>
                <c:pt idx="5012">
                  <c:v>4.4215354786844158E-3</c:v>
                </c:pt>
                <c:pt idx="5013">
                  <c:v>4.6106920767030012E-3</c:v>
                </c:pt>
                <c:pt idx="5014">
                  <c:v>4.8707823989785539E-3</c:v>
                </c:pt>
                <c:pt idx="5015">
                  <c:v>4.7289149504646166E-3</c:v>
                </c:pt>
                <c:pt idx="5016">
                  <c:v>4.397890903932093E-3</c:v>
                </c:pt>
                <c:pt idx="5017">
                  <c:v>4.6106920767030012E-3</c:v>
                </c:pt>
                <c:pt idx="5018">
                  <c:v>4.8944269737308775E-3</c:v>
                </c:pt>
                <c:pt idx="5019">
                  <c:v>4.7998486747215857E-3</c:v>
                </c:pt>
                <c:pt idx="5020">
                  <c:v>4.5397583524460312E-3</c:v>
                </c:pt>
                <c:pt idx="5021">
                  <c:v>4.6816258009599702E-3</c:v>
                </c:pt>
                <c:pt idx="5022">
                  <c:v>4.8944269737308775E-3</c:v>
                </c:pt>
                <c:pt idx="5023">
                  <c:v>4.7998486747215857E-3</c:v>
                </c:pt>
                <c:pt idx="5024">
                  <c:v>4.5397583524460312E-3</c:v>
                </c:pt>
                <c:pt idx="5025">
                  <c:v>4.6579812262076466E-3</c:v>
                </c:pt>
                <c:pt idx="5026">
                  <c:v>4.9653606979878466E-3</c:v>
                </c:pt>
                <c:pt idx="5027">
                  <c:v>4.8471378242262312E-3</c:v>
                </c:pt>
                <c:pt idx="5028">
                  <c:v>4.6106920767030012E-3</c:v>
                </c:pt>
                <c:pt idx="5029">
                  <c:v>4.7998486747215857E-3</c:v>
                </c:pt>
                <c:pt idx="5030">
                  <c:v>5.0126498474924929E-3</c:v>
                </c:pt>
                <c:pt idx="5031">
                  <c:v>4.9653606979878466E-3</c:v>
                </c:pt>
                <c:pt idx="5032">
                  <c:v>4.6343366514553239E-3</c:v>
                </c:pt>
                <c:pt idx="5033">
                  <c:v>4.7289149504646166E-3</c:v>
                </c:pt>
                <c:pt idx="5034">
                  <c:v>4.9890052727401693E-3</c:v>
                </c:pt>
                <c:pt idx="5035">
                  <c:v>4.9890052727401693E-3</c:v>
                </c:pt>
                <c:pt idx="5036">
                  <c:v>4.5870475019506775E-3</c:v>
                </c:pt>
                <c:pt idx="5037">
                  <c:v>4.6106920767030012E-3</c:v>
                </c:pt>
                <c:pt idx="5038">
                  <c:v>4.8944269737308775E-3</c:v>
                </c:pt>
                <c:pt idx="5039">
                  <c:v>4.8944269737308775E-3</c:v>
                </c:pt>
                <c:pt idx="5040">
                  <c:v>4.6106920767030012E-3</c:v>
                </c:pt>
                <c:pt idx="5041">
                  <c:v>4.6816258009599702E-3</c:v>
                </c:pt>
                <c:pt idx="5042">
                  <c:v>4.9890052727401693E-3</c:v>
                </c:pt>
                <c:pt idx="5043">
                  <c:v>4.8944269737308775E-3</c:v>
                </c:pt>
                <c:pt idx="5044">
                  <c:v>4.6106920767030012E-3</c:v>
                </c:pt>
                <c:pt idx="5045">
                  <c:v>4.705270375712293E-3</c:v>
                </c:pt>
                <c:pt idx="5046">
                  <c:v>5.0126498474924929E-3</c:v>
                </c:pt>
                <c:pt idx="5047">
                  <c:v>4.9890052727401693E-3</c:v>
                </c:pt>
                <c:pt idx="5048">
                  <c:v>4.6579812262076466E-3</c:v>
                </c:pt>
                <c:pt idx="5049">
                  <c:v>4.6816258009599702E-3</c:v>
                </c:pt>
                <c:pt idx="5050">
                  <c:v>5.0126498474924929E-3</c:v>
                </c:pt>
                <c:pt idx="5051">
                  <c:v>5.083583571749462E-3</c:v>
                </c:pt>
                <c:pt idx="5052">
                  <c:v>4.7762040999692621E-3</c:v>
                </c:pt>
                <c:pt idx="5053">
                  <c:v>4.6106920767030012E-3</c:v>
                </c:pt>
                <c:pt idx="5054">
                  <c:v>4.8234932494739076E-3</c:v>
                </c:pt>
                <c:pt idx="5055">
                  <c:v>4.9417161232355239E-3</c:v>
                </c:pt>
                <c:pt idx="5056">
                  <c:v>4.7289149504646166E-3</c:v>
                </c:pt>
                <c:pt idx="5057">
                  <c:v>4.7289149504646166E-3</c:v>
                </c:pt>
                <c:pt idx="5058">
                  <c:v>5.0362944222448157E-3</c:v>
                </c:pt>
                <c:pt idx="5059">
                  <c:v>5.0362944222448157E-3</c:v>
                </c:pt>
                <c:pt idx="5060">
                  <c:v>4.7289149504646166E-3</c:v>
                </c:pt>
                <c:pt idx="5061">
                  <c:v>4.6106920767030012E-3</c:v>
                </c:pt>
                <c:pt idx="5062">
                  <c:v>4.9890052727401693E-3</c:v>
                </c:pt>
                <c:pt idx="5063">
                  <c:v>5.083583571749462E-3</c:v>
                </c:pt>
                <c:pt idx="5064">
                  <c:v>4.8471378242262312E-3</c:v>
                </c:pt>
                <c:pt idx="5065">
                  <c:v>4.7998486747215857E-3</c:v>
                </c:pt>
                <c:pt idx="5066">
                  <c:v>5.1308727212541084E-3</c:v>
                </c:pt>
                <c:pt idx="5067">
                  <c:v>5.1545172960064311E-3</c:v>
                </c:pt>
                <c:pt idx="5068">
                  <c:v>4.8471378242262312E-3</c:v>
                </c:pt>
                <c:pt idx="5069">
                  <c:v>4.705270375712293E-3</c:v>
                </c:pt>
                <c:pt idx="5070">
                  <c:v>5.083583571749462E-3</c:v>
                </c:pt>
                <c:pt idx="5071">
                  <c:v>5.1308727212541084E-3</c:v>
                </c:pt>
                <c:pt idx="5072">
                  <c:v>4.9180715484832003E-3</c:v>
                </c:pt>
                <c:pt idx="5073">
                  <c:v>4.705270375712293E-3</c:v>
                </c:pt>
                <c:pt idx="5074">
                  <c:v>4.9890052727401693E-3</c:v>
                </c:pt>
                <c:pt idx="5075">
                  <c:v>5.1072281465017848E-3</c:v>
                </c:pt>
                <c:pt idx="5076">
                  <c:v>4.7998486747215857E-3</c:v>
                </c:pt>
                <c:pt idx="5077">
                  <c:v>4.5634029271983548E-3</c:v>
                </c:pt>
                <c:pt idx="5078">
                  <c:v>4.9180715484832003E-3</c:v>
                </c:pt>
                <c:pt idx="5079">
                  <c:v>5.0599389969971393E-3</c:v>
                </c:pt>
                <c:pt idx="5080">
                  <c:v>4.7998486747215857E-3</c:v>
                </c:pt>
                <c:pt idx="5081">
                  <c:v>4.5870475019506775E-3</c:v>
                </c:pt>
                <c:pt idx="5082">
                  <c:v>4.9653606979878466E-3</c:v>
                </c:pt>
                <c:pt idx="5083">
                  <c:v>5.1781618707587547E-3</c:v>
                </c:pt>
                <c:pt idx="5084">
                  <c:v>5.0126498474924929E-3</c:v>
                </c:pt>
                <c:pt idx="5085">
                  <c:v>4.7289149504646166E-3</c:v>
                </c:pt>
                <c:pt idx="5086">
                  <c:v>5.0126498474924929E-3</c:v>
                </c:pt>
                <c:pt idx="5087">
                  <c:v>5.1308727212541084E-3</c:v>
                </c:pt>
                <c:pt idx="5088">
                  <c:v>4.9653606979878466E-3</c:v>
                </c:pt>
                <c:pt idx="5089">
                  <c:v>4.7762040999692621E-3</c:v>
                </c:pt>
                <c:pt idx="5090">
                  <c:v>5.0362944222448157E-3</c:v>
                </c:pt>
                <c:pt idx="5091">
                  <c:v>5.1781618707587547E-3</c:v>
                </c:pt>
                <c:pt idx="5092">
                  <c:v>4.9890052727401693E-3</c:v>
                </c:pt>
                <c:pt idx="5093">
                  <c:v>4.705270375712293E-3</c:v>
                </c:pt>
                <c:pt idx="5094">
                  <c:v>5.0126498474924929E-3</c:v>
                </c:pt>
                <c:pt idx="5095">
                  <c:v>5.1781618707587547E-3</c:v>
                </c:pt>
                <c:pt idx="5096">
                  <c:v>4.9890052727401693E-3</c:v>
                </c:pt>
                <c:pt idx="5097">
                  <c:v>4.6579812262076466E-3</c:v>
                </c:pt>
                <c:pt idx="5098">
                  <c:v>4.8944269737308775E-3</c:v>
                </c:pt>
                <c:pt idx="5099">
                  <c:v>5.1072281465017848E-3</c:v>
                </c:pt>
                <c:pt idx="5100">
                  <c:v>4.9890052727401693E-3</c:v>
                </c:pt>
                <c:pt idx="5101">
                  <c:v>4.7762040999692621E-3</c:v>
                </c:pt>
                <c:pt idx="5102">
                  <c:v>5.0126498474924929E-3</c:v>
                </c:pt>
                <c:pt idx="5103">
                  <c:v>5.2727401697680466E-3</c:v>
                </c:pt>
                <c:pt idx="5104">
                  <c:v>5.083583571749462E-3</c:v>
                </c:pt>
                <c:pt idx="5105">
                  <c:v>4.6816258009599702E-3</c:v>
                </c:pt>
                <c:pt idx="5106">
                  <c:v>4.9417161232355239E-3</c:v>
                </c:pt>
                <c:pt idx="5107">
                  <c:v>5.1545172960064311E-3</c:v>
                </c:pt>
                <c:pt idx="5108">
                  <c:v>5.0599389969971393E-3</c:v>
                </c:pt>
                <c:pt idx="5109">
                  <c:v>4.7998486747215857E-3</c:v>
                </c:pt>
                <c:pt idx="5110">
                  <c:v>4.9653606979878466E-3</c:v>
                </c:pt>
                <c:pt idx="5111">
                  <c:v>5.1781618707587547E-3</c:v>
                </c:pt>
                <c:pt idx="5112">
                  <c:v>5.1308727212541084E-3</c:v>
                </c:pt>
                <c:pt idx="5113">
                  <c:v>4.8471378242262312E-3</c:v>
                </c:pt>
                <c:pt idx="5114">
                  <c:v>5.083583571749462E-3</c:v>
                </c:pt>
                <c:pt idx="5115">
                  <c:v>5.3200293192726929E-3</c:v>
                </c:pt>
                <c:pt idx="5116">
                  <c:v>5.1545172960064311E-3</c:v>
                </c:pt>
                <c:pt idx="5117">
                  <c:v>4.8234932494739076E-3</c:v>
                </c:pt>
                <c:pt idx="5118">
                  <c:v>4.9417161232355239E-3</c:v>
                </c:pt>
                <c:pt idx="5119">
                  <c:v>5.2254510202634011E-3</c:v>
                </c:pt>
                <c:pt idx="5120">
                  <c:v>5.2018064455110775E-3</c:v>
                </c:pt>
                <c:pt idx="5121">
                  <c:v>4.9180715484832003E-3</c:v>
                </c:pt>
                <c:pt idx="5122">
                  <c:v>5.0599389969971393E-3</c:v>
                </c:pt>
                <c:pt idx="5123">
                  <c:v>5.3200293192726929E-3</c:v>
                </c:pt>
                <c:pt idx="5124">
                  <c:v>5.3200293192726929E-3</c:v>
                </c:pt>
                <c:pt idx="5125">
                  <c:v>4.9417161232355239E-3</c:v>
                </c:pt>
                <c:pt idx="5126">
                  <c:v>4.9417161232355239E-3</c:v>
                </c:pt>
                <c:pt idx="5127">
                  <c:v>5.1781618707587547E-3</c:v>
                </c:pt>
                <c:pt idx="5128">
                  <c:v>5.1308727212541084E-3</c:v>
                </c:pt>
                <c:pt idx="5129">
                  <c:v>4.7289149504646166E-3</c:v>
                </c:pt>
                <c:pt idx="5130">
                  <c:v>4.6816258009599702E-3</c:v>
                </c:pt>
                <c:pt idx="5131">
                  <c:v>5.0126498474924929E-3</c:v>
                </c:pt>
                <c:pt idx="5132">
                  <c:v>4.9653606979878466E-3</c:v>
                </c:pt>
                <c:pt idx="5133">
                  <c:v>4.6579812262076466E-3</c:v>
                </c:pt>
                <c:pt idx="5134">
                  <c:v>4.6816258009599702E-3</c:v>
                </c:pt>
                <c:pt idx="5135">
                  <c:v>5.0599389969971393E-3</c:v>
                </c:pt>
                <c:pt idx="5136">
                  <c:v>5.0599389969971393E-3</c:v>
                </c:pt>
                <c:pt idx="5137">
                  <c:v>4.6579812262076466E-3</c:v>
                </c:pt>
                <c:pt idx="5138">
                  <c:v>4.6343366514553239E-3</c:v>
                </c:pt>
                <c:pt idx="5139">
                  <c:v>5.0126498474924929E-3</c:v>
                </c:pt>
                <c:pt idx="5140">
                  <c:v>5.0362944222448157E-3</c:v>
                </c:pt>
                <c:pt idx="5141">
                  <c:v>4.7525595252169393E-3</c:v>
                </c:pt>
                <c:pt idx="5142">
                  <c:v>4.7525595252169393E-3</c:v>
                </c:pt>
                <c:pt idx="5143">
                  <c:v>5.2018064455110775E-3</c:v>
                </c:pt>
                <c:pt idx="5144">
                  <c:v>5.2254510202634011E-3</c:v>
                </c:pt>
                <c:pt idx="5145">
                  <c:v>4.8471378242262312E-3</c:v>
                </c:pt>
                <c:pt idx="5146">
                  <c:v>4.7289149504646166E-3</c:v>
                </c:pt>
                <c:pt idx="5147">
                  <c:v>5.1308727212541084E-3</c:v>
                </c:pt>
                <c:pt idx="5148">
                  <c:v>5.1781618707587547E-3</c:v>
                </c:pt>
                <c:pt idx="5149">
                  <c:v>4.9180715484832003E-3</c:v>
                </c:pt>
                <c:pt idx="5150">
                  <c:v>4.7998486747215857E-3</c:v>
                </c:pt>
                <c:pt idx="5151">
                  <c:v>5.1308727212541084E-3</c:v>
                </c:pt>
                <c:pt idx="5152">
                  <c:v>5.1308727212541084E-3</c:v>
                </c:pt>
                <c:pt idx="5153">
                  <c:v>4.9180715484832003E-3</c:v>
                </c:pt>
                <c:pt idx="5154">
                  <c:v>4.7525595252169393E-3</c:v>
                </c:pt>
                <c:pt idx="5155">
                  <c:v>5.1308727212541084E-3</c:v>
                </c:pt>
                <c:pt idx="5156">
                  <c:v>5.2254510202634011E-3</c:v>
                </c:pt>
                <c:pt idx="5157">
                  <c:v>4.9417161232355239E-3</c:v>
                </c:pt>
                <c:pt idx="5158">
                  <c:v>4.7525595252169393E-3</c:v>
                </c:pt>
                <c:pt idx="5159">
                  <c:v>5.1308727212541084E-3</c:v>
                </c:pt>
                <c:pt idx="5160">
                  <c:v>5.2254510202634011E-3</c:v>
                </c:pt>
                <c:pt idx="5161">
                  <c:v>5.0126498474924929E-3</c:v>
                </c:pt>
                <c:pt idx="5162">
                  <c:v>4.7998486747215857E-3</c:v>
                </c:pt>
                <c:pt idx="5163">
                  <c:v>5.1781618707587547E-3</c:v>
                </c:pt>
                <c:pt idx="5164">
                  <c:v>5.2963847445203702E-3</c:v>
                </c:pt>
                <c:pt idx="5165">
                  <c:v>5.1072281465017848E-3</c:v>
                </c:pt>
                <c:pt idx="5166">
                  <c:v>4.8944269737308775E-3</c:v>
                </c:pt>
                <c:pt idx="5167">
                  <c:v>5.2490955950157238E-3</c:v>
                </c:pt>
                <c:pt idx="5168">
                  <c:v>5.2963847445203702E-3</c:v>
                </c:pt>
                <c:pt idx="5169">
                  <c:v>5.0126498474924929E-3</c:v>
                </c:pt>
                <c:pt idx="5170">
                  <c:v>4.8471378242262312E-3</c:v>
                </c:pt>
                <c:pt idx="5171">
                  <c:v>5.2490955950157238E-3</c:v>
                </c:pt>
                <c:pt idx="5172">
                  <c:v>5.3673184687773393E-3</c:v>
                </c:pt>
                <c:pt idx="5173">
                  <c:v>5.1781618707587547E-3</c:v>
                </c:pt>
                <c:pt idx="5174">
                  <c:v>4.9180715484832003E-3</c:v>
                </c:pt>
                <c:pt idx="5175">
                  <c:v>5.2254510202634011E-3</c:v>
                </c:pt>
                <c:pt idx="5176">
                  <c:v>5.461896767786632E-3</c:v>
                </c:pt>
                <c:pt idx="5177">
                  <c:v>5.2727401697680466E-3</c:v>
                </c:pt>
                <c:pt idx="5178">
                  <c:v>4.9890052727401693E-3</c:v>
                </c:pt>
                <c:pt idx="5179">
                  <c:v>5.3673184687773393E-3</c:v>
                </c:pt>
                <c:pt idx="5180">
                  <c:v>5.5564750667959238E-3</c:v>
                </c:pt>
                <c:pt idx="5181">
                  <c:v>5.2727401697680466E-3</c:v>
                </c:pt>
                <c:pt idx="5182">
                  <c:v>4.9890052727401693E-3</c:v>
                </c:pt>
                <c:pt idx="5183">
                  <c:v>5.3673184687773393E-3</c:v>
                </c:pt>
                <c:pt idx="5184">
                  <c:v>5.461896767786632E-3</c:v>
                </c:pt>
                <c:pt idx="5185">
                  <c:v>5.1781618707587547E-3</c:v>
                </c:pt>
                <c:pt idx="5186">
                  <c:v>4.8707823989785539E-3</c:v>
                </c:pt>
                <c:pt idx="5187">
                  <c:v>5.1545172960064311E-3</c:v>
                </c:pt>
                <c:pt idx="5188">
                  <c:v>5.3673184687773393E-3</c:v>
                </c:pt>
                <c:pt idx="5189">
                  <c:v>5.1545172960064311E-3</c:v>
                </c:pt>
                <c:pt idx="5190">
                  <c:v>4.9417161232355239E-3</c:v>
                </c:pt>
                <c:pt idx="5191">
                  <c:v>5.2727401697680466E-3</c:v>
                </c:pt>
                <c:pt idx="5192">
                  <c:v>5.4855413425389547E-3</c:v>
                </c:pt>
                <c:pt idx="5193">
                  <c:v>5.2963847445203702E-3</c:v>
                </c:pt>
                <c:pt idx="5194">
                  <c:v>4.9180715484832003E-3</c:v>
                </c:pt>
                <c:pt idx="5195">
                  <c:v>5.1781618707587547E-3</c:v>
                </c:pt>
                <c:pt idx="5196">
                  <c:v>5.5091859172912783E-3</c:v>
                </c:pt>
                <c:pt idx="5197">
                  <c:v>5.390963043529662E-3</c:v>
                </c:pt>
                <c:pt idx="5198">
                  <c:v>5.0599389969971393E-3</c:v>
                </c:pt>
                <c:pt idx="5199">
                  <c:v>5.2254510202634011E-3</c:v>
                </c:pt>
                <c:pt idx="5200">
                  <c:v>5.4855413425389547E-3</c:v>
                </c:pt>
                <c:pt idx="5201">
                  <c:v>5.3200293192726929E-3</c:v>
                </c:pt>
                <c:pt idx="5202">
                  <c:v>4.9417161232355239E-3</c:v>
                </c:pt>
                <c:pt idx="5203">
                  <c:v>5.1545172960064311E-3</c:v>
                </c:pt>
                <c:pt idx="5204">
                  <c:v>5.4382521930343083E-3</c:v>
                </c:pt>
                <c:pt idx="5205">
                  <c:v>5.3436738940250165E-3</c:v>
                </c:pt>
                <c:pt idx="5206">
                  <c:v>5.0362944222448157E-3</c:v>
                </c:pt>
                <c:pt idx="5207">
                  <c:v>5.2018064455110775E-3</c:v>
                </c:pt>
                <c:pt idx="5208">
                  <c:v>5.5564750667959238E-3</c:v>
                </c:pt>
                <c:pt idx="5209">
                  <c:v>5.4855413425389547E-3</c:v>
                </c:pt>
                <c:pt idx="5210">
                  <c:v>5.1072281465017848E-3</c:v>
                </c:pt>
                <c:pt idx="5211">
                  <c:v>5.0599389969971393E-3</c:v>
                </c:pt>
                <c:pt idx="5212">
                  <c:v>5.3200293192726929E-3</c:v>
                </c:pt>
                <c:pt idx="5213">
                  <c:v>5.2727401697680466E-3</c:v>
                </c:pt>
                <c:pt idx="5214">
                  <c:v>4.9180715484832003E-3</c:v>
                </c:pt>
                <c:pt idx="5215">
                  <c:v>4.9417161232355239E-3</c:v>
                </c:pt>
                <c:pt idx="5216">
                  <c:v>5.2490955950157238E-3</c:v>
                </c:pt>
                <c:pt idx="5217">
                  <c:v>5.2018064455110775E-3</c:v>
                </c:pt>
                <c:pt idx="5218">
                  <c:v>4.9417161232355239E-3</c:v>
                </c:pt>
                <c:pt idx="5219">
                  <c:v>4.9890052727401693E-3</c:v>
                </c:pt>
                <c:pt idx="5220">
                  <c:v>5.3436738940250165E-3</c:v>
                </c:pt>
                <c:pt idx="5221">
                  <c:v>5.2254510202634011E-3</c:v>
                </c:pt>
                <c:pt idx="5222">
                  <c:v>4.9180715484832003E-3</c:v>
                </c:pt>
                <c:pt idx="5223">
                  <c:v>4.9417161232355239E-3</c:v>
                </c:pt>
                <c:pt idx="5224">
                  <c:v>5.4146076182819856E-3</c:v>
                </c:pt>
                <c:pt idx="5225">
                  <c:v>5.3673184687773393E-3</c:v>
                </c:pt>
                <c:pt idx="5226">
                  <c:v>5.0362944222448157E-3</c:v>
                </c:pt>
                <c:pt idx="5227">
                  <c:v>4.9653606979878466E-3</c:v>
                </c:pt>
                <c:pt idx="5228">
                  <c:v>5.2727401697680466E-3</c:v>
                </c:pt>
                <c:pt idx="5229">
                  <c:v>5.2727401697680466E-3</c:v>
                </c:pt>
                <c:pt idx="5230">
                  <c:v>5.0599389969971393E-3</c:v>
                </c:pt>
                <c:pt idx="5231">
                  <c:v>5.0362944222448157E-3</c:v>
                </c:pt>
                <c:pt idx="5232">
                  <c:v>5.461896767786632E-3</c:v>
                </c:pt>
                <c:pt idx="5233">
                  <c:v>5.5091859172912783E-3</c:v>
                </c:pt>
                <c:pt idx="5234">
                  <c:v>5.2963847445203702E-3</c:v>
                </c:pt>
                <c:pt idx="5235">
                  <c:v>5.2254510202634011E-3</c:v>
                </c:pt>
                <c:pt idx="5236">
                  <c:v>5.6037642163005693E-3</c:v>
                </c:pt>
                <c:pt idx="5237">
                  <c:v>5.6037642163005693E-3</c:v>
                </c:pt>
                <c:pt idx="5238">
                  <c:v>5.2490955950157238E-3</c:v>
                </c:pt>
                <c:pt idx="5239">
                  <c:v>5.083583571749462E-3</c:v>
                </c:pt>
                <c:pt idx="5240">
                  <c:v>5.4146076182819856E-3</c:v>
                </c:pt>
                <c:pt idx="5241">
                  <c:v>5.461896767786632E-3</c:v>
                </c:pt>
                <c:pt idx="5242">
                  <c:v>5.2018064455110775E-3</c:v>
                </c:pt>
                <c:pt idx="5243">
                  <c:v>5.0362944222448157E-3</c:v>
                </c:pt>
                <c:pt idx="5244">
                  <c:v>5.4382521930343083E-3</c:v>
                </c:pt>
                <c:pt idx="5245">
                  <c:v>5.4146076182819856E-3</c:v>
                </c:pt>
                <c:pt idx="5246">
                  <c:v>5.083583571749462E-3</c:v>
                </c:pt>
                <c:pt idx="5247">
                  <c:v>4.8944269737308775E-3</c:v>
                </c:pt>
                <c:pt idx="5248">
                  <c:v>5.2963847445203702E-3</c:v>
                </c:pt>
                <c:pt idx="5249">
                  <c:v>5.3673184687773393E-3</c:v>
                </c:pt>
                <c:pt idx="5250">
                  <c:v>5.1072281465017848E-3</c:v>
                </c:pt>
                <c:pt idx="5251">
                  <c:v>4.8944269737308775E-3</c:v>
                </c:pt>
                <c:pt idx="5252">
                  <c:v>5.3200293192726929E-3</c:v>
                </c:pt>
                <c:pt idx="5253">
                  <c:v>5.461896767786632E-3</c:v>
                </c:pt>
                <c:pt idx="5254">
                  <c:v>5.2727401697680466E-3</c:v>
                </c:pt>
                <c:pt idx="5255">
                  <c:v>5.0362944222448157E-3</c:v>
                </c:pt>
                <c:pt idx="5256">
                  <c:v>5.390963043529662E-3</c:v>
                </c:pt>
                <c:pt idx="5257">
                  <c:v>5.532830492043601E-3</c:v>
                </c:pt>
                <c:pt idx="5258">
                  <c:v>5.3673184687773393E-3</c:v>
                </c:pt>
                <c:pt idx="5259">
                  <c:v>5.1545172960064311E-3</c:v>
                </c:pt>
                <c:pt idx="5260">
                  <c:v>5.4382521930343083E-3</c:v>
                </c:pt>
                <c:pt idx="5261">
                  <c:v>5.5564750667959238E-3</c:v>
                </c:pt>
                <c:pt idx="5262">
                  <c:v>5.3436738940250165E-3</c:v>
                </c:pt>
                <c:pt idx="5263">
                  <c:v>5.083583571749462E-3</c:v>
                </c:pt>
                <c:pt idx="5264">
                  <c:v>5.3436738940250165E-3</c:v>
                </c:pt>
                <c:pt idx="5265">
                  <c:v>5.4382521930343083E-3</c:v>
                </c:pt>
                <c:pt idx="5266">
                  <c:v>5.2963847445203702E-3</c:v>
                </c:pt>
                <c:pt idx="5267">
                  <c:v>5.0362944222448157E-3</c:v>
                </c:pt>
                <c:pt idx="5268">
                  <c:v>5.3200293192726929E-3</c:v>
                </c:pt>
                <c:pt idx="5269">
                  <c:v>5.532830492043601E-3</c:v>
                </c:pt>
                <c:pt idx="5270">
                  <c:v>5.390963043529662E-3</c:v>
                </c:pt>
                <c:pt idx="5271">
                  <c:v>5.083583571749462E-3</c:v>
                </c:pt>
                <c:pt idx="5272">
                  <c:v>5.2963847445203702E-3</c:v>
                </c:pt>
                <c:pt idx="5273">
                  <c:v>5.4855413425389547E-3</c:v>
                </c:pt>
                <c:pt idx="5274">
                  <c:v>5.2963847445203702E-3</c:v>
                </c:pt>
                <c:pt idx="5275">
                  <c:v>5.0126498474924929E-3</c:v>
                </c:pt>
                <c:pt idx="5276">
                  <c:v>5.2490955950157238E-3</c:v>
                </c:pt>
                <c:pt idx="5277">
                  <c:v>5.4146076182819856E-3</c:v>
                </c:pt>
                <c:pt idx="5278">
                  <c:v>5.2963847445203702E-3</c:v>
                </c:pt>
                <c:pt idx="5279">
                  <c:v>5.1308727212541084E-3</c:v>
                </c:pt>
                <c:pt idx="5280">
                  <c:v>5.3200293192726929E-3</c:v>
                </c:pt>
                <c:pt idx="5281">
                  <c:v>5.532830492043601E-3</c:v>
                </c:pt>
                <c:pt idx="5282">
                  <c:v>5.3673184687773393E-3</c:v>
                </c:pt>
                <c:pt idx="5283">
                  <c:v>5.083583571749462E-3</c:v>
                </c:pt>
                <c:pt idx="5284">
                  <c:v>5.2963847445203702E-3</c:v>
                </c:pt>
                <c:pt idx="5285">
                  <c:v>5.4855413425389547E-3</c:v>
                </c:pt>
                <c:pt idx="5286">
                  <c:v>5.3673184687773393E-3</c:v>
                </c:pt>
                <c:pt idx="5287">
                  <c:v>5.0599389969971393E-3</c:v>
                </c:pt>
                <c:pt idx="5288">
                  <c:v>5.2727401697680466E-3</c:v>
                </c:pt>
                <c:pt idx="5289">
                  <c:v>5.5091859172912783E-3</c:v>
                </c:pt>
                <c:pt idx="5290">
                  <c:v>5.3436738940250165E-3</c:v>
                </c:pt>
                <c:pt idx="5291">
                  <c:v>5.0599389969971393E-3</c:v>
                </c:pt>
                <c:pt idx="5292">
                  <c:v>5.1781618707587547E-3</c:v>
                </c:pt>
                <c:pt idx="5293">
                  <c:v>5.5091859172912783E-3</c:v>
                </c:pt>
                <c:pt idx="5294">
                  <c:v>5.4382521930343083E-3</c:v>
                </c:pt>
                <c:pt idx="5295">
                  <c:v>5.1781618707587547E-3</c:v>
                </c:pt>
                <c:pt idx="5296">
                  <c:v>5.3200293192726929E-3</c:v>
                </c:pt>
                <c:pt idx="5297">
                  <c:v>5.5801196415482465E-3</c:v>
                </c:pt>
                <c:pt idx="5298">
                  <c:v>5.5091859172912783E-3</c:v>
                </c:pt>
                <c:pt idx="5299">
                  <c:v>5.1781618707587547E-3</c:v>
                </c:pt>
                <c:pt idx="5300">
                  <c:v>5.2490955950157238E-3</c:v>
                </c:pt>
                <c:pt idx="5301">
                  <c:v>5.5564750667959238E-3</c:v>
                </c:pt>
                <c:pt idx="5302">
                  <c:v>5.5091859172912783E-3</c:v>
                </c:pt>
                <c:pt idx="5303">
                  <c:v>5.2727401697680466E-3</c:v>
                </c:pt>
                <c:pt idx="5304">
                  <c:v>5.390963043529662E-3</c:v>
                </c:pt>
                <c:pt idx="5305">
                  <c:v>5.6746979405575392E-3</c:v>
                </c:pt>
                <c:pt idx="5306">
                  <c:v>5.5801196415482465E-3</c:v>
                </c:pt>
                <c:pt idx="5307">
                  <c:v>5.2254510202634011E-3</c:v>
                </c:pt>
                <c:pt idx="5308">
                  <c:v>5.2254510202634011E-3</c:v>
                </c:pt>
                <c:pt idx="5309">
                  <c:v>5.532830492043601E-3</c:v>
                </c:pt>
                <c:pt idx="5310">
                  <c:v>5.4382521930343083E-3</c:v>
                </c:pt>
                <c:pt idx="5311">
                  <c:v>5.1308727212541084E-3</c:v>
                </c:pt>
                <c:pt idx="5312">
                  <c:v>5.2018064455110775E-3</c:v>
                </c:pt>
                <c:pt idx="5313">
                  <c:v>5.461896767786632E-3</c:v>
                </c:pt>
                <c:pt idx="5314">
                  <c:v>5.4146076182819856E-3</c:v>
                </c:pt>
                <c:pt idx="5315">
                  <c:v>5.1545172960064311E-3</c:v>
                </c:pt>
                <c:pt idx="5316">
                  <c:v>5.1308727212541084E-3</c:v>
                </c:pt>
                <c:pt idx="5317">
                  <c:v>5.532830492043601E-3</c:v>
                </c:pt>
                <c:pt idx="5318">
                  <c:v>5.4855413425389547E-3</c:v>
                </c:pt>
                <c:pt idx="5319">
                  <c:v>5.2254510202634011E-3</c:v>
                </c:pt>
                <c:pt idx="5320">
                  <c:v>5.2018064455110775E-3</c:v>
                </c:pt>
                <c:pt idx="5321">
                  <c:v>5.6037642163005693E-3</c:v>
                </c:pt>
                <c:pt idx="5322">
                  <c:v>5.5801196415482465E-3</c:v>
                </c:pt>
                <c:pt idx="5323">
                  <c:v>5.2727401697680466E-3</c:v>
                </c:pt>
                <c:pt idx="5324">
                  <c:v>5.2018064455110775E-3</c:v>
                </c:pt>
                <c:pt idx="5325">
                  <c:v>5.5091859172912783E-3</c:v>
                </c:pt>
                <c:pt idx="5326">
                  <c:v>5.532830492043601E-3</c:v>
                </c:pt>
                <c:pt idx="5327">
                  <c:v>5.2490955950157238E-3</c:v>
                </c:pt>
                <c:pt idx="5328">
                  <c:v>5.2018064455110775E-3</c:v>
                </c:pt>
                <c:pt idx="5329">
                  <c:v>5.5564750667959238E-3</c:v>
                </c:pt>
                <c:pt idx="5330">
                  <c:v>5.6274087910528929E-3</c:v>
                </c:pt>
                <c:pt idx="5331">
                  <c:v>5.4382521930343083E-3</c:v>
                </c:pt>
                <c:pt idx="5332">
                  <c:v>5.2727401697680466E-3</c:v>
                </c:pt>
                <c:pt idx="5333">
                  <c:v>5.6510533658052156E-3</c:v>
                </c:pt>
                <c:pt idx="5334">
                  <c:v>5.769276239566831E-3</c:v>
                </c:pt>
                <c:pt idx="5335">
                  <c:v>5.5091859172912783E-3</c:v>
                </c:pt>
                <c:pt idx="5336">
                  <c:v>5.3200293192726929E-3</c:v>
                </c:pt>
                <c:pt idx="5337">
                  <c:v>5.6746979405575392E-3</c:v>
                </c:pt>
                <c:pt idx="5338">
                  <c:v>5.7456316648145083E-3</c:v>
                </c:pt>
                <c:pt idx="5339">
                  <c:v>5.461896767786632E-3</c:v>
                </c:pt>
                <c:pt idx="5340">
                  <c:v>5.3200293192726929E-3</c:v>
                </c:pt>
                <c:pt idx="5341">
                  <c:v>5.6274087910528929E-3</c:v>
                </c:pt>
                <c:pt idx="5342">
                  <c:v>5.6746979405575392E-3</c:v>
                </c:pt>
                <c:pt idx="5343">
                  <c:v>5.461896767786632E-3</c:v>
                </c:pt>
                <c:pt idx="5344">
                  <c:v>5.3200293192726929E-3</c:v>
                </c:pt>
                <c:pt idx="5345">
                  <c:v>5.6510533658052156E-3</c:v>
                </c:pt>
                <c:pt idx="5346">
                  <c:v>5.7929208143191547E-3</c:v>
                </c:pt>
                <c:pt idx="5347">
                  <c:v>5.5801196415482465E-3</c:v>
                </c:pt>
                <c:pt idx="5348">
                  <c:v>5.3200293192726929E-3</c:v>
                </c:pt>
                <c:pt idx="5349">
                  <c:v>5.6274087910528929E-3</c:v>
                </c:pt>
                <c:pt idx="5350">
                  <c:v>5.7456316648145083E-3</c:v>
                </c:pt>
                <c:pt idx="5351">
                  <c:v>5.5091859172912783E-3</c:v>
                </c:pt>
                <c:pt idx="5352">
                  <c:v>5.2490955950157238E-3</c:v>
                </c:pt>
                <c:pt idx="5353">
                  <c:v>5.5564750667959238E-3</c:v>
                </c:pt>
                <c:pt idx="5354">
                  <c:v>5.7456316648145083E-3</c:v>
                </c:pt>
                <c:pt idx="5355">
                  <c:v>5.532830492043601E-3</c:v>
                </c:pt>
                <c:pt idx="5356">
                  <c:v>5.2490955950157238E-3</c:v>
                </c:pt>
                <c:pt idx="5357">
                  <c:v>5.5801196415482465E-3</c:v>
                </c:pt>
                <c:pt idx="5358">
                  <c:v>5.6746979405575392E-3</c:v>
                </c:pt>
                <c:pt idx="5359">
                  <c:v>5.5091859172912783E-3</c:v>
                </c:pt>
                <c:pt idx="5360">
                  <c:v>5.2963847445203702E-3</c:v>
                </c:pt>
                <c:pt idx="5361">
                  <c:v>5.6037642163005693E-3</c:v>
                </c:pt>
                <c:pt idx="5362">
                  <c:v>5.769276239566831E-3</c:v>
                </c:pt>
                <c:pt idx="5363">
                  <c:v>5.6037642163005693E-3</c:v>
                </c:pt>
                <c:pt idx="5364">
                  <c:v>5.2963847445203702E-3</c:v>
                </c:pt>
                <c:pt idx="5365">
                  <c:v>5.5801196415482465E-3</c:v>
                </c:pt>
                <c:pt idx="5366">
                  <c:v>5.8165653890714774E-3</c:v>
                </c:pt>
                <c:pt idx="5367">
                  <c:v>5.6274087910528929E-3</c:v>
                </c:pt>
                <c:pt idx="5368">
                  <c:v>5.3436738940250165E-3</c:v>
                </c:pt>
                <c:pt idx="5369">
                  <c:v>5.5091859172912783E-3</c:v>
                </c:pt>
                <c:pt idx="5370">
                  <c:v>5.698342515309862E-3</c:v>
                </c:pt>
                <c:pt idx="5371">
                  <c:v>5.532830492043601E-3</c:v>
                </c:pt>
                <c:pt idx="5372">
                  <c:v>5.2727401697680466E-3</c:v>
                </c:pt>
                <c:pt idx="5373">
                  <c:v>5.5801196415482465E-3</c:v>
                </c:pt>
                <c:pt idx="5374">
                  <c:v>5.8165653890714774E-3</c:v>
                </c:pt>
                <c:pt idx="5375">
                  <c:v>5.698342515309862E-3</c:v>
                </c:pt>
                <c:pt idx="5376">
                  <c:v>5.4146076182819856E-3</c:v>
                </c:pt>
                <c:pt idx="5377">
                  <c:v>5.6746979405575392E-3</c:v>
                </c:pt>
                <c:pt idx="5378">
                  <c:v>5.8165653890714774E-3</c:v>
                </c:pt>
                <c:pt idx="5379">
                  <c:v>5.6510533658052156E-3</c:v>
                </c:pt>
                <c:pt idx="5380">
                  <c:v>5.2727401697680466E-3</c:v>
                </c:pt>
                <c:pt idx="5381">
                  <c:v>5.4382521930343083E-3</c:v>
                </c:pt>
                <c:pt idx="5382">
                  <c:v>5.698342515309862E-3</c:v>
                </c:pt>
                <c:pt idx="5383">
                  <c:v>5.5564750667959238E-3</c:v>
                </c:pt>
                <c:pt idx="5384">
                  <c:v>5.2727401697680466E-3</c:v>
                </c:pt>
                <c:pt idx="5385">
                  <c:v>5.4382521930343083E-3</c:v>
                </c:pt>
                <c:pt idx="5386">
                  <c:v>5.698342515309862E-3</c:v>
                </c:pt>
                <c:pt idx="5387">
                  <c:v>5.6746979405575392E-3</c:v>
                </c:pt>
                <c:pt idx="5388">
                  <c:v>5.3673184687773393E-3</c:v>
                </c:pt>
                <c:pt idx="5389">
                  <c:v>5.5091859172912783E-3</c:v>
                </c:pt>
                <c:pt idx="5390">
                  <c:v>5.7929208143191547E-3</c:v>
                </c:pt>
                <c:pt idx="5391">
                  <c:v>5.7219870900621856E-3</c:v>
                </c:pt>
                <c:pt idx="5392">
                  <c:v>5.461896767786632E-3</c:v>
                </c:pt>
                <c:pt idx="5393">
                  <c:v>5.5564750667959238E-3</c:v>
                </c:pt>
                <c:pt idx="5394">
                  <c:v>5.7929208143191547E-3</c:v>
                </c:pt>
                <c:pt idx="5395">
                  <c:v>5.840209963823801E-3</c:v>
                </c:pt>
                <c:pt idx="5396">
                  <c:v>5.5091859172912783E-3</c:v>
                </c:pt>
                <c:pt idx="5397">
                  <c:v>5.6037642163005693E-3</c:v>
                </c:pt>
                <c:pt idx="5398">
                  <c:v>5.8165653890714774E-3</c:v>
                </c:pt>
                <c:pt idx="5399">
                  <c:v>5.840209963823801E-3</c:v>
                </c:pt>
                <c:pt idx="5400">
                  <c:v>5.6037642163005693E-3</c:v>
                </c:pt>
                <c:pt idx="5401">
                  <c:v>5.6037642163005693E-3</c:v>
                </c:pt>
                <c:pt idx="5402">
                  <c:v>5.840209963823801E-3</c:v>
                </c:pt>
                <c:pt idx="5403">
                  <c:v>5.769276239566831E-3</c:v>
                </c:pt>
                <c:pt idx="5404">
                  <c:v>5.4382521930343083E-3</c:v>
                </c:pt>
                <c:pt idx="5405">
                  <c:v>5.4855413425389547E-3</c:v>
                </c:pt>
                <c:pt idx="5406">
                  <c:v>5.6510533658052156E-3</c:v>
                </c:pt>
                <c:pt idx="5407">
                  <c:v>5.5801196415482465E-3</c:v>
                </c:pt>
                <c:pt idx="5408">
                  <c:v>5.2727401697680466E-3</c:v>
                </c:pt>
                <c:pt idx="5409">
                  <c:v>5.2490955950157238E-3</c:v>
                </c:pt>
                <c:pt idx="5410">
                  <c:v>5.5564750667959238E-3</c:v>
                </c:pt>
                <c:pt idx="5411">
                  <c:v>5.6274087910528929E-3</c:v>
                </c:pt>
                <c:pt idx="5412">
                  <c:v>5.3673184687773393E-3</c:v>
                </c:pt>
                <c:pt idx="5413">
                  <c:v>5.3673184687773393E-3</c:v>
                </c:pt>
                <c:pt idx="5414">
                  <c:v>5.698342515309862E-3</c:v>
                </c:pt>
                <c:pt idx="5415">
                  <c:v>5.769276239566831E-3</c:v>
                </c:pt>
                <c:pt idx="5416">
                  <c:v>5.5091859172912783E-3</c:v>
                </c:pt>
                <c:pt idx="5417">
                  <c:v>5.4146076182819856E-3</c:v>
                </c:pt>
                <c:pt idx="5418">
                  <c:v>5.6746979405575392E-3</c:v>
                </c:pt>
                <c:pt idx="5419">
                  <c:v>5.698342515309862E-3</c:v>
                </c:pt>
                <c:pt idx="5420">
                  <c:v>5.4382521930343083E-3</c:v>
                </c:pt>
                <c:pt idx="5421">
                  <c:v>5.3673184687773393E-3</c:v>
                </c:pt>
                <c:pt idx="5422">
                  <c:v>5.7219870900621856E-3</c:v>
                </c:pt>
                <c:pt idx="5423">
                  <c:v>5.8165653890714774E-3</c:v>
                </c:pt>
                <c:pt idx="5424">
                  <c:v>5.6274087910528929E-3</c:v>
                </c:pt>
                <c:pt idx="5425">
                  <c:v>5.5801196415482465E-3</c:v>
                </c:pt>
                <c:pt idx="5426">
                  <c:v>5.9111436880807701E-3</c:v>
                </c:pt>
                <c:pt idx="5427">
                  <c:v>6.0530111365947083E-3</c:v>
                </c:pt>
                <c:pt idx="5428">
                  <c:v>5.8165653890714774E-3</c:v>
                </c:pt>
                <c:pt idx="5429">
                  <c:v>5.6746979405575392E-3</c:v>
                </c:pt>
                <c:pt idx="5430">
                  <c:v>6.0766557113470319E-3</c:v>
                </c:pt>
                <c:pt idx="5431">
                  <c:v>6.1712340103563237E-3</c:v>
                </c:pt>
                <c:pt idx="5432">
                  <c:v>5.9347882628330928E-3</c:v>
                </c:pt>
                <c:pt idx="5433">
                  <c:v>5.769276239566831E-3</c:v>
                </c:pt>
                <c:pt idx="5434">
                  <c:v>6.0530111365947083E-3</c:v>
                </c:pt>
                <c:pt idx="5435">
                  <c:v>6.0530111365947083E-3</c:v>
                </c:pt>
                <c:pt idx="5436">
                  <c:v>5.698342515309862E-3</c:v>
                </c:pt>
                <c:pt idx="5437">
                  <c:v>5.4855413425389547E-3</c:v>
                </c:pt>
                <c:pt idx="5438">
                  <c:v>5.769276239566831E-3</c:v>
                </c:pt>
                <c:pt idx="5439">
                  <c:v>5.7929208143191547E-3</c:v>
                </c:pt>
                <c:pt idx="5440">
                  <c:v>5.4855413425389547E-3</c:v>
                </c:pt>
                <c:pt idx="5441">
                  <c:v>5.2490955950157238E-3</c:v>
                </c:pt>
                <c:pt idx="5442">
                  <c:v>5.5564750667959238E-3</c:v>
                </c:pt>
                <c:pt idx="5443">
                  <c:v>5.7456316648145083E-3</c:v>
                </c:pt>
                <c:pt idx="5444">
                  <c:v>5.6274087910528929E-3</c:v>
                </c:pt>
                <c:pt idx="5445">
                  <c:v>5.4146076182819856E-3</c:v>
                </c:pt>
                <c:pt idx="5446">
                  <c:v>5.698342515309862E-3</c:v>
                </c:pt>
                <c:pt idx="5447">
                  <c:v>5.7929208143191547E-3</c:v>
                </c:pt>
                <c:pt idx="5448">
                  <c:v>5.698342515309862E-3</c:v>
                </c:pt>
                <c:pt idx="5449">
                  <c:v>5.532830492043601E-3</c:v>
                </c:pt>
                <c:pt idx="5450">
                  <c:v>5.8638545385761237E-3</c:v>
                </c:pt>
                <c:pt idx="5451">
                  <c:v>5.9820774123377392E-3</c:v>
                </c:pt>
                <c:pt idx="5452">
                  <c:v>5.7219870900621856E-3</c:v>
                </c:pt>
                <c:pt idx="5453">
                  <c:v>5.4382521930343083E-3</c:v>
                </c:pt>
                <c:pt idx="5454">
                  <c:v>5.7456316648145083E-3</c:v>
                </c:pt>
                <c:pt idx="5455">
                  <c:v>5.9347882628330928E-3</c:v>
                </c:pt>
                <c:pt idx="5456">
                  <c:v>5.769276239566831E-3</c:v>
                </c:pt>
                <c:pt idx="5457">
                  <c:v>5.4382521930343083E-3</c:v>
                </c:pt>
                <c:pt idx="5458">
                  <c:v>5.7929208143191547E-3</c:v>
                </c:pt>
                <c:pt idx="5459">
                  <c:v>5.9820774123377392E-3</c:v>
                </c:pt>
                <c:pt idx="5460">
                  <c:v>5.840209963823801E-3</c:v>
                </c:pt>
                <c:pt idx="5461">
                  <c:v>5.5091859172912783E-3</c:v>
                </c:pt>
                <c:pt idx="5462">
                  <c:v>5.7929208143191547E-3</c:v>
                </c:pt>
                <c:pt idx="5463">
                  <c:v>6.0057219870900628E-3</c:v>
                </c:pt>
                <c:pt idx="5464">
                  <c:v>5.840209963823801E-3</c:v>
                </c:pt>
                <c:pt idx="5465">
                  <c:v>5.6510533658052156E-3</c:v>
                </c:pt>
                <c:pt idx="5466">
                  <c:v>5.9584328375854164E-3</c:v>
                </c:pt>
                <c:pt idx="5467">
                  <c:v>6.1712340103563237E-3</c:v>
                </c:pt>
                <c:pt idx="5468">
                  <c:v>6.0766557113470319E-3</c:v>
                </c:pt>
                <c:pt idx="5469">
                  <c:v>5.769276239566831E-3</c:v>
                </c:pt>
                <c:pt idx="5470">
                  <c:v>6.0293665618423855E-3</c:v>
                </c:pt>
                <c:pt idx="5471">
                  <c:v>6.2421677346132937E-3</c:v>
                </c:pt>
                <c:pt idx="5472">
                  <c:v>6.0293665618423855E-3</c:v>
                </c:pt>
                <c:pt idx="5473">
                  <c:v>5.6274087910528929E-3</c:v>
                </c:pt>
                <c:pt idx="5474">
                  <c:v>5.7456316648145083E-3</c:v>
                </c:pt>
                <c:pt idx="5475">
                  <c:v>5.9584328375854164E-3</c:v>
                </c:pt>
                <c:pt idx="5476">
                  <c:v>5.8874991133284465E-3</c:v>
                </c:pt>
                <c:pt idx="5477">
                  <c:v>5.5801196415482465E-3</c:v>
                </c:pt>
                <c:pt idx="5478">
                  <c:v>5.769276239566831E-3</c:v>
                </c:pt>
                <c:pt idx="5479">
                  <c:v>6.0057219870900628E-3</c:v>
                </c:pt>
                <c:pt idx="5480">
                  <c:v>5.9347882628330928E-3</c:v>
                </c:pt>
                <c:pt idx="5481">
                  <c:v>5.5091859172912783E-3</c:v>
                </c:pt>
                <c:pt idx="5482">
                  <c:v>5.6746979405575392E-3</c:v>
                </c:pt>
                <c:pt idx="5483">
                  <c:v>5.9347882628330928E-3</c:v>
                </c:pt>
                <c:pt idx="5484">
                  <c:v>5.8874991133284465E-3</c:v>
                </c:pt>
                <c:pt idx="5485">
                  <c:v>5.532830492043601E-3</c:v>
                </c:pt>
                <c:pt idx="5486">
                  <c:v>5.6510533658052156E-3</c:v>
                </c:pt>
                <c:pt idx="5487">
                  <c:v>5.9347882628330928E-3</c:v>
                </c:pt>
                <c:pt idx="5488">
                  <c:v>5.9111436880807701E-3</c:v>
                </c:pt>
                <c:pt idx="5489">
                  <c:v>5.6037642163005693E-3</c:v>
                </c:pt>
                <c:pt idx="5490">
                  <c:v>5.6274087910528929E-3</c:v>
                </c:pt>
                <c:pt idx="5491">
                  <c:v>5.8638545385761237E-3</c:v>
                </c:pt>
                <c:pt idx="5492">
                  <c:v>5.840209963823801E-3</c:v>
                </c:pt>
                <c:pt idx="5493">
                  <c:v>5.5564750667959238E-3</c:v>
                </c:pt>
                <c:pt idx="5494">
                  <c:v>5.6037642163005693E-3</c:v>
                </c:pt>
                <c:pt idx="5495">
                  <c:v>5.8638545385761237E-3</c:v>
                </c:pt>
                <c:pt idx="5496">
                  <c:v>5.8874991133284465E-3</c:v>
                </c:pt>
                <c:pt idx="5497">
                  <c:v>5.5801196415482465E-3</c:v>
                </c:pt>
                <c:pt idx="5498">
                  <c:v>5.6510533658052156E-3</c:v>
                </c:pt>
                <c:pt idx="5499">
                  <c:v>6.0057219870900628E-3</c:v>
                </c:pt>
                <c:pt idx="5500">
                  <c:v>6.0530111365947083E-3</c:v>
                </c:pt>
                <c:pt idx="5501">
                  <c:v>5.769276239566831E-3</c:v>
                </c:pt>
                <c:pt idx="5502">
                  <c:v>5.7456316648145083E-3</c:v>
                </c:pt>
                <c:pt idx="5503">
                  <c:v>6.0293665618423855E-3</c:v>
                </c:pt>
                <c:pt idx="5504">
                  <c:v>5.9584328375854164E-3</c:v>
                </c:pt>
                <c:pt idx="5505">
                  <c:v>5.5564750667959238E-3</c:v>
                </c:pt>
                <c:pt idx="5506">
                  <c:v>5.390963043529662E-3</c:v>
                </c:pt>
                <c:pt idx="5507">
                  <c:v>5.7456316648145083E-3</c:v>
                </c:pt>
                <c:pt idx="5508">
                  <c:v>5.7219870900621856E-3</c:v>
                </c:pt>
                <c:pt idx="5509">
                  <c:v>5.4382521930343083E-3</c:v>
                </c:pt>
                <c:pt idx="5510">
                  <c:v>5.4146076182819856E-3</c:v>
                </c:pt>
                <c:pt idx="5511">
                  <c:v>5.8638545385761237E-3</c:v>
                </c:pt>
                <c:pt idx="5512">
                  <c:v>6.0293665618423855E-3</c:v>
                </c:pt>
                <c:pt idx="5513">
                  <c:v>5.7929208143191547E-3</c:v>
                </c:pt>
                <c:pt idx="5514">
                  <c:v>5.6510533658052156E-3</c:v>
                </c:pt>
                <c:pt idx="5515">
                  <c:v>6.0057219870900628E-3</c:v>
                </c:pt>
                <c:pt idx="5516">
                  <c:v>6.0766557113470319E-3</c:v>
                </c:pt>
                <c:pt idx="5517">
                  <c:v>5.769276239566831E-3</c:v>
                </c:pt>
                <c:pt idx="5518">
                  <c:v>5.532830492043601E-3</c:v>
                </c:pt>
                <c:pt idx="5519">
                  <c:v>5.8638545385761237E-3</c:v>
                </c:pt>
                <c:pt idx="5520">
                  <c:v>5.8874991133284465E-3</c:v>
                </c:pt>
                <c:pt idx="5521">
                  <c:v>5.6746979405575392E-3</c:v>
                </c:pt>
                <c:pt idx="5522">
                  <c:v>5.5801196415482465E-3</c:v>
                </c:pt>
                <c:pt idx="5523">
                  <c:v>5.9820774123377392E-3</c:v>
                </c:pt>
                <c:pt idx="5524">
                  <c:v>6.0057219870900628E-3</c:v>
                </c:pt>
                <c:pt idx="5525">
                  <c:v>5.698342515309862E-3</c:v>
                </c:pt>
                <c:pt idx="5526">
                  <c:v>5.5091859172912783E-3</c:v>
                </c:pt>
                <c:pt idx="5527">
                  <c:v>5.9111436880807701E-3</c:v>
                </c:pt>
                <c:pt idx="5528">
                  <c:v>5.9111436880807701E-3</c:v>
                </c:pt>
                <c:pt idx="5529">
                  <c:v>5.6746979405575392E-3</c:v>
                </c:pt>
                <c:pt idx="5530">
                  <c:v>5.390963043529662E-3</c:v>
                </c:pt>
                <c:pt idx="5531">
                  <c:v>5.7219870900621856E-3</c:v>
                </c:pt>
                <c:pt idx="5532">
                  <c:v>5.8165653890714774E-3</c:v>
                </c:pt>
                <c:pt idx="5533">
                  <c:v>5.6746979405575392E-3</c:v>
                </c:pt>
                <c:pt idx="5534">
                  <c:v>5.4382521930343083E-3</c:v>
                </c:pt>
                <c:pt idx="5535">
                  <c:v>5.840209963823801E-3</c:v>
                </c:pt>
                <c:pt idx="5536">
                  <c:v>5.9347882628330928E-3</c:v>
                </c:pt>
                <c:pt idx="5537">
                  <c:v>5.698342515309862E-3</c:v>
                </c:pt>
                <c:pt idx="5538">
                  <c:v>5.3673184687773393E-3</c:v>
                </c:pt>
                <c:pt idx="5539">
                  <c:v>5.6510533658052156E-3</c:v>
                </c:pt>
                <c:pt idx="5540">
                  <c:v>5.8165653890714774E-3</c:v>
                </c:pt>
                <c:pt idx="5541">
                  <c:v>5.6274087910528929E-3</c:v>
                </c:pt>
                <c:pt idx="5542">
                  <c:v>5.3673184687773393E-3</c:v>
                </c:pt>
                <c:pt idx="5543">
                  <c:v>5.7219870900621856E-3</c:v>
                </c:pt>
                <c:pt idx="5544">
                  <c:v>5.9347882628330928E-3</c:v>
                </c:pt>
                <c:pt idx="5545">
                  <c:v>5.769276239566831E-3</c:v>
                </c:pt>
                <c:pt idx="5546">
                  <c:v>5.4855413425389547E-3</c:v>
                </c:pt>
                <c:pt idx="5547">
                  <c:v>5.7929208143191547E-3</c:v>
                </c:pt>
                <c:pt idx="5548">
                  <c:v>5.9347882628330928E-3</c:v>
                </c:pt>
                <c:pt idx="5549">
                  <c:v>5.7456316648145083E-3</c:v>
                </c:pt>
                <c:pt idx="5550">
                  <c:v>5.532830492043601E-3</c:v>
                </c:pt>
                <c:pt idx="5551">
                  <c:v>5.9111436880807701E-3</c:v>
                </c:pt>
                <c:pt idx="5552">
                  <c:v>6.1003002860993546E-3</c:v>
                </c:pt>
                <c:pt idx="5553">
                  <c:v>5.8638545385761237E-3</c:v>
                </c:pt>
                <c:pt idx="5554">
                  <c:v>5.5091859172912783E-3</c:v>
                </c:pt>
                <c:pt idx="5555">
                  <c:v>5.7456316648145083E-3</c:v>
                </c:pt>
                <c:pt idx="5556">
                  <c:v>5.9820774123377392E-3</c:v>
                </c:pt>
                <c:pt idx="5557">
                  <c:v>5.8165653890714774E-3</c:v>
                </c:pt>
                <c:pt idx="5558">
                  <c:v>5.5091859172912783E-3</c:v>
                </c:pt>
                <c:pt idx="5559">
                  <c:v>5.7219870900621856E-3</c:v>
                </c:pt>
                <c:pt idx="5560">
                  <c:v>5.9820774123377392E-3</c:v>
                </c:pt>
                <c:pt idx="5561">
                  <c:v>5.840209963823801E-3</c:v>
                </c:pt>
                <c:pt idx="5562">
                  <c:v>5.461896767786632E-3</c:v>
                </c:pt>
                <c:pt idx="5563">
                  <c:v>5.6037642163005693E-3</c:v>
                </c:pt>
                <c:pt idx="5564">
                  <c:v>5.8638545385761237E-3</c:v>
                </c:pt>
                <c:pt idx="5565">
                  <c:v>5.698342515309862E-3</c:v>
                </c:pt>
                <c:pt idx="5566">
                  <c:v>5.3436738940250165E-3</c:v>
                </c:pt>
                <c:pt idx="5567">
                  <c:v>5.532830492043601E-3</c:v>
                </c:pt>
                <c:pt idx="5568">
                  <c:v>5.8638545385761237E-3</c:v>
                </c:pt>
                <c:pt idx="5569">
                  <c:v>5.7219870900621856E-3</c:v>
                </c:pt>
                <c:pt idx="5570">
                  <c:v>5.4146076182819856E-3</c:v>
                </c:pt>
                <c:pt idx="5571">
                  <c:v>5.5801196415482465E-3</c:v>
                </c:pt>
                <c:pt idx="5572">
                  <c:v>5.9111436880807701E-3</c:v>
                </c:pt>
                <c:pt idx="5573">
                  <c:v>5.840209963823801E-3</c:v>
                </c:pt>
                <c:pt idx="5574">
                  <c:v>5.5564750667959238E-3</c:v>
                </c:pt>
                <c:pt idx="5575">
                  <c:v>5.6510533658052156E-3</c:v>
                </c:pt>
                <c:pt idx="5576">
                  <c:v>5.9347882628330928E-3</c:v>
                </c:pt>
                <c:pt idx="5577">
                  <c:v>5.9584328375854164E-3</c:v>
                </c:pt>
                <c:pt idx="5578">
                  <c:v>5.6274087910528929E-3</c:v>
                </c:pt>
                <c:pt idx="5579">
                  <c:v>5.6274087910528929E-3</c:v>
                </c:pt>
                <c:pt idx="5580">
                  <c:v>5.8874991133284465E-3</c:v>
                </c:pt>
                <c:pt idx="5581">
                  <c:v>5.8165653890714774E-3</c:v>
                </c:pt>
                <c:pt idx="5582">
                  <c:v>5.4855413425389547E-3</c:v>
                </c:pt>
                <c:pt idx="5583">
                  <c:v>5.6037642163005693E-3</c:v>
                </c:pt>
                <c:pt idx="5584">
                  <c:v>6.0293665618423855E-3</c:v>
                </c:pt>
                <c:pt idx="5585">
                  <c:v>5.9584328375854164E-3</c:v>
                </c:pt>
                <c:pt idx="5586">
                  <c:v>5.6037642163005693E-3</c:v>
                </c:pt>
                <c:pt idx="5587">
                  <c:v>5.532830492043601E-3</c:v>
                </c:pt>
                <c:pt idx="5588">
                  <c:v>5.8874991133284465E-3</c:v>
                </c:pt>
                <c:pt idx="5589">
                  <c:v>5.9111436880807701E-3</c:v>
                </c:pt>
                <c:pt idx="5590">
                  <c:v>5.6510533658052156E-3</c:v>
                </c:pt>
                <c:pt idx="5591">
                  <c:v>5.6037642163005693E-3</c:v>
                </c:pt>
                <c:pt idx="5592">
                  <c:v>6.0293665618423855E-3</c:v>
                </c:pt>
                <c:pt idx="5593">
                  <c:v>6.0293665618423855E-3</c:v>
                </c:pt>
                <c:pt idx="5594">
                  <c:v>5.8165653890714774E-3</c:v>
                </c:pt>
                <c:pt idx="5595">
                  <c:v>5.698342515309862E-3</c:v>
                </c:pt>
                <c:pt idx="5596">
                  <c:v>6.0057219870900628E-3</c:v>
                </c:pt>
                <c:pt idx="5597">
                  <c:v>5.9820774123377392E-3</c:v>
                </c:pt>
                <c:pt idx="5598">
                  <c:v>5.6746979405575392E-3</c:v>
                </c:pt>
                <c:pt idx="5599">
                  <c:v>5.5801196415482465E-3</c:v>
                </c:pt>
                <c:pt idx="5600">
                  <c:v>5.8874991133284465E-3</c:v>
                </c:pt>
                <c:pt idx="5601">
                  <c:v>5.9584328375854164E-3</c:v>
                </c:pt>
                <c:pt idx="5602">
                  <c:v>5.698342515309862E-3</c:v>
                </c:pt>
                <c:pt idx="5603">
                  <c:v>5.6037642163005693E-3</c:v>
                </c:pt>
                <c:pt idx="5604">
                  <c:v>5.9820774123377392E-3</c:v>
                </c:pt>
                <c:pt idx="5605">
                  <c:v>6.0530111365947083E-3</c:v>
                </c:pt>
                <c:pt idx="5606">
                  <c:v>5.7929208143191547E-3</c:v>
                </c:pt>
                <c:pt idx="5607">
                  <c:v>5.6274087910528929E-3</c:v>
                </c:pt>
                <c:pt idx="5608">
                  <c:v>6.0293665618423855E-3</c:v>
                </c:pt>
                <c:pt idx="5609">
                  <c:v>6.0766557113470319E-3</c:v>
                </c:pt>
                <c:pt idx="5610">
                  <c:v>5.7456316648145083E-3</c:v>
                </c:pt>
                <c:pt idx="5611">
                  <c:v>5.5564750667959238E-3</c:v>
                </c:pt>
                <c:pt idx="5612">
                  <c:v>6.0057219870900628E-3</c:v>
                </c:pt>
                <c:pt idx="5613">
                  <c:v>6.1003002860993546E-3</c:v>
                </c:pt>
                <c:pt idx="5614">
                  <c:v>5.9347882628330928E-3</c:v>
                </c:pt>
                <c:pt idx="5615">
                  <c:v>5.7219870900621856E-3</c:v>
                </c:pt>
                <c:pt idx="5616">
                  <c:v>6.0293665618423855E-3</c:v>
                </c:pt>
                <c:pt idx="5617">
                  <c:v>6.0766557113470319E-3</c:v>
                </c:pt>
                <c:pt idx="5618">
                  <c:v>5.8874991133284465E-3</c:v>
                </c:pt>
                <c:pt idx="5619">
                  <c:v>5.698342515309862E-3</c:v>
                </c:pt>
                <c:pt idx="5620">
                  <c:v>6.0057219870900628E-3</c:v>
                </c:pt>
                <c:pt idx="5621">
                  <c:v>6.0530111365947083E-3</c:v>
                </c:pt>
                <c:pt idx="5622">
                  <c:v>5.8638545385761237E-3</c:v>
                </c:pt>
                <c:pt idx="5623">
                  <c:v>5.6274087910528929E-3</c:v>
                </c:pt>
                <c:pt idx="5624">
                  <c:v>5.9820774123377392E-3</c:v>
                </c:pt>
                <c:pt idx="5625">
                  <c:v>6.147589435604001E-3</c:v>
                </c:pt>
                <c:pt idx="5626">
                  <c:v>5.8874991133284465E-3</c:v>
                </c:pt>
                <c:pt idx="5627">
                  <c:v>5.6037642163005693E-3</c:v>
                </c:pt>
                <c:pt idx="5628">
                  <c:v>5.9820774123377392E-3</c:v>
                </c:pt>
                <c:pt idx="5629">
                  <c:v>6.1712340103563237E-3</c:v>
                </c:pt>
                <c:pt idx="5630">
                  <c:v>6.0057219870900628E-3</c:v>
                </c:pt>
                <c:pt idx="5631">
                  <c:v>5.7456316648145083E-3</c:v>
                </c:pt>
                <c:pt idx="5632">
                  <c:v>6.1003002860993546E-3</c:v>
                </c:pt>
                <c:pt idx="5633">
                  <c:v>6.2421677346132937E-3</c:v>
                </c:pt>
                <c:pt idx="5634">
                  <c:v>6.0293665618423855E-3</c:v>
                </c:pt>
                <c:pt idx="5635">
                  <c:v>5.7219870900621856E-3</c:v>
                </c:pt>
                <c:pt idx="5636">
                  <c:v>6.0293665618423855E-3</c:v>
                </c:pt>
                <c:pt idx="5637">
                  <c:v>6.2421677346132937E-3</c:v>
                </c:pt>
                <c:pt idx="5638">
                  <c:v>6.0293665618423855E-3</c:v>
                </c:pt>
                <c:pt idx="5639">
                  <c:v>5.7456316648145083E-3</c:v>
                </c:pt>
                <c:pt idx="5640">
                  <c:v>5.9584328375854164E-3</c:v>
                </c:pt>
                <c:pt idx="5641">
                  <c:v>6.147589435604001E-3</c:v>
                </c:pt>
                <c:pt idx="5642">
                  <c:v>5.9347882628330928E-3</c:v>
                </c:pt>
                <c:pt idx="5643">
                  <c:v>5.6746979405575392E-3</c:v>
                </c:pt>
                <c:pt idx="5644">
                  <c:v>5.8874991133284465E-3</c:v>
                </c:pt>
                <c:pt idx="5645">
                  <c:v>6.1003002860993546E-3</c:v>
                </c:pt>
                <c:pt idx="5646">
                  <c:v>5.9584328375854164E-3</c:v>
                </c:pt>
                <c:pt idx="5647">
                  <c:v>5.6510533658052156E-3</c:v>
                </c:pt>
                <c:pt idx="5648">
                  <c:v>5.8165653890714774E-3</c:v>
                </c:pt>
                <c:pt idx="5649">
                  <c:v>6.0293665618423855E-3</c:v>
                </c:pt>
                <c:pt idx="5650">
                  <c:v>5.8874991133284465E-3</c:v>
                </c:pt>
                <c:pt idx="5651">
                  <c:v>5.5801196415482465E-3</c:v>
                </c:pt>
                <c:pt idx="5652">
                  <c:v>5.7929208143191547E-3</c:v>
                </c:pt>
                <c:pt idx="5653">
                  <c:v>6.0530111365947083E-3</c:v>
                </c:pt>
                <c:pt idx="5654">
                  <c:v>5.8874991133284465E-3</c:v>
                </c:pt>
                <c:pt idx="5655">
                  <c:v>5.5801196415482465E-3</c:v>
                </c:pt>
                <c:pt idx="5656">
                  <c:v>5.7219870900621856E-3</c:v>
                </c:pt>
                <c:pt idx="5657">
                  <c:v>6.1003002860993546E-3</c:v>
                </c:pt>
                <c:pt idx="5658">
                  <c:v>6.0293665618423855E-3</c:v>
                </c:pt>
                <c:pt idx="5659">
                  <c:v>5.7219870900621856E-3</c:v>
                </c:pt>
                <c:pt idx="5660">
                  <c:v>5.769276239566831E-3</c:v>
                </c:pt>
                <c:pt idx="5661">
                  <c:v>5.9584328375854164E-3</c:v>
                </c:pt>
                <c:pt idx="5662">
                  <c:v>5.769276239566831E-3</c:v>
                </c:pt>
                <c:pt idx="5663">
                  <c:v>5.5091859172912783E-3</c:v>
                </c:pt>
                <c:pt idx="5664">
                  <c:v>5.698342515309862E-3</c:v>
                </c:pt>
                <c:pt idx="5665">
                  <c:v>6.0530111365947083E-3</c:v>
                </c:pt>
                <c:pt idx="5666">
                  <c:v>5.9820774123377392E-3</c:v>
                </c:pt>
                <c:pt idx="5667">
                  <c:v>5.698342515309862E-3</c:v>
                </c:pt>
                <c:pt idx="5668">
                  <c:v>5.7929208143191547E-3</c:v>
                </c:pt>
                <c:pt idx="5669">
                  <c:v>6.0530111365947083E-3</c:v>
                </c:pt>
                <c:pt idx="5670">
                  <c:v>6.0057219870900628E-3</c:v>
                </c:pt>
                <c:pt idx="5671">
                  <c:v>5.6746979405575392E-3</c:v>
                </c:pt>
                <c:pt idx="5672">
                  <c:v>5.698342515309862E-3</c:v>
                </c:pt>
                <c:pt idx="5673">
                  <c:v>6.0293665618423855E-3</c:v>
                </c:pt>
                <c:pt idx="5674">
                  <c:v>6.0057219870900628E-3</c:v>
                </c:pt>
                <c:pt idx="5675">
                  <c:v>5.7456316648145083E-3</c:v>
                </c:pt>
                <c:pt idx="5676">
                  <c:v>5.7929208143191547E-3</c:v>
                </c:pt>
                <c:pt idx="5677">
                  <c:v>6.1239448608516782E-3</c:v>
                </c:pt>
                <c:pt idx="5678">
                  <c:v>6.1239448608516782E-3</c:v>
                </c:pt>
                <c:pt idx="5679">
                  <c:v>5.9111436880807701E-3</c:v>
                </c:pt>
                <c:pt idx="5680">
                  <c:v>5.9111436880807701E-3</c:v>
                </c:pt>
                <c:pt idx="5681">
                  <c:v>6.2658123093656164E-3</c:v>
                </c:pt>
                <c:pt idx="5682">
                  <c:v>6.3131014588702627E-3</c:v>
                </c:pt>
                <c:pt idx="5683">
                  <c:v>6.0530111365947083E-3</c:v>
                </c:pt>
                <c:pt idx="5684">
                  <c:v>5.9820774123377392E-3</c:v>
                </c:pt>
                <c:pt idx="5685">
                  <c:v>6.3131014588702627E-3</c:v>
                </c:pt>
                <c:pt idx="5686">
                  <c:v>6.3603906083749091E-3</c:v>
                </c:pt>
                <c:pt idx="5687">
                  <c:v>6.0530111365947083E-3</c:v>
                </c:pt>
                <c:pt idx="5688">
                  <c:v>5.9584328375854164E-3</c:v>
                </c:pt>
                <c:pt idx="5689">
                  <c:v>6.2185231598609701E-3</c:v>
                </c:pt>
                <c:pt idx="5690">
                  <c:v>6.2185231598609701E-3</c:v>
                </c:pt>
                <c:pt idx="5691">
                  <c:v>5.9584328375854164E-3</c:v>
                </c:pt>
                <c:pt idx="5692">
                  <c:v>5.8638545385761237E-3</c:v>
                </c:pt>
                <c:pt idx="5693">
                  <c:v>6.2185231598609701E-3</c:v>
                </c:pt>
                <c:pt idx="5694">
                  <c:v>6.1948785851086473E-3</c:v>
                </c:pt>
                <c:pt idx="5695">
                  <c:v>5.9347882628330928E-3</c:v>
                </c:pt>
                <c:pt idx="5696">
                  <c:v>5.8874991133284465E-3</c:v>
                </c:pt>
                <c:pt idx="5697">
                  <c:v>6.2658123093656164E-3</c:v>
                </c:pt>
                <c:pt idx="5698">
                  <c:v>6.3603906083749091E-3</c:v>
                </c:pt>
                <c:pt idx="5699">
                  <c:v>6.0766557113470319E-3</c:v>
                </c:pt>
                <c:pt idx="5700">
                  <c:v>5.9111436880807701E-3</c:v>
                </c:pt>
                <c:pt idx="5701">
                  <c:v>6.1712340103563237E-3</c:v>
                </c:pt>
                <c:pt idx="5702">
                  <c:v>6.2185231598609701E-3</c:v>
                </c:pt>
                <c:pt idx="5703">
                  <c:v>5.9820774123377392E-3</c:v>
                </c:pt>
                <c:pt idx="5704">
                  <c:v>5.7929208143191547E-3</c:v>
                </c:pt>
                <c:pt idx="5705">
                  <c:v>6.1948785851086473E-3</c:v>
                </c:pt>
                <c:pt idx="5706">
                  <c:v>6.2658123093656164E-3</c:v>
                </c:pt>
                <c:pt idx="5707">
                  <c:v>6.1003002860993546E-3</c:v>
                </c:pt>
                <c:pt idx="5708">
                  <c:v>5.9347882628330928E-3</c:v>
                </c:pt>
                <c:pt idx="5709">
                  <c:v>6.28945688411794E-3</c:v>
                </c:pt>
                <c:pt idx="5710">
                  <c:v>6.4076797578795554E-3</c:v>
                </c:pt>
                <c:pt idx="5711">
                  <c:v>6.0530111365947083E-3</c:v>
                </c:pt>
                <c:pt idx="5712">
                  <c:v>5.840209963823801E-3</c:v>
                </c:pt>
                <c:pt idx="5713">
                  <c:v>6.1712340103563237E-3</c:v>
                </c:pt>
                <c:pt idx="5714">
                  <c:v>6.3131014588702627E-3</c:v>
                </c:pt>
                <c:pt idx="5715">
                  <c:v>6.1003002860993546E-3</c:v>
                </c:pt>
                <c:pt idx="5716">
                  <c:v>5.840209963823801E-3</c:v>
                </c:pt>
                <c:pt idx="5717">
                  <c:v>6.1003002860993546E-3</c:v>
                </c:pt>
                <c:pt idx="5718">
                  <c:v>6.2185231598609701E-3</c:v>
                </c:pt>
                <c:pt idx="5719">
                  <c:v>5.9820774123377392E-3</c:v>
                </c:pt>
                <c:pt idx="5720">
                  <c:v>5.840209963823801E-3</c:v>
                </c:pt>
                <c:pt idx="5721">
                  <c:v>6.1239448608516782E-3</c:v>
                </c:pt>
                <c:pt idx="5722">
                  <c:v>6.2658123093656164E-3</c:v>
                </c:pt>
                <c:pt idx="5723">
                  <c:v>6.0530111365947083E-3</c:v>
                </c:pt>
                <c:pt idx="5724">
                  <c:v>5.769276239566831E-3</c:v>
                </c:pt>
                <c:pt idx="5725">
                  <c:v>6.0057219870900628E-3</c:v>
                </c:pt>
                <c:pt idx="5726">
                  <c:v>6.2421677346132937E-3</c:v>
                </c:pt>
                <c:pt idx="5727">
                  <c:v>6.0530111365947083E-3</c:v>
                </c:pt>
                <c:pt idx="5728">
                  <c:v>5.840209963823801E-3</c:v>
                </c:pt>
                <c:pt idx="5729">
                  <c:v>6.0766557113470319E-3</c:v>
                </c:pt>
                <c:pt idx="5730">
                  <c:v>6.2421677346132937E-3</c:v>
                </c:pt>
                <c:pt idx="5731">
                  <c:v>6.0530111365947083E-3</c:v>
                </c:pt>
                <c:pt idx="5732">
                  <c:v>5.8165653890714774E-3</c:v>
                </c:pt>
                <c:pt idx="5733">
                  <c:v>6.1003002860993546E-3</c:v>
                </c:pt>
                <c:pt idx="5734">
                  <c:v>6.3367460336225855E-3</c:v>
                </c:pt>
                <c:pt idx="5735">
                  <c:v>6.1712340103563237E-3</c:v>
                </c:pt>
                <c:pt idx="5736">
                  <c:v>5.8165653890714774E-3</c:v>
                </c:pt>
                <c:pt idx="5737">
                  <c:v>5.9820774123377392E-3</c:v>
                </c:pt>
                <c:pt idx="5738">
                  <c:v>6.2185231598609701E-3</c:v>
                </c:pt>
                <c:pt idx="5739">
                  <c:v>6.0766557113470319E-3</c:v>
                </c:pt>
                <c:pt idx="5740">
                  <c:v>5.8638545385761237E-3</c:v>
                </c:pt>
                <c:pt idx="5741">
                  <c:v>6.1239448608516782E-3</c:v>
                </c:pt>
                <c:pt idx="5742">
                  <c:v>6.4076797578795554E-3</c:v>
                </c:pt>
                <c:pt idx="5743">
                  <c:v>6.3367460336225855E-3</c:v>
                </c:pt>
                <c:pt idx="5744">
                  <c:v>6.0530111365947083E-3</c:v>
                </c:pt>
                <c:pt idx="5745">
                  <c:v>6.2658123093656164E-3</c:v>
                </c:pt>
                <c:pt idx="5746">
                  <c:v>6.5022580568888473E-3</c:v>
                </c:pt>
                <c:pt idx="5747">
                  <c:v>6.4549689073842009E-3</c:v>
                </c:pt>
                <c:pt idx="5748">
                  <c:v>6.1712340103563237E-3</c:v>
                </c:pt>
                <c:pt idx="5749">
                  <c:v>6.2421677346132937E-3</c:v>
                </c:pt>
                <c:pt idx="5750">
                  <c:v>6.4786134821365245E-3</c:v>
                </c:pt>
                <c:pt idx="5751">
                  <c:v>6.4076797578795554E-3</c:v>
                </c:pt>
                <c:pt idx="5752">
                  <c:v>6.0766557113470319E-3</c:v>
                </c:pt>
                <c:pt idx="5753">
                  <c:v>6.1712340103563237E-3</c:v>
                </c:pt>
                <c:pt idx="5754">
                  <c:v>6.3840351831272318E-3</c:v>
                </c:pt>
                <c:pt idx="5755">
                  <c:v>6.2421677346132937E-3</c:v>
                </c:pt>
                <c:pt idx="5756">
                  <c:v>5.9347882628330928E-3</c:v>
                </c:pt>
                <c:pt idx="5757">
                  <c:v>6.0766557113470319E-3</c:v>
                </c:pt>
                <c:pt idx="5758">
                  <c:v>6.3131014588702627E-3</c:v>
                </c:pt>
                <c:pt idx="5759">
                  <c:v>6.2421677346132937E-3</c:v>
                </c:pt>
                <c:pt idx="5760">
                  <c:v>5.9820774123377392E-3</c:v>
                </c:pt>
                <c:pt idx="5761">
                  <c:v>6.1712340103563237E-3</c:v>
                </c:pt>
                <c:pt idx="5762">
                  <c:v>6.4549689073842009E-3</c:v>
                </c:pt>
                <c:pt idx="5763">
                  <c:v>6.4313243326318782E-3</c:v>
                </c:pt>
                <c:pt idx="5764">
                  <c:v>6.0766557113470319E-3</c:v>
                </c:pt>
                <c:pt idx="5765">
                  <c:v>6.147589435604001E-3</c:v>
                </c:pt>
                <c:pt idx="5766">
                  <c:v>6.3840351831272318E-3</c:v>
                </c:pt>
                <c:pt idx="5767">
                  <c:v>6.3131014588702627E-3</c:v>
                </c:pt>
                <c:pt idx="5768">
                  <c:v>6.0293665618423855E-3</c:v>
                </c:pt>
                <c:pt idx="5769">
                  <c:v>6.1712340103563237E-3</c:v>
                </c:pt>
                <c:pt idx="5770">
                  <c:v>6.4313243326318782E-3</c:v>
                </c:pt>
                <c:pt idx="5771">
                  <c:v>6.3367460336225855E-3</c:v>
                </c:pt>
                <c:pt idx="5772">
                  <c:v>6.0057219870900628E-3</c:v>
                </c:pt>
                <c:pt idx="5773">
                  <c:v>6.0766557113470319E-3</c:v>
                </c:pt>
                <c:pt idx="5774">
                  <c:v>6.4076797578795554E-3</c:v>
                </c:pt>
                <c:pt idx="5775">
                  <c:v>6.4076797578795554E-3</c:v>
                </c:pt>
                <c:pt idx="5776">
                  <c:v>6.1003002860993546E-3</c:v>
                </c:pt>
                <c:pt idx="5777">
                  <c:v>6.1003002860993546E-3</c:v>
                </c:pt>
                <c:pt idx="5778">
                  <c:v>6.4076797578795554E-3</c:v>
                </c:pt>
                <c:pt idx="5779">
                  <c:v>6.3603906083749091E-3</c:v>
                </c:pt>
                <c:pt idx="5780">
                  <c:v>6.0057219870900628E-3</c:v>
                </c:pt>
                <c:pt idx="5781">
                  <c:v>5.9820774123377392E-3</c:v>
                </c:pt>
                <c:pt idx="5782">
                  <c:v>6.2421677346132937E-3</c:v>
                </c:pt>
                <c:pt idx="5783">
                  <c:v>6.2421677346132937E-3</c:v>
                </c:pt>
                <c:pt idx="5784">
                  <c:v>6.0057219870900628E-3</c:v>
                </c:pt>
                <c:pt idx="5785">
                  <c:v>5.9111436880807701E-3</c:v>
                </c:pt>
                <c:pt idx="5786">
                  <c:v>6.28945688411794E-3</c:v>
                </c:pt>
                <c:pt idx="5787">
                  <c:v>6.3603906083749091E-3</c:v>
                </c:pt>
                <c:pt idx="5788">
                  <c:v>6.0766557113470319E-3</c:v>
                </c:pt>
                <c:pt idx="5789">
                  <c:v>5.9347882628330928E-3</c:v>
                </c:pt>
                <c:pt idx="5790">
                  <c:v>6.2421677346132937E-3</c:v>
                </c:pt>
                <c:pt idx="5791">
                  <c:v>6.2421677346132937E-3</c:v>
                </c:pt>
                <c:pt idx="5792">
                  <c:v>5.9584328375854164E-3</c:v>
                </c:pt>
                <c:pt idx="5793">
                  <c:v>5.840209963823801E-3</c:v>
                </c:pt>
                <c:pt idx="5794">
                  <c:v>6.1948785851086473E-3</c:v>
                </c:pt>
                <c:pt idx="5795">
                  <c:v>6.3367460336225855E-3</c:v>
                </c:pt>
                <c:pt idx="5796">
                  <c:v>6.1712340103563237E-3</c:v>
                </c:pt>
                <c:pt idx="5797">
                  <c:v>6.0530111365947083E-3</c:v>
                </c:pt>
                <c:pt idx="5798">
                  <c:v>6.3367460336225855E-3</c:v>
                </c:pt>
                <c:pt idx="5799">
                  <c:v>6.5022580568888473E-3</c:v>
                </c:pt>
                <c:pt idx="5800">
                  <c:v>6.2185231598609701E-3</c:v>
                </c:pt>
                <c:pt idx="5801">
                  <c:v>5.9820774123377392E-3</c:v>
                </c:pt>
                <c:pt idx="5802">
                  <c:v>6.3603906083749091E-3</c:v>
                </c:pt>
                <c:pt idx="5803">
                  <c:v>6.4549689073842009E-3</c:v>
                </c:pt>
                <c:pt idx="5804">
                  <c:v>6.2185231598609701E-3</c:v>
                </c:pt>
                <c:pt idx="5805">
                  <c:v>6.0293665618423855E-3</c:v>
                </c:pt>
                <c:pt idx="5806">
                  <c:v>6.28945688411794E-3</c:v>
                </c:pt>
                <c:pt idx="5807">
                  <c:v>6.4076797578795554E-3</c:v>
                </c:pt>
                <c:pt idx="5808">
                  <c:v>6.2185231598609701E-3</c:v>
                </c:pt>
                <c:pt idx="5809">
                  <c:v>5.9820774123377392E-3</c:v>
                </c:pt>
                <c:pt idx="5810">
                  <c:v>6.3131014588702627E-3</c:v>
                </c:pt>
                <c:pt idx="5811">
                  <c:v>6.4549689073842009E-3</c:v>
                </c:pt>
                <c:pt idx="5812">
                  <c:v>6.2658123093656164E-3</c:v>
                </c:pt>
                <c:pt idx="5813">
                  <c:v>6.0766557113470319E-3</c:v>
                </c:pt>
                <c:pt idx="5814">
                  <c:v>6.3840351831272318E-3</c:v>
                </c:pt>
                <c:pt idx="5815">
                  <c:v>6.5731917811458164E-3</c:v>
                </c:pt>
                <c:pt idx="5816">
                  <c:v>6.3840351831272318E-3</c:v>
                </c:pt>
                <c:pt idx="5817">
                  <c:v>6.1239448608516782E-3</c:v>
                </c:pt>
                <c:pt idx="5818">
                  <c:v>6.4549689073842009E-3</c:v>
                </c:pt>
                <c:pt idx="5819">
                  <c:v>6.6441255054027863E-3</c:v>
                </c:pt>
                <c:pt idx="5820">
                  <c:v>6.4313243326318782E-3</c:v>
                </c:pt>
                <c:pt idx="5821">
                  <c:v>6.1003002860993546E-3</c:v>
                </c:pt>
                <c:pt idx="5822">
                  <c:v>6.4076797578795554E-3</c:v>
                </c:pt>
                <c:pt idx="5823">
                  <c:v>6.5495472063934936E-3</c:v>
                </c:pt>
                <c:pt idx="5824">
                  <c:v>6.4076797578795554E-3</c:v>
                </c:pt>
                <c:pt idx="5825">
                  <c:v>6.0766557113470319E-3</c:v>
                </c:pt>
                <c:pt idx="5826">
                  <c:v>6.28945688411794E-3</c:v>
                </c:pt>
                <c:pt idx="5827">
                  <c:v>6.4786134821365245E-3</c:v>
                </c:pt>
                <c:pt idx="5828">
                  <c:v>6.3840351831272318E-3</c:v>
                </c:pt>
                <c:pt idx="5829">
                  <c:v>6.147589435604001E-3</c:v>
                </c:pt>
                <c:pt idx="5830">
                  <c:v>6.4076797578795554E-3</c:v>
                </c:pt>
                <c:pt idx="5831">
                  <c:v>6.59683635589814E-3</c:v>
                </c:pt>
                <c:pt idx="5832">
                  <c:v>6.4549689073842009E-3</c:v>
                </c:pt>
                <c:pt idx="5833">
                  <c:v>6.0530111365947083E-3</c:v>
                </c:pt>
                <c:pt idx="5834">
                  <c:v>6.3131014588702627E-3</c:v>
                </c:pt>
                <c:pt idx="5835">
                  <c:v>6.5259026316411709E-3</c:v>
                </c:pt>
                <c:pt idx="5836">
                  <c:v>6.4786134821365245E-3</c:v>
                </c:pt>
                <c:pt idx="5837">
                  <c:v>6.0766557113470319E-3</c:v>
                </c:pt>
                <c:pt idx="5838">
                  <c:v>6.2185231598609701E-3</c:v>
                </c:pt>
                <c:pt idx="5839">
                  <c:v>6.5022580568888473E-3</c:v>
                </c:pt>
                <c:pt idx="5840">
                  <c:v>6.4076797578795554E-3</c:v>
                </c:pt>
                <c:pt idx="5841">
                  <c:v>6.0766557113470319E-3</c:v>
                </c:pt>
                <c:pt idx="5842">
                  <c:v>6.2658123093656164E-3</c:v>
                </c:pt>
                <c:pt idx="5843">
                  <c:v>6.5022580568888473E-3</c:v>
                </c:pt>
                <c:pt idx="5844">
                  <c:v>6.4786134821365245E-3</c:v>
                </c:pt>
                <c:pt idx="5845">
                  <c:v>6.1239448608516782E-3</c:v>
                </c:pt>
                <c:pt idx="5846">
                  <c:v>6.3367460336225855E-3</c:v>
                </c:pt>
                <c:pt idx="5847">
                  <c:v>6.6204809306504627E-3</c:v>
                </c:pt>
                <c:pt idx="5848">
                  <c:v>6.5731917811458164E-3</c:v>
                </c:pt>
                <c:pt idx="5849">
                  <c:v>6.2421677346132937E-3</c:v>
                </c:pt>
                <c:pt idx="5850">
                  <c:v>6.3603906083749091E-3</c:v>
                </c:pt>
                <c:pt idx="5851">
                  <c:v>6.7150592296597537E-3</c:v>
                </c:pt>
                <c:pt idx="5852">
                  <c:v>6.7150592296597537E-3</c:v>
                </c:pt>
                <c:pt idx="5853">
                  <c:v>6.4313243326318782E-3</c:v>
                </c:pt>
                <c:pt idx="5854">
                  <c:v>6.4786134821365245E-3</c:v>
                </c:pt>
                <c:pt idx="5855">
                  <c:v>6.6914146549074309E-3</c:v>
                </c:pt>
                <c:pt idx="5856">
                  <c:v>6.5731917811458164E-3</c:v>
                </c:pt>
                <c:pt idx="5857">
                  <c:v>6.1948785851086473E-3</c:v>
                </c:pt>
                <c:pt idx="5858">
                  <c:v>6.1948785851086473E-3</c:v>
                </c:pt>
                <c:pt idx="5859">
                  <c:v>6.5495472063934936E-3</c:v>
                </c:pt>
                <c:pt idx="5860">
                  <c:v>6.5259026316411709E-3</c:v>
                </c:pt>
                <c:pt idx="5861">
                  <c:v>6.1948785851086473E-3</c:v>
                </c:pt>
                <c:pt idx="5862">
                  <c:v>6.2658123093656164E-3</c:v>
                </c:pt>
                <c:pt idx="5863">
                  <c:v>6.6441255054027863E-3</c:v>
                </c:pt>
                <c:pt idx="5864">
                  <c:v>6.6441255054027863E-3</c:v>
                </c:pt>
                <c:pt idx="5865">
                  <c:v>6.3131014588702627E-3</c:v>
                </c:pt>
                <c:pt idx="5866">
                  <c:v>6.3367460336225855E-3</c:v>
                </c:pt>
                <c:pt idx="5867">
                  <c:v>6.6677700801551082E-3</c:v>
                </c:pt>
                <c:pt idx="5868">
                  <c:v>6.6441255054027863E-3</c:v>
                </c:pt>
                <c:pt idx="5869">
                  <c:v>6.3603906083749091E-3</c:v>
                </c:pt>
                <c:pt idx="5870">
                  <c:v>6.2658123093656164E-3</c:v>
                </c:pt>
                <c:pt idx="5871">
                  <c:v>6.59683635589814E-3</c:v>
                </c:pt>
                <c:pt idx="5872">
                  <c:v>6.6204809306504627E-3</c:v>
                </c:pt>
                <c:pt idx="5873">
                  <c:v>6.4076797578795554E-3</c:v>
                </c:pt>
                <c:pt idx="5874">
                  <c:v>6.3131014588702627E-3</c:v>
                </c:pt>
                <c:pt idx="5875">
                  <c:v>6.6914146549074309E-3</c:v>
                </c:pt>
                <c:pt idx="5876">
                  <c:v>6.7387038044120773E-3</c:v>
                </c:pt>
                <c:pt idx="5877">
                  <c:v>6.4549689073842009E-3</c:v>
                </c:pt>
                <c:pt idx="5878">
                  <c:v>6.3131014588702627E-3</c:v>
                </c:pt>
                <c:pt idx="5879">
                  <c:v>6.7150592296597537E-3</c:v>
                </c:pt>
                <c:pt idx="5880">
                  <c:v>6.7150592296597537E-3</c:v>
                </c:pt>
                <c:pt idx="5881">
                  <c:v>6.4076797578795554E-3</c:v>
                </c:pt>
                <c:pt idx="5882">
                  <c:v>6.2185231598609701E-3</c:v>
                </c:pt>
                <c:pt idx="5883">
                  <c:v>6.6204809306504627E-3</c:v>
                </c:pt>
                <c:pt idx="5884">
                  <c:v>6.6677700801551082E-3</c:v>
                </c:pt>
                <c:pt idx="5885">
                  <c:v>6.3840351831272318E-3</c:v>
                </c:pt>
                <c:pt idx="5886">
                  <c:v>6.147589435604001E-3</c:v>
                </c:pt>
                <c:pt idx="5887">
                  <c:v>6.5022580568888473E-3</c:v>
                </c:pt>
                <c:pt idx="5888">
                  <c:v>6.5259026316411709E-3</c:v>
                </c:pt>
                <c:pt idx="5889">
                  <c:v>6.1948785851086473E-3</c:v>
                </c:pt>
                <c:pt idx="5890">
                  <c:v>5.9584328375854164E-3</c:v>
                </c:pt>
                <c:pt idx="5891">
                  <c:v>6.3840351831272318E-3</c:v>
                </c:pt>
                <c:pt idx="5892">
                  <c:v>6.5259026316411709E-3</c:v>
                </c:pt>
                <c:pt idx="5893">
                  <c:v>6.28945688411794E-3</c:v>
                </c:pt>
                <c:pt idx="5894">
                  <c:v>5.9820774123377392E-3</c:v>
                </c:pt>
                <c:pt idx="5895">
                  <c:v>6.3367460336225855E-3</c:v>
                </c:pt>
                <c:pt idx="5896">
                  <c:v>6.4549689073842009E-3</c:v>
                </c:pt>
                <c:pt idx="5897">
                  <c:v>6.2421677346132937E-3</c:v>
                </c:pt>
                <c:pt idx="5898">
                  <c:v>6.0057219870900628E-3</c:v>
                </c:pt>
                <c:pt idx="5899">
                  <c:v>6.3131014588702627E-3</c:v>
                </c:pt>
                <c:pt idx="5900">
                  <c:v>6.4786134821365245E-3</c:v>
                </c:pt>
                <c:pt idx="5901">
                  <c:v>6.28945688411794E-3</c:v>
                </c:pt>
                <c:pt idx="5902">
                  <c:v>6.0293665618423855E-3</c:v>
                </c:pt>
                <c:pt idx="5903">
                  <c:v>6.4076797578795554E-3</c:v>
                </c:pt>
                <c:pt idx="5904">
                  <c:v>6.6204809306504627E-3</c:v>
                </c:pt>
                <c:pt idx="5905">
                  <c:v>6.4076797578795554E-3</c:v>
                </c:pt>
                <c:pt idx="5906">
                  <c:v>6.0530111365947083E-3</c:v>
                </c:pt>
                <c:pt idx="5907">
                  <c:v>6.28945688411794E-3</c:v>
                </c:pt>
                <c:pt idx="5908">
                  <c:v>6.4076797578795554E-3</c:v>
                </c:pt>
                <c:pt idx="5909">
                  <c:v>6.1948785851086473E-3</c:v>
                </c:pt>
                <c:pt idx="5910">
                  <c:v>5.840209963823801E-3</c:v>
                </c:pt>
                <c:pt idx="5911">
                  <c:v>6.1948785851086473E-3</c:v>
                </c:pt>
                <c:pt idx="5912">
                  <c:v>6.4076797578795554E-3</c:v>
                </c:pt>
                <c:pt idx="5913">
                  <c:v>6.1948785851086473E-3</c:v>
                </c:pt>
                <c:pt idx="5914">
                  <c:v>5.9347882628330928E-3</c:v>
                </c:pt>
                <c:pt idx="5915">
                  <c:v>6.28945688411794E-3</c:v>
                </c:pt>
                <c:pt idx="5916">
                  <c:v>6.5259026316411709E-3</c:v>
                </c:pt>
                <c:pt idx="5917">
                  <c:v>6.3603906083749091E-3</c:v>
                </c:pt>
                <c:pt idx="5918">
                  <c:v>6.1003002860993546E-3</c:v>
                </c:pt>
                <c:pt idx="5919">
                  <c:v>6.3840351831272318E-3</c:v>
                </c:pt>
                <c:pt idx="5920">
                  <c:v>6.6441255054027863E-3</c:v>
                </c:pt>
                <c:pt idx="5921">
                  <c:v>6.5022580568888473E-3</c:v>
                </c:pt>
                <c:pt idx="5922">
                  <c:v>6.2185231598609701E-3</c:v>
                </c:pt>
                <c:pt idx="5923">
                  <c:v>6.4313243326318782E-3</c:v>
                </c:pt>
                <c:pt idx="5924">
                  <c:v>6.6441255054027863E-3</c:v>
                </c:pt>
                <c:pt idx="5925">
                  <c:v>6.4786134821365245E-3</c:v>
                </c:pt>
                <c:pt idx="5926">
                  <c:v>6.1239448608516782E-3</c:v>
                </c:pt>
                <c:pt idx="5927">
                  <c:v>6.2421677346132937E-3</c:v>
                </c:pt>
                <c:pt idx="5928">
                  <c:v>6.5259026316411709E-3</c:v>
                </c:pt>
                <c:pt idx="5929">
                  <c:v>6.4786134821365245E-3</c:v>
                </c:pt>
                <c:pt idx="5930">
                  <c:v>6.1712340103563237E-3</c:v>
                </c:pt>
                <c:pt idx="5931">
                  <c:v>6.2658123093656164E-3</c:v>
                </c:pt>
                <c:pt idx="5932">
                  <c:v>6.5259026316411709E-3</c:v>
                </c:pt>
                <c:pt idx="5933">
                  <c:v>6.4549689073842009E-3</c:v>
                </c:pt>
                <c:pt idx="5934">
                  <c:v>6.1003002860993546E-3</c:v>
                </c:pt>
                <c:pt idx="5935">
                  <c:v>6.2185231598609701E-3</c:v>
                </c:pt>
                <c:pt idx="5936">
                  <c:v>6.5022580568888473E-3</c:v>
                </c:pt>
                <c:pt idx="5937">
                  <c:v>6.5022580568888473E-3</c:v>
                </c:pt>
                <c:pt idx="5938">
                  <c:v>6.1948785851086473E-3</c:v>
                </c:pt>
                <c:pt idx="5939">
                  <c:v>6.28945688411794E-3</c:v>
                </c:pt>
                <c:pt idx="5940">
                  <c:v>6.5731917811458164E-3</c:v>
                </c:pt>
                <c:pt idx="5941">
                  <c:v>6.4549689073842009E-3</c:v>
                </c:pt>
                <c:pt idx="5942">
                  <c:v>6.1712340103563237E-3</c:v>
                </c:pt>
                <c:pt idx="5943">
                  <c:v>6.2658123093656164E-3</c:v>
                </c:pt>
                <c:pt idx="5944">
                  <c:v>6.5731917811458164E-3</c:v>
                </c:pt>
                <c:pt idx="5945">
                  <c:v>6.5495472063934936E-3</c:v>
                </c:pt>
                <c:pt idx="5946">
                  <c:v>6.2421677346132937E-3</c:v>
                </c:pt>
                <c:pt idx="5947">
                  <c:v>6.28945688411794E-3</c:v>
                </c:pt>
                <c:pt idx="5948">
                  <c:v>6.59683635589814E-3</c:v>
                </c:pt>
                <c:pt idx="5949">
                  <c:v>6.5731917811458164E-3</c:v>
                </c:pt>
                <c:pt idx="5950">
                  <c:v>6.2658123093656164E-3</c:v>
                </c:pt>
                <c:pt idx="5951">
                  <c:v>6.3367460336225855E-3</c:v>
                </c:pt>
                <c:pt idx="5952">
                  <c:v>6.7150592296597537E-3</c:v>
                </c:pt>
                <c:pt idx="5953">
                  <c:v>6.6914146549074309E-3</c:v>
                </c:pt>
                <c:pt idx="5954">
                  <c:v>6.3603906083749091E-3</c:v>
                </c:pt>
                <c:pt idx="5955">
                  <c:v>6.2658123093656164E-3</c:v>
                </c:pt>
                <c:pt idx="5956">
                  <c:v>6.59683635589814E-3</c:v>
                </c:pt>
                <c:pt idx="5957">
                  <c:v>6.6204809306504627E-3</c:v>
                </c:pt>
                <c:pt idx="5958">
                  <c:v>6.3603906083749091E-3</c:v>
                </c:pt>
                <c:pt idx="5959">
                  <c:v>6.28945688411794E-3</c:v>
                </c:pt>
                <c:pt idx="5960">
                  <c:v>6.6204809306504627E-3</c:v>
                </c:pt>
                <c:pt idx="5961">
                  <c:v>6.6204809306504627E-3</c:v>
                </c:pt>
                <c:pt idx="5962">
                  <c:v>6.28945688411794E-3</c:v>
                </c:pt>
                <c:pt idx="5963">
                  <c:v>6.2421677346132937E-3</c:v>
                </c:pt>
                <c:pt idx="5964">
                  <c:v>6.59683635589814E-3</c:v>
                </c:pt>
                <c:pt idx="5965">
                  <c:v>6.59683635589814E-3</c:v>
                </c:pt>
                <c:pt idx="5966">
                  <c:v>6.3367460336225855E-3</c:v>
                </c:pt>
                <c:pt idx="5967">
                  <c:v>6.2658123093656164E-3</c:v>
                </c:pt>
                <c:pt idx="5968">
                  <c:v>6.6441255054027863E-3</c:v>
                </c:pt>
                <c:pt idx="5969">
                  <c:v>6.5731917811458164E-3</c:v>
                </c:pt>
                <c:pt idx="5970">
                  <c:v>6.3131014588702627E-3</c:v>
                </c:pt>
                <c:pt idx="5971">
                  <c:v>6.1239448608516782E-3</c:v>
                </c:pt>
                <c:pt idx="5972">
                  <c:v>6.4549689073842009E-3</c:v>
                </c:pt>
                <c:pt idx="5973">
                  <c:v>6.5259026316411709E-3</c:v>
                </c:pt>
                <c:pt idx="5974">
                  <c:v>6.3131014588702627E-3</c:v>
                </c:pt>
                <c:pt idx="5975">
                  <c:v>6.1239448608516782E-3</c:v>
                </c:pt>
                <c:pt idx="5976">
                  <c:v>6.4313243326318782E-3</c:v>
                </c:pt>
                <c:pt idx="5977">
                  <c:v>6.4786134821365245E-3</c:v>
                </c:pt>
                <c:pt idx="5978">
                  <c:v>6.2658123093656164E-3</c:v>
                </c:pt>
                <c:pt idx="5979">
                  <c:v>6.0530111365947083E-3</c:v>
                </c:pt>
                <c:pt idx="5980">
                  <c:v>6.4313243326318782E-3</c:v>
                </c:pt>
                <c:pt idx="5981">
                  <c:v>6.5495472063934936E-3</c:v>
                </c:pt>
                <c:pt idx="5982">
                  <c:v>6.3840351831272318E-3</c:v>
                </c:pt>
                <c:pt idx="5983">
                  <c:v>6.1712340103563237E-3</c:v>
                </c:pt>
                <c:pt idx="5984">
                  <c:v>6.5259026316411709E-3</c:v>
                </c:pt>
                <c:pt idx="5985">
                  <c:v>6.59683635589814E-3</c:v>
                </c:pt>
                <c:pt idx="5986">
                  <c:v>6.4313243326318782E-3</c:v>
                </c:pt>
                <c:pt idx="5987">
                  <c:v>6.1712340103563237E-3</c:v>
                </c:pt>
                <c:pt idx="5988">
                  <c:v>6.4076797578795554E-3</c:v>
                </c:pt>
                <c:pt idx="5989">
                  <c:v>6.5495472063934936E-3</c:v>
                </c:pt>
                <c:pt idx="5990">
                  <c:v>6.4313243326318782E-3</c:v>
                </c:pt>
                <c:pt idx="5991">
                  <c:v>6.1948785851086473E-3</c:v>
                </c:pt>
                <c:pt idx="5992">
                  <c:v>6.5495472063934936E-3</c:v>
                </c:pt>
                <c:pt idx="5993">
                  <c:v>6.6914146549074309E-3</c:v>
                </c:pt>
                <c:pt idx="5994">
                  <c:v>6.4786134821365245E-3</c:v>
                </c:pt>
                <c:pt idx="5995">
                  <c:v>6.1948785851086473E-3</c:v>
                </c:pt>
                <c:pt idx="5996">
                  <c:v>6.5022580568888473E-3</c:v>
                </c:pt>
                <c:pt idx="5997">
                  <c:v>6.7150592296597537E-3</c:v>
                </c:pt>
                <c:pt idx="5998">
                  <c:v>6.5731917811458164E-3</c:v>
                </c:pt>
                <c:pt idx="5999">
                  <c:v>6.3131014588702627E-3</c:v>
                </c:pt>
                <c:pt idx="6000">
                  <c:v>6.5731917811458164E-3</c:v>
                </c:pt>
                <c:pt idx="6001">
                  <c:v>6.7859929539167236E-3</c:v>
                </c:pt>
                <c:pt idx="6002">
                  <c:v>6.6204809306504627E-3</c:v>
                </c:pt>
                <c:pt idx="6003">
                  <c:v>6.3603906083749091E-3</c:v>
                </c:pt>
                <c:pt idx="6004">
                  <c:v>6.6204809306504627E-3</c:v>
                </c:pt>
                <c:pt idx="6005">
                  <c:v>6.83328210342137E-3</c:v>
                </c:pt>
                <c:pt idx="6006">
                  <c:v>6.6441255054027863E-3</c:v>
                </c:pt>
                <c:pt idx="6007">
                  <c:v>6.3840351831272318E-3</c:v>
                </c:pt>
                <c:pt idx="6008">
                  <c:v>6.5731917811458164E-3</c:v>
                </c:pt>
                <c:pt idx="6009">
                  <c:v>6.8096375286690464E-3</c:v>
                </c:pt>
                <c:pt idx="6010">
                  <c:v>6.6204809306504627E-3</c:v>
                </c:pt>
                <c:pt idx="6011">
                  <c:v>6.3367460336225855E-3</c:v>
                </c:pt>
                <c:pt idx="6012">
                  <c:v>6.5731917811458164E-3</c:v>
                </c:pt>
                <c:pt idx="6013">
                  <c:v>6.8096375286690464E-3</c:v>
                </c:pt>
                <c:pt idx="6014">
                  <c:v>6.6914146549074309E-3</c:v>
                </c:pt>
                <c:pt idx="6015">
                  <c:v>6.4076797578795554E-3</c:v>
                </c:pt>
                <c:pt idx="6016">
                  <c:v>6.4786134821365245E-3</c:v>
                </c:pt>
                <c:pt idx="6017">
                  <c:v>6.7150592296597537E-3</c:v>
                </c:pt>
                <c:pt idx="6018">
                  <c:v>6.6441255054027863E-3</c:v>
                </c:pt>
                <c:pt idx="6019">
                  <c:v>6.3840351831272318E-3</c:v>
                </c:pt>
                <c:pt idx="6020">
                  <c:v>6.5259026316411709E-3</c:v>
                </c:pt>
                <c:pt idx="6021">
                  <c:v>6.7859929539167236E-3</c:v>
                </c:pt>
                <c:pt idx="6022">
                  <c:v>6.6914146549074309E-3</c:v>
                </c:pt>
                <c:pt idx="6023">
                  <c:v>6.3840351831272318E-3</c:v>
                </c:pt>
                <c:pt idx="6024">
                  <c:v>6.4313243326318782E-3</c:v>
                </c:pt>
                <c:pt idx="6025">
                  <c:v>6.6677700801551082E-3</c:v>
                </c:pt>
                <c:pt idx="6026">
                  <c:v>6.5259026316411709E-3</c:v>
                </c:pt>
                <c:pt idx="6027">
                  <c:v>6.2421677346132937E-3</c:v>
                </c:pt>
                <c:pt idx="6028">
                  <c:v>6.3840351831272318E-3</c:v>
                </c:pt>
                <c:pt idx="6029">
                  <c:v>6.7623483791644E-3</c:v>
                </c:pt>
                <c:pt idx="6030">
                  <c:v>6.6677700801551082E-3</c:v>
                </c:pt>
                <c:pt idx="6031">
                  <c:v>6.3367460336225855E-3</c:v>
                </c:pt>
                <c:pt idx="6032">
                  <c:v>6.3840351831272318E-3</c:v>
                </c:pt>
                <c:pt idx="6033">
                  <c:v>6.7623483791644E-3</c:v>
                </c:pt>
                <c:pt idx="6034">
                  <c:v>6.6914146549074309E-3</c:v>
                </c:pt>
                <c:pt idx="6035">
                  <c:v>6.4313243326318782E-3</c:v>
                </c:pt>
                <c:pt idx="6036">
                  <c:v>6.5259026316411709E-3</c:v>
                </c:pt>
                <c:pt idx="6037">
                  <c:v>6.9278604024306618E-3</c:v>
                </c:pt>
                <c:pt idx="6038">
                  <c:v>6.8805712529260155E-3</c:v>
                </c:pt>
                <c:pt idx="6039">
                  <c:v>6.6204809306504627E-3</c:v>
                </c:pt>
                <c:pt idx="6040">
                  <c:v>6.6677700801551082E-3</c:v>
                </c:pt>
                <c:pt idx="6041">
                  <c:v>6.9515049771829854E-3</c:v>
                </c:pt>
                <c:pt idx="6042">
                  <c:v>6.9278604024306618E-3</c:v>
                </c:pt>
                <c:pt idx="6043">
                  <c:v>6.6204809306504627E-3</c:v>
                </c:pt>
                <c:pt idx="6044">
                  <c:v>6.5259026316411709E-3</c:v>
                </c:pt>
                <c:pt idx="6045">
                  <c:v>6.83328210342137E-3</c:v>
                </c:pt>
                <c:pt idx="6046">
                  <c:v>6.7859929539167236E-3</c:v>
                </c:pt>
                <c:pt idx="6047">
                  <c:v>6.5022580568888473E-3</c:v>
                </c:pt>
                <c:pt idx="6048">
                  <c:v>6.4076797578795554E-3</c:v>
                </c:pt>
                <c:pt idx="6049">
                  <c:v>6.6677700801551082E-3</c:v>
                </c:pt>
                <c:pt idx="6050">
                  <c:v>6.7150592296597537E-3</c:v>
                </c:pt>
                <c:pt idx="6051">
                  <c:v>6.4786134821365245E-3</c:v>
                </c:pt>
                <c:pt idx="6052">
                  <c:v>6.4549689073842009E-3</c:v>
                </c:pt>
                <c:pt idx="6053">
                  <c:v>6.83328210342137E-3</c:v>
                </c:pt>
                <c:pt idx="6054">
                  <c:v>6.8096375286690464E-3</c:v>
                </c:pt>
                <c:pt idx="6055">
                  <c:v>6.4786134821365245E-3</c:v>
                </c:pt>
                <c:pt idx="6056">
                  <c:v>6.3603906083749091E-3</c:v>
                </c:pt>
                <c:pt idx="6057">
                  <c:v>6.7623483791644E-3</c:v>
                </c:pt>
                <c:pt idx="6058">
                  <c:v>6.8096375286690464E-3</c:v>
                </c:pt>
                <c:pt idx="6059">
                  <c:v>6.5259026316411709E-3</c:v>
                </c:pt>
                <c:pt idx="6060">
                  <c:v>6.2658123093656164E-3</c:v>
                </c:pt>
                <c:pt idx="6061">
                  <c:v>6.5022580568888473E-3</c:v>
                </c:pt>
                <c:pt idx="6062">
                  <c:v>6.5495472063934936E-3</c:v>
                </c:pt>
                <c:pt idx="6063">
                  <c:v>6.3603906083749091E-3</c:v>
                </c:pt>
                <c:pt idx="6064">
                  <c:v>6.2421677346132937E-3</c:v>
                </c:pt>
                <c:pt idx="6065">
                  <c:v>6.6204809306504627E-3</c:v>
                </c:pt>
                <c:pt idx="6066">
                  <c:v>6.6677700801551082E-3</c:v>
                </c:pt>
                <c:pt idx="6067">
                  <c:v>6.4076797578795554E-3</c:v>
                </c:pt>
                <c:pt idx="6068">
                  <c:v>6.28945688411794E-3</c:v>
                </c:pt>
                <c:pt idx="6069">
                  <c:v>6.6914146549074309E-3</c:v>
                </c:pt>
                <c:pt idx="6070">
                  <c:v>6.83328210342137E-3</c:v>
                </c:pt>
                <c:pt idx="6071">
                  <c:v>6.6677700801551082E-3</c:v>
                </c:pt>
                <c:pt idx="6072">
                  <c:v>6.4786134821365245E-3</c:v>
                </c:pt>
                <c:pt idx="6073">
                  <c:v>6.7387038044120773E-3</c:v>
                </c:pt>
                <c:pt idx="6074">
                  <c:v>6.8096375286690464E-3</c:v>
                </c:pt>
                <c:pt idx="6075">
                  <c:v>6.5495472063934936E-3</c:v>
                </c:pt>
                <c:pt idx="6076">
                  <c:v>6.3840351831272318E-3</c:v>
                </c:pt>
                <c:pt idx="6077">
                  <c:v>6.6441255054027863E-3</c:v>
                </c:pt>
                <c:pt idx="6078">
                  <c:v>6.7387038044120773E-3</c:v>
                </c:pt>
                <c:pt idx="6079">
                  <c:v>6.59683635589814E-3</c:v>
                </c:pt>
                <c:pt idx="6080">
                  <c:v>6.4076797578795554E-3</c:v>
                </c:pt>
                <c:pt idx="6081">
                  <c:v>6.5731917811458164E-3</c:v>
                </c:pt>
                <c:pt idx="6082">
                  <c:v>6.6204809306504627E-3</c:v>
                </c:pt>
                <c:pt idx="6083">
                  <c:v>6.4313243326318782E-3</c:v>
                </c:pt>
                <c:pt idx="6084">
                  <c:v>6.2421677346132937E-3</c:v>
                </c:pt>
                <c:pt idx="6085">
                  <c:v>6.5495472063934936E-3</c:v>
                </c:pt>
                <c:pt idx="6086">
                  <c:v>6.7150592296597537E-3</c:v>
                </c:pt>
                <c:pt idx="6087">
                  <c:v>6.5022580568888473E-3</c:v>
                </c:pt>
                <c:pt idx="6088">
                  <c:v>6.2658123093656164E-3</c:v>
                </c:pt>
                <c:pt idx="6089">
                  <c:v>6.59683635589814E-3</c:v>
                </c:pt>
                <c:pt idx="6090">
                  <c:v>6.7387038044120773E-3</c:v>
                </c:pt>
                <c:pt idx="6091">
                  <c:v>6.5259026316411709E-3</c:v>
                </c:pt>
                <c:pt idx="6092">
                  <c:v>6.2185231598609701E-3</c:v>
                </c:pt>
                <c:pt idx="6093">
                  <c:v>6.4313243326318782E-3</c:v>
                </c:pt>
                <c:pt idx="6094">
                  <c:v>6.6204809306504627E-3</c:v>
                </c:pt>
                <c:pt idx="6095">
                  <c:v>6.5022580568888473E-3</c:v>
                </c:pt>
                <c:pt idx="6096">
                  <c:v>6.2421677346132937E-3</c:v>
                </c:pt>
                <c:pt idx="6097">
                  <c:v>6.4549689073842009E-3</c:v>
                </c:pt>
                <c:pt idx="6098">
                  <c:v>6.6441255054027863E-3</c:v>
                </c:pt>
                <c:pt idx="6099">
                  <c:v>6.4549689073842009E-3</c:v>
                </c:pt>
                <c:pt idx="6100">
                  <c:v>6.1948785851086473E-3</c:v>
                </c:pt>
                <c:pt idx="6101">
                  <c:v>6.4076797578795554E-3</c:v>
                </c:pt>
                <c:pt idx="6102">
                  <c:v>6.6204809306504627E-3</c:v>
                </c:pt>
                <c:pt idx="6103">
                  <c:v>6.4313243326318782E-3</c:v>
                </c:pt>
                <c:pt idx="6104">
                  <c:v>6.1712340103563237E-3</c:v>
                </c:pt>
                <c:pt idx="6105">
                  <c:v>6.4313243326318782E-3</c:v>
                </c:pt>
                <c:pt idx="6106">
                  <c:v>6.7387038044120773E-3</c:v>
                </c:pt>
                <c:pt idx="6107">
                  <c:v>6.59683635589814E-3</c:v>
                </c:pt>
                <c:pt idx="6108">
                  <c:v>6.3367460336225855E-3</c:v>
                </c:pt>
                <c:pt idx="6109">
                  <c:v>6.4549689073842009E-3</c:v>
                </c:pt>
                <c:pt idx="6110">
                  <c:v>6.7150592296597537E-3</c:v>
                </c:pt>
                <c:pt idx="6111">
                  <c:v>6.5731917811458164E-3</c:v>
                </c:pt>
                <c:pt idx="6112">
                  <c:v>6.3603906083749091E-3</c:v>
                </c:pt>
                <c:pt idx="6113">
                  <c:v>6.59683635589814E-3</c:v>
                </c:pt>
                <c:pt idx="6114">
                  <c:v>6.9278604024306618E-3</c:v>
                </c:pt>
                <c:pt idx="6115">
                  <c:v>6.83328210342137E-3</c:v>
                </c:pt>
                <c:pt idx="6116">
                  <c:v>6.5259026316411709E-3</c:v>
                </c:pt>
                <c:pt idx="6117">
                  <c:v>6.6677700801551082E-3</c:v>
                </c:pt>
                <c:pt idx="6118">
                  <c:v>6.9278604024306618E-3</c:v>
                </c:pt>
                <c:pt idx="6119">
                  <c:v>6.8096375286690464E-3</c:v>
                </c:pt>
                <c:pt idx="6120">
                  <c:v>6.4313243326318782E-3</c:v>
                </c:pt>
                <c:pt idx="6121">
                  <c:v>6.5022580568888473E-3</c:v>
                </c:pt>
                <c:pt idx="6122">
                  <c:v>6.7623483791644E-3</c:v>
                </c:pt>
                <c:pt idx="6123">
                  <c:v>6.6914146549074309E-3</c:v>
                </c:pt>
                <c:pt idx="6124">
                  <c:v>6.3603906083749091E-3</c:v>
                </c:pt>
                <c:pt idx="6125">
                  <c:v>6.4786134821365245E-3</c:v>
                </c:pt>
                <c:pt idx="6126">
                  <c:v>6.7623483791644E-3</c:v>
                </c:pt>
                <c:pt idx="6127">
                  <c:v>6.8096375286690464E-3</c:v>
                </c:pt>
                <c:pt idx="6128">
                  <c:v>6.4786134821365245E-3</c:v>
                </c:pt>
                <c:pt idx="6129">
                  <c:v>6.5259026316411709E-3</c:v>
                </c:pt>
                <c:pt idx="6130">
                  <c:v>6.7623483791644E-3</c:v>
                </c:pt>
                <c:pt idx="6131">
                  <c:v>6.6204809306504627E-3</c:v>
                </c:pt>
                <c:pt idx="6132">
                  <c:v>6.28945688411794E-3</c:v>
                </c:pt>
                <c:pt idx="6133">
                  <c:v>6.3131014588702627E-3</c:v>
                </c:pt>
                <c:pt idx="6134">
                  <c:v>6.6441255054027863E-3</c:v>
                </c:pt>
                <c:pt idx="6135">
                  <c:v>6.5731917811458164E-3</c:v>
                </c:pt>
                <c:pt idx="6136">
                  <c:v>6.28945688411794E-3</c:v>
                </c:pt>
                <c:pt idx="6137">
                  <c:v>6.3840351831272318E-3</c:v>
                </c:pt>
                <c:pt idx="6138">
                  <c:v>6.6441255054027863E-3</c:v>
                </c:pt>
                <c:pt idx="6139">
                  <c:v>6.59683635589814E-3</c:v>
                </c:pt>
                <c:pt idx="6140">
                  <c:v>6.3603906083749091E-3</c:v>
                </c:pt>
                <c:pt idx="6141">
                  <c:v>6.3603906083749091E-3</c:v>
                </c:pt>
                <c:pt idx="6142">
                  <c:v>6.59683635589814E-3</c:v>
                </c:pt>
                <c:pt idx="6143">
                  <c:v>6.5731917811458164E-3</c:v>
                </c:pt>
                <c:pt idx="6144">
                  <c:v>6.2421677346132937E-3</c:v>
                </c:pt>
                <c:pt idx="6145">
                  <c:v>6.2658123093656164E-3</c:v>
                </c:pt>
                <c:pt idx="6146">
                  <c:v>6.5731917811458164E-3</c:v>
                </c:pt>
                <c:pt idx="6147">
                  <c:v>6.5495472063934936E-3</c:v>
                </c:pt>
                <c:pt idx="6148">
                  <c:v>6.28945688411794E-3</c:v>
                </c:pt>
                <c:pt idx="6149">
                  <c:v>6.2185231598609701E-3</c:v>
                </c:pt>
                <c:pt idx="6150">
                  <c:v>6.5022580568888473E-3</c:v>
                </c:pt>
                <c:pt idx="6151">
                  <c:v>6.59683635589814E-3</c:v>
                </c:pt>
                <c:pt idx="6152">
                  <c:v>6.3367460336225855E-3</c:v>
                </c:pt>
                <c:pt idx="6153">
                  <c:v>6.1712340103563237E-3</c:v>
                </c:pt>
                <c:pt idx="6154">
                  <c:v>6.5495472063934936E-3</c:v>
                </c:pt>
                <c:pt idx="6155">
                  <c:v>6.5731917811458164E-3</c:v>
                </c:pt>
                <c:pt idx="6156">
                  <c:v>6.3367460336225855E-3</c:v>
                </c:pt>
                <c:pt idx="6157">
                  <c:v>6.2421677346132937E-3</c:v>
                </c:pt>
                <c:pt idx="6158">
                  <c:v>6.5259026316411709E-3</c:v>
                </c:pt>
                <c:pt idx="6159">
                  <c:v>6.5731917811458164E-3</c:v>
                </c:pt>
                <c:pt idx="6160">
                  <c:v>6.3367460336225855E-3</c:v>
                </c:pt>
                <c:pt idx="6161">
                  <c:v>6.1003002860993546E-3</c:v>
                </c:pt>
                <c:pt idx="6162">
                  <c:v>6.3840351831272318E-3</c:v>
                </c:pt>
                <c:pt idx="6163">
                  <c:v>6.4549689073842009E-3</c:v>
                </c:pt>
                <c:pt idx="6164">
                  <c:v>6.1948785851086473E-3</c:v>
                </c:pt>
                <c:pt idx="6165">
                  <c:v>6.0057219870900628E-3</c:v>
                </c:pt>
                <c:pt idx="6166">
                  <c:v>6.3603906083749091E-3</c:v>
                </c:pt>
                <c:pt idx="6167">
                  <c:v>6.5259026316411709E-3</c:v>
                </c:pt>
                <c:pt idx="6168">
                  <c:v>6.2658123093656164E-3</c:v>
                </c:pt>
                <c:pt idx="6169">
                  <c:v>6.1003002860993546E-3</c:v>
                </c:pt>
                <c:pt idx="6170">
                  <c:v>6.4076797578795554E-3</c:v>
                </c:pt>
                <c:pt idx="6171">
                  <c:v>6.5259026316411709E-3</c:v>
                </c:pt>
                <c:pt idx="6172">
                  <c:v>6.3367460336225855E-3</c:v>
                </c:pt>
                <c:pt idx="6173">
                  <c:v>6.1239448608516782E-3</c:v>
                </c:pt>
                <c:pt idx="6174">
                  <c:v>6.4549689073842009E-3</c:v>
                </c:pt>
                <c:pt idx="6175">
                  <c:v>6.5731917811458164E-3</c:v>
                </c:pt>
                <c:pt idx="6176">
                  <c:v>6.3840351831272318E-3</c:v>
                </c:pt>
                <c:pt idx="6177">
                  <c:v>6.1003002860993546E-3</c:v>
                </c:pt>
                <c:pt idx="6178">
                  <c:v>6.3840351831272318E-3</c:v>
                </c:pt>
                <c:pt idx="6179">
                  <c:v>6.5495472063934936E-3</c:v>
                </c:pt>
                <c:pt idx="6180">
                  <c:v>6.3840351831272318E-3</c:v>
                </c:pt>
                <c:pt idx="6181">
                  <c:v>6.1003002860993546E-3</c:v>
                </c:pt>
                <c:pt idx="6182">
                  <c:v>6.4786134821365245E-3</c:v>
                </c:pt>
                <c:pt idx="6183">
                  <c:v>6.7387038044120773E-3</c:v>
                </c:pt>
                <c:pt idx="6184">
                  <c:v>6.6204809306504627E-3</c:v>
                </c:pt>
                <c:pt idx="6185">
                  <c:v>6.3367460336225855E-3</c:v>
                </c:pt>
                <c:pt idx="6186">
                  <c:v>6.5731917811458164E-3</c:v>
                </c:pt>
                <c:pt idx="6187">
                  <c:v>6.7387038044120773E-3</c:v>
                </c:pt>
                <c:pt idx="6188">
                  <c:v>6.6441255054027863E-3</c:v>
                </c:pt>
                <c:pt idx="6189">
                  <c:v>6.3840351831272318E-3</c:v>
                </c:pt>
                <c:pt idx="6190">
                  <c:v>6.6204809306504627E-3</c:v>
                </c:pt>
                <c:pt idx="6191">
                  <c:v>6.7623483791644E-3</c:v>
                </c:pt>
                <c:pt idx="6192">
                  <c:v>6.6914146549074309E-3</c:v>
                </c:pt>
                <c:pt idx="6193">
                  <c:v>6.4313243326318782E-3</c:v>
                </c:pt>
                <c:pt idx="6194">
                  <c:v>6.6677700801551082E-3</c:v>
                </c:pt>
                <c:pt idx="6195">
                  <c:v>6.8096375286690464E-3</c:v>
                </c:pt>
                <c:pt idx="6196">
                  <c:v>6.6677700801551082E-3</c:v>
                </c:pt>
                <c:pt idx="6197">
                  <c:v>6.4076797578795554E-3</c:v>
                </c:pt>
                <c:pt idx="6198">
                  <c:v>6.59683635589814E-3</c:v>
                </c:pt>
                <c:pt idx="6199">
                  <c:v>6.7623483791644E-3</c:v>
                </c:pt>
                <c:pt idx="6200">
                  <c:v>6.59683635589814E-3</c:v>
                </c:pt>
                <c:pt idx="6201">
                  <c:v>6.3367460336225855E-3</c:v>
                </c:pt>
                <c:pt idx="6202">
                  <c:v>6.5731917811458164E-3</c:v>
                </c:pt>
                <c:pt idx="6203">
                  <c:v>6.7859929539167236E-3</c:v>
                </c:pt>
                <c:pt idx="6204">
                  <c:v>6.7150592296597537E-3</c:v>
                </c:pt>
                <c:pt idx="6205">
                  <c:v>6.4313243326318782E-3</c:v>
                </c:pt>
                <c:pt idx="6206">
                  <c:v>6.6677700801551082E-3</c:v>
                </c:pt>
                <c:pt idx="6207">
                  <c:v>6.9515049771829854E-3</c:v>
                </c:pt>
                <c:pt idx="6208">
                  <c:v>6.83328210342137E-3</c:v>
                </c:pt>
                <c:pt idx="6209">
                  <c:v>6.4313243326318782E-3</c:v>
                </c:pt>
                <c:pt idx="6210">
                  <c:v>6.6204809306504627E-3</c:v>
                </c:pt>
                <c:pt idx="6211">
                  <c:v>6.9042158276783391E-3</c:v>
                </c:pt>
                <c:pt idx="6212">
                  <c:v>6.83328210342137E-3</c:v>
                </c:pt>
                <c:pt idx="6213">
                  <c:v>6.5495472063934936E-3</c:v>
                </c:pt>
                <c:pt idx="6214">
                  <c:v>6.6441255054027863E-3</c:v>
                </c:pt>
                <c:pt idx="6215">
                  <c:v>6.9042158276783391E-3</c:v>
                </c:pt>
                <c:pt idx="6216">
                  <c:v>6.9042158276783391E-3</c:v>
                </c:pt>
                <c:pt idx="6217">
                  <c:v>6.5495472063934936E-3</c:v>
                </c:pt>
                <c:pt idx="6218">
                  <c:v>6.5259026316411709E-3</c:v>
                </c:pt>
                <c:pt idx="6219">
                  <c:v>6.7859929539167236E-3</c:v>
                </c:pt>
                <c:pt idx="6220">
                  <c:v>6.7387038044120773E-3</c:v>
                </c:pt>
                <c:pt idx="6221">
                  <c:v>6.4313243326318782E-3</c:v>
                </c:pt>
                <c:pt idx="6222">
                  <c:v>6.4786134821365245E-3</c:v>
                </c:pt>
                <c:pt idx="6223">
                  <c:v>6.8096375286690464E-3</c:v>
                </c:pt>
                <c:pt idx="6224">
                  <c:v>6.7623483791644E-3</c:v>
                </c:pt>
                <c:pt idx="6225">
                  <c:v>6.4313243326318782E-3</c:v>
                </c:pt>
                <c:pt idx="6226">
                  <c:v>6.5022580568888473E-3</c:v>
                </c:pt>
                <c:pt idx="6227">
                  <c:v>6.8569266781736927E-3</c:v>
                </c:pt>
                <c:pt idx="6228">
                  <c:v>6.8569266781736927E-3</c:v>
                </c:pt>
                <c:pt idx="6229">
                  <c:v>6.6204809306504627E-3</c:v>
                </c:pt>
                <c:pt idx="6230">
                  <c:v>6.5495472063934936E-3</c:v>
                </c:pt>
                <c:pt idx="6231">
                  <c:v>6.9278604024306618E-3</c:v>
                </c:pt>
                <c:pt idx="6232">
                  <c:v>6.9278604024306618E-3</c:v>
                </c:pt>
                <c:pt idx="6233">
                  <c:v>6.6441255054027863E-3</c:v>
                </c:pt>
                <c:pt idx="6234">
                  <c:v>6.5259026316411709E-3</c:v>
                </c:pt>
                <c:pt idx="6235">
                  <c:v>6.83328210342137E-3</c:v>
                </c:pt>
                <c:pt idx="6236">
                  <c:v>6.83328210342137E-3</c:v>
                </c:pt>
                <c:pt idx="6237">
                  <c:v>6.4549689073842009E-3</c:v>
                </c:pt>
                <c:pt idx="6238">
                  <c:v>6.28945688411794E-3</c:v>
                </c:pt>
                <c:pt idx="6239">
                  <c:v>6.6914146549074309E-3</c:v>
                </c:pt>
                <c:pt idx="6240">
                  <c:v>6.7387038044120773E-3</c:v>
                </c:pt>
                <c:pt idx="6241">
                  <c:v>6.4786134821365245E-3</c:v>
                </c:pt>
                <c:pt idx="6242">
                  <c:v>6.3840351831272318E-3</c:v>
                </c:pt>
                <c:pt idx="6243">
                  <c:v>6.7859929539167236E-3</c:v>
                </c:pt>
                <c:pt idx="6244">
                  <c:v>6.9515049771829854E-3</c:v>
                </c:pt>
                <c:pt idx="6245">
                  <c:v>6.6441255054027863E-3</c:v>
                </c:pt>
                <c:pt idx="6246">
                  <c:v>6.4076797578795554E-3</c:v>
                </c:pt>
                <c:pt idx="6247">
                  <c:v>6.83328210342137E-3</c:v>
                </c:pt>
                <c:pt idx="6248">
                  <c:v>6.9515049771829854E-3</c:v>
                </c:pt>
                <c:pt idx="6249">
                  <c:v>6.6914146549074309E-3</c:v>
                </c:pt>
                <c:pt idx="6250">
                  <c:v>6.59683635589814E-3</c:v>
                </c:pt>
                <c:pt idx="6251">
                  <c:v>6.9751495519353082E-3</c:v>
                </c:pt>
                <c:pt idx="6252">
                  <c:v>7.0460832761922772E-3</c:v>
                </c:pt>
                <c:pt idx="6253">
                  <c:v>6.8569266781736927E-3</c:v>
                </c:pt>
                <c:pt idx="6254">
                  <c:v>6.7623483791644E-3</c:v>
                </c:pt>
                <c:pt idx="6255">
                  <c:v>7.0933724256969236E-3</c:v>
                </c:pt>
                <c:pt idx="6256">
                  <c:v>7.1643061499538927E-3</c:v>
                </c:pt>
                <c:pt idx="6257">
                  <c:v>6.9042158276783391E-3</c:v>
                </c:pt>
                <c:pt idx="6258">
                  <c:v>6.5731917811458164E-3</c:v>
                </c:pt>
                <c:pt idx="6259">
                  <c:v>6.9042158276783391E-3</c:v>
                </c:pt>
                <c:pt idx="6260">
                  <c:v>6.9751495519353082E-3</c:v>
                </c:pt>
                <c:pt idx="6261">
                  <c:v>6.7387038044120773E-3</c:v>
                </c:pt>
                <c:pt idx="6262">
                  <c:v>6.4549689073842009E-3</c:v>
                </c:pt>
                <c:pt idx="6263">
                  <c:v>6.7387038044120773E-3</c:v>
                </c:pt>
                <c:pt idx="6264">
                  <c:v>6.8569266781736927E-3</c:v>
                </c:pt>
                <c:pt idx="6265">
                  <c:v>6.6914146549074309E-3</c:v>
                </c:pt>
                <c:pt idx="6266">
                  <c:v>6.5022580568888473E-3</c:v>
                </c:pt>
                <c:pt idx="6267">
                  <c:v>6.9042158276783391E-3</c:v>
                </c:pt>
                <c:pt idx="6268">
                  <c:v>7.0933724256969236E-3</c:v>
                </c:pt>
                <c:pt idx="6269">
                  <c:v>6.8569266781736927E-3</c:v>
                </c:pt>
                <c:pt idx="6270">
                  <c:v>6.59683635589814E-3</c:v>
                </c:pt>
                <c:pt idx="6271">
                  <c:v>6.9751495519353082E-3</c:v>
                </c:pt>
                <c:pt idx="6272">
                  <c:v>7.1170170004492472E-3</c:v>
                </c:pt>
                <c:pt idx="6273">
                  <c:v>6.9278604024306618E-3</c:v>
                </c:pt>
                <c:pt idx="6274">
                  <c:v>6.6441255054027863E-3</c:v>
                </c:pt>
                <c:pt idx="6275">
                  <c:v>6.9515049771829854E-3</c:v>
                </c:pt>
                <c:pt idx="6276">
                  <c:v>7.0697278509446008E-3</c:v>
                </c:pt>
                <c:pt idx="6277">
                  <c:v>6.8096375286690464E-3</c:v>
                </c:pt>
                <c:pt idx="6278">
                  <c:v>6.4549689073842009E-3</c:v>
                </c:pt>
                <c:pt idx="6279">
                  <c:v>6.83328210342137E-3</c:v>
                </c:pt>
                <c:pt idx="6280">
                  <c:v>7.1170170004492472E-3</c:v>
                </c:pt>
                <c:pt idx="6281">
                  <c:v>7.0224387014399545E-3</c:v>
                </c:pt>
                <c:pt idx="6282">
                  <c:v>6.7387038044120773E-3</c:v>
                </c:pt>
                <c:pt idx="6283">
                  <c:v>6.9278604024306618E-3</c:v>
                </c:pt>
                <c:pt idx="6284">
                  <c:v>7.1406615752015699E-3</c:v>
                </c:pt>
                <c:pt idx="6285">
                  <c:v>7.0460832761922772E-3</c:v>
                </c:pt>
                <c:pt idx="6286">
                  <c:v>6.6914146549074309E-3</c:v>
                </c:pt>
                <c:pt idx="6287">
                  <c:v>6.9278604024306618E-3</c:v>
                </c:pt>
                <c:pt idx="6288">
                  <c:v>7.1879507247062163E-3</c:v>
                </c:pt>
                <c:pt idx="6289">
                  <c:v>7.0697278509446008E-3</c:v>
                </c:pt>
                <c:pt idx="6290">
                  <c:v>6.6204809306504627E-3</c:v>
                </c:pt>
                <c:pt idx="6291">
                  <c:v>6.7623483791644E-3</c:v>
                </c:pt>
                <c:pt idx="6292">
                  <c:v>6.9751495519353082E-3</c:v>
                </c:pt>
                <c:pt idx="6293">
                  <c:v>6.8096375286690464E-3</c:v>
                </c:pt>
                <c:pt idx="6294">
                  <c:v>6.4549689073842009E-3</c:v>
                </c:pt>
                <c:pt idx="6295">
                  <c:v>6.6677700801551082E-3</c:v>
                </c:pt>
                <c:pt idx="6296">
                  <c:v>6.9278604024306618E-3</c:v>
                </c:pt>
                <c:pt idx="6297">
                  <c:v>6.8569266781736927E-3</c:v>
                </c:pt>
                <c:pt idx="6298">
                  <c:v>6.6204809306504627E-3</c:v>
                </c:pt>
                <c:pt idx="6299">
                  <c:v>6.7859929539167236E-3</c:v>
                </c:pt>
                <c:pt idx="6300">
                  <c:v>7.0224387014399545E-3</c:v>
                </c:pt>
                <c:pt idx="6301">
                  <c:v>6.8805712529260155E-3</c:v>
                </c:pt>
                <c:pt idx="6302">
                  <c:v>6.5731917811458164E-3</c:v>
                </c:pt>
                <c:pt idx="6303">
                  <c:v>6.6441255054027863E-3</c:v>
                </c:pt>
                <c:pt idx="6304">
                  <c:v>6.9278604024306618E-3</c:v>
                </c:pt>
                <c:pt idx="6305">
                  <c:v>6.8096375286690464E-3</c:v>
                </c:pt>
                <c:pt idx="6306">
                  <c:v>6.4313243326318782E-3</c:v>
                </c:pt>
                <c:pt idx="6307">
                  <c:v>6.5259026316411709E-3</c:v>
                </c:pt>
                <c:pt idx="6308">
                  <c:v>6.8805712529260155E-3</c:v>
                </c:pt>
                <c:pt idx="6309">
                  <c:v>6.8096375286690464E-3</c:v>
                </c:pt>
                <c:pt idx="6310">
                  <c:v>6.5022580568888473E-3</c:v>
                </c:pt>
                <c:pt idx="6311">
                  <c:v>6.4786134821365245E-3</c:v>
                </c:pt>
                <c:pt idx="6312">
                  <c:v>6.8805712529260155E-3</c:v>
                </c:pt>
                <c:pt idx="6313">
                  <c:v>6.9278604024306618E-3</c:v>
                </c:pt>
                <c:pt idx="6314">
                  <c:v>6.6441255054027863E-3</c:v>
                </c:pt>
                <c:pt idx="6315">
                  <c:v>6.5259026316411709E-3</c:v>
                </c:pt>
                <c:pt idx="6316">
                  <c:v>6.83328210342137E-3</c:v>
                </c:pt>
                <c:pt idx="6317">
                  <c:v>6.7387038044120773E-3</c:v>
                </c:pt>
                <c:pt idx="6318">
                  <c:v>6.3840351831272318E-3</c:v>
                </c:pt>
                <c:pt idx="6319">
                  <c:v>6.4076797578795554E-3</c:v>
                </c:pt>
                <c:pt idx="6320">
                  <c:v>6.8096375286690464E-3</c:v>
                </c:pt>
                <c:pt idx="6321">
                  <c:v>6.8569266781736927E-3</c:v>
                </c:pt>
                <c:pt idx="6322">
                  <c:v>6.6204809306504627E-3</c:v>
                </c:pt>
                <c:pt idx="6323">
                  <c:v>6.5022580568888473E-3</c:v>
                </c:pt>
                <c:pt idx="6324">
                  <c:v>6.8096375286690464E-3</c:v>
                </c:pt>
                <c:pt idx="6325">
                  <c:v>6.7859929539167236E-3</c:v>
                </c:pt>
                <c:pt idx="6326">
                  <c:v>6.5022580568888473E-3</c:v>
                </c:pt>
                <c:pt idx="6327">
                  <c:v>6.4549689073842009E-3</c:v>
                </c:pt>
                <c:pt idx="6328">
                  <c:v>6.8569266781736927E-3</c:v>
                </c:pt>
                <c:pt idx="6329">
                  <c:v>6.9042158276783391E-3</c:v>
                </c:pt>
                <c:pt idx="6330">
                  <c:v>6.6204809306504627E-3</c:v>
                </c:pt>
                <c:pt idx="6331">
                  <c:v>6.5731917811458164E-3</c:v>
                </c:pt>
                <c:pt idx="6332">
                  <c:v>6.9987941266876309E-3</c:v>
                </c:pt>
                <c:pt idx="6333">
                  <c:v>7.0697278509446008E-3</c:v>
                </c:pt>
                <c:pt idx="6334">
                  <c:v>6.8569266781736927E-3</c:v>
                </c:pt>
                <c:pt idx="6335">
                  <c:v>6.6914146549074309E-3</c:v>
                </c:pt>
                <c:pt idx="6336">
                  <c:v>7.0224387014399545E-3</c:v>
                </c:pt>
                <c:pt idx="6337">
                  <c:v>6.9987941266876309E-3</c:v>
                </c:pt>
                <c:pt idx="6338">
                  <c:v>6.7387038044120773E-3</c:v>
                </c:pt>
                <c:pt idx="6339">
                  <c:v>6.6677700801551082E-3</c:v>
                </c:pt>
                <c:pt idx="6340">
                  <c:v>7.0697278509446008E-3</c:v>
                </c:pt>
                <c:pt idx="6341">
                  <c:v>7.0460832761922772E-3</c:v>
                </c:pt>
                <c:pt idx="6342">
                  <c:v>6.7859929539167236E-3</c:v>
                </c:pt>
                <c:pt idx="6343">
                  <c:v>6.5731917811458164E-3</c:v>
                </c:pt>
                <c:pt idx="6344">
                  <c:v>6.9515049771829854E-3</c:v>
                </c:pt>
                <c:pt idx="6345">
                  <c:v>7.0933724256969236E-3</c:v>
                </c:pt>
                <c:pt idx="6346">
                  <c:v>6.8569266781736927E-3</c:v>
                </c:pt>
                <c:pt idx="6347">
                  <c:v>6.59683635589814E-3</c:v>
                </c:pt>
                <c:pt idx="6348">
                  <c:v>6.8569266781736927E-3</c:v>
                </c:pt>
                <c:pt idx="6349">
                  <c:v>6.9751495519353082E-3</c:v>
                </c:pt>
                <c:pt idx="6350">
                  <c:v>6.7150592296597537E-3</c:v>
                </c:pt>
                <c:pt idx="6351">
                  <c:v>6.4786134821365245E-3</c:v>
                </c:pt>
                <c:pt idx="6352">
                  <c:v>6.8096375286690464E-3</c:v>
                </c:pt>
                <c:pt idx="6353">
                  <c:v>6.9515049771829854E-3</c:v>
                </c:pt>
                <c:pt idx="6354">
                  <c:v>6.7859929539167236E-3</c:v>
                </c:pt>
                <c:pt idx="6355">
                  <c:v>6.5022580568888473E-3</c:v>
                </c:pt>
                <c:pt idx="6356">
                  <c:v>6.7859929539167236E-3</c:v>
                </c:pt>
                <c:pt idx="6357">
                  <c:v>6.9042158276783391E-3</c:v>
                </c:pt>
                <c:pt idx="6358">
                  <c:v>6.6914146549074309E-3</c:v>
                </c:pt>
                <c:pt idx="6359">
                  <c:v>6.4076797578795554E-3</c:v>
                </c:pt>
                <c:pt idx="6360">
                  <c:v>6.7387038044120773E-3</c:v>
                </c:pt>
                <c:pt idx="6361">
                  <c:v>6.9515049771829854E-3</c:v>
                </c:pt>
                <c:pt idx="6362">
                  <c:v>6.7623483791644E-3</c:v>
                </c:pt>
                <c:pt idx="6363">
                  <c:v>6.4076797578795554E-3</c:v>
                </c:pt>
                <c:pt idx="6364">
                  <c:v>6.7150592296597537E-3</c:v>
                </c:pt>
                <c:pt idx="6365">
                  <c:v>6.8569266781736927E-3</c:v>
                </c:pt>
                <c:pt idx="6366">
                  <c:v>6.8096375286690464E-3</c:v>
                </c:pt>
                <c:pt idx="6367">
                  <c:v>6.5259026316411709E-3</c:v>
                </c:pt>
                <c:pt idx="6368">
                  <c:v>6.6914146549074309E-3</c:v>
                </c:pt>
                <c:pt idx="6369">
                  <c:v>6.8805712529260155E-3</c:v>
                </c:pt>
                <c:pt idx="6370">
                  <c:v>6.7387038044120773E-3</c:v>
                </c:pt>
                <c:pt idx="6371">
                  <c:v>6.4786134821365245E-3</c:v>
                </c:pt>
                <c:pt idx="6372">
                  <c:v>6.7150592296597537E-3</c:v>
                </c:pt>
                <c:pt idx="6373">
                  <c:v>6.9515049771829854E-3</c:v>
                </c:pt>
                <c:pt idx="6374">
                  <c:v>6.7859929539167236E-3</c:v>
                </c:pt>
                <c:pt idx="6375">
                  <c:v>6.4549689073842009E-3</c:v>
                </c:pt>
                <c:pt idx="6376">
                  <c:v>6.6914146549074309E-3</c:v>
                </c:pt>
                <c:pt idx="6377">
                  <c:v>6.9278604024306618E-3</c:v>
                </c:pt>
                <c:pt idx="6378">
                  <c:v>6.7859929539167236E-3</c:v>
                </c:pt>
                <c:pt idx="6379">
                  <c:v>6.4786134821365245E-3</c:v>
                </c:pt>
                <c:pt idx="6380">
                  <c:v>6.6914146549074309E-3</c:v>
                </c:pt>
                <c:pt idx="6381">
                  <c:v>7.0224387014399545E-3</c:v>
                </c:pt>
                <c:pt idx="6382">
                  <c:v>6.83328210342137E-3</c:v>
                </c:pt>
                <c:pt idx="6383">
                  <c:v>6.5731917811458164E-3</c:v>
                </c:pt>
                <c:pt idx="6384">
                  <c:v>6.7150592296597537E-3</c:v>
                </c:pt>
                <c:pt idx="6385">
                  <c:v>6.9987941266876309E-3</c:v>
                </c:pt>
                <c:pt idx="6386">
                  <c:v>6.8096375286690464E-3</c:v>
                </c:pt>
                <c:pt idx="6387">
                  <c:v>6.59683635589814E-3</c:v>
                </c:pt>
                <c:pt idx="6388">
                  <c:v>6.6677700801551082E-3</c:v>
                </c:pt>
                <c:pt idx="6389">
                  <c:v>6.8805712529260155E-3</c:v>
                </c:pt>
                <c:pt idx="6390">
                  <c:v>6.7859929539167236E-3</c:v>
                </c:pt>
                <c:pt idx="6391">
                  <c:v>6.4786134821365245E-3</c:v>
                </c:pt>
                <c:pt idx="6392">
                  <c:v>6.5022580568888473E-3</c:v>
                </c:pt>
                <c:pt idx="6393">
                  <c:v>6.9042158276783391E-3</c:v>
                </c:pt>
                <c:pt idx="6394">
                  <c:v>6.9042158276783391E-3</c:v>
                </c:pt>
                <c:pt idx="6395">
                  <c:v>6.59683635589814E-3</c:v>
                </c:pt>
                <c:pt idx="6396">
                  <c:v>6.7150592296597537E-3</c:v>
                </c:pt>
                <c:pt idx="6397">
                  <c:v>7.0697278509446008E-3</c:v>
                </c:pt>
                <c:pt idx="6398">
                  <c:v>6.9042158276783391E-3</c:v>
                </c:pt>
                <c:pt idx="6399">
                  <c:v>6.59683635589814E-3</c:v>
                </c:pt>
                <c:pt idx="6400">
                  <c:v>6.6677700801551082E-3</c:v>
                </c:pt>
                <c:pt idx="6401">
                  <c:v>7.0460832761922772E-3</c:v>
                </c:pt>
                <c:pt idx="6402">
                  <c:v>6.9751495519353082E-3</c:v>
                </c:pt>
                <c:pt idx="6403">
                  <c:v>6.6441255054027863E-3</c:v>
                </c:pt>
                <c:pt idx="6404">
                  <c:v>6.6204809306504627E-3</c:v>
                </c:pt>
                <c:pt idx="6405">
                  <c:v>6.9278604024306618E-3</c:v>
                </c:pt>
                <c:pt idx="6406">
                  <c:v>6.8805712529260155E-3</c:v>
                </c:pt>
                <c:pt idx="6407">
                  <c:v>6.6441255054027863E-3</c:v>
                </c:pt>
                <c:pt idx="6408">
                  <c:v>6.6441255054027863E-3</c:v>
                </c:pt>
                <c:pt idx="6409">
                  <c:v>6.9751495519353082E-3</c:v>
                </c:pt>
                <c:pt idx="6410">
                  <c:v>6.9751495519353082E-3</c:v>
                </c:pt>
                <c:pt idx="6411">
                  <c:v>6.7623483791644E-3</c:v>
                </c:pt>
                <c:pt idx="6412">
                  <c:v>6.7859929539167236E-3</c:v>
                </c:pt>
                <c:pt idx="6413">
                  <c:v>7.1879507247062163E-3</c:v>
                </c:pt>
                <c:pt idx="6414">
                  <c:v>7.2588844489631854E-3</c:v>
                </c:pt>
                <c:pt idx="6415">
                  <c:v>6.9515049771829854E-3</c:v>
                </c:pt>
                <c:pt idx="6416">
                  <c:v>6.8569266781736927E-3</c:v>
                </c:pt>
                <c:pt idx="6417">
                  <c:v>7.2352398742108626E-3</c:v>
                </c:pt>
                <c:pt idx="6418">
                  <c:v>7.3061735984678317E-3</c:v>
                </c:pt>
                <c:pt idx="6419">
                  <c:v>7.0460832761922772E-3</c:v>
                </c:pt>
                <c:pt idx="6420">
                  <c:v>6.9987941266876309E-3</c:v>
                </c:pt>
                <c:pt idx="6421">
                  <c:v>7.3771073227248008E-3</c:v>
                </c:pt>
                <c:pt idx="6422">
                  <c:v>7.3534627479724781E-3</c:v>
                </c:pt>
                <c:pt idx="6423">
                  <c:v>7.0697278509446008E-3</c:v>
                </c:pt>
                <c:pt idx="6424">
                  <c:v>6.8569266781736927E-3</c:v>
                </c:pt>
                <c:pt idx="6425">
                  <c:v>7.1879507247062163E-3</c:v>
                </c:pt>
                <c:pt idx="6426">
                  <c:v>7.1879507247062163E-3</c:v>
                </c:pt>
                <c:pt idx="6427">
                  <c:v>6.8805712529260155E-3</c:v>
                </c:pt>
                <c:pt idx="6428">
                  <c:v>6.6441255054027863E-3</c:v>
                </c:pt>
                <c:pt idx="6429">
                  <c:v>7.0224387014399545E-3</c:v>
                </c:pt>
                <c:pt idx="6430">
                  <c:v>7.0697278509446008E-3</c:v>
                </c:pt>
                <c:pt idx="6431">
                  <c:v>6.8096375286690464E-3</c:v>
                </c:pt>
                <c:pt idx="6432">
                  <c:v>6.6914146549074309E-3</c:v>
                </c:pt>
                <c:pt idx="6433">
                  <c:v>7.0224387014399545E-3</c:v>
                </c:pt>
                <c:pt idx="6434">
                  <c:v>7.1170170004492472E-3</c:v>
                </c:pt>
                <c:pt idx="6435">
                  <c:v>6.83328210342137E-3</c:v>
                </c:pt>
                <c:pt idx="6436">
                  <c:v>6.6914146549074309E-3</c:v>
                </c:pt>
                <c:pt idx="6437">
                  <c:v>6.9042158276783391E-3</c:v>
                </c:pt>
                <c:pt idx="6438">
                  <c:v>6.8805712529260155E-3</c:v>
                </c:pt>
                <c:pt idx="6439">
                  <c:v>6.6204809306504627E-3</c:v>
                </c:pt>
                <c:pt idx="6440">
                  <c:v>6.3840351831272318E-3</c:v>
                </c:pt>
                <c:pt idx="6441">
                  <c:v>6.7387038044120773E-3</c:v>
                </c:pt>
                <c:pt idx="6442">
                  <c:v>6.9278604024306618E-3</c:v>
                </c:pt>
                <c:pt idx="6443">
                  <c:v>6.6677700801551082E-3</c:v>
                </c:pt>
                <c:pt idx="6444">
                  <c:v>6.4786134821365245E-3</c:v>
                </c:pt>
                <c:pt idx="6445">
                  <c:v>6.7623483791644E-3</c:v>
                </c:pt>
                <c:pt idx="6446">
                  <c:v>6.9515049771829854E-3</c:v>
                </c:pt>
                <c:pt idx="6447">
                  <c:v>6.7387038044120773E-3</c:v>
                </c:pt>
                <c:pt idx="6448">
                  <c:v>6.4786134821365245E-3</c:v>
                </c:pt>
                <c:pt idx="6449">
                  <c:v>6.7859929539167236E-3</c:v>
                </c:pt>
                <c:pt idx="6450">
                  <c:v>6.9751495519353082E-3</c:v>
                </c:pt>
                <c:pt idx="6451">
                  <c:v>6.7387038044120773E-3</c:v>
                </c:pt>
                <c:pt idx="6452">
                  <c:v>6.4786134821365245E-3</c:v>
                </c:pt>
                <c:pt idx="6453">
                  <c:v>6.6914146549074309E-3</c:v>
                </c:pt>
                <c:pt idx="6454">
                  <c:v>6.9042158276783391E-3</c:v>
                </c:pt>
                <c:pt idx="6455">
                  <c:v>6.6677700801551082E-3</c:v>
                </c:pt>
                <c:pt idx="6456">
                  <c:v>6.4076797578795554E-3</c:v>
                </c:pt>
                <c:pt idx="6457">
                  <c:v>6.7150592296597537E-3</c:v>
                </c:pt>
                <c:pt idx="6458">
                  <c:v>7.0224387014399545E-3</c:v>
                </c:pt>
                <c:pt idx="6459">
                  <c:v>6.8805712529260155E-3</c:v>
                </c:pt>
                <c:pt idx="6460">
                  <c:v>6.6914146549074309E-3</c:v>
                </c:pt>
                <c:pt idx="6461">
                  <c:v>6.9751495519353082E-3</c:v>
                </c:pt>
                <c:pt idx="6462">
                  <c:v>7.0697278509446008E-3</c:v>
                </c:pt>
                <c:pt idx="6463">
                  <c:v>6.8805712529260155E-3</c:v>
                </c:pt>
                <c:pt idx="6464">
                  <c:v>6.59683635589814E-3</c:v>
                </c:pt>
                <c:pt idx="6465">
                  <c:v>6.7859929539167236E-3</c:v>
                </c:pt>
                <c:pt idx="6466">
                  <c:v>6.9515049771829854E-3</c:v>
                </c:pt>
                <c:pt idx="6467">
                  <c:v>6.8569266781736927E-3</c:v>
                </c:pt>
                <c:pt idx="6468">
                  <c:v>6.59683635589814E-3</c:v>
                </c:pt>
                <c:pt idx="6469">
                  <c:v>6.8096375286690464E-3</c:v>
                </c:pt>
                <c:pt idx="6470">
                  <c:v>7.0697278509446008E-3</c:v>
                </c:pt>
                <c:pt idx="6471">
                  <c:v>6.9751495519353082E-3</c:v>
                </c:pt>
                <c:pt idx="6472">
                  <c:v>6.6677700801551082E-3</c:v>
                </c:pt>
                <c:pt idx="6473">
                  <c:v>6.8805712529260155E-3</c:v>
                </c:pt>
                <c:pt idx="6474">
                  <c:v>7.0697278509446008E-3</c:v>
                </c:pt>
                <c:pt idx="6475">
                  <c:v>6.9515049771829854E-3</c:v>
                </c:pt>
                <c:pt idx="6476">
                  <c:v>6.6441255054027863E-3</c:v>
                </c:pt>
                <c:pt idx="6477">
                  <c:v>6.7623483791644E-3</c:v>
                </c:pt>
                <c:pt idx="6478">
                  <c:v>6.9515049771829854E-3</c:v>
                </c:pt>
                <c:pt idx="6479">
                  <c:v>6.8569266781736927E-3</c:v>
                </c:pt>
                <c:pt idx="6480">
                  <c:v>6.59683635589814E-3</c:v>
                </c:pt>
                <c:pt idx="6481">
                  <c:v>6.7859929539167236E-3</c:v>
                </c:pt>
                <c:pt idx="6482">
                  <c:v>7.0933724256969236E-3</c:v>
                </c:pt>
                <c:pt idx="6483">
                  <c:v>6.9751495519353082E-3</c:v>
                </c:pt>
                <c:pt idx="6484">
                  <c:v>6.6914146549074309E-3</c:v>
                </c:pt>
                <c:pt idx="6485">
                  <c:v>6.7859929539167236E-3</c:v>
                </c:pt>
                <c:pt idx="6486">
                  <c:v>6.9987941266876309E-3</c:v>
                </c:pt>
                <c:pt idx="6487">
                  <c:v>6.8805712529260155E-3</c:v>
                </c:pt>
                <c:pt idx="6488">
                  <c:v>6.6204809306504627E-3</c:v>
                </c:pt>
                <c:pt idx="6489">
                  <c:v>6.7859929539167236E-3</c:v>
                </c:pt>
                <c:pt idx="6490">
                  <c:v>6.9987941266876309E-3</c:v>
                </c:pt>
                <c:pt idx="6491">
                  <c:v>6.9278604024306618E-3</c:v>
                </c:pt>
                <c:pt idx="6492">
                  <c:v>6.6441255054027863E-3</c:v>
                </c:pt>
                <c:pt idx="6493">
                  <c:v>6.6914146549074309E-3</c:v>
                </c:pt>
                <c:pt idx="6494">
                  <c:v>6.9987941266876309E-3</c:v>
                </c:pt>
                <c:pt idx="6495">
                  <c:v>6.9515049771829854E-3</c:v>
                </c:pt>
                <c:pt idx="6496">
                  <c:v>6.6677700801551082E-3</c:v>
                </c:pt>
                <c:pt idx="6497">
                  <c:v>6.6914146549074309E-3</c:v>
                </c:pt>
                <c:pt idx="6498">
                  <c:v>7.0460832761922772E-3</c:v>
                </c:pt>
                <c:pt idx="6499">
                  <c:v>7.0460832761922772E-3</c:v>
                </c:pt>
                <c:pt idx="6500">
                  <c:v>6.6677700801551082E-3</c:v>
                </c:pt>
                <c:pt idx="6501">
                  <c:v>6.6914146549074309E-3</c:v>
                </c:pt>
                <c:pt idx="6502">
                  <c:v>7.0224387014399545E-3</c:v>
                </c:pt>
                <c:pt idx="6503">
                  <c:v>6.9515049771829854E-3</c:v>
                </c:pt>
                <c:pt idx="6504">
                  <c:v>6.6441255054027863E-3</c:v>
                </c:pt>
                <c:pt idx="6505">
                  <c:v>6.6677700801551082E-3</c:v>
                </c:pt>
                <c:pt idx="6506">
                  <c:v>7.0460832761922772E-3</c:v>
                </c:pt>
                <c:pt idx="6507">
                  <c:v>7.1170170004492472E-3</c:v>
                </c:pt>
                <c:pt idx="6508">
                  <c:v>6.8096375286690464E-3</c:v>
                </c:pt>
                <c:pt idx="6509">
                  <c:v>6.8096375286690464E-3</c:v>
                </c:pt>
                <c:pt idx="6510">
                  <c:v>7.1406615752015699E-3</c:v>
                </c:pt>
                <c:pt idx="6511">
                  <c:v>7.1643061499538927E-3</c:v>
                </c:pt>
                <c:pt idx="6512">
                  <c:v>6.9042158276783391E-3</c:v>
                </c:pt>
                <c:pt idx="6513">
                  <c:v>6.8805712529260155E-3</c:v>
                </c:pt>
                <c:pt idx="6514">
                  <c:v>7.1643061499538927E-3</c:v>
                </c:pt>
                <c:pt idx="6515">
                  <c:v>7.1879507247062163E-3</c:v>
                </c:pt>
                <c:pt idx="6516">
                  <c:v>6.83328210342137E-3</c:v>
                </c:pt>
                <c:pt idx="6517">
                  <c:v>6.7387038044120773E-3</c:v>
                </c:pt>
                <c:pt idx="6518">
                  <c:v>7.1643061499538927E-3</c:v>
                </c:pt>
                <c:pt idx="6519">
                  <c:v>7.2588844489631854E-3</c:v>
                </c:pt>
                <c:pt idx="6520">
                  <c:v>6.9515049771829854E-3</c:v>
                </c:pt>
                <c:pt idx="6521">
                  <c:v>6.7859929539167236E-3</c:v>
                </c:pt>
                <c:pt idx="6522">
                  <c:v>7.1406615752015699E-3</c:v>
                </c:pt>
                <c:pt idx="6523">
                  <c:v>7.2352398742108626E-3</c:v>
                </c:pt>
                <c:pt idx="6524">
                  <c:v>6.9515049771829854E-3</c:v>
                </c:pt>
                <c:pt idx="6525">
                  <c:v>6.7623483791644E-3</c:v>
                </c:pt>
                <c:pt idx="6526">
                  <c:v>7.0460832761922772E-3</c:v>
                </c:pt>
                <c:pt idx="6527">
                  <c:v>7.1406615752015699E-3</c:v>
                </c:pt>
                <c:pt idx="6528">
                  <c:v>6.9515049771829854E-3</c:v>
                </c:pt>
                <c:pt idx="6529">
                  <c:v>6.7623483791644E-3</c:v>
                </c:pt>
                <c:pt idx="6530">
                  <c:v>7.1406615752015699E-3</c:v>
                </c:pt>
                <c:pt idx="6531">
                  <c:v>7.3061735984678317E-3</c:v>
                </c:pt>
                <c:pt idx="6532">
                  <c:v>7.0933724256969236E-3</c:v>
                </c:pt>
                <c:pt idx="6533">
                  <c:v>6.8569266781736927E-3</c:v>
                </c:pt>
                <c:pt idx="6534">
                  <c:v>7.1406615752015699E-3</c:v>
                </c:pt>
                <c:pt idx="6535">
                  <c:v>7.2825290237155081E-3</c:v>
                </c:pt>
                <c:pt idx="6536">
                  <c:v>7.0933724256969236E-3</c:v>
                </c:pt>
                <c:pt idx="6537">
                  <c:v>6.8096375286690464E-3</c:v>
                </c:pt>
                <c:pt idx="6538">
                  <c:v>7.1643061499538927E-3</c:v>
                </c:pt>
                <c:pt idx="6539">
                  <c:v>7.3534627479724781E-3</c:v>
                </c:pt>
                <c:pt idx="6540">
                  <c:v>7.1879507247062163E-3</c:v>
                </c:pt>
                <c:pt idx="6541">
                  <c:v>6.8805712529260155E-3</c:v>
                </c:pt>
                <c:pt idx="6542">
                  <c:v>7.1643061499538927E-3</c:v>
                </c:pt>
                <c:pt idx="6543">
                  <c:v>7.3298181732201545E-3</c:v>
                </c:pt>
                <c:pt idx="6544">
                  <c:v>6.9751495519353082E-3</c:v>
                </c:pt>
                <c:pt idx="6545">
                  <c:v>6.6677700801551082E-3</c:v>
                </c:pt>
                <c:pt idx="6546">
                  <c:v>6.9042158276783391E-3</c:v>
                </c:pt>
                <c:pt idx="6547">
                  <c:v>7.0933724256969236E-3</c:v>
                </c:pt>
                <c:pt idx="6548">
                  <c:v>6.9042158276783391E-3</c:v>
                </c:pt>
                <c:pt idx="6549">
                  <c:v>6.6441255054027863E-3</c:v>
                </c:pt>
                <c:pt idx="6550">
                  <c:v>6.9515049771829854E-3</c:v>
                </c:pt>
                <c:pt idx="6551">
                  <c:v>7.1879507247062163E-3</c:v>
                </c:pt>
                <c:pt idx="6552">
                  <c:v>7.0933724256969236E-3</c:v>
                </c:pt>
                <c:pt idx="6553">
                  <c:v>6.83328210342137E-3</c:v>
                </c:pt>
                <c:pt idx="6554">
                  <c:v>7.1643061499538927E-3</c:v>
                </c:pt>
                <c:pt idx="6555">
                  <c:v>7.3534627479724781E-3</c:v>
                </c:pt>
                <c:pt idx="6556">
                  <c:v>7.0460832761922772E-3</c:v>
                </c:pt>
                <c:pt idx="6557">
                  <c:v>6.6677700801551082E-3</c:v>
                </c:pt>
                <c:pt idx="6558">
                  <c:v>6.9278604024306618E-3</c:v>
                </c:pt>
                <c:pt idx="6559">
                  <c:v>7.0697278509446008E-3</c:v>
                </c:pt>
                <c:pt idx="6560">
                  <c:v>6.9515049771829854E-3</c:v>
                </c:pt>
                <c:pt idx="6561">
                  <c:v>6.6914146549074309E-3</c:v>
                </c:pt>
                <c:pt idx="6562">
                  <c:v>6.9751495519353082E-3</c:v>
                </c:pt>
                <c:pt idx="6563">
                  <c:v>7.2588844489631854E-3</c:v>
                </c:pt>
                <c:pt idx="6564">
                  <c:v>7.211595299458539E-3</c:v>
                </c:pt>
                <c:pt idx="6565">
                  <c:v>6.9278604024306618E-3</c:v>
                </c:pt>
                <c:pt idx="6566">
                  <c:v>7.1643061499538927E-3</c:v>
                </c:pt>
                <c:pt idx="6567">
                  <c:v>7.3771073227248008E-3</c:v>
                </c:pt>
                <c:pt idx="6568">
                  <c:v>7.2825290237155081E-3</c:v>
                </c:pt>
                <c:pt idx="6569">
                  <c:v>6.9751495519353082E-3</c:v>
                </c:pt>
                <c:pt idx="6570">
                  <c:v>7.1879507247062163E-3</c:v>
                </c:pt>
                <c:pt idx="6571">
                  <c:v>7.4007518974771244E-3</c:v>
                </c:pt>
                <c:pt idx="6572">
                  <c:v>7.3061735984678317E-3</c:v>
                </c:pt>
                <c:pt idx="6573">
                  <c:v>6.83328210342137E-3</c:v>
                </c:pt>
                <c:pt idx="6574">
                  <c:v>6.8805712529260155E-3</c:v>
                </c:pt>
                <c:pt idx="6575">
                  <c:v>7.1170170004492472E-3</c:v>
                </c:pt>
                <c:pt idx="6576">
                  <c:v>6.9751495519353082E-3</c:v>
                </c:pt>
                <c:pt idx="6577">
                  <c:v>6.5731917811458164E-3</c:v>
                </c:pt>
                <c:pt idx="6578">
                  <c:v>6.7623483791644E-3</c:v>
                </c:pt>
                <c:pt idx="6579">
                  <c:v>7.1406615752015699E-3</c:v>
                </c:pt>
                <c:pt idx="6580">
                  <c:v>7.0697278509446008E-3</c:v>
                </c:pt>
                <c:pt idx="6581">
                  <c:v>6.7859929539167236E-3</c:v>
                </c:pt>
                <c:pt idx="6582">
                  <c:v>6.83328210342137E-3</c:v>
                </c:pt>
                <c:pt idx="6583">
                  <c:v>7.0697278509446008E-3</c:v>
                </c:pt>
                <c:pt idx="6584">
                  <c:v>7.0224387014399545E-3</c:v>
                </c:pt>
                <c:pt idx="6585">
                  <c:v>6.6914146549074309E-3</c:v>
                </c:pt>
                <c:pt idx="6586">
                  <c:v>6.6677700801551082E-3</c:v>
                </c:pt>
                <c:pt idx="6587">
                  <c:v>6.9515049771829854E-3</c:v>
                </c:pt>
                <c:pt idx="6588">
                  <c:v>6.9515049771829854E-3</c:v>
                </c:pt>
                <c:pt idx="6589">
                  <c:v>6.6441255054027863E-3</c:v>
                </c:pt>
                <c:pt idx="6590">
                  <c:v>6.6441255054027863E-3</c:v>
                </c:pt>
                <c:pt idx="6591">
                  <c:v>7.0933724256969236E-3</c:v>
                </c:pt>
                <c:pt idx="6592">
                  <c:v>7.1643061499538927E-3</c:v>
                </c:pt>
                <c:pt idx="6593">
                  <c:v>6.9278604024306618E-3</c:v>
                </c:pt>
                <c:pt idx="6594">
                  <c:v>6.83328210342137E-3</c:v>
                </c:pt>
                <c:pt idx="6595">
                  <c:v>7.1879507247062163E-3</c:v>
                </c:pt>
                <c:pt idx="6596">
                  <c:v>7.211595299458539E-3</c:v>
                </c:pt>
                <c:pt idx="6597">
                  <c:v>6.8805712529260155E-3</c:v>
                </c:pt>
                <c:pt idx="6598">
                  <c:v>6.83328210342137E-3</c:v>
                </c:pt>
                <c:pt idx="6599">
                  <c:v>7.1879507247062163E-3</c:v>
                </c:pt>
                <c:pt idx="6600">
                  <c:v>7.1879507247062163E-3</c:v>
                </c:pt>
                <c:pt idx="6601">
                  <c:v>6.8569266781736927E-3</c:v>
                </c:pt>
                <c:pt idx="6602">
                  <c:v>6.7623483791644E-3</c:v>
                </c:pt>
                <c:pt idx="6603">
                  <c:v>7.0933724256969236E-3</c:v>
                </c:pt>
                <c:pt idx="6604">
                  <c:v>7.1406615752015699E-3</c:v>
                </c:pt>
                <c:pt idx="6605">
                  <c:v>6.9278604024306618E-3</c:v>
                </c:pt>
                <c:pt idx="6606">
                  <c:v>6.7859929539167236E-3</c:v>
                </c:pt>
                <c:pt idx="6607">
                  <c:v>7.1170170004492472E-3</c:v>
                </c:pt>
                <c:pt idx="6608">
                  <c:v>7.0933724256969236E-3</c:v>
                </c:pt>
                <c:pt idx="6609">
                  <c:v>6.8096375286690464E-3</c:v>
                </c:pt>
                <c:pt idx="6610">
                  <c:v>6.6677700801551082E-3</c:v>
                </c:pt>
                <c:pt idx="6611">
                  <c:v>7.1170170004492472E-3</c:v>
                </c:pt>
                <c:pt idx="6612">
                  <c:v>7.1643061499538927E-3</c:v>
                </c:pt>
                <c:pt idx="6613">
                  <c:v>6.8569266781736927E-3</c:v>
                </c:pt>
                <c:pt idx="6614">
                  <c:v>6.6677700801551082E-3</c:v>
                </c:pt>
                <c:pt idx="6615">
                  <c:v>6.9751495519353082E-3</c:v>
                </c:pt>
                <c:pt idx="6616">
                  <c:v>7.0224387014399545E-3</c:v>
                </c:pt>
                <c:pt idx="6617">
                  <c:v>6.7859929539167236E-3</c:v>
                </c:pt>
                <c:pt idx="6618">
                  <c:v>6.59683635589814E-3</c:v>
                </c:pt>
                <c:pt idx="6619">
                  <c:v>6.9751495519353082E-3</c:v>
                </c:pt>
                <c:pt idx="6620">
                  <c:v>7.1643061499538927E-3</c:v>
                </c:pt>
                <c:pt idx="6621">
                  <c:v>6.9042158276783391E-3</c:v>
                </c:pt>
                <c:pt idx="6622">
                  <c:v>6.6677700801551082E-3</c:v>
                </c:pt>
                <c:pt idx="6623">
                  <c:v>7.0460832761922772E-3</c:v>
                </c:pt>
                <c:pt idx="6624">
                  <c:v>7.0697278509446008E-3</c:v>
                </c:pt>
                <c:pt idx="6625">
                  <c:v>6.8805712529260155E-3</c:v>
                </c:pt>
                <c:pt idx="6626">
                  <c:v>6.6441255054027863E-3</c:v>
                </c:pt>
                <c:pt idx="6627">
                  <c:v>6.9987941266876309E-3</c:v>
                </c:pt>
                <c:pt idx="6628">
                  <c:v>7.2352398742108626E-3</c:v>
                </c:pt>
                <c:pt idx="6629">
                  <c:v>7.0460832761922772E-3</c:v>
                </c:pt>
                <c:pt idx="6630">
                  <c:v>6.7859929539167236E-3</c:v>
                </c:pt>
                <c:pt idx="6631">
                  <c:v>7.1643061499538927E-3</c:v>
                </c:pt>
                <c:pt idx="6632">
                  <c:v>7.2825290237155081E-3</c:v>
                </c:pt>
                <c:pt idx="6633">
                  <c:v>7.0697278509446008E-3</c:v>
                </c:pt>
                <c:pt idx="6634">
                  <c:v>6.8096375286690464E-3</c:v>
                </c:pt>
                <c:pt idx="6635">
                  <c:v>7.0697278509446008E-3</c:v>
                </c:pt>
                <c:pt idx="6636">
                  <c:v>7.1643061499538927E-3</c:v>
                </c:pt>
                <c:pt idx="6637">
                  <c:v>6.9515049771829854E-3</c:v>
                </c:pt>
                <c:pt idx="6638">
                  <c:v>6.6204809306504627E-3</c:v>
                </c:pt>
                <c:pt idx="6639">
                  <c:v>6.9987941266876309E-3</c:v>
                </c:pt>
                <c:pt idx="6640">
                  <c:v>7.2352398742108626E-3</c:v>
                </c:pt>
                <c:pt idx="6641">
                  <c:v>7.1170170004492472E-3</c:v>
                </c:pt>
                <c:pt idx="6642">
                  <c:v>6.7387038044120773E-3</c:v>
                </c:pt>
                <c:pt idx="6643">
                  <c:v>6.9987941266876309E-3</c:v>
                </c:pt>
                <c:pt idx="6644">
                  <c:v>7.2825290237155081E-3</c:v>
                </c:pt>
                <c:pt idx="6645">
                  <c:v>7.1879507247062163E-3</c:v>
                </c:pt>
                <c:pt idx="6646">
                  <c:v>6.8569266781736927E-3</c:v>
                </c:pt>
                <c:pt idx="6647">
                  <c:v>7.1406615752015699E-3</c:v>
                </c:pt>
                <c:pt idx="6648">
                  <c:v>7.2825290237155081E-3</c:v>
                </c:pt>
                <c:pt idx="6649">
                  <c:v>7.0224387014399545E-3</c:v>
                </c:pt>
                <c:pt idx="6650">
                  <c:v>6.6677700801551082E-3</c:v>
                </c:pt>
                <c:pt idx="6651">
                  <c:v>6.8805712529260155E-3</c:v>
                </c:pt>
                <c:pt idx="6652">
                  <c:v>7.0933724256969236E-3</c:v>
                </c:pt>
                <c:pt idx="6653">
                  <c:v>6.9515049771829854E-3</c:v>
                </c:pt>
                <c:pt idx="6654">
                  <c:v>6.6677700801551082E-3</c:v>
                </c:pt>
                <c:pt idx="6655">
                  <c:v>6.8805712529260155E-3</c:v>
                </c:pt>
                <c:pt idx="6656">
                  <c:v>7.0933724256969236E-3</c:v>
                </c:pt>
                <c:pt idx="6657">
                  <c:v>7.0224387014399545E-3</c:v>
                </c:pt>
                <c:pt idx="6658">
                  <c:v>6.7387038044120773E-3</c:v>
                </c:pt>
                <c:pt idx="6659">
                  <c:v>6.9278604024306618E-3</c:v>
                </c:pt>
                <c:pt idx="6660">
                  <c:v>7.1879507247062163E-3</c:v>
                </c:pt>
                <c:pt idx="6661">
                  <c:v>7.1170170004492472E-3</c:v>
                </c:pt>
                <c:pt idx="6662">
                  <c:v>6.7859929539167236E-3</c:v>
                </c:pt>
                <c:pt idx="6663">
                  <c:v>6.83328210342137E-3</c:v>
                </c:pt>
                <c:pt idx="6664">
                  <c:v>7.211595299458539E-3</c:v>
                </c:pt>
                <c:pt idx="6665">
                  <c:v>7.1170170004492472E-3</c:v>
                </c:pt>
                <c:pt idx="6666">
                  <c:v>6.83328210342137E-3</c:v>
                </c:pt>
                <c:pt idx="6667">
                  <c:v>6.9042158276783391E-3</c:v>
                </c:pt>
                <c:pt idx="6668">
                  <c:v>7.2825290237155081E-3</c:v>
                </c:pt>
                <c:pt idx="6669">
                  <c:v>7.1643061499538927E-3</c:v>
                </c:pt>
                <c:pt idx="6670">
                  <c:v>6.83328210342137E-3</c:v>
                </c:pt>
                <c:pt idx="6671">
                  <c:v>6.8805712529260155E-3</c:v>
                </c:pt>
                <c:pt idx="6672">
                  <c:v>7.1406615752015699E-3</c:v>
                </c:pt>
                <c:pt idx="6673">
                  <c:v>7.1170170004492472E-3</c:v>
                </c:pt>
                <c:pt idx="6674">
                  <c:v>6.8805712529260155E-3</c:v>
                </c:pt>
                <c:pt idx="6675">
                  <c:v>6.9515049771829854E-3</c:v>
                </c:pt>
                <c:pt idx="6676">
                  <c:v>7.3771073227248008E-3</c:v>
                </c:pt>
                <c:pt idx="6677">
                  <c:v>7.3298181732201545E-3</c:v>
                </c:pt>
                <c:pt idx="6678">
                  <c:v>6.9987941266876309E-3</c:v>
                </c:pt>
                <c:pt idx="6679">
                  <c:v>6.9987941266876309E-3</c:v>
                </c:pt>
                <c:pt idx="6680">
                  <c:v>7.1879507247062163E-3</c:v>
                </c:pt>
                <c:pt idx="6681">
                  <c:v>7.0460832761922772E-3</c:v>
                </c:pt>
                <c:pt idx="6682">
                  <c:v>6.7150592296597537E-3</c:v>
                </c:pt>
                <c:pt idx="6683">
                  <c:v>6.6677700801551082E-3</c:v>
                </c:pt>
                <c:pt idx="6684">
                  <c:v>7.0224387014399545E-3</c:v>
                </c:pt>
                <c:pt idx="6685">
                  <c:v>7.0460832761922772E-3</c:v>
                </c:pt>
                <c:pt idx="6686">
                  <c:v>6.83328210342137E-3</c:v>
                </c:pt>
                <c:pt idx="6687">
                  <c:v>6.7623483791644E-3</c:v>
                </c:pt>
                <c:pt idx="6688">
                  <c:v>7.1170170004492472E-3</c:v>
                </c:pt>
                <c:pt idx="6689">
                  <c:v>7.0697278509446008E-3</c:v>
                </c:pt>
                <c:pt idx="6690">
                  <c:v>6.7623483791644E-3</c:v>
                </c:pt>
                <c:pt idx="6691">
                  <c:v>6.6677700801551082E-3</c:v>
                </c:pt>
                <c:pt idx="6692">
                  <c:v>6.9987941266876309E-3</c:v>
                </c:pt>
                <c:pt idx="6693">
                  <c:v>6.9987941266876309E-3</c:v>
                </c:pt>
                <c:pt idx="6694">
                  <c:v>6.6677700801551082E-3</c:v>
                </c:pt>
                <c:pt idx="6695">
                  <c:v>6.5731917811458164E-3</c:v>
                </c:pt>
                <c:pt idx="6696">
                  <c:v>6.9751495519353082E-3</c:v>
                </c:pt>
                <c:pt idx="6697">
                  <c:v>7.0697278509446008E-3</c:v>
                </c:pt>
                <c:pt idx="6698">
                  <c:v>6.8569266781736927E-3</c:v>
                </c:pt>
                <c:pt idx="6699">
                  <c:v>6.7150592296597537E-3</c:v>
                </c:pt>
                <c:pt idx="6700">
                  <c:v>7.0224387014399545E-3</c:v>
                </c:pt>
                <c:pt idx="6701">
                  <c:v>7.0933724256969236E-3</c:v>
                </c:pt>
                <c:pt idx="6702">
                  <c:v>6.7859929539167236E-3</c:v>
                </c:pt>
                <c:pt idx="6703">
                  <c:v>6.59683635589814E-3</c:v>
                </c:pt>
                <c:pt idx="6704">
                  <c:v>6.9987941266876309E-3</c:v>
                </c:pt>
                <c:pt idx="6705">
                  <c:v>7.1170170004492472E-3</c:v>
                </c:pt>
                <c:pt idx="6706">
                  <c:v>6.9042158276783391E-3</c:v>
                </c:pt>
                <c:pt idx="6707">
                  <c:v>6.7623483791644E-3</c:v>
                </c:pt>
                <c:pt idx="6708">
                  <c:v>7.1170170004492472E-3</c:v>
                </c:pt>
                <c:pt idx="6709">
                  <c:v>7.1643061499538927E-3</c:v>
                </c:pt>
                <c:pt idx="6710">
                  <c:v>6.9515049771829854E-3</c:v>
                </c:pt>
                <c:pt idx="6711">
                  <c:v>6.7150592296597537E-3</c:v>
                </c:pt>
                <c:pt idx="6712">
                  <c:v>7.0460832761922772E-3</c:v>
                </c:pt>
                <c:pt idx="6713">
                  <c:v>7.1406615752015699E-3</c:v>
                </c:pt>
                <c:pt idx="6714">
                  <c:v>6.9278604024306618E-3</c:v>
                </c:pt>
                <c:pt idx="6715">
                  <c:v>6.6204809306504627E-3</c:v>
                </c:pt>
                <c:pt idx="6716">
                  <c:v>6.9515049771829854E-3</c:v>
                </c:pt>
                <c:pt idx="6717">
                  <c:v>7.0933724256969236E-3</c:v>
                </c:pt>
                <c:pt idx="6718">
                  <c:v>6.9278604024306618E-3</c:v>
                </c:pt>
                <c:pt idx="6719">
                  <c:v>6.6914146549074309E-3</c:v>
                </c:pt>
                <c:pt idx="6720">
                  <c:v>7.0224387014399545E-3</c:v>
                </c:pt>
                <c:pt idx="6721">
                  <c:v>7.1170170004492472E-3</c:v>
                </c:pt>
                <c:pt idx="6722">
                  <c:v>6.9042158276783391E-3</c:v>
                </c:pt>
                <c:pt idx="6723">
                  <c:v>6.6441255054027863E-3</c:v>
                </c:pt>
                <c:pt idx="6724">
                  <c:v>6.9515049771829854E-3</c:v>
                </c:pt>
                <c:pt idx="6725">
                  <c:v>7.1406615752015699E-3</c:v>
                </c:pt>
                <c:pt idx="6726">
                  <c:v>6.8805712529260155E-3</c:v>
                </c:pt>
                <c:pt idx="6727">
                  <c:v>6.6204809306504627E-3</c:v>
                </c:pt>
                <c:pt idx="6728">
                  <c:v>6.83328210342137E-3</c:v>
                </c:pt>
                <c:pt idx="6729">
                  <c:v>7.0460832761922772E-3</c:v>
                </c:pt>
                <c:pt idx="6730">
                  <c:v>6.9278604024306618E-3</c:v>
                </c:pt>
                <c:pt idx="6731">
                  <c:v>6.6677700801551082E-3</c:v>
                </c:pt>
                <c:pt idx="6732">
                  <c:v>6.9751495519353082E-3</c:v>
                </c:pt>
                <c:pt idx="6733">
                  <c:v>7.2588844489631854E-3</c:v>
                </c:pt>
                <c:pt idx="6734">
                  <c:v>7.1170170004492472E-3</c:v>
                </c:pt>
                <c:pt idx="6735">
                  <c:v>6.8569266781736927E-3</c:v>
                </c:pt>
                <c:pt idx="6736">
                  <c:v>7.0697278509446008E-3</c:v>
                </c:pt>
                <c:pt idx="6737">
                  <c:v>7.3061735984678317E-3</c:v>
                </c:pt>
                <c:pt idx="6738">
                  <c:v>7.1879507247062163E-3</c:v>
                </c:pt>
                <c:pt idx="6739">
                  <c:v>6.8096375286690464E-3</c:v>
                </c:pt>
                <c:pt idx="6740">
                  <c:v>6.9042158276783391E-3</c:v>
                </c:pt>
                <c:pt idx="6741">
                  <c:v>7.1643061499538927E-3</c:v>
                </c:pt>
                <c:pt idx="6742">
                  <c:v>7.0697278509446008E-3</c:v>
                </c:pt>
                <c:pt idx="6743">
                  <c:v>6.7387038044120773E-3</c:v>
                </c:pt>
                <c:pt idx="6744">
                  <c:v>6.9042158276783391E-3</c:v>
                </c:pt>
                <c:pt idx="6745">
                  <c:v>7.1879507247062163E-3</c:v>
                </c:pt>
                <c:pt idx="6746">
                  <c:v>7.211595299458539E-3</c:v>
                </c:pt>
                <c:pt idx="6747">
                  <c:v>6.9515049771829854E-3</c:v>
                </c:pt>
                <c:pt idx="6748">
                  <c:v>7.0697278509446008E-3</c:v>
                </c:pt>
                <c:pt idx="6749">
                  <c:v>7.4007518974771244E-3</c:v>
                </c:pt>
                <c:pt idx="6750">
                  <c:v>7.4007518974771244E-3</c:v>
                </c:pt>
                <c:pt idx="6751">
                  <c:v>7.1170170004492472E-3</c:v>
                </c:pt>
                <c:pt idx="6752">
                  <c:v>7.0933724256969236E-3</c:v>
                </c:pt>
                <c:pt idx="6753">
                  <c:v>7.3298181732201545E-3</c:v>
                </c:pt>
                <c:pt idx="6754">
                  <c:v>7.1406615752015699E-3</c:v>
                </c:pt>
                <c:pt idx="6755">
                  <c:v>6.7150592296597537E-3</c:v>
                </c:pt>
                <c:pt idx="6756">
                  <c:v>6.7859929539167236E-3</c:v>
                </c:pt>
                <c:pt idx="6757">
                  <c:v>7.0697278509446008E-3</c:v>
                </c:pt>
                <c:pt idx="6758">
                  <c:v>7.0224387014399545E-3</c:v>
                </c:pt>
                <c:pt idx="6759">
                  <c:v>6.7387038044120773E-3</c:v>
                </c:pt>
                <c:pt idx="6760">
                  <c:v>6.6204809306504627E-3</c:v>
                </c:pt>
                <c:pt idx="6761">
                  <c:v>6.9515049771829854E-3</c:v>
                </c:pt>
                <c:pt idx="6762">
                  <c:v>6.9515049771829854E-3</c:v>
                </c:pt>
                <c:pt idx="6763">
                  <c:v>6.6204809306504627E-3</c:v>
                </c:pt>
                <c:pt idx="6764">
                  <c:v>6.6204809306504627E-3</c:v>
                </c:pt>
                <c:pt idx="6765">
                  <c:v>6.9515049771829854E-3</c:v>
                </c:pt>
                <c:pt idx="6766">
                  <c:v>6.9751495519353082E-3</c:v>
                </c:pt>
                <c:pt idx="6767">
                  <c:v>6.7623483791644E-3</c:v>
                </c:pt>
                <c:pt idx="6768">
                  <c:v>6.83328210342137E-3</c:v>
                </c:pt>
                <c:pt idx="6769">
                  <c:v>7.1643061499538927E-3</c:v>
                </c:pt>
                <c:pt idx="6770">
                  <c:v>7.0933724256969236E-3</c:v>
                </c:pt>
                <c:pt idx="6771">
                  <c:v>6.7150592296597537E-3</c:v>
                </c:pt>
                <c:pt idx="6772">
                  <c:v>6.7623483791644E-3</c:v>
                </c:pt>
                <c:pt idx="6773">
                  <c:v>7.1643061499538927E-3</c:v>
                </c:pt>
                <c:pt idx="6774">
                  <c:v>7.1879507247062163E-3</c:v>
                </c:pt>
                <c:pt idx="6775">
                  <c:v>6.9278604024306618E-3</c:v>
                </c:pt>
                <c:pt idx="6776">
                  <c:v>6.9042158276783391E-3</c:v>
                </c:pt>
                <c:pt idx="6777">
                  <c:v>7.211595299458539E-3</c:v>
                </c:pt>
                <c:pt idx="6778">
                  <c:v>7.1879507247062163E-3</c:v>
                </c:pt>
                <c:pt idx="6779">
                  <c:v>6.7859929539167236E-3</c:v>
                </c:pt>
                <c:pt idx="6780">
                  <c:v>6.7387038044120773E-3</c:v>
                </c:pt>
                <c:pt idx="6781">
                  <c:v>7.1643061499538927E-3</c:v>
                </c:pt>
                <c:pt idx="6782">
                  <c:v>7.211595299458539E-3</c:v>
                </c:pt>
                <c:pt idx="6783">
                  <c:v>6.83328210342137E-3</c:v>
                </c:pt>
                <c:pt idx="6784">
                  <c:v>6.7150592296597537E-3</c:v>
                </c:pt>
                <c:pt idx="6785">
                  <c:v>7.1406615752015699E-3</c:v>
                </c:pt>
                <c:pt idx="6786">
                  <c:v>7.2588844489631854E-3</c:v>
                </c:pt>
                <c:pt idx="6787">
                  <c:v>6.9987941266876309E-3</c:v>
                </c:pt>
                <c:pt idx="6788">
                  <c:v>6.8805712529260155E-3</c:v>
                </c:pt>
                <c:pt idx="6789">
                  <c:v>7.2352398742108626E-3</c:v>
                </c:pt>
                <c:pt idx="6790">
                  <c:v>7.2825290237155081E-3</c:v>
                </c:pt>
                <c:pt idx="6791">
                  <c:v>7.0460832761922772E-3</c:v>
                </c:pt>
                <c:pt idx="6792">
                  <c:v>6.9042158276783391E-3</c:v>
                </c:pt>
                <c:pt idx="6793">
                  <c:v>7.1879507247062163E-3</c:v>
                </c:pt>
                <c:pt idx="6794">
                  <c:v>7.3061735984678317E-3</c:v>
                </c:pt>
                <c:pt idx="6795">
                  <c:v>7.0224387014399545E-3</c:v>
                </c:pt>
                <c:pt idx="6796">
                  <c:v>6.7859929539167236E-3</c:v>
                </c:pt>
                <c:pt idx="6797">
                  <c:v>7.0933724256969236E-3</c:v>
                </c:pt>
                <c:pt idx="6798">
                  <c:v>7.1879507247062163E-3</c:v>
                </c:pt>
                <c:pt idx="6799">
                  <c:v>6.9515049771829854E-3</c:v>
                </c:pt>
                <c:pt idx="6800">
                  <c:v>6.7623483791644E-3</c:v>
                </c:pt>
                <c:pt idx="6801">
                  <c:v>7.0933724256969236E-3</c:v>
                </c:pt>
                <c:pt idx="6802">
                  <c:v>7.2588844489631854E-3</c:v>
                </c:pt>
                <c:pt idx="6803">
                  <c:v>7.0697278509446008E-3</c:v>
                </c:pt>
                <c:pt idx="6804">
                  <c:v>6.9515049771829854E-3</c:v>
                </c:pt>
                <c:pt idx="6805">
                  <c:v>7.211595299458539E-3</c:v>
                </c:pt>
                <c:pt idx="6806">
                  <c:v>7.2825290237155081E-3</c:v>
                </c:pt>
                <c:pt idx="6807">
                  <c:v>7.1170170004492472E-3</c:v>
                </c:pt>
                <c:pt idx="6808">
                  <c:v>6.9042158276783391E-3</c:v>
                </c:pt>
                <c:pt idx="6809">
                  <c:v>7.1643061499538927E-3</c:v>
                </c:pt>
                <c:pt idx="6810">
                  <c:v>7.3061735984678317E-3</c:v>
                </c:pt>
                <c:pt idx="6811">
                  <c:v>7.1170170004492472E-3</c:v>
                </c:pt>
                <c:pt idx="6812">
                  <c:v>6.9042158276783391E-3</c:v>
                </c:pt>
                <c:pt idx="6813">
                  <c:v>7.2588844489631854E-3</c:v>
                </c:pt>
                <c:pt idx="6814">
                  <c:v>7.4243964722294472E-3</c:v>
                </c:pt>
                <c:pt idx="6815">
                  <c:v>7.2352398742108626E-3</c:v>
                </c:pt>
                <c:pt idx="6816">
                  <c:v>6.9278604024306618E-3</c:v>
                </c:pt>
                <c:pt idx="6817">
                  <c:v>7.2352398742108626E-3</c:v>
                </c:pt>
                <c:pt idx="6818">
                  <c:v>7.4480410469817699E-3</c:v>
                </c:pt>
                <c:pt idx="6819">
                  <c:v>7.2588844489631854E-3</c:v>
                </c:pt>
                <c:pt idx="6820">
                  <c:v>6.9515049771829854E-3</c:v>
                </c:pt>
                <c:pt idx="6821">
                  <c:v>7.1406615752015699E-3</c:v>
                </c:pt>
                <c:pt idx="6822">
                  <c:v>7.3298181732201545E-3</c:v>
                </c:pt>
                <c:pt idx="6823">
                  <c:v>7.0697278509446008E-3</c:v>
                </c:pt>
                <c:pt idx="6824">
                  <c:v>6.6914146549074309E-3</c:v>
                </c:pt>
                <c:pt idx="6825">
                  <c:v>6.8569266781736927E-3</c:v>
                </c:pt>
                <c:pt idx="6826">
                  <c:v>7.1170170004492472E-3</c:v>
                </c:pt>
                <c:pt idx="6827">
                  <c:v>6.9278604024306618E-3</c:v>
                </c:pt>
                <c:pt idx="6828">
                  <c:v>6.6677700801551082E-3</c:v>
                </c:pt>
                <c:pt idx="6829">
                  <c:v>6.9042158276783391E-3</c:v>
                </c:pt>
                <c:pt idx="6830">
                  <c:v>7.1879507247062163E-3</c:v>
                </c:pt>
                <c:pt idx="6831">
                  <c:v>7.1170170004492472E-3</c:v>
                </c:pt>
                <c:pt idx="6832">
                  <c:v>6.8096375286690464E-3</c:v>
                </c:pt>
                <c:pt idx="6833">
                  <c:v>6.9751495519353082E-3</c:v>
                </c:pt>
                <c:pt idx="6834">
                  <c:v>7.2588844489631854E-3</c:v>
                </c:pt>
                <c:pt idx="6835">
                  <c:v>7.1406615752015699E-3</c:v>
                </c:pt>
                <c:pt idx="6836">
                  <c:v>6.7387038044120773E-3</c:v>
                </c:pt>
                <c:pt idx="6837">
                  <c:v>6.83328210342137E-3</c:v>
                </c:pt>
                <c:pt idx="6838">
                  <c:v>7.0933724256969236E-3</c:v>
                </c:pt>
                <c:pt idx="6839">
                  <c:v>7.0460832761922772E-3</c:v>
                </c:pt>
                <c:pt idx="6840">
                  <c:v>6.7859929539167236E-3</c:v>
                </c:pt>
                <c:pt idx="6841">
                  <c:v>6.9515049771829854E-3</c:v>
                </c:pt>
                <c:pt idx="6842">
                  <c:v>7.211595299458539E-3</c:v>
                </c:pt>
                <c:pt idx="6843">
                  <c:v>7.0933724256969236E-3</c:v>
                </c:pt>
                <c:pt idx="6844">
                  <c:v>6.7387038044120773E-3</c:v>
                </c:pt>
                <c:pt idx="6845">
                  <c:v>6.8096375286690464E-3</c:v>
                </c:pt>
                <c:pt idx="6846">
                  <c:v>7.1170170004492472E-3</c:v>
                </c:pt>
                <c:pt idx="6847">
                  <c:v>7.0697278509446008E-3</c:v>
                </c:pt>
                <c:pt idx="6848">
                  <c:v>6.7387038044120773E-3</c:v>
                </c:pt>
                <c:pt idx="6849">
                  <c:v>6.8096375286690464E-3</c:v>
                </c:pt>
                <c:pt idx="6850">
                  <c:v>7.0697278509446008E-3</c:v>
                </c:pt>
                <c:pt idx="6851">
                  <c:v>7.0224387014399545E-3</c:v>
                </c:pt>
                <c:pt idx="6852">
                  <c:v>6.6914146549074309E-3</c:v>
                </c:pt>
                <c:pt idx="6853">
                  <c:v>6.7859929539167236E-3</c:v>
                </c:pt>
                <c:pt idx="6854">
                  <c:v>7.0933724256969236E-3</c:v>
                </c:pt>
                <c:pt idx="6855">
                  <c:v>7.0933724256969236E-3</c:v>
                </c:pt>
                <c:pt idx="6856">
                  <c:v>6.8096375286690464E-3</c:v>
                </c:pt>
                <c:pt idx="6857">
                  <c:v>6.9042158276783391E-3</c:v>
                </c:pt>
                <c:pt idx="6858">
                  <c:v>7.2588844489631854E-3</c:v>
                </c:pt>
                <c:pt idx="6859">
                  <c:v>7.2588844489631854E-3</c:v>
                </c:pt>
                <c:pt idx="6860">
                  <c:v>6.8569266781736927E-3</c:v>
                </c:pt>
                <c:pt idx="6861">
                  <c:v>6.8805712529260155E-3</c:v>
                </c:pt>
                <c:pt idx="6862">
                  <c:v>7.1643061499538927E-3</c:v>
                </c:pt>
                <c:pt idx="6863">
                  <c:v>7.0460832761922772E-3</c:v>
                </c:pt>
                <c:pt idx="6864">
                  <c:v>6.7387038044120773E-3</c:v>
                </c:pt>
                <c:pt idx="6865">
                  <c:v>6.7859929539167236E-3</c:v>
                </c:pt>
                <c:pt idx="6866">
                  <c:v>7.1170170004492472E-3</c:v>
                </c:pt>
                <c:pt idx="6867">
                  <c:v>7.0697278509446008E-3</c:v>
                </c:pt>
                <c:pt idx="6868">
                  <c:v>6.7623483791644E-3</c:v>
                </c:pt>
                <c:pt idx="6869">
                  <c:v>6.7623483791644E-3</c:v>
                </c:pt>
                <c:pt idx="6870">
                  <c:v>7.1406615752015699E-3</c:v>
                </c:pt>
                <c:pt idx="6871">
                  <c:v>7.1170170004492472E-3</c:v>
                </c:pt>
                <c:pt idx="6872">
                  <c:v>6.8096375286690464E-3</c:v>
                </c:pt>
                <c:pt idx="6873">
                  <c:v>6.8096375286690464E-3</c:v>
                </c:pt>
                <c:pt idx="6874">
                  <c:v>7.1879507247062163E-3</c:v>
                </c:pt>
                <c:pt idx="6875">
                  <c:v>7.2825290237155081E-3</c:v>
                </c:pt>
                <c:pt idx="6876">
                  <c:v>6.9987941266876309E-3</c:v>
                </c:pt>
                <c:pt idx="6877">
                  <c:v>6.9278604024306618E-3</c:v>
                </c:pt>
                <c:pt idx="6878">
                  <c:v>7.3771073227248008E-3</c:v>
                </c:pt>
                <c:pt idx="6879">
                  <c:v>7.4480410469817699E-3</c:v>
                </c:pt>
                <c:pt idx="6880">
                  <c:v>7.1406615752015699E-3</c:v>
                </c:pt>
                <c:pt idx="6881">
                  <c:v>7.0224387014399545E-3</c:v>
                </c:pt>
                <c:pt idx="6882">
                  <c:v>7.4480410469817699E-3</c:v>
                </c:pt>
                <c:pt idx="6883">
                  <c:v>7.5662639207433853E-3</c:v>
                </c:pt>
                <c:pt idx="6884">
                  <c:v>7.2825290237155081E-3</c:v>
                </c:pt>
                <c:pt idx="6885">
                  <c:v>7.0697278509446008E-3</c:v>
                </c:pt>
                <c:pt idx="6886">
                  <c:v>7.3298181732201545E-3</c:v>
                </c:pt>
                <c:pt idx="6887">
                  <c:v>7.3061735984678317E-3</c:v>
                </c:pt>
                <c:pt idx="6888">
                  <c:v>6.9987941266876309E-3</c:v>
                </c:pt>
                <c:pt idx="6889">
                  <c:v>6.7859929539167236E-3</c:v>
                </c:pt>
                <c:pt idx="6890">
                  <c:v>7.0933724256969236E-3</c:v>
                </c:pt>
                <c:pt idx="6891">
                  <c:v>7.2588844489631854E-3</c:v>
                </c:pt>
                <c:pt idx="6892">
                  <c:v>7.0697278509446008E-3</c:v>
                </c:pt>
                <c:pt idx="6893">
                  <c:v>6.8096375286690464E-3</c:v>
                </c:pt>
                <c:pt idx="6894">
                  <c:v>7.1406615752015699E-3</c:v>
                </c:pt>
                <c:pt idx="6895">
                  <c:v>7.2588844489631854E-3</c:v>
                </c:pt>
                <c:pt idx="6896">
                  <c:v>7.0460832761922772E-3</c:v>
                </c:pt>
                <c:pt idx="6897">
                  <c:v>6.8805712529260155E-3</c:v>
                </c:pt>
                <c:pt idx="6898">
                  <c:v>7.2588844489631854E-3</c:v>
                </c:pt>
                <c:pt idx="6899">
                  <c:v>7.4480410469817699E-3</c:v>
                </c:pt>
                <c:pt idx="6900">
                  <c:v>7.2588844489631854E-3</c:v>
                </c:pt>
                <c:pt idx="6901">
                  <c:v>7.0224387014399545E-3</c:v>
                </c:pt>
                <c:pt idx="6902">
                  <c:v>7.3061735984678317E-3</c:v>
                </c:pt>
                <c:pt idx="6903">
                  <c:v>7.4243964722294472E-3</c:v>
                </c:pt>
                <c:pt idx="6904">
                  <c:v>7.2588844489631854E-3</c:v>
                </c:pt>
                <c:pt idx="6905">
                  <c:v>6.9515049771829854E-3</c:v>
                </c:pt>
                <c:pt idx="6906">
                  <c:v>7.211595299458539E-3</c:v>
                </c:pt>
                <c:pt idx="6907">
                  <c:v>7.4007518974771244E-3</c:v>
                </c:pt>
                <c:pt idx="6908">
                  <c:v>7.1879507247062163E-3</c:v>
                </c:pt>
                <c:pt idx="6909">
                  <c:v>6.9987941266876309E-3</c:v>
                </c:pt>
                <c:pt idx="6910">
                  <c:v>7.3061735984678317E-3</c:v>
                </c:pt>
                <c:pt idx="6911">
                  <c:v>7.4007518974771244E-3</c:v>
                </c:pt>
                <c:pt idx="6912">
                  <c:v>7.2825290237155081E-3</c:v>
                </c:pt>
                <c:pt idx="6913">
                  <c:v>7.0460832761922772E-3</c:v>
                </c:pt>
                <c:pt idx="6914">
                  <c:v>7.4243964722294472E-3</c:v>
                </c:pt>
                <c:pt idx="6915">
                  <c:v>7.6371976450003553E-3</c:v>
                </c:pt>
                <c:pt idx="6916">
                  <c:v>7.4007518974771244E-3</c:v>
                </c:pt>
                <c:pt idx="6917">
                  <c:v>7.0460832761922772E-3</c:v>
                </c:pt>
                <c:pt idx="6918">
                  <c:v>7.2825290237155081E-3</c:v>
                </c:pt>
                <c:pt idx="6919">
                  <c:v>7.5189747712387399E-3</c:v>
                </c:pt>
                <c:pt idx="6920">
                  <c:v>7.3771073227248008E-3</c:v>
                </c:pt>
                <c:pt idx="6921">
                  <c:v>6.9987941266876309E-3</c:v>
                </c:pt>
                <c:pt idx="6922">
                  <c:v>7.211595299458539E-3</c:v>
                </c:pt>
                <c:pt idx="6923">
                  <c:v>7.4480410469817699E-3</c:v>
                </c:pt>
                <c:pt idx="6924">
                  <c:v>7.3298181732201545E-3</c:v>
                </c:pt>
                <c:pt idx="6925">
                  <c:v>7.0224387014399545E-3</c:v>
                </c:pt>
                <c:pt idx="6926">
                  <c:v>7.2825290237155081E-3</c:v>
                </c:pt>
                <c:pt idx="6927">
                  <c:v>7.6135530702480317E-3</c:v>
                </c:pt>
                <c:pt idx="6928">
                  <c:v>7.5189747712387399E-3</c:v>
                </c:pt>
                <c:pt idx="6929">
                  <c:v>7.1643061499538927E-3</c:v>
                </c:pt>
                <c:pt idx="6930">
                  <c:v>7.3771073227248008E-3</c:v>
                </c:pt>
                <c:pt idx="6931">
                  <c:v>7.5189747712387399E-3</c:v>
                </c:pt>
                <c:pt idx="6932">
                  <c:v>7.3771073227248008E-3</c:v>
                </c:pt>
                <c:pt idx="6933">
                  <c:v>6.9987941266876309E-3</c:v>
                </c:pt>
                <c:pt idx="6934">
                  <c:v>7.0460832761922772E-3</c:v>
                </c:pt>
                <c:pt idx="6935">
                  <c:v>7.211595299458539E-3</c:v>
                </c:pt>
                <c:pt idx="6936">
                  <c:v>7.0933724256969236E-3</c:v>
                </c:pt>
                <c:pt idx="6937">
                  <c:v>6.7859929539167236E-3</c:v>
                </c:pt>
                <c:pt idx="6938">
                  <c:v>6.9751495519353082E-3</c:v>
                </c:pt>
                <c:pt idx="6939">
                  <c:v>7.3061735984678317E-3</c:v>
                </c:pt>
                <c:pt idx="6940">
                  <c:v>7.211595299458539E-3</c:v>
                </c:pt>
                <c:pt idx="6941">
                  <c:v>6.9042158276783391E-3</c:v>
                </c:pt>
                <c:pt idx="6942">
                  <c:v>7.0224387014399545E-3</c:v>
                </c:pt>
                <c:pt idx="6943">
                  <c:v>7.3534627479724781E-3</c:v>
                </c:pt>
                <c:pt idx="6944">
                  <c:v>7.2588844489631854E-3</c:v>
                </c:pt>
                <c:pt idx="6945">
                  <c:v>6.8805712529260155E-3</c:v>
                </c:pt>
                <c:pt idx="6946">
                  <c:v>6.9515049771829854E-3</c:v>
                </c:pt>
                <c:pt idx="6947">
                  <c:v>7.2588844489631854E-3</c:v>
                </c:pt>
                <c:pt idx="6948">
                  <c:v>7.1643061499538927E-3</c:v>
                </c:pt>
                <c:pt idx="6949">
                  <c:v>6.83328210342137E-3</c:v>
                </c:pt>
                <c:pt idx="6950">
                  <c:v>6.7623483791644E-3</c:v>
                </c:pt>
                <c:pt idx="6951">
                  <c:v>7.1643061499538927E-3</c:v>
                </c:pt>
                <c:pt idx="6952">
                  <c:v>7.211595299458539E-3</c:v>
                </c:pt>
                <c:pt idx="6953">
                  <c:v>6.9751495519353082E-3</c:v>
                </c:pt>
                <c:pt idx="6954">
                  <c:v>6.9515049771829854E-3</c:v>
                </c:pt>
                <c:pt idx="6955">
                  <c:v>7.2588844489631854E-3</c:v>
                </c:pt>
                <c:pt idx="6956">
                  <c:v>7.3061735984678317E-3</c:v>
                </c:pt>
                <c:pt idx="6957">
                  <c:v>6.9751495519353082E-3</c:v>
                </c:pt>
                <c:pt idx="6958">
                  <c:v>6.9751495519353082E-3</c:v>
                </c:pt>
                <c:pt idx="6959">
                  <c:v>7.3771073227248008E-3</c:v>
                </c:pt>
                <c:pt idx="6960">
                  <c:v>7.4953301964864162E-3</c:v>
                </c:pt>
                <c:pt idx="6961">
                  <c:v>7.2825290237155081E-3</c:v>
                </c:pt>
                <c:pt idx="6962">
                  <c:v>7.2352398742108626E-3</c:v>
                </c:pt>
                <c:pt idx="6963">
                  <c:v>7.4716856217340935E-3</c:v>
                </c:pt>
                <c:pt idx="6964">
                  <c:v>7.4716856217340935E-3</c:v>
                </c:pt>
                <c:pt idx="6965">
                  <c:v>7.1170170004492472E-3</c:v>
                </c:pt>
                <c:pt idx="6966">
                  <c:v>6.9278604024306618E-3</c:v>
                </c:pt>
                <c:pt idx="6967">
                  <c:v>7.2588844489631854E-3</c:v>
                </c:pt>
                <c:pt idx="6968">
                  <c:v>7.3534627479724781E-3</c:v>
                </c:pt>
                <c:pt idx="6969">
                  <c:v>7.1406615752015699E-3</c:v>
                </c:pt>
                <c:pt idx="6970">
                  <c:v>7.0697278509446008E-3</c:v>
                </c:pt>
                <c:pt idx="6971">
                  <c:v>7.3771073227248008E-3</c:v>
                </c:pt>
                <c:pt idx="6972">
                  <c:v>7.4243964722294472E-3</c:v>
                </c:pt>
                <c:pt idx="6973">
                  <c:v>7.0933724256969236E-3</c:v>
                </c:pt>
                <c:pt idx="6974">
                  <c:v>6.9278604024306618E-3</c:v>
                </c:pt>
                <c:pt idx="6975">
                  <c:v>7.2588844489631854E-3</c:v>
                </c:pt>
                <c:pt idx="6976">
                  <c:v>7.3298181732201545E-3</c:v>
                </c:pt>
                <c:pt idx="6977">
                  <c:v>7.1170170004492472E-3</c:v>
                </c:pt>
                <c:pt idx="6978">
                  <c:v>6.9751495519353082E-3</c:v>
                </c:pt>
                <c:pt idx="6979">
                  <c:v>7.2825290237155081E-3</c:v>
                </c:pt>
                <c:pt idx="6980">
                  <c:v>7.3534627479724781E-3</c:v>
                </c:pt>
                <c:pt idx="6981">
                  <c:v>7.0933724256969236E-3</c:v>
                </c:pt>
                <c:pt idx="6982">
                  <c:v>6.9042158276783391E-3</c:v>
                </c:pt>
                <c:pt idx="6983">
                  <c:v>7.2588844489631854E-3</c:v>
                </c:pt>
                <c:pt idx="6984">
                  <c:v>7.4243964722294472E-3</c:v>
                </c:pt>
                <c:pt idx="6985">
                  <c:v>7.211595299458539E-3</c:v>
                </c:pt>
                <c:pt idx="6986">
                  <c:v>6.8569266781736927E-3</c:v>
                </c:pt>
                <c:pt idx="6987">
                  <c:v>7.0933724256969236E-3</c:v>
                </c:pt>
                <c:pt idx="6988">
                  <c:v>7.1643061499538927E-3</c:v>
                </c:pt>
                <c:pt idx="6989">
                  <c:v>6.9987941266876309E-3</c:v>
                </c:pt>
                <c:pt idx="6990">
                  <c:v>6.83328210342137E-3</c:v>
                </c:pt>
                <c:pt idx="6991">
                  <c:v>7.1406615752015699E-3</c:v>
                </c:pt>
                <c:pt idx="6992">
                  <c:v>7.2588844489631854E-3</c:v>
                </c:pt>
                <c:pt idx="6993">
                  <c:v>7.1643061499538927E-3</c:v>
                </c:pt>
                <c:pt idx="6994">
                  <c:v>6.8805712529260155E-3</c:v>
                </c:pt>
                <c:pt idx="6995">
                  <c:v>7.1406615752015699E-3</c:v>
                </c:pt>
                <c:pt idx="6996">
                  <c:v>7.3534627479724781E-3</c:v>
                </c:pt>
                <c:pt idx="6997">
                  <c:v>7.1643061499538927E-3</c:v>
                </c:pt>
                <c:pt idx="6998">
                  <c:v>6.83328210342137E-3</c:v>
                </c:pt>
                <c:pt idx="6999">
                  <c:v>7.1170170004492472E-3</c:v>
                </c:pt>
                <c:pt idx="7000">
                  <c:v>7.2588844489631854E-3</c:v>
                </c:pt>
                <c:pt idx="7001">
                  <c:v>7.1170170004492472E-3</c:v>
                </c:pt>
                <c:pt idx="7002">
                  <c:v>6.83328210342137E-3</c:v>
                </c:pt>
                <c:pt idx="7003">
                  <c:v>7.1406615752015699E-3</c:v>
                </c:pt>
                <c:pt idx="7004">
                  <c:v>7.3298181732201545E-3</c:v>
                </c:pt>
                <c:pt idx="7005">
                  <c:v>7.2352398742108626E-3</c:v>
                </c:pt>
                <c:pt idx="7006">
                  <c:v>6.9515049771829854E-3</c:v>
                </c:pt>
                <c:pt idx="7007">
                  <c:v>7.2588844489631854E-3</c:v>
                </c:pt>
                <c:pt idx="7008">
                  <c:v>7.4480410469817699E-3</c:v>
                </c:pt>
                <c:pt idx="7009">
                  <c:v>7.3061735984678317E-3</c:v>
                </c:pt>
                <c:pt idx="7010">
                  <c:v>6.9987941266876309E-3</c:v>
                </c:pt>
                <c:pt idx="7011">
                  <c:v>7.1879507247062163E-3</c:v>
                </c:pt>
                <c:pt idx="7012">
                  <c:v>7.4007518974771244E-3</c:v>
                </c:pt>
                <c:pt idx="7013">
                  <c:v>7.1879507247062163E-3</c:v>
                </c:pt>
                <c:pt idx="7014">
                  <c:v>6.8569266781736927E-3</c:v>
                </c:pt>
                <c:pt idx="7015">
                  <c:v>7.0697278509446008E-3</c:v>
                </c:pt>
                <c:pt idx="7016">
                  <c:v>7.3534627479724781E-3</c:v>
                </c:pt>
                <c:pt idx="7017">
                  <c:v>7.2352398742108626E-3</c:v>
                </c:pt>
                <c:pt idx="7018">
                  <c:v>6.8569266781736927E-3</c:v>
                </c:pt>
                <c:pt idx="7019">
                  <c:v>7.1170170004492472E-3</c:v>
                </c:pt>
                <c:pt idx="7020">
                  <c:v>7.4007518974771244E-3</c:v>
                </c:pt>
                <c:pt idx="7021">
                  <c:v>7.3298181732201545E-3</c:v>
                </c:pt>
                <c:pt idx="7022">
                  <c:v>7.0933724256969236E-3</c:v>
                </c:pt>
                <c:pt idx="7023">
                  <c:v>7.0933724256969236E-3</c:v>
                </c:pt>
                <c:pt idx="7024">
                  <c:v>7.3061735984678317E-3</c:v>
                </c:pt>
                <c:pt idx="7025">
                  <c:v>7.2588844489631854E-3</c:v>
                </c:pt>
                <c:pt idx="7026">
                  <c:v>6.9515049771829854E-3</c:v>
                </c:pt>
                <c:pt idx="7027">
                  <c:v>7.0933724256969236E-3</c:v>
                </c:pt>
                <c:pt idx="7028">
                  <c:v>7.3534627479724781E-3</c:v>
                </c:pt>
                <c:pt idx="7029">
                  <c:v>7.211595299458539E-3</c:v>
                </c:pt>
                <c:pt idx="7030">
                  <c:v>6.8805712529260155E-3</c:v>
                </c:pt>
                <c:pt idx="7031">
                  <c:v>6.9042158276783391E-3</c:v>
                </c:pt>
                <c:pt idx="7032">
                  <c:v>7.2588844489631854E-3</c:v>
                </c:pt>
                <c:pt idx="7033">
                  <c:v>7.211595299458539E-3</c:v>
                </c:pt>
                <c:pt idx="7034">
                  <c:v>6.9515049771829854E-3</c:v>
                </c:pt>
                <c:pt idx="7035">
                  <c:v>7.0697278509446008E-3</c:v>
                </c:pt>
                <c:pt idx="7036">
                  <c:v>7.3771073227248008E-3</c:v>
                </c:pt>
                <c:pt idx="7037">
                  <c:v>7.3771073227248008E-3</c:v>
                </c:pt>
                <c:pt idx="7038">
                  <c:v>7.0460832761922772E-3</c:v>
                </c:pt>
                <c:pt idx="7039">
                  <c:v>6.9987941266876309E-3</c:v>
                </c:pt>
                <c:pt idx="7040">
                  <c:v>7.3298181732201545E-3</c:v>
                </c:pt>
                <c:pt idx="7041">
                  <c:v>7.2825290237155081E-3</c:v>
                </c:pt>
                <c:pt idx="7042">
                  <c:v>6.9987941266876309E-3</c:v>
                </c:pt>
                <c:pt idx="7043">
                  <c:v>7.0224387014399545E-3</c:v>
                </c:pt>
                <c:pt idx="7044">
                  <c:v>7.3771073227248008E-3</c:v>
                </c:pt>
                <c:pt idx="7045">
                  <c:v>7.4007518974771244E-3</c:v>
                </c:pt>
                <c:pt idx="7046">
                  <c:v>7.1170170004492472E-3</c:v>
                </c:pt>
                <c:pt idx="7047">
                  <c:v>7.0697278509446008E-3</c:v>
                </c:pt>
                <c:pt idx="7048">
                  <c:v>7.4716856217340935E-3</c:v>
                </c:pt>
                <c:pt idx="7049">
                  <c:v>7.4243964722294472E-3</c:v>
                </c:pt>
                <c:pt idx="7050">
                  <c:v>7.1170170004492472E-3</c:v>
                </c:pt>
                <c:pt idx="7051">
                  <c:v>7.0697278509446008E-3</c:v>
                </c:pt>
                <c:pt idx="7052">
                  <c:v>7.4243964722294472E-3</c:v>
                </c:pt>
                <c:pt idx="7053">
                  <c:v>7.4480410469817699E-3</c:v>
                </c:pt>
                <c:pt idx="7054">
                  <c:v>7.1879507247062163E-3</c:v>
                </c:pt>
                <c:pt idx="7055">
                  <c:v>7.0697278509446008E-3</c:v>
                </c:pt>
                <c:pt idx="7056">
                  <c:v>7.4480410469817699E-3</c:v>
                </c:pt>
                <c:pt idx="7057">
                  <c:v>7.4716856217340935E-3</c:v>
                </c:pt>
                <c:pt idx="7058">
                  <c:v>7.1406615752015699E-3</c:v>
                </c:pt>
                <c:pt idx="7059">
                  <c:v>6.9278604024306618E-3</c:v>
                </c:pt>
                <c:pt idx="7060">
                  <c:v>7.2588844489631854E-3</c:v>
                </c:pt>
                <c:pt idx="7061">
                  <c:v>7.3061735984678317E-3</c:v>
                </c:pt>
                <c:pt idx="7062">
                  <c:v>7.0933724256969236E-3</c:v>
                </c:pt>
                <c:pt idx="7063">
                  <c:v>6.9278604024306618E-3</c:v>
                </c:pt>
                <c:pt idx="7064">
                  <c:v>7.2825290237155081E-3</c:v>
                </c:pt>
                <c:pt idx="7065">
                  <c:v>7.3771073227248008E-3</c:v>
                </c:pt>
                <c:pt idx="7066">
                  <c:v>7.0933724256969236E-3</c:v>
                </c:pt>
                <c:pt idx="7067">
                  <c:v>6.9515049771829854E-3</c:v>
                </c:pt>
                <c:pt idx="7068">
                  <c:v>7.3534627479724781E-3</c:v>
                </c:pt>
                <c:pt idx="7069">
                  <c:v>7.4480410469817699E-3</c:v>
                </c:pt>
                <c:pt idx="7070">
                  <c:v>7.2588844489631854E-3</c:v>
                </c:pt>
                <c:pt idx="7071">
                  <c:v>7.0224387014399545E-3</c:v>
                </c:pt>
                <c:pt idx="7072">
                  <c:v>7.3534627479724781E-3</c:v>
                </c:pt>
                <c:pt idx="7073">
                  <c:v>7.4480410469817699E-3</c:v>
                </c:pt>
                <c:pt idx="7074">
                  <c:v>7.2825290237155081E-3</c:v>
                </c:pt>
                <c:pt idx="7075">
                  <c:v>7.1879507247062163E-3</c:v>
                </c:pt>
                <c:pt idx="7076">
                  <c:v>7.4953301964864162E-3</c:v>
                </c:pt>
                <c:pt idx="7077">
                  <c:v>7.5426193459910626E-3</c:v>
                </c:pt>
                <c:pt idx="7078">
                  <c:v>7.3771073227248008E-3</c:v>
                </c:pt>
                <c:pt idx="7079">
                  <c:v>7.1170170004492472E-3</c:v>
                </c:pt>
                <c:pt idx="7080">
                  <c:v>7.4007518974771244E-3</c:v>
                </c:pt>
                <c:pt idx="7081">
                  <c:v>7.4953301964864162E-3</c:v>
                </c:pt>
                <c:pt idx="7082">
                  <c:v>7.2825290237155081E-3</c:v>
                </c:pt>
                <c:pt idx="7083">
                  <c:v>7.0460832761922772E-3</c:v>
                </c:pt>
                <c:pt idx="7084">
                  <c:v>7.3771073227248008E-3</c:v>
                </c:pt>
                <c:pt idx="7085">
                  <c:v>7.5426193459910626E-3</c:v>
                </c:pt>
                <c:pt idx="7086">
                  <c:v>7.2825290237155081E-3</c:v>
                </c:pt>
                <c:pt idx="7087">
                  <c:v>6.9515049771829854E-3</c:v>
                </c:pt>
                <c:pt idx="7088">
                  <c:v>7.3298181732201545E-3</c:v>
                </c:pt>
                <c:pt idx="7089">
                  <c:v>7.5426193459910626E-3</c:v>
                </c:pt>
                <c:pt idx="7090">
                  <c:v>7.3298181732201545E-3</c:v>
                </c:pt>
                <c:pt idx="7091">
                  <c:v>6.9987941266876309E-3</c:v>
                </c:pt>
                <c:pt idx="7092">
                  <c:v>7.2588844489631854E-3</c:v>
                </c:pt>
                <c:pt idx="7093">
                  <c:v>7.4243964722294472E-3</c:v>
                </c:pt>
                <c:pt idx="7094">
                  <c:v>7.3298181732201545E-3</c:v>
                </c:pt>
                <c:pt idx="7095">
                  <c:v>7.0933724256969236E-3</c:v>
                </c:pt>
                <c:pt idx="7096">
                  <c:v>7.4007518974771244E-3</c:v>
                </c:pt>
                <c:pt idx="7097">
                  <c:v>7.660842219752678E-3</c:v>
                </c:pt>
                <c:pt idx="7098">
                  <c:v>7.4716856217340935E-3</c:v>
                </c:pt>
                <c:pt idx="7099">
                  <c:v>7.1406615752015699E-3</c:v>
                </c:pt>
                <c:pt idx="7100">
                  <c:v>7.3298181732201545E-3</c:v>
                </c:pt>
                <c:pt idx="7101">
                  <c:v>7.5899084954957089E-3</c:v>
                </c:pt>
                <c:pt idx="7102">
                  <c:v>7.4007518974771244E-3</c:v>
                </c:pt>
                <c:pt idx="7103">
                  <c:v>7.1170170004492472E-3</c:v>
                </c:pt>
                <c:pt idx="7104">
                  <c:v>7.2352398742108626E-3</c:v>
                </c:pt>
                <c:pt idx="7105">
                  <c:v>7.4007518974771244E-3</c:v>
                </c:pt>
                <c:pt idx="7106">
                  <c:v>7.2588844489631854E-3</c:v>
                </c:pt>
                <c:pt idx="7107">
                  <c:v>6.9515049771829854E-3</c:v>
                </c:pt>
                <c:pt idx="7108">
                  <c:v>7.0933724256969236E-3</c:v>
                </c:pt>
                <c:pt idx="7109">
                  <c:v>7.3771073227248008E-3</c:v>
                </c:pt>
                <c:pt idx="7110">
                  <c:v>7.2588844489631854E-3</c:v>
                </c:pt>
                <c:pt idx="7111">
                  <c:v>6.8569266781736927E-3</c:v>
                </c:pt>
                <c:pt idx="7112">
                  <c:v>7.0460832761922772E-3</c:v>
                </c:pt>
                <c:pt idx="7113">
                  <c:v>7.3771073227248008E-3</c:v>
                </c:pt>
                <c:pt idx="7114">
                  <c:v>7.2352398742108626E-3</c:v>
                </c:pt>
                <c:pt idx="7115">
                  <c:v>6.9278604024306618E-3</c:v>
                </c:pt>
                <c:pt idx="7116">
                  <c:v>7.0460832761922772E-3</c:v>
                </c:pt>
                <c:pt idx="7117">
                  <c:v>7.4716856217340935E-3</c:v>
                </c:pt>
                <c:pt idx="7118">
                  <c:v>7.4243964722294472E-3</c:v>
                </c:pt>
                <c:pt idx="7119">
                  <c:v>7.1643061499538927E-3</c:v>
                </c:pt>
                <c:pt idx="7120">
                  <c:v>7.3061735984678317E-3</c:v>
                </c:pt>
                <c:pt idx="7121">
                  <c:v>7.6371976450003553E-3</c:v>
                </c:pt>
                <c:pt idx="7122">
                  <c:v>7.4953301964864162E-3</c:v>
                </c:pt>
                <c:pt idx="7123">
                  <c:v>7.1406615752015699E-3</c:v>
                </c:pt>
                <c:pt idx="7124">
                  <c:v>7.1879507247062163E-3</c:v>
                </c:pt>
                <c:pt idx="7125">
                  <c:v>7.5426193459910626E-3</c:v>
                </c:pt>
                <c:pt idx="7126">
                  <c:v>7.4716856217340935E-3</c:v>
                </c:pt>
                <c:pt idx="7127">
                  <c:v>7.1643061499538927E-3</c:v>
                </c:pt>
                <c:pt idx="7128">
                  <c:v>7.1406615752015699E-3</c:v>
                </c:pt>
                <c:pt idx="7129">
                  <c:v>7.4480410469817699E-3</c:v>
                </c:pt>
                <c:pt idx="7130">
                  <c:v>7.4480410469817699E-3</c:v>
                </c:pt>
                <c:pt idx="7131">
                  <c:v>7.1879507247062163E-3</c:v>
                </c:pt>
                <c:pt idx="7132">
                  <c:v>7.2352398742108626E-3</c:v>
                </c:pt>
                <c:pt idx="7133">
                  <c:v>7.4716856217340935E-3</c:v>
                </c:pt>
                <c:pt idx="7134">
                  <c:v>7.3298181732201545E-3</c:v>
                </c:pt>
                <c:pt idx="7135">
                  <c:v>7.0697278509446008E-3</c:v>
                </c:pt>
                <c:pt idx="7136">
                  <c:v>7.0933724256969236E-3</c:v>
                </c:pt>
                <c:pt idx="7137">
                  <c:v>7.5426193459910626E-3</c:v>
                </c:pt>
                <c:pt idx="7138">
                  <c:v>7.6135530702480317E-3</c:v>
                </c:pt>
                <c:pt idx="7139">
                  <c:v>7.3771073227248008E-3</c:v>
                </c:pt>
                <c:pt idx="7140">
                  <c:v>7.3298181732201545E-3</c:v>
                </c:pt>
                <c:pt idx="7141">
                  <c:v>7.660842219752678E-3</c:v>
                </c:pt>
                <c:pt idx="7142">
                  <c:v>7.5899084954957089E-3</c:v>
                </c:pt>
                <c:pt idx="7143">
                  <c:v>7.2352398742108626E-3</c:v>
                </c:pt>
                <c:pt idx="7144">
                  <c:v>7.1170170004492472E-3</c:v>
                </c:pt>
                <c:pt idx="7145">
                  <c:v>7.4243964722294472E-3</c:v>
                </c:pt>
                <c:pt idx="7146">
                  <c:v>7.3534627479724781E-3</c:v>
                </c:pt>
                <c:pt idx="7147">
                  <c:v>7.0460832761922772E-3</c:v>
                </c:pt>
                <c:pt idx="7148">
                  <c:v>7.0460832761922772E-3</c:v>
                </c:pt>
                <c:pt idx="7149">
                  <c:v>7.4716856217340935E-3</c:v>
                </c:pt>
                <c:pt idx="7150">
                  <c:v>7.5426193459910626E-3</c:v>
                </c:pt>
                <c:pt idx="7151">
                  <c:v>7.2588844489631854E-3</c:v>
                </c:pt>
                <c:pt idx="7152">
                  <c:v>7.1406615752015699E-3</c:v>
                </c:pt>
                <c:pt idx="7153">
                  <c:v>7.5662639207433853E-3</c:v>
                </c:pt>
                <c:pt idx="7154">
                  <c:v>7.660842219752678E-3</c:v>
                </c:pt>
                <c:pt idx="7155">
                  <c:v>7.4007518974771244E-3</c:v>
                </c:pt>
                <c:pt idx="7156">
                  <c:v>7.3298181732201545E-3</c:v>
                </c:pt>
                <c:pt idx="7157">
                  <c:v>7.6135530702480317E-3</c:v>
                </c:pt>
                <c:pt idx="7158">
                  <c:v>7.7081313692573244E-3</c:v>
                </c:pt>
                <c:pt idx="7159">
                  <c:v>7.4243964722294472E-3</c:v>
                </c:pt>
                <c:pt idx="7160">
                  <c:v>7.2352398742108626E-3</c:v>
                </c:pt>
                <c:pt idx="7161">
                  <c:v>7.5426193459910626E-3</c:v>
                </c:pt>
                <c:pt idx="7162">
                  <c:v>7.6135530702480317E-3</c:v>
                </c:pt>
                <c:pt idx="7163">
                  <c:v>7.4007518974771244E-3</c:v>
                </c:pt>
                <c:pt idx="7164">
                  <c:v>7.3298181732201545E-3</c:v>
                </c:pt>
                <c:pt idx="7165">
                  <c:v>7.6844867945050016E-3</c:v>
                </c:pt>
                <c:pt idx="7166">
                  <c:v>7.7554205187619707E-3</c:v>
                </c:pt>
                <c:pt idx="7167">
                  <c:v>7.4007518974771244E-3</c:v>
                </c:pt>
                <c:pt idx="7168">
                  <c:v>7.1406615752015699E-3</c:v>
                </c:pt>
                <c:pt idx="7169">
                  <c:v>7.3771073227248008E-3</c:v>
                </c:pt>
                <c:pt idx="7170">
                  <c:v>7.4243964722294472E-3</c:v>
                </c:pt>
                <c:pt idx="7171">
                  <c:v>7.1643061499538927E-3</c:v>
                </c:pt>
                <c:pt idx="7172">
                  <c:v>6.9751495519353082E-3</c:v>
                </c:pt>
                <c:pt idx="7173">
                  <c:v>7.3061735984678317E-3</c:v>
                </c:pt>
                <c:pt idx="7174">
                  <c:v>7.4953301964864162E-3</c:v>
                </c:pt>
                <c:pt idx="7175">
                  <c:v>7.3061735984678317E-3</c:v>
                </c:pt>
                <c:pt idx="7176">
                  <c:v>7.0224387014399545E-3</c:v>
                </c:pt>
                <c:pt idx="7177">
                  <c:v>7.2352398742108626E-3</c:v>
                </c:pt>
                <c:pt idx="7178">
                  <c:v>7.3771073227248008E-3</c:v>
                </c:pt>
                <c:pt idx="7179">
                  <c:v>7.1643061499538927E-3</c:v>
                </c:pt>
                <c:pt idx="7180">
                  <c:v>6.9278604024306618E-3</c:v>
                </c:pt>
                <c:pt idx="7181">
                  <c:v>7.2352398742108626E-3</c:v>
                </c:pt>
                <c:pt idx="7182">
                  <c:v>7.4716856217340935E-3</c:v>
                </c:pt>
                <c:pt idx="7183">
                  <c:v>7.3061735984678317E-3</c:v>
                </c:pt>
                <c:pt idx="7184">
                  <c:v>7.0460832761922772E-3</c:v>
                </c:pt>
                <c:pt idx="7185">
                  <c:v>7.2825290237155081E-3</c:v>
                </c:pt>
                <c:pt idx="7186">
                  <c:v>7.4716856217340935E-3</c:v>
                </c:pt>
                <c:pt idx="7187">
                  <c:v>7.2825290237155081E-3</c:v>
                </c:pt>
                <c:pt idx="7188">
                  <c:v>6.9987941266876309E-3</c:v>
                </c:pt>
                <c:pt idx="7189">
                  <c:v>7.1406615752015699E-3</c:v>
                </c:pt>
                <c:pt idx="7190">
                  <c:v>7.3298181732201545E-3</c:v>
                </c:pt>
                <c:pt idx="7191">
                  <c:v>7.1406615752015699E-3</c:v>
                </c:pt>
                <c:pt idx="7192">
                  <c:v>6.9515049771829854E-3</c:v>
                </c:pt>
                <c:pt idx="7193">
                  <c:v>7.2588844489631854E-3</c:v>
                </c:pt>
                <c:pt idx="7194">
                  <c:v>7.4953301964864162E-3</c:v>
                </c:pt>
                <c:pt idx="7195">
                  <c:v>7.3298181732201545E-3</c:v>
                </c:pt>
                <c:pt idx="7196">
                  <c:v>7.0224387014399545E-3</c:v>
                </c:pt>
                <c:pt idx="7197">
                  <c:v>7.2588844489631854E-3</c:v>
                </c:pt>
                <c:pt idx="7198">
                  <c:v>7.4716856217340935E-3</c:v>
                </c:pt>
                <c:pt idx="7199">
                  <c:v>7.3534627479724781E-3</c:v>
                </c:pt>
                <c:pt idx="7200">
                  <c:v>7.0697278509446008E-3</c:v>
                </c:pt>
                <c:pt idx="7201">
                  <c:v>7.3534627479724781E-3</c:v>
                </c:pt>
                <c:pt idx="7202">
                  <c:v>7.660842219752678E-3</c:v>
                </c:pt>
                <c:pt idx="7203">
                  <c:v>7.5189747712387399E-3</c:v>
                </c:pt>
                <c:pt idx="7204">
                  <c:v>7.3061735984678317E-3</c:v>
                </c:pt>
                <c:pt idx="7205">
                  <c:v>7.4480410469817699E-3</c:v>
                </c:pt>
                <c:pt idx="7206">
                  <c:v>7.660842219752678E-3</c:v>
                </c:pt>
                <c:pt idx="7207">
                  <c:v>7.6135530702480317E-3</c:v>
                </c:pt>
                <c:pt idx="7208">
                  <c:v>7.3771073227248008E-3</c:v>
                </c:pt>
                <c:pt idx="7209">
                  <c:v>7.4243964722294472E-3</c:v>
                </c:pt>
                <c:pt idx="7210">
                  <c:v>7.6844867945050016E-3</c:v>
                </c:pt>
                <c:pt idx="7211">
                  <c:v>7.5899084954957089E-3</c:v>
                </c:pt>
                <c:pt idx="7212">
                  <c:v>7.1879507247062163E-3</c:v>
                </c:pt>
                <c:pt idx="7213">
                  <c:v>7.3298181732201545E-3</c:v>
                </c:pt>
                <c:pt idx="7214">
                  <c:v>7.5899084954957089E-3</c:v>
                </c:pt>
                <c:pt idx="7215">
                  <c:v>7.5189747712387399E-3</c:v>
                </c:pt>
                <c:pt idx="7216">
                  <c:v>7.1879507247062163E-3</c:v>
                </c:pt>
                <c:pt idx="7217">
                  <c:v>7.2825290237155081E-3</c:v>
                </c:pt>
                <c:pt idx="7218">
                  <c:v>7.5899084954957089E-3</c:v>
                </c:pt>
                <c:pt idx="7219">
                  <c:v>7.4243964722294472E-3</c:v>
                </c:pt>
                <c:pt idx="7220">
                  <c:v>7.0933724256969236E-3</c:v>
                </c:pt>
                <c:pt idx="7221">
                  <c:v>7.1879507247062163E-3</c:v>
                </c:pt>
                <c:pt idx="7222">
                  <c:v>7.4716856217340935E-3</c:v>
                </c:pt>
                <c:pt idx="7223">
                  <c:v>7.4480410469817699E-3</c:v>
                </c:pt>
                <c:pt idx="7224">
                  <c:v>7.2588844489631854E-3</c:v>
                </c:pt>
                <c:pt idx="7225">
                  <c:v>7.2825290237155081E-3</c:v>
                </c:pt>
                <c:pt idx="7226">
                  <c:v>7.6135530702480317E-3</c:v>
                </c:pt>
                <c:pt idx="7227">
                  <c:v>7.6371976450003553E-3</c:v>
                </c:pt>
                <c:pt idx="7228">
                  <c:v>7.3061735984678317E-3</c:v>
                </c:pt>
                <c:pt idx="7229">
                  <c:v>7.3534627479724781E-3</c:v>
                </c:pt>
                <c:pt idx="7230">
                  <c:v>7.5899084954957089E-3</c:v>
                </c:pt>
                <c:pt idx="7231">
                  <c:v>7.5189747712387399E-3</c:v>
                </c:pt>
                <c:pt idx="7232">
                  <c:v>7.211595299458539E-3</c:v>
                </c:pt>
                <c:pt idx="7233">
                  <c:v>7.2825290237155081E-3</c:v>
                </c:pt>
                <c:pt idx="7234">
                  <c:v>7.6371976450003553E-3</c:v>
                </c:pt>
                <c:pt idx="7235">
                  <c:v>7.6844867945050016E-3</c:v>
                </c:pt>
                <c:pt idx="7236">
                  <c:v>7.4243964722294472E-3</c:v>
                </c:pt>
                <c:pt idx="7237">
                  <c:v>7.3298181732201545E-3</c:v>
                </c:pt>
                <c:pt idx="7238">
                  <c:v>7.6371976450003553E-3</c:v>
                </c:pt>
                <c:pt idx="7239">
                  <c:v>7.7081313692573244E-3</c:v>
                </c:pt>
                <c:pt idx="7240">
                  <c:v>7.3534627479724781E-3</c:v>
                </c:pt>
                <c:pt idx="7241">
                  <c:v>7.1643061499538927E-3</c:v>
                </c:pt>
                <c:pt idx="7242">
                  <c:v>7.4953301964864162E-3</c:v>
                </c:pt>
                <c:pt idx="7243">
                  <c:v>7.4480410469817699E-3</c:v>
                </c:pt>
                <c:pt idx="7244">
                  <c:v>7.1406615752015699E-3</c:v>
                </c:pt>
                <c:pt idx="7245">
                  <c:v>6.9515049771829854E-3</c:v>
                </c:pt>
                <c:pt idx="7246">
                  <c:v>7.1879507247062163E-3</c:v>
                </c:pt>
                <c:pt idx="7247">
                  <c:v>7.3298181732201545E-3</c:v>
                </c:pt>
                <c:pt idx="7248">
                  <c:v>7.1170170004492472E-3</c:v>
                </c:pt>
                <c:pt idx="7249">
                  <c:v>7.0224387014399545E-3</c:v>
                </c:pt>
                <c:pt idx="7250">
                  <c:v>7.3534627479724781E-3</c:v>
                </c:pt>
                <c:pt idx="7251">
                  <c:v>7.4007518974771244E-3</c:v>
                </c:pt>
                <c:pt idx="7252">
                  <c:v>7.0933724256969236E-3</c:v>
                </c:pt>
                <c:pt idx="7253">
                  <c:v>6.8805712529260155E-3</c:v>
                </c:pt>
                <c:pt idx="7254">
                  <c:v>7.2588844489631854E-3</c:v>
                </c:pt>
                <c:pt idx="7255">
                  <c:v>7.3534627479724781E-3</c:v>
                </c:pt>
                <c:pt idx="7256">
                  <c:v>7.1170170004492472E-3</c:v>
                </c:pt>
                <c:pt idx="7257">
                  <c:v>6.9751495519353082E-3</c:v>
                </c:pt>
                <c:pt idx="7258">
                  <c:v>7.4007518974771244E-3</c:v>
                </c:pt>
                <c:pt idx="7259">
                  <c:v>7.5426193459910626E-3</c:v>
                </c:pt>
                <c:pt idx="7260">
                  <c:v>7.4007518974771244E-3</c:v>
                </c:pt>
                <c:pt idx="7261">
                  <c:v>7.1406615752015699E-3</c:v>
                </c:pt>
                <c:pt idx="7262">
                  <c:v>7.4243964722294472E-3</c:v>
                </c:pt>
                <c:pt idx="7263">
                  <c:v>7.5662639207433853E-3</c:v>
                </c:pt>
                <c:pt idx="7264">
                  <c:v>7.4243964722294472E-3</c:v>
                </c:pt>
                <c:pt idx="7265">
                  <c:v>7.0933724256969236E-3</c:v>
                </c:pt>
                <c:pt idx="7266">
                  <c:v>7.3534627479724781E-3</c:v>
                </c:pt>
                <c:pt idx="7267">
                  <c:v>7.5426193459910626E-3</c:v>
                </c:pt>
                <c:pt idx="7268">
                  <c:v>7.2825290237155081E-3</c:v>
                </c:pt>
                <c:pt idx="7269">
                  <c:v>7.0460832761922772E-3</c:v>
                </c:pt>
                <c:pt idx="7270">
                  <c:v>7.3298181732201545E-3</c:v>
                </c:pt>
                <c:pt idx="7271">
                  <c:v>7.4716856217340935E-3</c:v>
                </c:pt>
                <c:pt idx="7272">
                  <c:v>7.2825290237155081E-3</c:v>
                </c:pt>
                <c:pt idx="7273">
                  <c:v>6.9987941266876309E-3</c:v>
                </c:pt>
                <c:pt idx="7274">
                  <c:v>7.2825290237155081E-3</c:v>
                </c:pt>
                <c:pt idx="7275">
                  <c:v>7.4007518974771244E-3</c:v>
                </c:pt>
                <c:pt idx="7276">
                  <c:v>7.2588844489631854E-3</c:v>
                </c:pt>
                <c:pt idx="7277">
                  <c:v>6.9751495519353082E-3</c:v>
                </c:pt>
                <c:pt idx="7278">
                  <c:v>7.2588844489631854E-3</c:v>
                </c:pt>
                <c:pt idx="7279">
                  <c:v>7.3771073227248008E-3</c:v>
                </c:pt>
                <c:pt idx="7280">
                  <c:v>7.2825290237155081E-3</c:v>
                </c:pt>
                <c:pt idx="7281">
                  <c:v>6.9751495519353082E-3</c:v>
                </c:pt>
                <c:pt idx="7282">
                  <c:v>7.3061735984678317E-3</c:v>
                </c:pt>
                <c:pt idx="7283">
                  <c:v>7.4953301964864162E-3</c:v>
                </c:pt>
                <c:pt idx="7284">
                  <c:v>7.3771073227248008E-3</c:v>
                </c:pt>
                <c:pt idx="7285">
                  <c:v>7.0224387014399545E-3</c:v>
                </c:pt>
                <c:pt idx="7286">
                  <c:v>7.1879507247062163E-3</c:v>
                </c:pt>
                <c:pt idx="7287">
                  <c:v>7.4007518974771244E-3</c:v>
                </c:pt>
                <c:pt idx="7288">
                  <c:v>7.3061735984678317E-3</c:v>
                </c:pt>
                <c:pt idx="7289">
                  <c:v>6.9987941266876309E-3</c:v>
                </c:pt>
                <c:pt idx="7290">
                  <c:v>7.2352398742108626E-3</c:v>
                </c:pt>
                <c:pt idx="7291">
                  <c:v>7.4480410469817699E-3</c:v>
                </c:pt>
                <c:pt idx="7292">
                  <c:v>7.2825290237155081E-3</c:v>
                </c:pt>
                <c:pt idx="7293">
                  <c:v>6.8569266781736927E-3</c:v>
                </c:pt>
                <c:pt idx="7294">
                  <c:v>7.0224387014399545E-3</c:v>
                </c:pt>
                <c:pt idx="7295">
                  <c:v>7.2352398742108626E-3</c:v>
                </c:pt>
                <c:pt idx="7296">
                  <c:v>7.1406615752015699E-3</c:v>
                </c:pt>
                <c:pt idx="7297">
                  <c:v>6.8096375286690464E-3</c:v>
                </c:pt>
                <c:pt idx="7298">
                  <c:v>6.9751495519353082E-3</c:v>
                </c:pt>
                <c:pt idx="7299">
                  <c:v>7.1406615752015699E-3</c:v>
                </c:pt>
                <c:pt idx="7300">
                  <c:v>7.1406615752015699E-3</c:v>
                </c:pt>
                <c:pt idx="7301">
                  <c:v>6.83328210342137E-3</c:v>
                </c:pt>
                <c:pt idx="7302">
                  <c:v>7.0224387014399545E-3</c:v>
                </c:pt>
                <c:pt idx="7303">
                  <c:v>7.2825290237155081E-3</c:v>
                </c:pt>
                <c:pt idx="7304">
                  <c:v>7.211595299458539E-3</c:v>
                </c:pt>
                <c:pt idx="7305">
                  <c:v>6.8569266781736927E-3</c:v>
                </c:pt>
                <c:pt idx="7306">
                  <c:v>6.9515049771829854E-3</c:v>
                </c:pt>
                <c:pt idx="7307">
                  <c:v>7.211595299458539E-3</c:v>
                </c:pt>
                <c:pt idx="7308">
                  <c:v>7.1879507247062163E-3</c:v>
                </c:pt>
                <c:pt idx="7309">
                  <c:v>6.8096375286690464E-3</c:v>
                </c:pt>
                <c:pt idx="7310">
                  <c:v>6.9278604024306618E-3</c:v>
                </c:pt>
                <c:pt idx="7311">
                  <c:v>7.1643061499538927E-3</c:v>
                </c:pt>
                <c:pt idx="7312">
                  <c:v>7.0697278509446008E-3</c:v>
                </c:pt>
                <c:pt idx="7313">
                  <c:v>6.8096375286690464E-3</c:v>
                </c:pt>
                <c:pt idx="7314">
                  <c:v>6.9042158276783391E-3</c:v>
                </c:pt>
                <c:pt idx="7315">
                  <c:v>7.1406615752015699E-3</c:v>
                </c:pt>
                <c:pt idx="7316">
                  <c:v>7.1643061499538927E-3</c:v>
                </c:pt>
                <c:pt idx="7317">
                  <c:v>6.83328210342137E-3</c:v>
                </c:pt>
                <c:pt idx="7318">
                  <c:v>6.8569266781736927E-3</c:v>
                </c:pt>
                <c:pt idx="7319">
                  <c:v>7.1879507247062163E-3</c:v>
                </c:pt>
                <c:pt idx="7320">
                  <c:v>7.3061735984678317E-3</c:v>
                </c:pt>
                <c:pt idx="7321">
                  <c:v>7.0224387014399545E-3</c:v>
                </c:pt>
                <c:pt idx="7322">
                  <c:v>7.0224387014399545E-3</c:v>
                </c:pt>
                <c:pt idx="7323">
                  <c:v>7.4007518974771244E-3</c:v>
                </c:pt>
                <c:pt idx="7324">
                  <c:v>7.4007518974771244E-3</c:v>
                </c:pt>
                <c:pt idx="7325">
                  <c:v>7.0224387014399545E-3</c:v>
                </c:pt>
                <c:pt idx="7326">
                  <c:v>6.9278604024306618E-3</c:v>
                </c:pt>
                <c:pt idx="7327">
                  <c:v>7.2352398742108626E-3</c:v>
                </c:pt>
                <c:pt idx="7328">
                  <c:v>7.3061735984678317E-3</c:v>
                </c:pt>
                <c:pt idx="7329">
                  <c:v>7.0460832761922772E-3</c:v>
                </c:pt>
                <c:pt idx="7330">
                  <c:v>6.8805712529260155E-3</c:v>
                </c:pt>
                <c:pt idx="7331">
                  <c:v>7.3061735984678317E-3</c:v>
                </c:pt>
                <c:pt idx="7332">
                  <c:v>7.3534627479724781E-3</c:v>
                </c:pt>
                <c:pt idx="7333">
                  <c:v>7.0697278509446008E-3</c:v>
                </c:pt>
                <c:pt idx="7334">
                  <c:v>6.9987941266876309E-3</c:v>
                </c:pt>
                <c:pt idx="7335">
                  <c:v>7.3534627479724781E-3</c:v>
                </c:pt>
                <c:pt idx="7336">
                  <c:v>7.3298181732201545E-3</c:v>
                </c:pt>
                <c:pt idx="7337">
                  <c:v>7.0697278509446008E-3</c:v>
                </c:pt>
                <c:pt idx="7338">
                  <c:v>6.9987941266876309E-3</c:v>
                </c:pt>
                <c:pt idx="7339">
                  <c:v>7.2825290237155081E-3</c:v>
                </c:pt>
                <c:pt idx="7340">
                  <c:v>7.3771073227248008E-3</c:v>
                </c:pt>
                <c:pt idx="7341">
                  <c:v>7.0697278509446008E-3</c:v>
                </c:pt>
                <c:pt idx="7342">
                  <c:v>6.8805712529260155E-3</c:v>
                </c:pt>
                <c:pt idx="7343">
                  <c:v>7.2588844489631854E-3</c:v>
                </c:pt>
                <c:pt idx="7344">
                  <c:v>7.3771073227248008E-3</c:v>
                </c:pt>
                <c:pt idx="7345">
                  <c:v>7.1406615752015699E-3</c:v>
                </c:pt>
                <c:pt idx="7346">
                  <c:v>6.9042158276783391E-3</c:v>
                </c:pt>
                <c:pt idx="7347">
                  <c:v>7.2588844489631854E-3</c:v>
                </c:pt>
                <c:pt idx="7348">
                  <c:v>7.3298181732201545E-3</c:v>
                </c:pt>
                <c:pt idx="7349">
                  <c:v>7.1406615752015699E-3</c:v>
                </c:pt>
                <c:pt idx="7350">
                  <c:v>6.9751495519353082E-3</c:v>
                </c:pt>
                <c:pt idx="7351">
                  <c:v>7.2825290237155081E-3</c:v>
                </c:pt>
                <c:pt idx="7352">
                  <c:v>7.4480410469817699E-3</c:v>
                </c:pt>
                <c:pt idx="7353">
                  <c:v>7.1643061499538927E-3</c:v>
                </c:pt>
                <c:pt idx="7354">
                  <c:v>6.9515049771829854E-3</c:v>
                </c:pt>
                <c:pt idx="7355">
                  <c:v>7.2588844489631854E-3</c:v>
                </c:pt>
                <c:pt idx="7356">
                  <c:v>7.3771073227248008E-3</c:v>
                </c:pt>
                <c:pt idx="7357">
                  <c:v>7.211595299458539E-3</c:v>
                </c:pt>
                <c:pt idx="7358">
                  <c:v>6.9042158276783391E-3</c:v>
                </c:pt>
                <c:pt idx="7359">
                  <c:v>7.211595299458539E-3</c:v>
                </c:pt>
                <c:pt idx="7360">
                  <c:v>7.4007518974771244E-3</c:v>
                </c:pt>
                <c:pt idx="7361">
                  <c:v>7.1879507247062163E-3</c:v>
                </c:pt>
                <c:pt idx="7362">
                  <c:v>6.8805712529260155E-3</c:v>
                </c:pt>
                <c:pt idx="7363">
                  <c:v>7.1170170004492472E-3</c:v>
                </c:pt>
                <c:pt idx="7364">
                  <c:v>7.3534627479724781E-3</c:v>
                </c:pt>
                <c:pt idx="7365">
                  <c:v>7.3061735984678317E-3</c:v>
                </c:pt>
                <c:pt idx="7366">
                  <c:v>6.9751495519353082E-3</c:v>
                </c:pt>
                <c:pt idx="7367">
                  <c:v>7.2352398742108626E-3</c:v>
                </c:pt>
                <c:pt idx="7368">
                  <c:v>7.4480410469817699E-3</c:v>
                </c:pt>
                <c:pt idx="7369">
                  <c:v>7.2825290237155081E-3</c:v>
                </c:pt>
                <c:pt idx="7370">
                  <c:v>6.9278604024306618E-3</c:v>
                </c:pt>
                <c:pt idx="7371">
                  <c:v>7.1879507247062163E-3</c:v>
                </c:pt>
                <c:pt idx="7372">
                  <c:v>7.4716856217340935E-3</c:v>
                </c:pt>
                <c:pt idx="7373">
                  <c:v>7.4243964722294472E-3</c:v>
                </c:pt>
                <c:pt idx="7374">
                  <c:v>7.0697278509446008E-3</c:v>
                </c:pt>
                <c:pt idx="7375">
                  <c:v>7.1406615752015699E-3</c:v>
                </c:pt>
                <c:pt idx="7376">
                  <c:v>7.4716856217340935E-3</c:v>
                </c:pt>
                <c:pt idx="7377">
                  <c:v>7.5189747712387399E-3</c:v>
                </c:pt>
                <c:pt idx="7378">
                  <c:v>7.1406615752015699E-3</c:v>
                </c:pt>
                <c:pt idx="7379">
                  <c:v>7.2352398742108626E-3</c:v>
                </c:pt>
                <c:pt idx="7380">
                  <c:v>7.5899084954957089E-3</c:v>
                </c:pt>
                <c:pt idx="7381">
                  <c:v>7.4953301964864162E-3</c:v>
                </c:pt>
                <c:pt idx="7382">
                  <c:v>7.1406615752015699E-3</c:v>
                </c:pt>
                <c:pt idx="7383">
                  <c:v>7.1170170004492472E-3</c:v>
                </c:pt>
                <c:pt idx="7384">
                  <c:v>7.4480410469817699E-3</c:v>
                </c:pt>
                <c:pt idx="7385">
                  <c:v>7.4716856217340935E-3</c:v>
                </c:pt>
                <c:pt idx="7386">
                  <c:v>7.1170170004492472E-3</c:v>
                </c:pt>
                <c:pt idx="7387">
                  <c:v>7.1170170004492472E-3</c:v>
                </c:pt>
                <c:pt idx="7388">
                  <c:v>7.4716856217340935E-3</c:v>
                </c:pt>
                <c:pt idx="7389">
                  <c:v>7.5426193459910626E-3</c:v>
                </c:pt>
                <c:pt idx="7390">
                  <c:v>7.2352398742108626E-3</c:v>
                </c:pt>
                <c:pt idx="7391">
                  <c:v>7.1879507247062163E-3</c:v>
                </c:pt>
                <c:pt idx="7392">
                  <c:v>7.4716856217340935E-3</c:v>
                </c:pt>
                <c:pt idx="7393">
                  <c:v>7.4480410469817699E-3</c:v>
                </c:pt>
                <c:pt idx="7394">
                  <c:v>7.211595299458539E-3</c:v>
                </c:pt>
                <c:pt idx="7395">
                  <c:v>7.1879507247062163E-3</c:v>
                </c:pt>
                <c:pt idx="7396">
                  <c:v>7.5189747712387399E-3</c:v>
                </c:pt>
                <c:pt idx="7397">
                  <c:v>7.4953301964864162E-3</c:v>
                </c:pt>
                <c:pt idx="7398">
                  <c:v>7.0933724256969236E-3</c:v>
                </c:pt>
                <c:pt idx="7399">
                  <c:v>7.0460832761922772E-3</c:v>
                </c:pt>
                <c:pt idx="7400">
                  <c:v>7.3771073227248008E-3</c:v>
                </c:pt>
                <c:pt idx="7401">
                  <c:v>7.4007518974771244E-3</c:v>
                </c:pt>
                <c:pt idx="7402">
                  <c:v>7.0697278509446008E-3</c:v>
                </c:pt>
                <c:pt idx="7403">
                  <c:v>6.8569266781736927E-3</c:v>
                </c:pt>
                <c:pt idx="7404">
                  <c:v>7.1879507247062163E-3</c:v>
                </c:pt>
                <c:pt idx="7405">
                  <c:v>7.2352398742108626E-3</c:v>
                </c:pt>
                <c:pt idx="7406">
                  <c:v>6.9751495519353082E-3</c:v>
                </c:pt>
                <c:pt idx="7407">
                  <c:v>6.9278604024306618E-3</c:v>
                </c:pt>
                <c:pt idx="7408">
                  <c:v>7.3298181732201545E-3</c:v>
                </c:pt>
                <c:pt idx="7409">
                  <c:v>7.3771073227248008E-3</c:v>
                </c:pt>
                <c:pt idx="7410">
                  <c:v>7.0933724256969236E-3</c:v>
                </c:pt>
                <c:pt idx="7411">
                  <c:v>6.9751495519353082E-3</c:v>
                </c:pt>
                <c:pt idx="7412">
                  <c:v>7.3061735984678317E-3</c:v>
                </c:pt>
                <c:pt idx="7413">
                  <c:v>7.4007518974771244E-3</c:v>
                </c:pt>
                <c:pt idx="7414">
                  <c:v>7.1879507247062163E-3</c:v>
                </c:pt>
                <c:pt idx="7415">
                  <c:v>6.9278604024306618E-3</c:v>
                </c:pt>
                <c:pt idx="7416">
                  <c:v>7.3298181732201545E-3</c:v>
                </c:pt>
                <c:pt idx="7417">
                  <c:v>7.4480410469817699E-3</c:v>
                </c:pt>
                <c:pt idx="7418">
                  <c:v>7.1643061499538927E-3</c:v>
                </c:pt>
                <c:pt idx="7419">
                  <c:v>6.9751495519353082E-3</c:v>
                </c:pt>
                <c:pt idx="7420">
                  <c:v>7.3298181732201545E-3</c:v>
                </c:pt>
                <c:pt idx="7421">
                  <c:v>7.4243964722294472E-3</c:v>
                </c:pt>
                <c:pt idx="7422">
                  <c:v>7.2352398742108626E-3</c:v>
                </c:pt>
                <c:pt idx="7423">
                  <c:v>7.0224387014399545E-3</c:v>
                </c:pt>
                <c:pt idx="7424">
                  <c:v>7.3771073227248008E-3</c:v>
                </c:pt>
                <c:pt idx="7425">
                  <c:v>7.4716856217340935E-3</c:v>
                </c:pt>
                <c:pt idx="7426">
                  <c:v>7.2588844489631854E-3</c:v>
                </c:pt>
                <c:pt idx="7427">
                  <c:v>6.9515049771829854E-3</c:v>
                </c:pt>
                <c:pt idx="7428">
                  <c:v>7.3298181732201545E-3</c:v>
                </c:pt>
                <c:pt idx="7429">
                  <c:v>7.4480410469817699E-3</c:v>
                </c:pt>
                <c:pt idx="7430">
                  <c:v>7.2825290237155081E-3</c:v>
                </c:pt>
                <c:pt idx="7431">
                  <c:v>7.0697278509446008E-3</c:v>
                </c:pt>
                <c:pt idx="7432">
                  <c:v>7.4243964722294472E-3</c:v>
                </c:pt>
                <c:pt idx="7433">
                  <c:v>7.4243964722294472E-3</c:v>
                </c:pt>
                <c:pt idx="7434">
                  <c:v>7.1879507247062163E-3</c:v>
                </c:pt>
                <c:pt idx="7435">
                  <c:v>6.9278604024306618E-3</c:v>
                </c:pt>
                <c:pt idx="7436">
                  <c:v>7.2825290237155081E-3</c:v>
                </c:pt>
                <c:pt idx="7437">
                  <c:v>7.4480410469817699E-3</c:v>
                </c:pt>
                <c:pt idx="7438">
                  <c:v>7.3298181732201545E-3</c:v>
                </c:pt>
                <c:pt idx="7439">
                  <c:v>7.0224387014399545E-3</c:v>
                </c:pt>
                <c:pt idx="7440">
                  <c:v>7.1643061499538927E-3</c:v>
                </c:pt>
                <c:pt idx="7441">
                  <c:v>7.3534627479724781E-3</c:v>
                </c:pt>
                <c:pt idx="7442">
                  <c:v>7.1879507247062163E-3</c:v>
                </c:pt>
                <c:pt idx="7443">
                  <c:v>6.9278604024306618E-3</c:v>
                </c:pt>
                <c:pt idx="7444">
                  <c:v>7.1406615752015699E-3</c:v>
                </c:pt>
                <c:pt idx="7445">
                  <c:v>7.3298181732201545E-3</c:v>
                </c:pt>
                <c:pt idx="7446">
                  <c:v>7.2825290237155081E-3</c:v>
                </c:pt>
                <c:pt idx="7447">
                  <c:v>6.9042158276783391E-3</c:v>
                </c:pt>
                <c:pt idx="7448">
                  <c:v>7.211595299458539E-3</c:v>
                </c:pt>
                <c:pt idx="7449">
                  <c:v>7.4716856217340935E-3</c:v>
                </c:pt>
                <c:pt idx="7450">
                  <c:v>7.3534627479724781E-3</c:v>
                </c:pt>
                <c:pt idx="7451">
                  <c:v>7.0460832761922772E-3</c:v>
                </c:pt>
                <c:pt idx="7452">
                  <c:v>7.211595299458539E-3</c:v>
                </c:pt>
                <c:pt idx="7453">
                  <c:v>7.4480410469817699E-3</c:v>
                </c:pt>
                <c:pt idx="7454">
                  <c:v>7.4007518974771244E-3</c:v>
                </c:pt>
                <c:pt idx="7455">
                  <c:v>7.0460832761922772E-3</c:v>
                </c:pt>
                <c:pt idx="7456">
                  <c:v>7.2352398742108626E-3</c:v>
                </c:pt>
                <c:pt idx="7457">
                  <c:v>7.4480410469817699E-3</c:v>
                </c:pt>
                <c:pt idx="7458">
                  <c:v>7.3534627479724781E-3</c:v>
                </c:pt>
                <c:pt idx="7459">
                  <c:v>6.9987941266876309E-3</c:v>
                </c:pt>
                <c:pt idx="7460">
                  <c:v>7.1406615752015699E-3</c:v>
                </c:pt>
                <c:pt idx="7461">
                  <c:v>7.4243964722294472E-3</c:v>
                </c:pt>
                <c:pt idx="7462">
                  <c:v>7.2588844489631854E-3</c:v>
                </c:pt>
                <c:pt idx="7463">
                  <c:v>6.9515049771829854E-3</c:v>
                </c:pt>
                <c:pt idx="7464">
                  <c:v>7.0697278509446008E-3</c:v>
                </c:pt>
                <c:pt idx="7465">
                  <c:v>7.3771073227248008E-3</c:v>
                </c:pt>
                <c:pt idx="7466">
                  <c:v>7.2352398742108626E-3</c:v>
                </c:pt>
                <c:pt idx="7467">
                  <c:v>6.9042158276783391E-3</c:v>
                </c:pt>
                <c:pt idx="7468">
                  <c:v>7.0224387014399545E-3</c:v>
                </c:pt>
                <c:pt idx="7469">
                  <c:v>7.3771073227248008E-3</c:v>
                </c:pt>
                <c:pt idx="7470">
                  <c:v>7.3298181732201545E-3</c:v>
                </c:pt>
                <c:pt idx="7471">
                  <c:v>7.0460832761922772E-3</c:v>
                </c:pt>
                <c:pt idx="7472">
                  <c:v>7.0933724256969236E-3</c:v>
                </c:pt>
                <c:pt idx="7473">
                  <c:v>7.4716856217340935E-3</c:v>
                </c:pt>
                <c:pt idx="7474">
                  <c:v>7.4243964722294472E-3</c:v>
                </c:pt>
                <c:pt idx="7475">
                  <c:v>7.1170170004492472E-3</c:v>
                </c:pt>
                <c:pt idx="7476">
                  <c:v>7.1406615752015699E-3</c:v>
                </c:pt>
                <c:pt idx="7477">
                  <c:v>7.4716856217340935E-3</c:v>
                </c:pt>
                <c:pt idx="7478">
                  <c:v>7.3298181732201545E-3</c:v>
                </c:pt>
                <c:pt idx="7479">
                  <c:v>7.0224387014399545E-3</c:v>
                </c:pt>
                <c:pt idx="7480">
                  <c:v>7.0224387014399545E-3</c:v>
                </c:pt>
                <c:pt idx="7481">
                  <c:v>7.4480410469817699E-3</c:v>
                </c:pt>
                <c:pt idx="7482">
                  <c:v>7.4243964722294472E-3</c:v>
                </c:pt>
                <c:pt idx="7483">
                  <c:v>7.1170170004492472E-3</c:v>
                </c:pt>
                <c:pt idx="7484">
                  <c:v>7.0697278509446008E-3</c:v>
                </c:pt>
                <c:pt idx="7485">
                  <c:v>7.4953301964864162E-3</c:v>
                </c:pt>
                <c:pt idx="7486">
                  <c:v>7.4716856217340935E-3</c:v>
                </c:pt>
                <c:pt idx="7487">
                  <c:v>7.1643061499538927E-3</c:v>
                </c:pt>
                <c:pt idx="7488">
                  <c:v>7.1170170004492472E-3</c:v>
                </c:pt>
                <c:pt idx="7489">
                  <c:v>7.4953301964864162E-3</c:v>
                </c:pt>
                <c:pt idx="7490">
                  <c:v>7.5426193459910626E-3</c:v>
                </c:pt>
                <c:pt idx="7491">
                  <c:v>7.1879507247062163E-3</c:v>
                </c:pt>
                <c:pt idx="7492">
                  <c:v>7.0697278509446008E-3</c:v>
                </c:pt>
                <c:pt idx="7493">
                  <c:v>7.5189747712387399E-3</c:v>
                </c:pt>
                <c:pt idx="7494">
                  <c:v>7.5426193459910626E-3</c:v>
                </c:pt>
                <c:pt idx="7495">
                  <c:v>7.2588844489631854E-3</c:v>
                </c:pt>
                <c:pt idx="7496">
                  <c:v>7.0697278509446008E-3</c:v>
                </c:pt>
                <c:pt idx="7497">
                  <c:v>7.4716856217340935E-3</c:v>
                </c:pt>
                <c:pt idx="7498">
                  <c:v>7.6135530702480317E-3</c:v>
                </c:pt>
                <c:pt idx="7499">
                  <c:v>7.3771073227248008E-3</c:v>
                </c:pt>
                <c:pt idx="7500">
                  <c:v>7.1643061499538927E-3</c:v>
                </c:pt>
                <c:pt idx="7501">
                  <c:v>7.4953301964864162E-3</c:v>
                </c:pt>
                <c:pt idx="7502">
                  <c:v>7.6371976450003553E-3</c:v>
                </c:pt>
                <c:pt idx="7503">
                  <c:v>7.4007518974771244E-3</c:v>
                </c:pt>
                <c:pt idx="7504">
                  <c:v>7.2352398742108626E-3</c:v>
                </c:pt>
                <c:pt idx="7505">
                  <c:v>7.6135530702480317E-3</c:v>
                </c:pt>
                <c:pt idx="7506">
                  <c:v>7.6844867945050016E-3</c:v>
                </c:pt>
                <c:pt idx="7507">
                  <c:v>7.4953301964864162E-3</c:v>
                </c:pt>
                <c:pt idx="7508">
                  <c:v>7.3061735984678317E-3</c:v>
                </c:pt>
                <c:pt idx="7509">
                  <c:v>7.5662639207433853E-3</c:v>
                </c:pt>
                <c:pt idx="7510">
                  <c:v>7.5899084954957089E-3</c:v>
                </c:pt>
                <c:pt idx="7511">
                  <c:v>7.3534627479724781E-3</c:v>
                </c:pt>
                <c:pt idx="7512">
                  <c:v>7.1170170004492472E-3</c:v>
                </c:pt>
                <c:pt idx="7513">
                  <c:v>7.4480410469817699E-3</c:v>
                </c:pt>
                <c:pt idx="7514">
                  <c:v>7.5899084954957089E-3</c:v>
                </c:pt>
                <c:pt idx="7515">
                  <c:v>7.4007518974771244E-3</c:v>
                </c:pt>
                <c:pt idx="7516">
                  <c:v>7.1170170004492472E-3</c:v>
                </c:pt>
                <c:pt idx="7517">
                  <c:v>7.4953301964864162E-3</c:v>
                </c:pt>
                <c:pt idx="7518">
                  <c:v>7.660842219752678E-3</c:v>
                </c:pt>
                <c:pt idx="7519">
                  <c:v>7.4716856217340935E-3</c:v>
                </c:pt>
                <c:pt idx="7520">
                  <c:v>7.1406615752015699E-3</c:v>
                </c:pt>
                <c:pt idx="7521">
                  <c:v>7.3771073227248008E-3</c:v>
                </c:pt>
                <c:pt idx="7522">
                  <c:v>7.5899084954957089E-3</c:v>
                </c:pt>
                <c:pt idx="7523">
                  <c:v>7.4243964722294472E-3</c:v>
                </c:pt>
                <c:pt idx="7524">
                  <c:v>6.9751495519353082E-3</c:v>
                </c:pt>
                <c:pt idx="7525">
                  <c:v>7.2352398742108626E-3</c:v>
                </c:pt>
                <c:pt idx="7526">
                  <c:v>7.4953301964864162E-3</c:v>
                </c:pt>
                <c:pt idx="7527">
                  <c:v>7.4007518974771244E-3</c:v>
                </c:pt>
                <c:pt idx="7528">
                  <c:v>7.1406615752015699E-3</c:v>
                </c:pt>
                <c:pt idx="7529">
                  <c:v>7.3771073227248008E-3</c:v>
                </c:pt>
                <c:pt idx="7530">
                  <c:v>7.6844867945050016E-3</c:v>
                </c:pt>
                <c:pt idx="7531">
                  <c:v>7.5426193459910626E-3</c:v>
                </c:pt>
                <c:pt idx="7532">
                  <c:v>7.2352398742108626E-3</c:v>
                </c:pt>
                <c:pt idx="7533">
                  <c:v>7.4007518974771244E-3</c:v>
                </c:pt>
                <c:pt idx="7534">
                  <c:v>7.5662639207433853E-3</c:v>
                </c:pt>
                <c:pt idx="7535">
                  <c:v>7.2825290237155081E-3</c:v>
                </c:pt>
                <c:pt idx="7536">
                  <c:v>6.9751495519353082E-3</c:v>
                </c:pt>
                <c:pt idx="7537">
                  <c:v>7.2588844489631854E-3</c:v>
                </c:pt>
                <c:pt idx="7538">
                  <c:v>7.4480410469817699E-3</c:v>
                </c:pt>
                <c:pt idx="7539">
                  <c:v>7.2588844489631854E-3</c:v>
                </c:pt>
                <c:pt idx="7540">
                  <c:v>6.9515049771829854E-3</c:v>
                </c:pt>
                <c:pt idx="7541">
                  <c:v>7.1643061499538927E-3</c:v>
                </c:pt>
                <c:pt idx="7542">
                  <c:v>7.5426193459910626E-3</c:v>
                </c:pt>
                <c:pt idx="7543">
                  <c:v>7.5426193459910626E-3</c:v>
                </c:pt>
                <c:pt idx="7544">
                  <c:v>7.3534627479724781E-3</c:v>
                </c:pt>
                <c:pt idx="7545">
                  <c:v>7.4716856217340935E-3</c:v>
                </c:pt>
                <c:pt idx="7546">
                  <c:v>7.6844867945050016E-3</c:v>
                </c:pt>
                <c:pt idx="7547">
                  <c:v>7.5899084954957089E-3</c:v>
                </c:pt>
                <c:pt idx="7548">
                  <c:v>7.2825290237155081E-3</c:v>
                </c:pt>
                <c:pt idx="7549">
                  <c:v>7.3771073227248008E-3</c:v>
                </c:pt>
                <c:pt idx="7550">
                  <c:v>7.6135530702480317E-3</c:v>
                </c:pt>
                <c:pt idx="7551">
                  <c:v>7.5189747712387399E-3</c:v>
                </c:pt>
                <c:pt idx="7552">
                  <c:v>7.2588844489631854E-3</c:v>
                </c:pt>
                <c:pt idx="7553">
                  <c:v>7.3534627479724781E-3</c:v>
                </c:pt>
                <c:pt idx="7554">
                  <c:v>7.5662639207433853E-3</c:v>
                </c:pt>
                <c:pt idx="7555">
                  <c:v>7.4716856217340935E-3</c:v>
                </c:pt>
                <c:pt idx="7556">
                  <c:v>7.1643061499538927E-3</c:v>
                </c:pt>
                <c:pt idx="7557">
                  <c:v>7.211595299458539E-3</c:v>
                </c:pt>
                <c:pt idx="7558">
                  <c:v>7.5426193459910626E-3</c:v>
                </c:pt>
                <c:pt idx="7559">
                  <c:v>7.4480410469817699E-3</c:v>
                </c:pt>
                <c:pt idx="7560">
                  <c:v>7.211595299458539E-3</c:v>
                </c:pt>
                <c:pt idx="7561">
                  <c:v>7.2352398742108626E-3</c:v>
                </c:pt>
                <c:pt idx="7562">
                  <c:v>7.5189747712387399E-3</c:v>
                </c:pt>
                <c:pt idx="7563">
                  <c:v>7.4480410469817699E-3</c:v>
                </c:pt>
                <c:pt idx="7564">
                  <c:v>7.1406615752015699E-3</c:v>
                </c:pt>
                <c:pt idx="7565">
                  <c:v>7.1643061499538927E-3</c:v>
                </c:pt>
                <c:pt idx="7566">
                  <c:v>7.4953301964864162E-3</c:v>
                </c:pt>
                <c:pt idx="7567">
                  <c:v>7.4953301964864162E-3</c:v>
                </c:pt>
                <c:pt idx="7568">
                  <c:v>7.1406615752015699E-3</c:v>
                </c:pt>
                <c:pt idx="7569">
                  <c:v>7.0697278509446008E-3</c:v>
                </c:pt>
                <c:pt idx="7570">
                  <c:v>7.4480410469817699E-3</c:v>
                </c:pt>
                <c:pt idx="7571">
                  <c:v>7.5426193459910626E-3</c:v>
                </c:pt>
                <c:pt idx="7572">
                  <c:v>7.2825290237155081E-3</c:v>
                </c:pt>
                <c:pt idx="7573">
                  <c:v>7.2588844489631854E-3</c:v>
                </c:pt>
                <c:pt idx="7574">
                  <c:v>7.660842219752678E-3</c:v>
                </c:pt>
                <c:pt idx="7575">
                  <c:v>7.660842219752678E-3</c:v>
                </c:pt>
                <c:pt idx="7576">
                  <c:v>7.3298181732201545E-3</c:v>
                </c:pt>
                <c:pt idx="7577">
                  <c:v>7.2352398742108626E-3</c:v>
                </c:pt>
                <c:pt idx="7578">
                  <c:v>7.5899084954957089E-3</c:v>
                </c:pt>
                <c:pt idx="7579">
                  <c:v>7.660842219752678E-3</c:v>
                </c:pt>
                <c:pt idx="7580">
                  <c:v>7.4480410469817699E-3</c:v>
                </c:pt>
                <c:pt idx="7581">
                  <c:v>7.4480410469817699E-3</c:v>
                </c:pt>
                <c:pt idx="7582">
                  <c:v>7.8027096682666171E-3</c:v>
                </c:pt>
                <c:pt idx="7583">
                  <c:v>7.7554205187619707E-3</c:v>
                </c:pt>
                <c:pt idx="7584">
                  <c:v>7.4243964722294472E-3</c:v>
                </c:pt>
                <c:pt idx="7585">
                  <c:v>7.2825290237155081E-3</c:v>
                </c:pt>
                <c:pt idx="7586">
                  <c:v>7.5189747712387399E-3</c:v>
                </c:pt>
                <c:pt idx="7587">
                  <c:v>7.5426193459910626E-3</c:v>
                </c:pt>
                <c:pt idx="7588">
                  <c:v>7.2588844489631854E-3</c:v>
                </c:pt>
                <c:pt idx="7589">
                  <c:v>7.1879507247062163E-3</c:v>
                </c:pt>
                <c:pt idx="7590">
                  <c:v>7.4953301964864162E-3</c:v>
                </c:pt>
                <c:pt idx="7591">
                  <c:v>7.5899084954957089E-3</c:v>
                </c:pt>
                <c:pt idx="7592">
                  <c:v>7.4007518974771244E-3</c:v>
                </c:pt>
                <c:pt idx="7593">
                  <c:v>7.2588844489631854E-3</c:v>
                </c:pt>
                <c:pt idx="7594">
                  <c:v>7.5426193459910626E-3</c:v>
                </c:pt>
                <c:pt idx="7595">
                  <c:v>7.6371976450003553E-3</c:v>
                </c:pt>
                <c:pt idx="7596">
                  <c:v>7.4007518974771244E-3</c:v>
                </c:pt>
                <c:pt idx="7597">
                  <c:v>7.2352398742108626E-3</c:v>
                </c:pt>
                <c:pt idx="7598">
                  <c:v>7.5426193459910626E-3</c:v>
                </c:pt>
                <c:pt idx="7599">
                  <c:v>7.5899084954957089E-3</c:v>
                </c:pt>
                <c:pt idx="7600">
                  <c:v>7.3298181732201545E-3</c:v>
                </c:pt>
                <c:pt idx="7601">
                  <c:v>7.0460832761922772E-3</c:v>
                </c:pt>
                <c:pt idx="7602">
                  <c:v>7.2825290237155081E-3</c:v>
                </c:pt>
                <c:pt idx="7603">
                  <c:v>7.4716856217340935E-3</c:v>
                </c:pt>
                <c:pt idx="7604">
                  <c:v>7.1879507247062163E-3</c:v>
                </c:pt>
                <c:pt idx="7605">
                  <c:v>6.8805712529260155E-3</c:v>
                </c:pt>
                <c:pt idx="7606">
                  <c:v>7.1170170004492472E-3</c:v>
                </c:pt>
                <c:pt idx="7607">
                  <c:v>7.2352398742108626E-3</c:v>
                </c:pt>
                <c:pt idx="7608">
                  <c:v>7.0224387014399545E-3</c:v>
                </c:pt>
                <c:pt idx="7609">
                  <c:v>6.83328210342137E-3</c:v>
                </c:pt>
                <c:pt idx="7610">
                  <c:v>7.1879507247062163E-3</c:v>
                </c:pt>
                <c:pt idx="7611">
                  <c:v>7.3771073227248008E-3</c:v>
                </c:pt>
                <c:pt idx="7612">
                  <c:v>7.1406615752015699E-3</c:v>
                </c:pt>
                <c:pt idx="7613">
                  <c:v>6.9042158276783391E-3</c:v>
                </c:pt>
                <c:pt idx="7614">
                  <c:v>7.1406615752015699E-3</c:v>
                </c:pt>
                <c:pt idx="7615">
                  <c:v>7.3298181732201545E-3</c:v>
                </c:pt>
                <c:pt idx="7616">
                  <c:v>7.1879507247062163E-3</c:v>
                </c:pt>
                <c:pt idx="7617">
                  <c:v>6.9278604024306618E-3</c:v>
                </c:pt>
                <c:pt idx="7618">
                  <c:v>7.2588844489631854E-3</c:v>
                </c:pt>
                <c:pt idx="7619">
                  <c:v>7.5426193459910626E-3</c:v>
                </c:pt>
                <c:pt idx="7620">
                  <c:v>7.3771073227248008E-3</c:v>
                </c:pt>
                <c:pt idx="7621">
                  <c:v>7.1170170004492472E-3</c:v>
                </c:pt>
                <c:pt idx="7622">
                  <c:v>7.4007518974771244E-3</c:v>
                </c:pt>
                <c:pt idx="7623">
                  <c:v>7.660842219752678E-3</c:v>
                </c:pt>
                <c:pt idx="7624">
                  <c:v>7.5426193459910626E-3</c:v>
                </c:pt>
                <c:pt idx="7625">
                  <c:v>7.211595299458539E-3</c:v>
                </c:pt>
                <c:pt idx="7626">
                  <c:v>7.3771073227248008E-3</c:v>
                </c:pt>
                <c:pt idx="7627">
                  <c:v>7.6371976450003553E-3</c:v>
                </c:pt>
                <c:pt idx="7628">
                  <c:v>7.5426193459910626E-3</c:v>
                </c:pt>
                <c:pt idx="7629">
                  <c:v>7.2825290237155081E-3</c:v>
                </c:pt>
                <c:pt idx="7630">
                  <c:v>7.5426193459910626E-3</c:v>
                </c:pt>
                <c:pt idx="7631">
                  <c:v>7.6844867945050016E-3</c:v>
                </c:pt>
                <c:pt idx="7632">
                  <c:v>7.5426193459910626E-3</c:v>
                </c:pt>
                <c:pt idx="7633">
                  <c:v>7.2352398742108626E-3</c:v>
                </c:pt>
                <c:pt idx="7634">
                  <c:v>7.4243964722294472E-3</c:v>
                </c:pt>
                <c:pt idx="7635">
                  <c:v>7.6135530702480317E-3</c:v>
                </c:pt>
                <c:pt idx="7636">
                  <c:v>7.4480410469817699E-3</c:v>
                </c:pt>
                <c:pt idx="7637">
                  <c:v>7.1406615752015699E-3</c:v>
                </c:pt>
                <c:pt idx="7638">
                  <c:v>7.3298181732201545E-3</c:v>
                </c:pt>
                <c:pt idx="7639">
                  <c:v>7.6371976450003553E-3</c:v>
                </c:pt>
                <c:pt idx="7640">
                  <c:v>7.5189747712387399E-3</c:v>
                </c:pt>
                <c:pt idx="7641">
                  <c:v>7.1406615752015699E-3</c:v>
                </c:pt>
                <c:pt idx="7642">
                  <c:v>7.2588844489631854E-3</c:v>
                </c:pt>
                <c:pt idx="7643">
                  <c:v>7.4953301964864162E-3</c:v>
                </c:pt>
                <c:pt idx="7644">
                  <c:v>7.3771073227248008E-3</c:v>
                </c:pt>
                <c:pt idx="7645">
                  <c:v>7.0933724256969236E-3</c:v>
                </c:pt>
                <c:pt idx="7646">
                  <c:v>7.211595299458539E-3</c:v>
                </c:pt>
                <c:pt idx="7647">
                  <c:v>7.4480410469817699E-3</c:v>
                </c:pt>
                <c:pt idx="7648">
                  <c:v>7.3298181732201545E-3</c:v>
                </c:pt>
                <c:pt idx="7649">
                  <c:v>6.9987941266876309E-3</c:v>
                </c:pt>
                <c:pt idx="7650">
                  <c:v>7.1879507247062163E-3</c:v>
                </c:pt>
                <c:pt idx="7651">
                  <c:v>7.4953301964864162E-3</c:v>
                </c:pt>
                <c:pt idx="7652">
                  <c:v>7.5189747712387399E-3</c:v>
                </c:pt>
                <c:pt idx="7653">
                  <c:v>7.211595299458539E-3</c:v>
                </c:pt>
                <c:pt idx="7654">
                  <c:v>7.3061735984678317E-3</c:v>
                </c:pt>
                <c:pt idx="7655">
                  <c:v>7.5189747712387399E-3</c:v>
                </c:pt>
                <c:pt idx="7656">
                  <c:v>7.4953301964864162E-3</c:v>
                </c:pt>
                <c:pt idx="7657">
                  <c:v>7.1879507247062163E-3</c:v>
                </c:pt>
                <c:pt idx="7658">
                  <c:v>7.2588844489631854E-3</c:v>
                </c:pt>
                <c:pt idx="7659">
                  <c:v>7.5662639207433853E-3</c:v>
                </c:pt>
                <c:pt idx="7660">
                  <c:v>7.5662639207433853E-3</c:v>
                </c:pt>
                <c:pt idx="7661">
                  <c:v>7.2588844489631854E-3</c:v>
                </c:pt>
                <c:pt idx="7662">
                  <c:v>7.2352398742108626E-3</c:v>
                </c:pt>
                <c:pt idx="7663">
                  <c:v>7.5662639207433853E-3</c:v>
                </c:pt>
                <c:pt idx="7664">
                  <c:v>7.6371976450003553E-3</c:v>
                </c:pt>
                <c:pt idx="7665">
                  <c:v>7.3061735984678317E-3</c:v>
                </c:pt>
                <c:pt idx="7666">
                  <c:v>7.2588844489631854E-3</c:v>
                </c:pt>
                <c:pt idx="7667">
                  <c:v>7.6135530702480317E-3</c:v>
                </c:pt>
                <c:pt idx="7668">
                  <c:v>7.6135530702480317E-3</c:v>
                </c:pt>
                <c:pt idx="7669">
                  <c:v>7.2588844489631854E-3</c:v>
                </c:pt>
                <c:pt idx="7670">
                  <c:v>7.211595299458539E-3</c:v>
                </c:pt>
                <c:pt idx="7671">
                  <c:v>7.5426193459910626E-3</c:v>
                </c:pt>
                <c:pt idx="7672">
                  <c:v>7.5189747712387399E-3</c:v>
                </c:pt>
                <c:pt idx="7673">
                  <c:v>7.2352398742108626E-3</c:v>
                </c:pt>
                <c:pt idx="7674">
                  <c:v>7.1406615752015699E-3</c:v>
                </c:pt>
                <c:pt idx="7675">
                  <c:v>7.4716856217340935E-3</c:v>
                </c:pt>
                <c:pt idx="7676">
                  <c:v>7.5662639207433853E-3</c:v>
                </c:pt>
                <c:pt idx="7677">
                  <c:v>7.2588844489631854E-3</c:v>
                </c:pt>
                <c:pt idx="7678">
                  <c:v>7.1643061499538927E-3</c:v>
                </c:pt>
                <c:pt idx="7679">
                  <c:v>7.4716856217340935E-3</c:v>
                </c:pt>
                <c:pt idx="7680">
                  <c:v>7.4716856217340935E-3</c:v>
                </c:pt>
                <c:pt idx="7681">
                  <c:v>7.1879507247062163E-3</c:v>
                </c:pt>
                <c:pt idx="7682">
                  <c:v>7.0697278509446008E-3</c:v>
                </c:pt>
                <c:pt idx="7683">
                  <c:v>7.4243964722294472E-3</c:v>
                </c:pt>
                <c:pt idx="7684">
                  <c:v>7.5426193459910626E-3</c:v>
                </c:pt>
                <c:pt idx="7685">
                  <c:v>7.2825290237155081E-3</c:v>
                </c:pt>
                <c:pt idx="7686">
                  <c:v>7.1879507247062163E-3</c:v>
                </c:pt>
                <c:pt idx="7687">
                  <c:v>7.4243964722294472E-3</c:v>
                </c:pt>
                <c:pt idx="7688">
                  <c:v>7.5426193459910626E-3</c:v>
                </c:pt>
                <c:pt idx="7689">
                  <c:v>7.3534627479724781E-3</c:v>
                </c:pt>
                <c:pt idx="7690">
                  <c:v>7.211595299458539E-3</c:v>
                </c:pt>
                <c:pt idx="7691">
                  <c:v>7.5899084954957089E-3</c:v>
                </c:pt>
                <c:pt idx="7692">
                  <c:v>7.6844867945050016E-3</c:v>
                </c:pt>
                <c:pt idx="7693">
                  <c:v>7.4243964722294472E-3</c:v>
                </c:pt>
                <c:pt idx="7694">
                  <c:v>7.2352398742108626E-3</c:v>
                </c:pt>
                <c:pt idx="7695">
                  <c:v>7.4953301964864162E-3</c:v>
                </c:pt>
                <c:pt idx="7696">
                  <c:v>7.660842219752678E-3</c:v>
                </c:pt>
                <c:pt idx="7697">
                  <c:v>7.5189747712387399E-3</c:v>
                </c:pt>
                <c:pt idx="7698">
                  <c:v>7.3534627479724781E-3</c:v>
                </c:pt>
                <c:pt idx="7699">
                  <c:v>7.660842219752678E-3</c:v>
                </c:pt>
                <c:pt idx="7700">
                  <c:v>7.7554205187619707E-3</c:v>
                </c:pt>
                <c:pt idx="7701">
                  <c:v>7.5189747712387399E-3</c:v>
                </c:pt>
                <c:pt idx="7702">
                  <c:v>7.3298181732201545E-3</c:v>
                </c:pt>
                <c:pt idx="7703">
                  <c:v>7.6371976450003553E-3</c:v>
                </c:pt>
                <c:pt idx="7704">
                  <c:v>7.7317759440096471E-3</c:v>
                </c:pt>
                <c:pt idx="7705">
                  <c:v>7.5662639207433853E-3</c:v>
                </c:pt>
                <c:pt idx="7706">
                  <c:v>7.2825290237155081E-3</c:v>
                </c:pt>
                <c:pt idx="7707">
                  <c:v>7.5662639207433853E-3</c:v>
                </c:pt>
                <c:pt idx="7708">
                  <c:v>7.7317759440096471E-3</c:v>
                </c:pt>
                <c:pt idx="7709">
                  <c:v>7.5662639207433853E-3</c:v>
                </c:pt>
                <c:pt idx="7710">
                  <c:v>7.1879507247062163E-3</c:v>
                </c:pt>
                <c:pt idx="7711">
                  <c:v>7.4480410469817699E-3</c:v>
                </c:pt>
                <c:pt idx="7712">
                  <c:v>7.6844867945050016E-3</c:v>
                </c:pt>
                <c:pt idx="7713">
                  <c:v>7.5426193459910626E-3</c:v>
                </c:pt>
                <c:pt idx="7714">
                  <c:v>7.2352398742108626E-3</c:v>
                </c:pt>
                <c:pt idx="7715">
                  <c:v>7.4953301964864162E-3</c:v>
                </c:pt>
                <c:pt idx="7716">
                  <c:v>7.6371976450003553E-3</c:v>
                </c:pt>
                <c:pt idx="7717">
                  <c:v>7.5426193459910626E-3</c:v>
                </c:pt>
                <c:pt idx="7718">
                  <c:v>7.211595299458539E-3</c:v>
                </c:pt>
                <c:pt idx="7719">
                  <c:v>7.4953301964864162E-3</c:v>
                </c:pt>
                <c:pt idx="7720">
                  <c:v>7.7081313692573244E-3</c:v>
                </c:pt>
                <c:pt idx="7721">
                  <c:v>7.6135530702480317E-3</c:v>
                </c:pt>
                <c:pt idx="7722">
                  <c:v>7.2588844489631854E-3</c:v>
                </c:pt>
                <c:pt idx="7723">
                  <c:v>7.4716856217340935E-3</c:v>
                </c:pt>
                <c:pt idx="7724">
                  <c:v>7.5899084954957089E-3</c:v>
                </c:pt>
                <c:pt idx="7725">
                  <c:v>7.4243964722294472E-3</c:v>
                </c:pt>
                <c:pt idx="7726">
                  <c:v>7.0460832761922772E-3</c:v>
                </c:pt>
                <c:pt idx="7727">
                  <c:v>7.3534627479724781E-3</c:v>
                </c:pt>
                <c:pt idx="7728">
                  <c:v>7.5662639207433853E-3</c:v>
                </c:pt>
                <c:pt idx="7729">
                  <c:v>7.4716856217340935E-3</c:v>
                </c:pt>
                <c:pt idx="7730">
                  <c:v>7.0697278509446008E-3</c:v>
                </c:pt>
                <c:pt idx="7731">
                  <c:v>7.3534627479724781E-3</c:v>
                </c:pt>
                <c:pt idx="7732">
                  <c:v>7.6135530702480317E-3</c:v>
                </c:pt>
                <c:pt idx="7733">
                  <c:v>7.5899084954957089E-3</c:v>
                </c:pt>
                <c:pt idx="7734">
                  <c:v>7.2352398742108626E-3</c:v>
                </c:pt>
                <c:pt idx="7735">
                  <c:v>7.4007518974771244E-3</c:v>
                </c:pt>
                <c:pt idx="7736">
                  <c:v>7.7081313692573244E-3</c:v>
                </c:pt>
                <c:pt idx="7737">
                  <c:v>7.6371976450003553E-3</c:v>
                </c:pt>
                <c:pt idx="7738">
                  <c:v>7.3298181732201545E-3</c:v>
                </c:pt>
                <c:pt idx="7739">
                  <c:v>7.4243964722294472E-3</c:v>
                </c:pt>
                <c:pt idx="7740">
                  <c:v>7.6371976450003553E-3</c:v>
                </c:pt>
                <c:pt idx="7741">
                  <c:v>7.5426193459910626E-3</c:v>
                </c:pt>
                <c:pt idx="7742">
                  <c:v>7.2588844489631854E-3</c:v>
                </c:pt>
                <c:pt idx="7743">
                  <c:v>7.4007518974771244E-3</c:v>
                </c:pt>
                <c:pt idx="7744">
                  <c:v>7.7554205187619707E-3</c:v>
                </c:pt>
                <c:pt idx="7745">
                  <c:v>7.7317759440096471E-3</c:v>
                </c:pt>
                <c:pt idx="7746">
                  <c:v>7.4007518974771244E-3</c:v>
                </c:pt>
                <c:pt idx="7747">
                  <c:v>7.5426193459910626E-3</c:v>
                </c:pt>
                <c:pt idx="7748">
                  <c:v>7.8263542430189407E-3</c:v>
                </c:pt>
                <c:pt idx="7749">
                  <c:v>7.7317759440096471E-3</c:v>
                </c:pt>
                <c:pt idx="7750">
                  <c:v>7.4716856217340935E-3</c:v>
                </c:pt>
                <c:pt idx="7751">
                  <c:v>7.5189747712387399E-3</c:v>
                </c:pt>
                <c:pt idx="7752">
                  <c:v>7.7790650935142935E-3</c:v>
                </c:pt>
                <c:pt idx="7753">
                  <c:v>7.660842219752678E-3</c:v>
                </c:pt>
                <c:pt idx="7754">
                  <c:v>7.2825290237155081E-3</c:v>
                </c:pt>
                <c:pt idx="7755">
                  <c:v>7.2825290237155081E-3</c:v>
                </c:pt>
                <c:pt idx="7756">
                  <c:v>7.6371976450003553E-3</c:v>
                </c:pt>
                <c:pt idx="7757">
                  <c:v>7.7554205187619707E-3</c:v>
                </c:pt>
                <c:pt idx="7758">
                  <c:v>7.4953301964864162E-3</c:v>
                </c:pt>
                <c:pt idx="7759">
                  <c:v>7.4716856217340935E-3</c:v>
                </c:pt>
                <c:pt idx="7760">
                  <c:v>7.8499988177712626E-3</c:v>
                </c:pt>
                <c:pt idx="7761">
                  <c:v>7.8263542430189407E-3</c:v>
                </c:pt>
                <c:pt idx="7762">
                  <c:v>7.4716856217340935E-3</c:v>
                </c:pt>
                <c:pt idx="7763">
                  <c:v>7.4716856217340935E-3</c:v>
                </c:pt>
                <c:pt idx="7764">
                  <c:v>7.8027096682666171E-3</c:v>
                </c:pt>
                <c:pt idx="7765">
                  <c:v>7.7790650935142935E-3</c:v>
                </c:pt>
                <c:pt idx="7766">
                  <c:v>7.5189747712387399E-3</c:v>
                </c:pt>
                <c:pt idx="7767">
                  <c:v>7.4243964722294472E-3</c:v>
                </c:pt>
                <c:pt idx="7768">
                  <c:v>7.8027096682666171E-3</c:v>
                </c:pt>
                <c:pt idx="7769">
                  <c:v>7.8499988177712626E-3</c:v>
                </c:pt>
                <c:pt idx="7770">
                  <c:v>7.6844867945050016E-3</c:v>
                </c:pt>
                <c:pt idx="7771">
                  <c:v>7.5899084954957089E-3</c:v>
                </c:pt>
                <c:pt idx="7772">
                  <c:v>7.9445771167805553E-3</c:v>
                </c:pt>
                <c:pt idx="7773">
                  <c:v>7.9445771167805553E-3</c:v>
                </c:pt>
                <c:pt idx="7774">
                  <c:v>7.6371976450003553E-3</c:v>
                </c:pt>
                <c:pt idx="7775">
                  <c:v>7.4716856217340935E-3</c:v>
                </c:pt>
                <c:pt idx="7776">
                  <c:v>7.8499988177712626E-3</c:v>
                </c:pt>
                <c:pt idx="7777">
                  <c:v>7.8972879672759098E-3</c:v>
                </c:pt>
                <c:pt idx="7778">
                  <c:v>7.6135530702480317E-3</c:v>
                </c:pt>
                <c:pt idx="7779">
                  <c:v>7.4953301964864162E-3</c:v>
                </c:pt>
                <c:pt idx="7780">
                  <c:v>7.8972879672759098E-3</c:v>
                </c:pt>
                <c:pt idx="7781">
                  <c:v>7.8972879672759098E-3</c:v>
                </c:pt>
                <c:pt idx="7782">
                  <c:v>7.6371976450003553E-3</c:v>
                </c:pt>
                <c:pt idx="7783">
                  <c:v>7.4243964722294472E-3</c:v>
                </c:pt>
                <c:pt idx="7784">
                  <c:v>7.7790650935142935E-3</c:v>
                </c:pt>
                <c:pt idx="7785">
                  <c:v>7.8972879672759098E-3</c:v>
                </c:pt>
                <c:pt idx="7786">
                  <c:v>7.660842219752678E-3</c:v>
                </c:pt>
                <c:pt idx="7787">
                  <c:v>7.3771073227248008E-3</c:v>
                </c:pt>
                <c:pt idx="7788">
                  <c:v>7.7317759440096471E-3</c:v>
                </c:pt>
                <c:pt idx="7789">
                  <c:v>7.8263542430189407E-3</c:v>
                </c:pt>
                <c:pt idx="7790">
                  <c:v>7.5899084954957089E-3</c:v>
                </c:pt>
                <c:pt idx="7791">
                  <c:v>7.2825290237155081E-3</c:v>
                </c:pt>
                <c:pt idx="7792">
                  <c:v>7.5662639207433853E-3</c:v>
                </c:pt>
                <c:pt idx="7793">
                  <c:v>7.7081313692573244E-3</c:v>
                </c:pt>
                <c:pt idx="7794">
                  <c:v>7.5662639207433853E-3</c:v>
                </c:pt>
                <c:pt idx="7795">
                  <c:v>7.2825290237155081E-3</c:v>
                </c:pt>
                <c:pt idx="7796">
                  <c:v>7.6135530702480317E-3</c:v>
                </c:pt>
                <c:pt idx="7797">
                  <c:v>7.7554205187619707E-3</c:v>
                </c:pt>
                <c:pt idx="7798">
                  <c:v>7.5662639207433853E-3</c:v>
                </c:pt>
                <c:pt idx="7799">
                  <c:v>7.2588844489631854E-3</c:v>
                </c:pt>
                <c:pt idx="7800">
                  <c:v>7.5426193459910626E-3</c:v>
                </c:pt>
                <c:pt idx="7801">
                  <c:v>7.7081313692573244E-3</c:v>
                </c:pt>
                <c:pt idx="7802">
                  <c:v>7.4953301964864162E-3</c:v>
                </c:pt>
                <c:pt idx="7803">
                  <c:v>7.1406615752015699E-3</c:v>
                </c:pt>
                <c:pt idx="7804">
                  <c:v>7.4007518974771244E-3</c:v>
                </c:pt>
                <c:pt idx="7805">
                  <c:v>7.6371976450003553E-3</c:v>
                </c:pt>
                <c:pt idx="7806">
                  <c:v>7.4716856217340935E-3</c:v>
                </c:pt>
                <c:pt idx="7807">
                  <c:v>7.1643061499538927E-3</c:v>
                </c:pt>
                <c:pt idx="7808">
                  <c:v>7.4716856217340935E-3</c:v>
                </c:pt>
                <c:pt idx="7809">
                  <c:v>7.660842219752678E-3</c:v>
                </c:pt>
                <c:pt idx="7810">
                  <c:v>7.4953301964864162E-3</c:v>
                </c:pt>
                <c:pt idx="7811">
                  <c:v>7.1879507247062163E-3</c:v>
                </c:pt>
                <c:pt idx="7812">
                  <c:v>7.4480410469817699E-3</c:v>
                </c:pt>
                <c:pt idx="7813">
                  <c:v>7.6371976450003553E-3</c:v>
                </c:pt>
                <c:pt idx="7814">
                  <c:v>7.5189747712387399E-3</c:v>
                </c:pt>
                <c:pt idx="7815">
                  <c:v>7.2352398742108626E-3</c:v>
                </c:pt>
                <c:pt idx="7816">
                  <c:v>7.4716856217340935E-3</c:v>
                </c:pt>
                <c:pt idx="7817">
                  <c:v>7.6371976450003553E-3</c:v>
                </c:pt>
                <c:pt idx="7818">
                  <c:v>7.5189747712387399E-3</c:v>
                </c:pt>
                <c:pt idx="7819">
                  <c:v>7.1643061499538927E-3</c:v>
                </c:pt>
                <c:pt idx="7820">
                  <c:v>7.3298181732201545E-3</c:v>
                </c:pt>
                <c:pt idx="7821">
                  <c:v>7.6135530702480317E-3</c:v>
                </c:pt>
                <c:pt idx="7822">
                  <c:v>7.5662639207433853E-3</c:v>
                </c:pt>
                <c:pt idx="7823">
                  <c:v>7.2588844489631854E-3</c:v>
                </c:pt>
                <c:pt idx="7824">
                  <c:v>7.3771073227248008E-3</c:v>
                </c:pt>
                <c:pt idx="7825">
                  <c:v>7.6135530702480317E-3</c:v>
                </c:pt>
                <c:pt idx="7826">
                  <c:v>7.5189747712387399E-3</c:v>
                </c:pt>
                <c:pt idx="7827">
                  <c:v>7.2825290237155081E-3</c:v>
                </c:pt>
                <c:pt idx="7828">
                  <c:v>7.4716856217340935E-3</c:v>
                </c:pt>
                <c:pt idx="7829">
                  <c:v>7.8499988177712626E-3</c:v>
                </c:pt>
                <c:pt idx="7830">
                  <c:v>7.8027096682666171E-3</c:v>
                </c:pt>
                <c:pt idx="7831">
                  <c:v>7.4716856217340935E-3</c:v>
                </c:pt>
                <c:pt idx="7832">
                  <c:v>7.4953301964864162E-3</c:v>
                </c:pt>
                <c:pt idx="7833">
                  <c:v>7.7081313692573244E-3</c:v>
                </c:pt>
                <c:pt idx="7834">
                  <c:v>7.660842219752678E-3</c:v>
                </c:pt>
                <c:pt idx="7835">
                  <c:v>7.4007518974771244E-3</c:v>
                </c:pt>
                <c:pt idx="7836">
                  <c:v>7.4007518974771244E-3</c:v>
                </c:pt>
                <c:pt idx="7837">
                  <c:v>7.7554205187619707E-3</c:v>
                </c:pt>
                <c:pt idx="7838">
                  <c:v>7.7081313692573244E-3</c:v>
                </c:pt>
                <c:pt idx="7839">
                  <c:v>7.3534627479724781E-3</c:v>
                </c:pt>
                <c:pt idx="7840">
                  <c:v>7.4007518974771244E-3</c:v>
                </c:pt>
                <c:pt idx="7841">
                  <c:v>7.6844867945050016E-3</c:v>
                </c:pt>
                <c:pt idx="7842">
                  <c:v>7.660842219752678E-3</c:v>
                </c:pt>
                <c:pt idx="7843">
                  <c:v>7.4953301964864162E-3</c:v>
                </c:pt>
                <c:pt idx="7844">
                  <c:v>7.5189747712387399E-3</c:v>
                </c:pt>
                <c:pt idx="7845">
                  <c:v>7.9682216915328789E-3</c:v>
                </c:pt>
                <c:pt idx="7846">
                  <c:v>7.9445771167805553E-3</c:v>
                </c:pt>
                <c:pt idx="7847">
                  <c:v>7.7317759440096471E-3</c:v>
                </c:pt>
                <c:pt idx="7848">
                  <c:v>7.6371976450003553E-3</c:v>
                </c:pt>
                <c:pt idx="7849">
                  <c:v>7.9445771167805553E-3</c:v>
                </c:pt>
                <c:pt idx="7850">
                  <c:v>7.8972879672759098E-3</c:v>
                </c:pt>
                <c:pt idx="7851">
                  <c:v>7.4953301964864162E-3</c:v>
                </c:pt>
                <c:pt idx="7852">
                  <c:v>7.3771073227248008E-3</c:v>
                </c:pt>
                <c:pt idx="7853">
                  <c:v>7.7317759440096471E-3</c:v>
                </c:pt>
                <c:pt idx="7854">
                  <c:v>7.7081313692573244E-3</c:v>
                </c:pt>
                <c:pt idx="7855">
                  <c:v>7.4480410469817699E-3</c:v>
                </c:pt>
                <c:pt idx="7856">
                  <c:v>7.3771073227248008E-3</c:v>
                </c:pt>
                <c:pt idx="7857">
                  <c:v>7.8263542430189407E-3</c:v>
                </c:pt>
                <c:pt idx="7858">
                  <c:v>7.8736433925235862E-3</c:v>
                </c:pt>
                <c:pt idx="7859">
                  <c:v>7.6371976450003553E-3</c:v>
                </c:pt>
                <c:pt idx="7860">
                  <c:v>7.4953301964864162E-3</c:v>
                </c:pt>
                <c:pt idx="7861">
                  <c:v>7.8736433925235862E-3</c:v>
                </c:pt>
                <c:pt idx="7862">
                  <c:v>7.9445771167805553E-3</c:v>
                </c:pt>
                <c:pt idx="7863">
                  <c:v>7.7081313692573244E-3</c:v>
                </c:pt>
                <c:pt idx="7864">
                  <c:v>7.5899084954957089E-3</c:v>
                </c:pt>
                <c:pt idx="7865">
                  <c:v>7.9445771167805553E-3</c:v>
                </c:pt>
                <c:pt idx="7866">
                  <c:v>7.9445771167805553E-3</c:v>
                </c:pt>
                <c:pt idx="7867">
                  <c:v>7.6371976450003553E-3</c:v>
                </c:pt>
                <c:pt idx="7868">
                  <c:v>7.4243964722294472E-3</c:v>
                </c:pt>
                <c:pt idx="7869">
                  <c:v>7.7317759440096471E-3</c:v>
                </c:pt>
                <c:pt idx="7870">
                  <c:v>7.7790650935142935E-3</c:v>
                </c:pt>
                <c:pt idx="7871">
                  <c:v>7.4953301964864162E-3</c:v>
                </c:pt>
                <c:pt idx="7872">
                  <c:v>7.2352398742108626E-3</c:v>
                </c:pt>
                <c:pt idx="7873">
                  <c:v>7.6371976450003553E-3</c:v>
                </c:pt>
                <c:pt idx="7874">
                  <c:v>7.7554205187619707E-3</c:v>
                </c:pt>
                <c:pt idx="7875">
                  <c:v>7.5899084954957089E-3</c:v>
                </c:pt>
                <c:pt idx="7876">
                  <c:v>7.3771073227248008E-3</c:v>
                </c:pt>
                <c:pt idx="7877">
                  <c:v>7.6844867945050016E-3</c:v>
                </c:pt>
                <c:pt idx="7878">
                  <c:v>7.7790650935142935E-3</c:v>
                </c:pt>
                <c:pt idx="7879">
                  <c:v>7.5426193459910626E-3</c:v>
                </c:pt>
                <c:pt idx="7880">
                  <c:v>7.2825290237155081E-3</c:v>
                </c:pt>
                <c:pt idx="7881">
                  <c:v>7.660842219752678E-3</c:v>
                </c:pt>
                <c:pt idx="7882">
                  <c:v>7.8499988177712626E-3</c:v>
                </c:pt>
                <c:pt idx="7883">
                  <c:v>7.6135530702480317E-3</c:v>
                </c:pt>
                <c:pt idx="7884">
                  <c:v>7.3298181732201545E-3</c:v>
                </c:pt>
                <c:pt idx="7885">
                  <c:v>7.6844867945050016E-3</c:v>
                </c:pt>
                <c:pt idx="7886">
                  <c:v>7.8972879672759098E-3</c:v>
                </c:pt>
                <c:pt idx="7887">
                  <c:v>7.6844867945050016E-3</c:v>
                </c:pt>
                <c:pt idx="7888">
                  <c:v>7.3771073227248008E-3</c:v>
                </c:pt>
                <c:pt idx="7889">
                  <c:v>7.6135530702480317E-3</c:v>
                </c:pt>
                <c:pt idx="7890">
                  <c:v>7.8027096682666171E-3</c:v>
                </c:pt>
                <c:pt idx="7891">
                  <c:v>7.6371976450003553E-3</c:v>
                </c:pt>
                <c:pt idx="7892">
                  <c:v>7.3061735984678317E-3</c:v>
                </c:pt>
                <c:pt idx="7893">
                  <c:v>7.5426193459910626E-3</c:v>
                </c:pt>
                <c:pt idx="7894">
                  <c:v>7.7317759440096471E-3</c:v>
                </c:pt>
                <c:pt idx="7895">
                  <c:v>7.5899084954957089E-3</c:v>
                </c:pt>
                <c:pt idx="7896">
                  <c:v>7.3061735984678317E-3</c:v>
                </c:pt>
                <c:pt idx="7897">
                  <c:v>7.5426193459910626E-3</c:v>
                </c:pt>
                <c:pt idx="7898">
                  <c:v>7.8499988177712626E-3</c:v>
                </c:pt>
                <c:pt idx="7899">
                  <c:v>7.7081313692573244E-3</c:v>
                </c:pt>
                <c:pt idx="7900">
                  <c:v>7.4243964722294472E-3</c:v>
                </c:pt>
                <c:pt idx="7901">
                  <c:v>7.5899084954957089E-3</c:v>
                </c:pt>
                <c:pt idx="7902">
                  <c:v>7.8027096682666171E-3</c:v>
                </c:pt>
                <c:pt idx="7903">
                  <c:v>7.660842219752678E-3</c:v>
                </c:pt>
                <c:pt idx="7904">
                  <c:v>7.2825290237155081E-3</c:v>
                </c:pt>
                <c:pt idx="7905">
                  <c:v>7.4007518974771244E-3</c:v>
                </c:pt>
                <c:pt idx="7906">
                  <c:v>7.6844867945050016E-3</c:v>
                </c:pt>
                <c:pt idx="7907">
                  <c:v>7.5662639207433853E-3</c:v>
                </c:pt>
                <c:pt idx="7908">
                  <c:v>7.2352398742108626E-3</c:v>
                </c:pt>
                <c:pt idx="7909">
                  <c:v>7.3771073227248008E-3</c:v>
                </c:pt>
                <c:pt idx="7910">
                  <c:v>7.660842219752678E-3</c:v>
                </c:pt>
                <c:pt idx="7911">
                  <c:v>7.5426193459910626E-3</c:v>
                </c:pt>
                <c:pt idx="7912">
                  <c:v>7.2588844489631854E-3</c:v>
                </c:pt>
                <c:pt idx="7913">
                  <c:v>7.3298181732201545E-3</c:v>
                </c:pt>
                <c:pt idx="7914">
                  <c:v>7.6135530702480317E-3</c:v>
                </c:pt>
                <c:pt idx="7915">
                  <c:v>7.5899084954957089E-3</c:v>
                </c:pt>
                <c:pt idx="7916">
                  <c:v>7.4007518974771244E-3</c:v>
                </c:pt>
                <c:pt idx="7917">
                  <c:v>7.4243964722294472E-3</c:v>
                </c:pt>
                <c:pt idx="7918">
                  <c:v>7.7317759440096471E-3</c:v>
                </c:pt>
                <c:pt idx="7919">
                  <c:v>7.6135530702480317E-3</c:v>
                </c:pt>
                <c:pt idx="7920">
                  <c:v>7.3298181732201545E-3</c:v>
                </c:pt>
                <c:pt idx="7921">
                  <c:v>7.3534627479724781E-3</c:v>
                </c:pt>
                <c:pt idx="7922">
                  <c:v>7.660842219752678E-3</c:v>
                </c:pt>
                <c:pt idx="7923">
                  <c:v>7.4953301964864162E-3</c:v>
                </c:pt>
                <c:pt idx="7924">
                  <c:v>7.211595299458539E-3</c:v>
                </c:pt>
                <c:pt idx="7925">
                  <c:v>7.2588844489631854E-3</c:v>
                </c:pt>
                <c:pt idx="7926">
                  <c:v>7.6135530702480317E-3</c:v>
                </c:pt>
                <c:pt idx="7927">
                  <c:v>7.5662639207433853E-3</c:v>
                </c:pt>
                <c:pt idx="7928">
                  <c:v>7.3061735984678317E-3</c:v>
                </c:pt>
                <c:pt idx="7929">
                  <c:v>7.4007518974771244E-3</c:v>
                </c:pt>
                <c:pt idx="7930">
                  <c:v>7.8027096682666171E-3</c:v>
                </c:pt>
                <c:pt idx="7931">
                  <c:v>7.8263542430189407E-3</c:v>
                </c:pt>
                <c:pt idx="7932">
                  <c:v>7.5426193459910626E-3</c:v>
                </c:pt>
                <c:pt idx="7933">
                  <c:v>7.5899084954957089E-3</c:v>
                </c:pt>
                <c:pt idx="7934">
                  <c:v>7.9209325420282316E-3</c:v>
                </c:pt>
                <c:pt idx="7935">
                  <c:v>7.9209325420282316E-3</c:v>
                </c:pt>
                <c:pt idx="7936">
                  <c:v>7.6135530702480317E-3</c:v>
                </c:pt>
                <c:pt idx="7937">
                  <c:v>7.5899084954957089E-3</c:v>
                </c:pt>
                <c:pt idx="7938">
                  <c:v>7.9445771167805553E-3</c:v>
                </c:pt>
                <c:pt idx="7939">
                  <c:v>7.9682216915328789E-3</c:v>
                </c:pt>
                <c:pt idx="7940">
                  <c:v>7.6371976450003553E-3</c:v>
                </c:pt>
                <c:pt idx="7941">
                  <c:v>7.5899084954957089E-3</c:v>
                </c:pt>
                <c:pt idx="7942">
                  <c:v>7.9209325420282316E-3</c:v>
                </c:pt>
                <c:pt idx="7943">
                  <c:v>7.8736433925235862E-3</c:v>
                </c:pt>
                <c:pt idx="7944">
                  <c:v>7.5899084954957089E-3</c:v>
                </c:pt>
                <c:pt idx="7945">
                  <c:v>7.4953301964864162E-3</c:v>
                </c:pt>
                <c:pt idx="7946">
                  <c:v>7.8736433925235862E-3</c:v>
                </c:pt>
                <c:pt idx="7947">
                  <c:v>7.9209325420282316E-3</c:v>
                </c:pt>
                <c:pt idx="7948">
                  <c:v>7.5899084954957089E-3</c:v>
                </c:pt>
                <c:pt idx="7949">
                  <c:v>7.5426193459910626E-3</c:v>
                </c:pt>
                <c:pt idx="7950">
                  <c:v>7.9445771167805553E-3</c:v>
                </c:pt>
                <c:pt idx="7951">
                  <c:v>8.0627999905421716E-3</c:v>
                </c:pt>
                <c:pt idx="7952">
                  <c:v>7.7554205187619707E-3</c:v>
                </c:pt>
                <c:pt idx="7953">
                  <c:v>7.660842219752678E-3</c:v>
                </c:pt>
                <c:pt idx="7954">
                  <c:v>7.9445771167805553E-3</c:v>
                </c:pt>
                <c:pt idx="7955">
                  <c:v>7.9918662662852007E-3</c:v>
                </c:pt>
                <c:pt idx="7956">
                  <c:v>7.7554205187619707E-3</c:v>
                </c:pt>
                <c:pt idx="7957">
                  <c:v>7.6371976450003553E-3</c:v>
                </c:pt>
                <c:pt idx="7958">
                  <c:v>8.0155108410375243E-3</c:v>
                </c:pt>
                <c:pt idx="7959">
                  <c:v>8.0155108410375243E-3</c:v>
                </c:pt>
                <c:pt idx="7960">
                  <c:v>7.7554205187619707E-3</c:v>
                </c:pt>
                <c:pt idx="7961">
                  <c:v>7.5426193459910626E-3</c:v>
                </c:pt>
                <c:pt idx="7962">
                  <c:v>7.8027096682666171E-3</c:v>
                </c:pt>
                <c:pt idx="7963">
                  <c:v>7.8972879672759098E-3</c:v>
                </c:pt>
                <c:pt idx="7964">
                  <c:v>7.6844867945050016E-3</c:v>
                </c:pt>
                <c:pt idx="7965">
                  <c:v>7.4953301964864162E-3</c:v>
                </c:pt>
                <c:pt idx="7966">
                  <c:v>7.8263542430189407E-3</c:v>
                </c:pt>
                <c:pt idx="7967">
                  <c:v>7.9682216915328789E-3</c:v>
                </c:pt>
                <c:pt idx="7968">
                  <c:v>7.7790650935142935E-3</c:v>
                </c:pt>
                <c:pt idx="7969">
                  <c:v>7.5899084954957089E-3</c:v>
                </c:pt>
                <c:pt idx="7970">
                  <c:v>8.0155108410375243E-3</c:v>
                </c:pt>
                <c:pt idx="7971">
                  <c:v>8.1337337147991389E-3</c:v>
                </c:pt>
                <c:pt idx="7972">
                  <c:v>7.8499988177712626E-3</c:v>
                </c:pt>
                <c:pt idx="7973">
                  <c:v>7.660842219752678E-3</c:v>
                </c:pt>
                <c:pt idx="7974">
                  <c:v>7.9445771167805553E-3</c:v>
                </c:pt>
                <c:pt idx="7975">
                  <c:v>8.110089140046817E-3</c:v>
                </c:pt>
                <c:pt idx="7976">
                  <c:v>7.9209325420282316E-3</c:v>
                </c:pt>
                <c:pt idx="7977">
                  <c:v>7.7317759440096471E-3</c:v>
                </c:pt>
                <c:pt idx="7978">
                  <c:v>8.0155108410375243E-3</c:v>
                </c:pt>
                <c:pt idx="7979">
                  <c:v>8.1573782895514625E-3</c:v>
                </c:pt>
                <c:pt idx="7980">
                  <c:v>7.9918662662852007E-3</c:v>
                </c:pt>
                <c:pt idx="7981">
                  <c:v>7.7081313692573244E-3</c:v>
                </c:pt>
                <c:pt idx="7982">
                  <c:v>7.9682216915328789E-3</c:v>
                </c:pt>
                <c:pt idx="7983">
                  <c:v>8.0391554157898479E-3</c:v>
                </c:pt>
                <c:pt idx="7984">
                  <c:v>7.8027096682666171E-3</c:v>
                </c:pt>
                <c:pt idx="7985">
                  <c:v>7.5899084954957089E-3</c:v>
                </c:pt>
                <c:pt idx="7986">
                  <c:v>7.8499988177712626E-3</c:v>
                </c:pt>
                <c:pt idx="7987">
                  <c:v>8.0627999905421716E-3</c:v>
                </c:pt>
                <c:pt idx="7988">
                  <c:v>7.9209325420282316E-3</c:v>
                </c:pt>
                <c:pt idx="7989">
                  <c:v>7.7081313692573244E-3</c:v>
                </c:pt>
                <c:pt idx="7990">
                  <c:v>7.9682216915328789E-3</c:v>
                </c:pt>
                <c:pt idx="7991">
                  <c:v>8.2283120138084316E-3</c:v>
                </c:pt>
                <c:pt idx="7992">
                  <c:v>8.110089140046817E-3</c:v>
                </c:pt>
                <c:pt idx="7993">
                  <c:v>7.7317759440096471E-3</c:v>
                </c:pt>
                <c:pt idx="7994">
                  <c:v>7.8972879672759098E-3</c:v>
                </c:pt>
                <c:pt idx="7995">
                  <c:v>8.110089140046817E-3</c:v>
                </c:pt>
                <c:pt idx="7996">
                  <c:v>7.9209325420282316E-3</c:v>
                </c:pt>
                <c:pt idx="7997">
                  <c:v>7.5899084954957089E-3</c:v>
                </c:pt>
                <c:pt idx="7998">
                  <c:v>7.7790650935142935E-3</c:v>
                </c:pt>
                <c:pt idx="7999">
                  <c:v>8.0155108410375243E-3</c:v>
                </c:pt>
                <c:pt idx="8000">
                  <c:v>7.8972879672759098E-3</c:v>
                </c:pt>
                <c:pt idx="8001">
                  <c:v>7.6371976450003553E-3</c:v>
                </c:pt>
                <c:pt idx="8002">
                  <c:v>7.8499988177712626E-3</c:v>
                </c:pt>
                <c:pt idx="8003">
                  <c:v>8.0864445652944934E-3</c:v>
                </c:pt>
                <c:pt idx="8004">
                  <c:v>7.9445771167805553E-3</c:v>
                </c:pt>
                <c:pt idx="8005">
                  <c:v>7.6371976450003553E-3</c:v>
                </c:pt>
                <c:pt idx="8006">
                  <c:v>7.8263542430189407E-3</c:v>
                </c:pt>
                <c:pt idx="8007">
                  <c:v>8.110089140046817E-3</c:v>
                </c:pt>
                <c:pt idx="8008">
                  <c:v>8.0391554157898479E-3</c:v>
                </c:pt>
                <c:pt idx="8009">
                  <c:v>7.7317759440096471E-3</c:v>
                </c:pt>
                <c:pt idx="8010">
                  <c:v>7.8972879672759098E-3</c:v>
                </c:pt>
                <c:pt idx="8011">
                  <c:v>8.1573782895514625E-3</c:v>
                </c:pt>
                <c:pt idx="8012">
                  <c:v>8.0627999905421716E-3</c:v>
                </c:pt>
                <c:pt idx="8013">
                  <c:v>7.7790650935142935E-3</c:v>
                </c:pt>
                <c:pt idx="8014">
                  <c:v>7.8499988177712626E-3</c:v>
                </c:pt>
                <c:pt idx="8015">
                  <c:v>8.110089140046817E-3</c:v>
                </c:pt>
                <c:pt idx="8016">
                  <c:v>7.9918662662852007E-3</c:v>
                </c:pt>
                <c:pt idx="8017">
                  <c:v>7.6371976450003553E-3</c:v>
                </c:pt>
                <c:pt idx="8018">
                  <c:v>7.7554205187619707E-3</c:v>
                </c:pt>
                <c:pt idx="8019">
                  <c:v>8.0391554157898479E-3</c:v>
                </c:pt>
                <c:pt idx="8020">
                  <c:v>7.9918662662852007E-3</c:v>
                </c:pt>
                <c:pt idx="8021">
                  <c:v>7.6844867945050016E-3</c:v>
                </c:pt>
                <c:pt idx="8022">
                  <c:v>7.8499988177712626E-3</c:v>
                </c:pt>
                <c:pt idx="8023">
                  <c:v>8.1573782895514625E-3</c:v>
                </c:pt>
                <c:pt idx="8024">
                  <c:v>8.0391554157898479E-3</c:v>
                </c:pt>
                <c:pt idx="8025">
                  <c:v>7.7081313692573244E-3</c:v>
                </c:pt>
                <c:pt idx="8026">
                  <c:v>7.7790650935142935E-3</c:v>
                </c:pt>
                <c:pt idx="8027">
                  <c:v>8.1810228643037844E-3</c:v>
                </c:pt>
                <c:pt idx="8028">
                  <c:v>8.1573782895514625E-3</c:v>
                </c:pt>
                <c:pt idx="8029">
                  <c:v>7.8027096682666171E-3</c:v>
                </c:pt>
                <c:pt idx="8030">
                  <c:v>7.8027096682666171E-3</c:v>
                </c:pt>
                <c:pt idx="8031">
                  <c:v>8.110089140046817E-3</c:v>
                </c:pt>
                <c:pt idx="8032">
                  <c:v>8.0864445652944934E-3</c:v>
                </c:pt>
                <c:pt idx="8033">
                  <c:v>7.8027096682666171E-3</c:v>
                </c:pt>
                <c:pt idx="8034">
                  <c:v>7.8027096682666171E-3</c:v>
                </c:pt>
                <c:pt idx="8035">
                  <c:v>8.0627999905421716E-3</c:v>
                </c:pt>
                <c:pt idx="8036">
                  <c:v>8.0627999905421716E-3</c:v>
                </c:pt>
                <c:pt idx="8037">
                  <c:v>7.8027096682666171E-3</c:v>
                </c:pt>
                <c:pt idx="8038">
                  <c:v>7.8499988177712626E-3</c:v>
                </c:pt>
                <c:pt idx="8039">
                  <c:v>8.204667439056108E-3</c:v>
                </c:pt>
                <c:pt idx="8040">
                  <c:v>8.2283120138084316E-3</c:v>
                </c:pt>
                <c:pt idx="8041">
                  <c:v>7.9445771167805553E-3</c:v>
                </c:pt>
                <c:pt idx="8042">
                  <c:v>7.8736433925235862E-3</c:v>
                </c:pt>
                <c:pt idx="8043">
                  <c:v>8.1337337147991389E-3</c:v>
                </c:pt>
                <c:pt idx="8044">
                  <c:v>8.204667439056108E-3</c:v>
                </c:pt>
                <c:pt idx="8045">
                  <c:v>7.9682216915328789E-3</c:v>
                </c:pt>
                <c:pt idx="8046">
                  <c:v>7.8263542430189407E-3</c:v>
                </c:pt>
                <c:pt idx="8047">
                  <c:v>8.1573782895514625E-3</c:v>
                </c:pt>
                <c:pt idx="8048">
                  <c:v>8.2519565885607535E-3</c:v>
                </c:pt>
                <c:pt idx="8049">
                  <c:v>8.0627999905421716E-3</c:v>
                </c:pt>
                <c:pt idx="8050">
                  <c:v>7.8972879672759098E-3</c:v>
                </c:pt>
                <c:pt idx="8051">
                  <c:v>8.204667439056108E-3</c:v>
                </c:pt>
                <c:pt idx="8052">
                  <c:v>8.3465348875700462E-3</c:v>
                </c:pt>
                <c:pt idx="8053">
                  <c:v>8.1337337147991389E-3</c:v>
                </c:pt>
                <c:pt idx="8054">
                  <c:v>7.9918662662852007E-3</c:v>
                </c:pt>
                <c:pt idx="8055">
                  <c:v>8.3701794623223698E-3</c:v>
                </c:pt>
                <c:pt idx="8056">
                  <c:v>8.4884023360839861E-3</c:v>
                </c:pt>
                <c:pt idx="8057">
                  <c:v>8.2519565885607535E-3</c:v>
                </c:pt>
                <c:pt idx="8058">
                  <c:v>8.0627999905421716E-3</c:v>
                </c:pt>
                <c:pt idx="8059">
                  <c:v>8.3465348875700462E-3</c:v>
                </c:pt>
                <c:pt idx="8060">
                  <c:v>8.4647577613316625E-3</c:v>
                </c:pt>
                <c:pt idx="8061">
                  <c:v>8.2519565885607535E-3</c:v>
                </c:pt>
                <c:pt idx="8062">
                  <c:v>8.0391554157898479E-3</c:v>
                </c:pt>
                <c:pt idx="8063">
                  <c:v>8.2519565885607535E-3</c:v>
                </c:pt>
                <c:pt idx="8064">
                  <c:v>8.2992457380654007E-3</c:v>
                </c:pt>
                <c:pt idx="8065">
                  <c:v>8.0864445652944934E-3</c:v>
                </c:pt>
                <c:pt idx="8066">
                  <c:v>7.9209325420282316E-3</c:v>
                </c:pt>
                <c:pt idx="8067">
                  <c:v>8.2283120138084316E-3</c:v>
                </c:pt>
                <c:pt idx="8068">
                  <c:v>8.3465348875700462E-3</c:v>
                </c:pt>
                <c:pt idx="8069">
                  <c:v>8.1573782895514625E-3</c:v>
                </c:pt>
                <c:pt idx="8070">
                  <c:v>7.8263542430189407E-3</c:v>
                </c:pt>
                <c:pt idx="8071">
                  <c:v>8.1337337147991389E-3</c:v>
                </c:pt>
                <c:pt idx="8072">
                  <c:v>8.3228903128177243E-3</c:v>
                </c:pt>
                <c:pt idx="8073">
                  <c:v>8.110089140046817E-3</c:v>
                </c:pt>
                <c:pt idx="8074">
                  <c:v>7.7554205187619707E-3</c:v>
                </c:pt>
                <c:pt idx="8075">
                  <c:v>8.0155108410375243E-3</c:v>
                </c:pt>
                <c:pt idx="8076">
                  <c:v>8.110089140046817E-3</c:v>
                </c:pt>
                <c:pt idx="8077">
                  <c:v>7.9209325420282316E-3</c:v>
                </c:pt>
                <c:pt idx="8078">
                  <c:v>7.6844867945050016E-3</c:v>
                </c:pt>
                <c:pt idx="8079">
                  <c:v>8.0627999905421716E-3</c:v>
                </c:pt>
                <c:pt idx="8080">
                  <c:v>8.1337337147991389E-3</c:v>
                </c:pt>
                <c:pt idx="8081">
                  <c:v>7.9209325420282316E-3</c:v>
                </c:pt>
                <c:pt idx="8082">
                  <c:v>7.660842219752678E-3</c:v>
                </c:pt>
                <c:pt idx="8083">
                  <c:v>8.0391554157898479E-3</c:v>
                </c:pt>
                <c:pt idx="8084">
                  <c:v>8.2519565885607535E-3</c:v>
                </c:pt>
                <c:pt idx="8085">
                  <c:v>8.1810228643037844E-3</c:v>
                </c:pt>
                <c:pt idx="8086">
                  <c:v>7.8027096682666171E-3</c:v>
                </c:pt>
                <c:pt idx="8087">
                  <c:v>7.9682216915328789E-3</c:v>
                </c:pt>
                <c:pt idx="8088">
                  <c:v>8.1810228643037844E-3</c:v>
                </c:pt>
                <c:pt idx="8089">
                  <c:v>8.0391554157898479E-3</c:v>
                </c:pt>
                <c:pt idx="8090">
                  <c:v>7.7081313692573244E-3</c:v>
                </c:pt>
                <c:pt idx="8091">
                  <c:v>7.9445771167805553E-3</c:v>
                </c:pt>
                <c:pt idx="8092">
                  <c:v>8.1573782895514625E-3</c:v>
                </c:pt>
                <c:pt idx="8093">
                  <c:v>8.0391554157898479E-3</c:v>
                </c:pt>
                <c:pt idx="8094">
                  <c:v>7.7317759440096471E-3</c:v>
                </c:pt>
                <c:pt idx="8095">
                  <c:v>8.0155108410375243E-3</c:v>
                </c:pt>
                <c:pt idx="8096">
                  <c:v>8.2283120138084316E-3</c:v>
                </c:pt>
                <c:pt idx="8097">
                  <c:v>8.1573782895514625E-3</c:v>
                </c:pt>
                <c:pt idx="8098">
                  <c:v>7.8736433925235862E-3</c:v>
                </c:pt>
                <c:pt idx="8099">
                  <c:v>8.0391554157898479E-3</c:v>
                </c:pt>
                <c:pt idx="8100">
                  <c:v>8.2519565885607535E-3</c:v>
                </c:pt>
                <c:pt idx="8101">
                  <c:v>8.0864445652944934E-3</c:v>
                </c:pt>
                <c:pt idx="8102">
                  <c:v>7.7554205187619707E-3</c:v>
                </c:pt>
                <c:pt idx="8103">
                  <c:v>7.8972879672759098E-3</c:v>
                </c:pt>
                <c:pt idx="8104">
                  <c:v>8.110089140046817E-3</c:v>
                </c:pt>
                <c:pt idx="8105">
                  <c:v>7.9918662662852007E-3</c:v>
                </c:pt>
                <c:pt idx="8106">
                  <c:v>7.6371976450003553E-3</c:v>
                </c:pt>
                <c:pt idx="8107">
                  <c:v>7.7790650935142935E-3</c:v>
                </c:pt>
                <c:pt idx="8108">
                  <c:v>8.1573782895514625E-3</c:v>
                </c:pt>
                <c:pt idx="8109">
                  <c:v>8.110089140046817E-3</c:v>
                </c:pt>
                <c:pt idx="8110">
                  <c:v>7.7317759440096471E-3</c:v>
                </c:pt>
                <c:pt idx="8111">
                  <c:v>7.7317759440096471E-3</c:v>
                </c:pt>
                <c:pt idx="8112">
                  <c:v>8.0627999905421716E-3</c:v>
                </c:pt>
                <c:pt idx="8113">
                  <c:v>8.0155108410375243E-3</c:v>
                </c:pt>
                <c:pt idx="8114">
                  <c:v>7.7081313692573244E-3</c:v>
                </c:pt>
                <c:pt idx="8115">
                  <c:v>7.7317759440096471E-3</c:v>
                </c:pt>
                <c:pt idx="8116">
                  <c:v>8.0155108410375243E-3</c:v>
                </c:pt>
                <c:pt idx="8117">
                  <c:v>7.9209325420282316E-3</c:v>
                </c:pt>
                <c:pt idx="8118">
                  <c:v>7.5899084954957089E-3</c:v>
                </c:pt>
                <c:pt idx="8119">
                  <c:v>7.5899084954957089E-3</c:v>
                </c:pt>
                <c:pt idx="8120">
                  <c:v>7.9209325420282316E-3</c:v>
                </c:pt>
                <c:pt idx="8121">
                  <c:v>7.9209325420282316E-3</c:v>
                </c:pt>
                <c:pt idx="8122">
                  <c:v>7.7081313692573244E-3</c:v>
                </c:pt>
                <c:pt idx="8123">
                  <c:v>7.7554205187619707E-3</c:v>
                </c:pt>
                <c:pt idx="8124">
                  <c:v>8.1810228643037844E-3</c:v>
                </c:pt>
                <c:pt idx="8125">
                  <c:v>8.204667439056108E-3</c:v>
                </c:pt>
                <c:pt idx="8126">
                  <c:v>7.8972879672759098E-3</c:v>
                </c:pt>
                <c:pt idx="8127">
                  <c:v>7.8263542430189407E-3</c:v>
                </c:pt>
                <c:pt idx="8128">
                  <c:v>8.204667439056108E-3</c:v>
                </c:pt>
                <c:pt idx="8129">
                  <c:v>8.2519565885607535E-3</c:v>
                </c:pt>
                <c:pt idx="8130">
                  <c:v>7.9209325420282316E-3</c:v>
                </c:pt>
                <c:pt idx="8131">
                  <c:v>7.8027096682666171E-3</c:v>
                </c:pt>
                <c:pt idx="8132">
                  <c:v>8.110089140046817E-3</c:v>
                </c:pt>
                <c:pt idx="8133">
                  <c:v>8.1337337147991389E-3</c:v>
                </c:pt>
                <c:pt idx="8134">
                  <c:v>7.8499988177712626E-3</c:v>
                </c:pt>
                <c:pt idx="8135">
                  <c:v>7.6844867945050016E-3</c:v>
                </c:pt>
                <c:pt idx="8136">
                  <c:v>8.0155108410375243E-3</c:v>
                </c:pt>
                <c:pt idx="8137">
                  <c:v>8.0627999905421716E-3</c:v>
                </c:pt>
                <c:pt idx="8138">
                  <c:v>7.8263542430189407E-3</c:v>
                </c:pt>
                <c:pt idx="8139">
                  <c:v>7.660842219752678E-3</c:v>
                </c:pt>
                <c:pt idx="8140">
                  <c:v>7.9918662662852007E-3</c:v>
                </c:pt>
                <c:pt idx="8141">
                  <c:v>8.0155108410375243E-3</c:v>
                </c:pt>
                <c:pt idx="8142">
                  <c:v>7.8027096682666171E-3</c:v>
                </c:pt>
                <c:pt idx="8143">
                  <c:v>7.5899084954957089E-3</c:v>
                </c:pt>
                <c:pt idx="8144">
                  <c:v>7.9682216915328789E-3</c:v>
                </c:pt>
                <c:pt idx="8145">
                  <c:v>8.110089140046817E-3</c:v>
                </c:pt>
                <c:pt idx="8146">
                  <c:v>7.9682216915328789E-3</c:v>
                </c:pt>
                <c:pt idx="8147">
                  <c:v>7.8263542430189407E-3</c:v>
                </c:pt>
                <c:pt idx="8148">
                  <c:v>8.2283120138084316E-3</c:v>
                </c:pt>
                <c:pt idx="8149">
                  <c:v>8.3701794623223698E-3</c:v>
                </c:pt>
                <c:pt idx="8150">
                  <c:v>8.110089140046817E-3</c:v>
                </c:pt>
                <c:pt idx="8151">
                  <c:v>7.8972879672759098E-3</c:v>
                </c:pt>
                <c:pt idx="8152">
                  <c:v>8.204667439056108E-3</c:v>
                </c:pt>
                <c:pt idx="8153">
                  <c:v>8.2756011633130771E-3</c:v>
                </c:pt>
                <c:pt idx="8154">
                  <c:v>8.0627999905421716E-3</c:v>
                </c:pt>
                <c:pt idx="8155">
                  <c:v>7.8736433925235862E-3</c:v>
                </c:pt>
                <c:pt idx="8156">
                  <c:v>8.1810228643037844E-3</c:v>
                </c:pt>
                <c:pt idx="8157">
                  <c:v>8.3701794623223698E-3</c:v>
                </c:pt>
                <c:pt idx="8158">
                  <c:v>8.204667439056108E-3</c:v>
                </c:pt>
                <c:pt idx="8159">
                  <c:v>7.8972879672759098E-3</c:v>
                </c:pt>
                <c:pt idx="8160">
                  <c:v>8.2519565885607535E-3</c:v>
                </c:pt>
                <c:pt idx="8161">
                  <c:v>8.3938240370746934E-3</c:v>
                </c:pt>
                <c:pt idx="8162">
                  <c:v>8.204667439056108E-3</c:v>
                </c:pt>
                <c:pt idx="8163">
                  <c:v>7.9445771167805553E-3</c:v>
                </c:pt>
                <c:pt idx="8164">
                  <c:v>8.2519565885607535E-3</c:v>
                </c:pt>
                <c:pt idx="8165">
                  <c:v>8.4174686118270153E-3</c:v>
                </c:pt>
                <c:pt idx="8166">
                  <c:v>8.2519565885607535E-3</c:v>
                </c:pt>
                <c:pt idx="8167">
                  <c:v>7.9445771167805553E-3</c:v>
                </c:pt>
                <c:pt idx="8168">
                  <c:v>8.204667439056108E-3</c:v>
                </c:pt>
                <c:pt idx="8169">
                  <c:v>8.3465348875700462E-3</c:v>
                </c:pt>
                <c:pt idx="8170">
                  <c:v>8.0627999905421716E-3</c:v>
                </c:pt>
                <c:pt idx="8171">
                  <c:v>7.7317759440096471E-3</c:v>
                </c:pt>
                <c:pt idx="8172">
                  <c:v>8.0627999905421716E-3</c:v>
                </c:pt>
                <c:pt idx="8173">
                  <c:v>8.3465348875700462E-3</c:v>
                </c:pt>
                <c:pt idx="8174">
                  <c:v>8.1810228643037844E-3</c:v>
                </c:pt>
                <c:pt idx="8175">
                  <c:v>7.8263542430189407E-3</c:v>
                </c:pt>
                <c:pt idx="8176">
                  <c:v>8.110089140046817E-3</c:v>
                </c:pt>
                <c:pt idx="8177">
                  <c:v>8.2992457380654007E-3</c:v>
                </c:pt>
                <c:pt idx="8178">
                  <c:v>8.0627999905421716E-3</c:v>
                </c:pt>
                <c:pt idx="8179">
                  <c:v>7.7081313692573244E-3</c:v>
                </c:pt>
                <c:pt idx="8180">
                  <c:v>7.9918662662852007E-3</c:v>
                </c:pt>
                <c:pt idx="8181">
                  <c:v>8.2992457380654007E-3</c:v>
                </c:pt>
                <c:pt idx="8182">
                  <c:v>8.204667439056108E-3</c:v>
                </c:pt>
                <c:pt idx="8183">
                  <c:v>7.8972879672759098E-3</c:v>
                </c:pt>
                <c:pt idx="8184">
                  <c:v>8.0627999905421716E-3</c:v>
                </c:pt>
                <c:pt idx="8185">
                  <c:v>8.2283120138084316E-3</c:v>
                </c:pt>
                <c:pt idx="8186">
                  <c:v>8.0155108410375243E-3</c:v>
                </c:pt>
                <c:pt idx="8187">
                  <c:v>7.7081313692573244E-3</c:v>
                </c:pt>
                <c:pt idx="8188">
                  <c:v>7.8736433925235862E-3</c:v>
                </c:pt>
                <c:pt idx="8189">
                  <c:v>8.1573782895514625E-3</c:v>
                </c:pt>
                <c:pt idx="8190">
                  <c:v>8.0155108410375243E-3</c:v>
                </c:pt>
                <c:pt idx="8191">
                  <c:v>7.660842219752678E-3</c:v>
                </c:pt>
                <c:pt idx="8192">
                  <c:v>7.7790650935142935E-3</c:v>
                </c:pt>
                <c:pt idx="8193">
                  <c:v>8.1337337147991389E-3</c:v>
                </c:pt>
                <c:pt idx="8194">
                  <c:v>8.0864445652944934E-3</c:v>
                </c:pt>
                <c:pt idx="8195">
                  <c:v>7.7081313692573244E-3</c:v>
                </c:pt>
                <c:pt idx="8196">
                  <c:v>7.8263542430189407E-3</c:v>
                </c:pt>
                <c:pt idx="8197">
                  <c:v>8.204667439056108E-3</c:v>
                </c:pt>
                <c:pt idx="8198">
                  <c:v>8.1573782895514625E-3</c:v>
                </c:pt>
                <c:pt idx="8199">
                  <c:v>7.8263542430189407E-3</c:v>
                </c:pt>
                <c:pt idx="8200">
                  <c:v>7.8499988177712626E-3</c:v>
                </c:pt>
                <c:pt idx="8201">
                  <c:v>8.2283120138084316E-3</c:v>
                </c:pt>
                <c:pt idx="8202">
                  <c:v>8.1573782895514625E-3</c:v>
                </c:pt>
                <c:pt idx="8203">
                  <c:v>7.8972879672759098E-3</c:v>
                </c:pt>
                <c:pt idx="8204">
                  <c:v>7.9445771167805553E-3</c:v>
                </c:pt>
                <c:pt idx="8205">
                  <c:v>8.2992457380654007E-3</c:v>
                </c:pt>
                <c:pt idx="8206">
                  <c:v>8.2519565885607535E-3</c:v>
                </c:pt>
                <c:pt idx="8207">
                  <c:v>7.8972879672759098E-3</c:v>
                </c:pt>
                <c:pt idx="8208">
                  <c:v>7.8027096682666171E-3</c:v>
                </c:pt>
                <c:pt idx="8209">
                  <c:v>8.1573782895514625E-3</c:v>
                </c:pt>
                <c:pt idx="8210">
                  <c:v>8.0864445652944934E-3</c:v>
                </c:pt>
                <c:pt idx="8211">
                  <c:v>7.7554205187619707E-3</c:v>
                </c:pt>
                <c:pt idx="8212">
                  <c:v>7.7081313692573244E-3</c:v>
                </c:pt>
                <c:pt idx="8213">
                  <c:v>8.0627999905421716E-3</c:v>
                </c:pt>
                <c:pt idx="8214">
                  <c:v>8.0627999905421716E-3</c:v>
                </c:pt>
                <c:pt idx="8215">
                  <c:v>7.8263542430189407E-3</c:v>
                </c:pt>
                <c:pt idx="8216">
                  <c:v>7.7081313692573244E-3</c:v>
                </c:pt>
                <c:pt idx="8217">
                  <c:v>8.0627999905421716E-3</c:v>
                </c:pt>
                <c:pt idx="8218">
                  <c:v>8.110089140046817E-3</c:v>
                </c:pt>
                <c:pt idx="8219">
                  <c:v>7.9445771167805553E-3</c:v>
                </c:pt>
                <c:pt idx="8220">
                  <c:v>7.8027096682666171E-3</c:v>
                </c:pt>
                <c:pt idx="8221">
                  <c:v>8.1810228643037844E-3</c:v>
                </c:pt>
                <c:pt idx="8222">
                  <c:v>8.1337337147991389E-3</c:v>
                </c:pt>
                <c:pt idx="8223">
                  <c:v>7.8027096682666171E-3</c:v>
                </c:pt>
                <c:pt idx="8224">
                  <c:v>7.6135530702480317E-3</c:v>
                </c:pt>
                <c:pt idx="8225">
                  <c:v>8.0155108410375243E-3</c:v>
                </c:pt>
                <c:pt idx="8226">
                  <c:v>8.1337337147991389E-3</c:v>
                </c:pt>
                <c:pt idx="8227">
                  <c:v>7.9209325420282316E-3</c:v>
                </c:pt>
                <c:pt idx="8228">
                  <c:v>7.7790650935142935E-3</c:v>
                </c:pt>
                <c:pt idx="8229">
                  <c:v>8.110089140046817E-3</c:v>
                </c:pt>
                <c:pt idx="8230">
                  <c:v>8.1573782895514625E-3</c:v>
                </c:pt>
                <c:pt idx="8231">
                  <c:v>7.8499988177712626E-3</c:v>
                </c:pt>
                <c:pt idx="8232">
                  <c:v>7.6371976450003553E-3</c:v>
                </c:pt>
                <c:pt idx="8233">
                  <c:v>7.8736433925235862E-3</c:v>
                </c:pt>
                <c:pt idx="8234">
                  <c:v>7.8972879672759098E-3</c:v>
                </c:pt>
                <c:pt idx="8235">
                  <c:v>7.660842219752678E-3</c:v>
                </c:pt>
                <c:pt idx="8236">
                  <c:v>7.5426193459910626E-3</c:v>
                </c:pt>
                <c:pt idx="8237">
                  <c:v>7.9682216915328789E-3</c:v>
                </c:pt>
                <c:pt idx="8238">
                  <c:v>8.0864445652944934E-3</c:v>
                </c:pt>
                <c:pt idx="8239">
                  <c:v>7.8736433925235862E-3</c:v>
                </c:pt>
                <c:pt idx="8240">
                  <c:v>7.6371976450003553E-3</c:v>
                </c:pt>
                <c:pt idx="8241">
                  <c:v>7.8972879672759098E-3</c:v>
                </c:pt>
                <c:pt idx="8242">
                  <c:v>8.0155108410375243E-3</c:v>
                </c:pt>
                <c:pt idx="8243">
                  <c:v>7.8263542430189407E-3</c:v>
                </c:pt>
                <c:pt idx="8244">
                  <c:v>7.6135530702480317E-3</c:v>
                </c:pt>
                <c:pt idx="8245">
                  <c:v>7.9209325420282316E-3</c:v>
                </c:pt>
                <c:pt idx="8246">
                  <c:v>8.0627999905421716E-3</c:v>
                </c:pt>
                <c:pt idx="8247">
                  <c:v>7.8972879672759098E-3</c:v>
                </c:pt>
                <c:pt idx="8248">
                  <c:v>7.6135530702480317E-3</c:v>
                </c:pt>
                <c:pt idx="8249">
                  <c:v>7.9209325420282316E-3</c:v>
                </c:pt>
                <c:pt idx="8250">
                  <c:v>8.110089140046817E-3</c:v>
                </c:pt>
                <c:pt idx="8251">
                  <c:v>7.9445771167805553E-3</c:v>
                </c:pt>
                <c:pt idx="8252">
                  <c:v>7.7081313692573244E-3</c:v>
                </c:pt>
                <c:pt idx="8253">
                  <c:v>7.9918662662852007E-3</c:v>
                </c:pt>
                <c:pt idx="8254">
                  <c:v>8.204667439056108E-3</c:v>
                </c:pt>
                <c:pt idx="8255">
                  <c:v>8.0391554157898479E-3</c:v>
                </c:pt>
                <c:pt idx="8256">
                  <c:v>7.8499988177712626E-3</c:v>
                </c:pt>
                <c:pt idx="8257">
                  <c:v>8.1573782895514625E-3</c:v>
                </c:pt>
                <c:pt idx="8258">
                  <c:v>8.2992457380654007E-3</c:v>
                </c:pt>
                <c:pt idx="8259">
                  <c:v>8.0864445652944934E-3</c:v>
                </c:pt>
                <c:pt idx="8260">
                  <c:v>7.7790650935142935E-3</c:v>
                </c:pt>
                <c:pt idx="8261">
                  <c:v>7.9445771167805553E-3</c:v>
                </c:pt>
                <c:pt idx="8262">
                  <c:v>8.1337337147991389E-3</c:v>
                </c:pt>
                <c:pt idx="8263">
                  <c:v>7.9918662662852007E-3</c:v>
                </c:pt>
                <c:pt idx="8264">
                  <c:v>7.660842219752678E-3</c:v>
                </c:pt>
                <c:pt idx="8265">
                  <c:v>7.8263542430189407E-3</c:v>
                </c:pt>
                <c:pt idx="8266">
                  <c:v>8.0627999905421716E-3</c:v>
                </c:pt>
                <c:pt idx="8267">
                  <c:v>7.8736433925235862E-3</c:v>
                </c:pt>
                <c:pt idx="8268">
                  <c:v>7.6135530702480317E-3</c:v>
                </c:pt>
                <c:pt idx="8269">
                  <c:v>7.8499988177712626E-3</c:v>
                </c:pt>
                <c:pt idx="8270">
                  <c:v>8.110089140046817E-3</c:v>
                </c:pt>
                <c:pt idx="8271">
                  <c:v>7.9682216915328789E-3</c:v>
                </c:pt>
                <c:pt idx="8272">
                  <c:v>7.7081313692573244E-3</c:v>
                </c:pt>
                <c:pt idx="8273">
                  <c:v>7.8499988177712626E-3</c:v>
                </c:pt>
                <c:pt idx="8274">
                  <c:v>8.110089140046817E-3</c:v>
                </c:pt>
                <c:pt idx="8275">
                  <c:v>7.9682216915328789E-3</c:v>
                </c:pt>
                <c:pt idx="8276">
                  <c:v>7.6371976450003553E-3</c:v>
                </c:pt>
                <c:pt idx="8277">
                  <c:v>7.7081313692573244E-3</c:v>
                </c:pt>
                <c:pt idx="8278">
                  <c:v>7.9918662662852007E-3</c:v>
                </c:pt>
                <c:pt idx="8279">
                  <c:v>7.9209325420282316E-3</c:v>
                </c:pt>
                <c:pt idx="8280">
                  <c:v>7.6371976450003553E-3</c:v>
                </c:pt>
                <c:pt idx="8281">
                  <c:v>7.7317759440096471E-3</c:v>
                </c:pt>
                <c:pt idx="8282">
                  <c:v>8.0627999905421716E-3</c:v>
                </c:pt>
                <c:pt idx="8283">
                  <c:v>8.0627999905421716E-3</c:v>
                </c:pt>
                <c:pt idx="8284">
                  <c:v>7.7790650935142935E-3</c:v>
                </c:pt>
                <c:pt idx="8285">
                  <c:v>7.8972879672759098E-3</c:v>
                </c:pt>
                <c:pt idx="8286">
                  <c:v>8.204667439056108E-3</c:v>
                </c:pt>
                <c:pt idx="8287">
                  <c:v>8.1337337147991389E-3</c:v>
                </c:pt>
                <c:pt idx="8288">
                  <c:v>7.8499988177712626E-3</c:v>
                </c:pt>
                <c:pt idx="8289">
                  <c:v>7.9209325420282316E-3</c:v>
                </c:pt>
                <c:pt idx="8290">
                  <c:v>8.2756011633130771E-3</c:v>
                </c:pt>
                <c:pt idx="8291">
                  <c:v>8.2283120138084316E-3</c:v>
                </c:pt>
                <c:pt idx="8292">
                  <c:v>7.9445771167805553E-3</c:v>
                </c:pt>
                <c:pt idx="8293">
                  <c:v>7.9682216915328789E-3</c:v>
                </c:pt>
                <c:pt idx="8294">
                  <c:v>8.2756011633130771E-3</c:v>
                </c:pt>
                <c:pt idx="8295">
                  <c:v>8.1337337147991389E-3</c:v>
                </c:pt>
                <c:pt idx="8296">
                  <c:v>7.7317759440096471E-3</c:v>
                </c:pt>
                <c:pt idx="8297">
                  <c:v>7.6371976450003553E-3</c:v>
                </c:pt>
                <c:pt idx="8298">
                  <c:v>7.9682216915328789E-3</c:v>
                </c:pt>
                <c:pt idx="8299">
                  <c:v>7.9445771167805553E-3</c:v>
                </c:pt>
                <c:pt idx="8300">
                  <c:v>7.660842219752678E-3</c:v>
                </c:pt>
                <c:pt idx="8301">
                  <c:v>7.6844867945050016E-3</c:v>
                </c:pt>
                <c:pt idx="8302">
                  <c:v>8.0627999905421716E-3</c:v>
                </c:pt>
                <c:pt idx="8303">
                  <c:v>8.1337337147991389E-3</c:v>
                </c:pt>
                <c:pt idx="8304">
                  <c:v>7.8736433925235862E-3</c:v>
                </c:pt>
                <c:pt idx="8305">
                  <c:v>7.8972879672759098E-3</c:v>
                </c:pt>
                <c:pt idx="8306">
                  <c:v>8.2992457380654007E-3</c:v>
                </c:pt>
                <c:pt idx="8307">
                  <c:v>8.2992457380654007E-3</c:v>
                </c:pt>
                <c:pt idx="8308">
                  <c:v>8.0155108410375243E-3</c:v>
                </c:pt>
                <c:pt idx="8309">
                  <c:v>7.8972879672759098E-3</c:v>
                </c:pt>
                <c:pt idx="8310">
                  <c:v>8.1810228643037844E-3</c:v>
                </c:pt>
                <c:pt idx="8311">
                  <c:v>8.204667439056108E-3</c:v>
                </c:pt>
                <c:pt idx="8312">
                  <c:v>7.9209325420282316E-3</c:v>
                </c:pt>
                <c:pt idx="8313">
                  <c:v>7.8499988177712626E-3</c:v>
                </c:pt>
                <c:pt idx="8314">
                  <c:v>8.2283120138084316E-3</c:v>
                </c:pt>
                <c:pt idx="8315">
                  <c:v>8.3465348875700462E-3</c:v>
                </c:pt>
                <c:pt idx="8316">
                  <c:v>8.0627999905421716E-3</c:v>
                </c:pt>
                <c:pt idx="8317">
                  <c:v>7.8736433925235862E-3</c:v>
                </c:pt>
                <c:pt idx="8318">
                  <c:v>8.1337337147991389E-3</c:v>
                </c:pt>
                <c:pt idx="8319">
                  <c:v>8.1573782895514625E-3</c:v>
                </c:pt>
                <c:pt idx="8320">
                  <c:v>7.8736433925235862E-3</c:v>
                </c:pt>
                <c:pt idx="8321">
                  <c:v>7.7317759440096471E-3</c:v>
                </c:pt>
                <c:pt idx="8322">
                  <c:v>8.0391554157898479E-3</c:v>
                </c:pt>
                <c:pt idx="8323">
                  <c:v>8.0391554157898479E-3</c:v>
                </c:pt>
                <c:pt idx="8324">
                  <c:v>7.8027096682666171E-3</c:v>
                </c:pt>
                <c:pt idx="8325">
                  <c:v>7.6135530702480317E-3</c:v>
                </c:pt>
                <c:pt idx="8326">
                  <c:v>7.8027096682666171E-3</c:v>
                </c:pt>
                <c:pt idx="8327">
                  <c:v>7.8027096682666171E-3</c:v>
                </c:pt>
                <c:pt idx="8328">
                  <c:v>7.6371976450003553E-3</c:v>
                </c:pt>
                <c:pt idx="8329">
                  <c:v>7.5189747712387399E-3</c:v>
                </c:pt>
                <c:pt idx="8330">
                  <c:v>7.8972879672759098E-3</c:v>
                </c:pt>
                <c:pt idx="8331">
                  <c:v>8.0627999905421716E-3</c:v>
                </c:pt>
                <c:pt idx="8332">
                  <c:v>7.8972879672759098E-3</c:v>
                </c:pt>
                <c:pt idx="8333">
                  <c:v>7.6844867945050016E-3</c:v>
                </c:pt>
                <c:pt idx="8334">
                  <c:v>7.9918662662852007E-3</c:v>
                </c:pt>
                <c:pt idx="8335">
                  <c:v>8.0864445652944934E-3</c:v>
                </c:pt>
                <c:pt idx="8336">
                  <c:v>7.8499988177712626E-3</c:v>
                </c:pt>
                <c:pt idx="8337">
                  <c:v>7.6844867945050016E-3</c:v>
                </c:pt>
                <c:pt idx="8338">
                  <c:v>7.8972879672759098E-3</c:v>
                </c:pt>
                <c:pt idx="8339">
                  <c:v>8.0391554157898479E-3</c:v>
                </c:pt>
                <c:pt idx="8340">
                  <c:v>7.8263542430189407E-3</c:v>
                </c:pt>
                <c:pt idx="8341">
                  <c:v>7.5899084954957089E-3</c:v>
                </c:pt>
                <c:pt idx="8342">
                  <c:v>7.8736433925235862E-3</c:v>
                </c:pt>
                <c:pt idx="8343">
                  <c:v>8.0391554157898479E-3</c:v>
                </c:pt>
                <c:pt idx="8344">
                  <c:v>7.8263542430189407E-3</c:v>
                </c:pt>
                <c:pt idx="8345">
                  <c:v>7.5899084954957089E-3</c:v>
                </c:pt>
                <c:pt idx="8346">
                  <c:v>7.8972879672759098E-3</c:v>
                </c:pt>
                <c:pt idx="8347">
                  <c:v>8.0864445652944934E-3</c:v>
                </c:pt>
                <c:pt idx="8348">
                  <c:v>7.9445771167805553E-3</c:v>
                </c:pt>
                <c:pt idx="8349">
                  <c:v>7.6371976450003553E-3</c:v>
                </c:pt>
                <c:pt idx="8350">
                  <c:v>7.8499988177712626E-3</c:v>
                </c:pt>
                <c:pt idx="8351">
                  <c:v>8.0391554157898479E-3</c:v>
                </c:pt>
                <c:pt idx="8352">
                  <c:v>7.8499988177712626E-3</c:v>
                </c:pt>
                <c:pt idx="8353">
                  <c:v>7.5662639207433853E-3</c:v>
                </c:pt>
                <c:pt idx="8354">
                  <c:v>7.8027096682666171E-3</c:v>
                </c:pt>
                <c:pt idx="8355">
                  <c:v>8.0391554157898479E-3</c:v>
                </c:pt>
                <c:pt idx="8356">
                  <c:v>7.8736433925235862E-3</c:v>
                </c:pt>
                <c:pt idx="8357">
                  <c:v>7.5662639207433853E-3</c:v>
                </c:pt>
                <c:pt idx="8358">
                  <c:v>7.8027096682666171E-3</c:v>
                </c:pt>
                <c:pt idx="8359">
                  <c:v>8.0864445652944934E-3</c:v>
                </c:pt>
                <c:pt idx="8360">
                  <c:v>7.9209325420282316E-3</c:v>
                </c:pt>
                <c:pt idx="8361">
                  <c:v>7.6371976450003553E-3</c:v>
                </c:pt>
                <c:pt idx="8362">
                  <c:v>7.8027096682666171E-3</c:v>
                </c:pt>
                <c:pt idx="8363">
                  <c:v>8.0391554157898479E-3</c:v>
                </c:pt>
                <c:pt idx="8364">
                  <c:v>7.9445771167805553E-3</c:v>
                </c:pt>
                <c:pt idx="8365">
                  <c:v>7.660842219752678E-3</c:v>
                </c:pt>
                <c:pt idx="8366">
                  <c:v>7.8499988177712626E-3</c:v>
                </c:pt>
                <c:pt idx="8367">
                  <c:v>8.110089140046817E-3</c:v>
                </c:pt>
                <c:pt idx="8368">
                  <c:v>7.9682216915328789E-3</c:v>
                </c:pt>
                <c:pt idx="8369">
                  <c:v>7.6371976450003553E-3</c:v>
                </c:pt>
                <c:pt idx="8370">
                  <c:v>7.7554205187619707E-3</c:v>
                </c:pt>
                <c:pt idx="8371">
                  <c:v>8.0155108410375243E-3</c:v>
                </c:pt>
                <c:pt idx="8372">
                  <c:v>7.8972879672759098E-3</c:v>
                </c:pt>
                <c:pt idx="8373">
                  <c:v>7.4953301964864162E-3</c:v>
                </c:pt>
                <c:pt idx="8374">
                  <c:v>7.5662639207433853E-3</c:v>
                </c:pt>
                <c:pt idx="8375">
                  <c:v>7.8499988177712626E-3</c:v>
                </c:pt>
                <c:pt idx="8376">
                  <c:v>7.7790650935142935E-3</c:v>
                </c:pt>
                <c:pt idx="8377">
                  <c:v>7.4953301964864162E-3</c:v>
                </c:pt>
                <c:pt idx="8378">
                  <c:v>7.5899084954957089E-3</c:v>
                </c:pt>
                <c:pt idx="8379">
                  <c:v>7.7790650935142935E-3</c:v>
                </c:pt>
                <c:pt idx="8380">
                  <c:v>7.8027096682666171E-3</c:v>
                </c:pt>
                <c:pt idx="8381">
                  <c:v>7.5662639207433853E-3</c:v>
                </c:pt>
                <c:pt idx="8382">
                  <c:v>7.7790650935142935E-3</c:v>
                </c:pt>
                <c:pt idx="8383">
                  <c:v>8.1573782895514625E-3</c:v>
                </c:pt>
                <c:pt idx="8384">
                  <c:v>8.1337337147991389E-3</c:v>
                </c:pt>
                <c:pt idx="8385">
                  <c:v>7.7790650935142935E-3</c:v>
                </c:pt>
                <c:pt idx="8386">
                  <c:v>7.8263542430189407E-3</c:v>
                </c:pt>
                <c:pt idx="8387">
                  <c:v>8.0627999905421716E-3</c:v>
                </c:pt>
                <c:pt idx="8388">
                  <c:v>7.9918662662852007E-3</c:v>
                </c:pt>
                <c:pt idx="8389">
                  <c:v>7.7554205187619707E-3</c:v>
                </c:pt>
                <c:pt idx="8390">
                  <c:v>7.7554205187619707E-3</c:v>
                </c:pt>
                <c:pt idx="8391">
                  <c:v>8.0155108410375243E-3</c:v>
                </c:pt>
                <c:pt idx="8392">
                  <c:v>7.9918662662852007E-3</c:v>
                </c:pt>
                <c:pt idx="8393">
                  <c:v>7.7790650935142935E-3</c:v>
                </c:pt>
                <c:pt idx="8394">
                  <c:v>7.7790650935142935E-3</c:v>
                </c:pt>
                <c:pt idx="8395">
                  <c:v>7.9918662662852007E-3</c:v>
                </c:pt>
                <c:pt idx="8396">
                  <c:v>7.9918662662852007E-3</c:v>
                </c:pt>
                <c:pt idx="8397">
                  <c:v>7.6844867945050016E-3</c:v>
                </c:pt>
                <c:pt idx="8398">
                  <c:v>7.5899084954957089E-3</c:v>
                </c:pt>
                <c:pt idx="8399">
                  <c:v>7.8972879672759098E-3</c:v>
                </c:pt>
                <c:pt idx="8400">
                  <c:v>7.8972879672759098E-3</c:v>
                </c:pt>
                <c:pt idx="8401">
                  <c:v>7.5662639207433853E-3</c:v>
                </c:pt>
                <c:pt idx="8402">
                  <c:v>7.5426193459910626E-3</c:v>
                </c:pt>
                <c:pt idx="8403">
                  <c:v>7.8263542430189407E-3</c:v>
                </c:pt>
                <c:pt idx="8404">
                  <c:v>7.9682216915328789E-3</c:v>
                </c:pt>
                <c:pt idx="8405">
                  <c:v>7.7554205187619707E-3</c:v>
                </c:pt>
                <c:pt idx="8406">
                  <c:v>7.5899084954957089E-3</c:v>
                </c:pt>
                <c:pt idx="8407">
                  <c:v>7.8736433925235862E-3</c:v>
                </c:pt>
                <c:pt idx="8408">
                  <c:v>7.9445771167805553E-3</c:v>
                </c:pt>
                <c:pt idx="8409">
                  <c:v>7.7081313692573244E-3</c:v>
                </c:pt>
                <c:pt idx="8410">
                  <c:v>7.5899084954957089E-3</c:v>
                </c:pt>
                <c:pt idx="8411">
                  <c:v>7.8499988177712626E-3</c:v>
                </c:pt>
                <c:pt idx="8412">
                  <c:v>7.8499988177712626E-3</c:v>
                </c:pt>
                <c:pt idx="8413">
                  <c:v>7.5426193459910626E-3</c:v>
                </c:pt>
                <c:pt idx="8414">
                  <c:v>7.4243964722294472E-3</c:v>
                </c:pt>
                <c:pt idx="8415">
                  <c:v>7.8263542430189407E-3</c:v>
                </c:pt>
                <c:pt idx="8416">
                  <c:v>7.9918662662852007E-3</c:v>
                </c:pt>
                <c:pt idx="8417">
                  <c:v>7.7554205187619707E-3</c:v>
                </c:pt>
                <c:pt idx="8418">
                  <c:v>7.6135530702480317E-3</c:v>
                </c:pt>
                <c:pt idx="8419">
                  <c:v>7.9682216915328789E-3</c:v>
                </c:pt>
                <c:pt idx="8420">
                  <c:v>8.110089140046817E-3</c:v>
                </c:pt>
                <c:pt idx="8421">
                  <c:v>7.8499988177712626E-3</c:v>
                </c:pt>
                <c:pt idx="8422">
                  <c:v>7.5899084954957089E-3</c:v>
                </c:pt>
                <c:pt idx="8423">
                  <c:v>7.9445771167805553E-3</c:v>
                </c:pt>
                <c:pt idx="8424">
                  <c:v>8.1573782895514625E-3</c:v>
                </c:pt>
                <c:pt idx="8425">
                  <c:v>7.9445771167805553E-3</c:v>
                </c:pt>
                <c:pt idx="8426">
                  <c:v>7.7554205187619707E-3</c:v>
                </c:pt>
                <c:pt idx="8427">
                  <c:v>8.110089140046817E-3</c:v>
                </c:pt>
                <c:pt idx="8428">
                  <c:v>8.2756011633130771E-3</c:v>
                </c:pt>
                <c:pt idx="8429">
                  <c:v>8.0391554157898479E-3</c:v>
                </c:pt>
                <c:pt idx="8430">
                  <c:v>7.7081313692573244E-3</c:v>
                </c:pt>
                <c:pt idx="8431">
                  <c:v>7.9918662662852007E-3</c:v>
                </c:pt>
                <c:pt idx="8432">
                  <c:v>8.0864445652944934E-3</c:v>
                </c:pt>
                <c:pt idx="8433">
                  <c:v>7.9209325420282316E-3</c:v>
                </c:pt>
                <c:pt idx="8434">
                  <c:v>7.7081313692573244E-3</c:v>
                </c:pt>
                <c:pt idx="8435">
                  <c:v>7.9918662662852007E-3</c:v>
                </c:pt>
                <c:pt idx="8436">
                  <c:v>8.110089140046817E-3</c:v>
                </c:pt>
                <c:pt idx="8437">
                  <c:v>7.9918662662852007E-3</c:v>
                </c:pt>
                <c:pt idx="8438">
                  <c:v>7.7554205187619707E-3</c:v>
                </c:pt>
                <c:pt idx="8439">
                  <c:v>8.0864445652944934E-3</c:v>
                </c:pt>
                <c:pt idx="8440">
                  <c:v>8.2756011633130771E-3</c:v>
                </c:pt>
                <c:pt idx="8441">
                  <c:v>8.0155108410375243E-3</c:v>
                </c:pt>
                <c:pt idx="8442">
                  <c:v>7.6135530702480317E-3</c:v>
                </c:pt>
                <c:pt idx="8443">
                  <c:v>7.9209325420282316E-3</c:v>
                </c:pt>
                <c:pt idx="8444">
                  <c:v>8.1810228643037844E-3</c:v>
                </c:pt>
                <c:pt idx="8445">
                  <c:v>8.0627999905421716E-3</c:v>
                </c:pt>
                <c:pt idx="8446">
                  <c:v>7.7790650935142935E-3</c:v>
                </c:pt>
                <c:pt idx="8447">
                  <c:v>8.110089140046817E-3</c:v>
                </c:pt>
                <c:pt idx="8448">
                  <c:v>8.3465348875700462E-3</c:v>
                </c:pt>
                <c:pt idx="8449">
                  <c:v>8.1573782895514625E-3</c:v>
                </c:pt>
                <c:pt idx="8450">
                  <c:v>7.6371976450003553E-3</c:v>
                </c:pt>
                <c:pt idx="8451">
                  <c:v>7.7790650935142935E-3</c:v>
                </c:pt>
                <c:pt idx="8452">
                  <c:v>7.9445771167805553E-3</c:v>
                </c:pt>
                <c:pt idx="8453">
                  <c:v>7.8736433925235862E-3</c:v>
                </c:pt>
                <c:pt idx="8454">
                  <c:v>7.5662639207433853E-3</c:v>
                </c:pt>
                <c:pt idx="8455">
                  <c:v>7.7790650935142935E-3</c:v>
                </c:pt>
                <c:pt idx="8456">
                  <c:v>8.0864445652944934E-3</c:v>
                </c:pt>
                <c:pt idx="8457">
                  <c:v>8.0391554157898479E-3</c:v>
                </c:pt>
                <c:pt idx="8458">
                  <c:v>7.6844867945050016E-3</c:v>
                </c:pt>
                <c:pt idx="8459">
                  <c:v>7.8736433925235862E-3</c:v>
                </c:pt>
                <c:pt idx="8460">
                  <c:v>8.110089140046817E-3</c:v>
                </c:pt>
                <c:pt idx="8461">
                  <c:v>7.9918662662852007E-3</c:v>
                </c:pt>
                <c:pt idx="8462">
                  <c:v>7.6371976450003553E-3</c:v>
                </c:pt>
                <c:pt idx="8463">
                  <c:v>7.8027096682666171E-3</c:v>
                </c:pt>
                <c:pt idx="8464">
                  <c:v>8.0627999905421716E-3</c:v>
                </c:pt>
                <c:pt idx="8465">
                  <c:v>7.9445771167805553E-3</c:v>
                </c:pt>
                <c:pt idx="8466">
                  <c:v>7.4716856217340935E-3</c:v>
                </c:pt>
                <c:pt idx="8467">
                  <c:v>7.5662639207433853E-3</c:v>
                </c:pt>
                <c:pt idx="8468">
                  <c:v>7.8972879672759098E-3</c:v>
                </c:pt>
                <c:pt idx="8469">
                  <c:v>7.8499988177712626E-3</c:v>
                </c:pt>
                <c:pt idx="8470">
                  <c:v>7.5899084954957089E-3</c:v>
                </c:pt>
                <c:pt idx="8471">
                  <c:v>7.8499988177712626E-3</c:v>
                </c:pt>
                <c:pt idx="8472">
                  <c:v>8.110089140046817E-3</c:v>
                </c:pt>
                <c:pt idx="8473">
                  <c:v>8.0864445652944934E-3</c:v>
                </c:pt>
                <c:pt idx="8474">
                  <c:v>7.8027096682666171E-3</c:v>
                </c:pt>
                <c:pt idx="8475">
                  <c:v>7.8972879672759098E-3</c:v>
                </c:pt>
                <c:pt idx="8476">
                  <c:v>8.204667439056108E-3</c:v>
                </c:pt>
                <c:pt idx="8477">
                  <c:v>8.1573782895514625E-3</c:v>
                </c:pt>
                <c:pt idx="8478">
                  <c:v>7.8027096682666171E-3</c:v>
                </c:pt>
                <c:pt idx="8479">
                  <c:v>7.9209325420282316E-3</c:v>
                </c:pt>
                <c:pt idx="8480">
                  <c:v>8.2519565885607535E-3</c:v>
                </c:pt>
                <c:pt idx="8481">
                  <c:v>8.1573782895514625E-3</c:v>
                </c:pt>
                <c:pt idx="8482">
                  <c:v>7.7790650935142935E-3</c:v>
                </c:pt>
                <c:pt idx="8483">
                  <c:v>7.7317759440096471E-3</c:v>
                </c:pt>
                <c:pt idx="8484">
                  <c:v>8.0864445652944934E-3</c:v>
                </c:pt>
                <c:pt idx="8485">
                  <c:v>8.0155108410375243E-3</c:v>
                </c:pt>
                <c:pt idx="8486">
                  <c:v>7.6371976450003553E-3</c:v>
                </c:pt>
                <c:pt idx="8487">
                  <c:v>7.5899084954957089E-3</c:v>
                </c:pt>
                <c:pt idx="8488">
                  <c:v>7.9682216915328789E-3</c:v>
                </c:pt>
                <c:pt idx="8489">
                  <c:v>7.9918662662852007E-3</c:v>
                </c:pt>
                <c:pt idx="8490">
                  <c:v>7.6844867945050016E-3</c:v>
                </c:pt>
                <c:pt idx="8491">
                  <c:v>7.5662639207433853E-3</c:v>
                </c:pt>
                <c:pt idx="8492">
                  <c:v>7.8972879672759098E-3</c:v>
                </c:pt>
                <c:pt idx="8493">
                  <c:v>7.9682216915328789E-3</c:v>
                </c:pt>
                <c:pt idx="8494">
                  <c:v>7.7554205187619707E-3</c:v>
                </c:pt>
                <c:pt idx="8495">
                  <c:v>7.660842219752678E-3</c:v>
                </c:pt>
                <c:pt idx="8496">
                  <c:v>7.9918662662852007E-3</c:v>
                </c:pt>
                <c:pt idx="8497">
                  <c:v>8.0155108410375243E-3</c:v>
                </c:pt>
                <c:pt idx="8498">
                  <c:v>7.7790650935142935E-3</c:v>
                </c:pt>
                <c:pt idx="8499">
                  <c:v>7.7317759440096471E-3</c:v>
                </c:pt>
                <c:pt idx="8500">
                  <c:v>8.0864445652944934E-3</c:v>
                </c:pt>
                <c:pt idx="8501">
                  <c:v>8.0627999905421716E-3</c:v>
                </c:pt>
                <c:pt idx="8502">
                  <c:v>7.7554205187619707E-3</c:v>
                </c:pt>
                <c:pt idx="8503">
                  <c:v>7.5189747712387399E-3</c:v>
                </c:pt>
                <c:pt idx="8504">
                  <c:v>7.8263542430189407E-3</c:v>
                </c:pt>
                <c:pt idx="8505">
                  <c:v>7.9209325420282316E-3</c:v>
                </c:pt>
                <c:pt idx="8506">
                  <c:v>7.6135530702480317E-3</c:v>
                </c:pt>
                <c:pt idx="8507">
                  <c:v>7.3534627479724781E-3</c:v>
                </c:pt>
                <c:pt idx="8508">
                  <c:v>7.6844867945050016E-3</c:v>
                </c:pt>
                <c:pt idx="8509">
                  <c:v>7.7790650935142935E-3</c:v>
                </c:pt>
                <c:pt idx="8510">
                  <c:v>7.5662639207433853E-3</c:v>
                </c:pt>
                <c:pt idx="8511">
                  <c:v>7.4007518974771244E-3</c:v>
                </c:pt>
                <c:pt idx="8512">
                  <c:v>7.8499988177712626E-3</c:v>
                </c:pt>
                <c:pt idx="8513">
                  <c:v>7.9918662662852007E-3</c:v>
                </c:pt>
                <c:pt idx="8514">
                  <c:v>7.8027096682666171E-3</c:v>
                </c:pt>
                <c:pt idx="8515">
                  <c:v>7.6844867945050016E-3</c:v>
                </c:pt>
                <c:pt idx="8516">
                  <c:v>8.0864445652944934E-3</c:v>
                </c:pt>
                <c:pt idx="8517">
                  <c:v>8.2283120138084316E-3</c:v>
                </c:pt>
                <c:pt idx="8518">
                  <c:v>8.0391554157898479E-3</c:v>
                </c:pt>
                <c:pt idx="8519">
                  <c:v>7.7317759440096471E-3</c:v>
                </c:pt>
                <c:pt idx="8520">
                  <c:v>8.0155108410375243E-3</c:v>
                </c:pt>
                <c:pt idx="8521">
                  <c:v>8.1337337147991389E-3</c:v>
                </c:pt>
                <c:pt idx="8522">
                  <c:v>7.9682216915328789E-3</c:v>
                </c:pt>
                <c:pt idx="8523">
                  <c:v>7.7317759440096471E-3</c:v>
                </c:pt>
                <c:pt idx="8524">
                  <c:v>8.0627999905421716E-3</c:v>
                </c:pt>
                <c:pt idx="8525">
                  <c:v>8.2283120138084316E-3</c:v>
                </c:pt>
                <c:pt idx="8526">
                  <c:v>7.9918662662852007E-3</c:v>
                </c:pt>
                <c:pt idx="8527">
                  <c:v>7.7081313692573244E-3</c:v>
                </c:pt>
                <c:pt idx="8528">
                  <c:v>7.9682216915328789E-3</c:v>
                </c:pt>
                <c:pt idx="8529">
                  <c:v>8.204667439056108E-3</c:v>
                </c:pt>
                <c:pt idx="8530">
                  <c:v>8.0391554157898479E-3</c:v>
                </c:pt>
                <c:pt idx="8531">
                  <c:v>7.7317759440096471E-3</c:v>
                </c:pt>
                <c:pt idx="8532">
                  <c:v>7.9918662662852007E-3</c:v>
                </c:pt>
                <c:pt idx="8533">
                  <c:v>8.1810228643037844E-3</c:v>
                </c:pt>
                <c:pt idx="8534">
                  <c:v>8.0627999905421716E-3</c:v>
                </c:pt>
                <c:pt idx="8535">
                  <c:v>7.7790650935142935E-3</c:v>
                </c:pt>
                <c:pt idx="8536">
                  <c:v>7.9445771167805553E-3</c:v>
                </c:pt>
                <c:pt idx="8537">
                  <c:v>8.0864445652944934E-3</c:v>
                </c:pt>
                <c:pt idx="8538">
                  <c:v>8.0155108410375243E-3</c:v>
                </c:pt>
                <c:pt idx="8539">
                  <c:v>7.6844867945050016E-3</c:v>
                </c:pt>
                <c:pt idx="8540">
                  <c:v>7.8972879672759098E-3</c:v>
                </c:pt>
                <c:pt idx="8541">
                  <c:v>8.0627999905421716E-3</c:v>
                </c:pt>
                <c:pt idx="8542">
                  <c:v>7.8736433925235862E-3</c:v>
                </c:pt>
                <c:pt idx="8543">
                  <c:v>7.4716856217340935E-3</c:v>
                </c:pt>
                <c:pt idx="8544">
                  <c:v>7.6371976450003553E-3</c:v>
                </c:pt>
                <c:pt idx="8545">
                  <c:v>7.9682216915328789E-3</c:v>
                </c:pt>
                <c:pt idx="8546">
                  <c:v>7.8263542430189407E-3</c:v>
                </c:pt>
                <c:pt idx="8547">
                  <c:v>7.5426193459910626E-3</c:v>
                </c:pt>
                <c:pt idx="8548">
                  <c:v>7.7790650935142935E-3</c:v>
                </c:pt>
                <c:pt idx="8549">
                  <c:v>8.0391554157898479E-3</c:v>
                </c:pt>
                <c:pt idx="8550">
                  <c:v>7.8499988177712626E-3</c:v>
                </c:pt>
                <c:pt idx="8551">
                  <c:v>7.4716856217340935E-3</c:v>
                </c:pt>
                <c:pt idx="8552">
                  <c:v>7.5899084954957089E-3</c:v>
                </c:pt>
                <c:pt idx="8553">
                  <c:v>7.8736433925235862E-3</c:v>
                </c:pt>
                <c:pt idx="8554">
                  <c:v>7.7554205187619707E-3</c:v>
                </c:pt>
                <c:pt idx="8555">
                  <c:v>7.4480410469817699E-3</c:v>
                </c:pt>
                <c:pt idx="8556">
                  <c:v>7.4716856217340935E-3</c:v>
                </c:pt>
                <c:pt idx="8557">
                  <c:v>7.7317759440096471E-3</c:v>
                </c:pt>
                <c:pt idx="8558">
                  <c:v>7.6844867945050016E-3</c:v>
                </c:pt>
                <c:pt idx="8559">
                  <c:v>7.4480410469817699E-3</c:v>
                </c:pt>
                <c:pt idx="8560">
                  <c:v>7.5899084954957089E-3</c:v>
                </c:pt>
                <c:pt idx="8561">
                  <c:v>7.9445771167805553E-3</c:v>
                </c:pt>
                <c:pt idx="8562">
                  <c:v>7.8736433925235862E-3</c:v>
                </c:pt>
                <c:pt idx="8563">
                  <c:v>7.5899084954957089E-3</c:v>
                </c:pt>
                <c:pt idx="8564">
                  <c:v>7.5899084954957089E-3</c:v>
                </c:pt>
                <c:pt idx="8565">
                  <c:v>7.9682216915328789E-3</c:v>
                </c:pt>
                <c:pt idx="8566">
                  <c:v>7.9682216915328789E-3</c:v>
                </c:pt>
                <c:pt idx="8567">
                  <c:v>7.7554205187619707E-3</c:v>
                </c:pt>
                <c:pt idx="8568">
                  <c:v>7.7081313692573244E-3</c:v>
                </c:pt>
                <c:pt idx="8569">
                  <c:v>7.9682216915328789E-3</c:v>
                </c:pt>
                <c:pt idx="8570">
                  <c:v>7.9918662662852007E-3</c:v>
                </c:pt>
                <c:pt idx="8571">
                  <c:v>7.7790650935142935E-3</c:v>
                </c:pt>
                <c:pt idx="8572">
                  <c:v>7.8027096682666171E-3</c:v>
                </c:pt>
                <c:pt idx="8573">
                  <c:v>8.1573782895514625E-3</c:v>
                </c:pt>
                <c:pt idx="8574">
                  <c:v>8.110089140046817E-3</c:v>
                </c:pt>
                <c:pt idx="8575">
                  <c:v>7.8736433925235862E-3</c:v>
                </c:pt>
                <c:pt idx="8576">
                  <c:v>7.7554205187619707E-3</c:v>
                </c:pt>
                <c:pt idx="8577">
                  <c:v>8.1810228643037844E-3</c:v>
                </c:pt>
                <c:pt idx="8578">
                  <c:v>8.1810228643037844E-3</c:v>
                </c:pt>
                <c:pt idx="8579">
                  <c:v>7.8972879672759098E-3</c:v>
                </c:pt>
                <c:pt idx="8580">
                  <c:v>7.8027096682666171E-3</c:v>
                </c:pt>
                <c:pt idx="8581">
                  <c:v>8.1573782895514625E-3</c:v>
                </c:pt>
                <c:pt idx="8582">
                  <c:v>8.0864445652944934E-3</c:v>
                </c:pt>
                <c:pt idx="8583">
                  <c:v>7.7317759440096471E-3</c:v>
                </c:pt>
                <c:pt idx="8584">
                  <c:v>7.6135530702480317E-3</c:v>
                </c:pt>
                <c:pt idx="8585">
                  <c:v>7.9209325420282316E-3</c:v>
                </c:pt>
                <c:pt idx="8586">
                  <c:v>7.9209325420282316E-3</c:v>
                </c:pt>
                <c:pt idx="8587">
                  <c:v>7.7081313692573244E-3</c:v>
                </c:pt>
                <c:pt idx="8588">
                  <c:v>7.6371976450003553E-3</c:v>
                </c:pt>
                <c:pt idx="8589">
                  <c:v>8.0155108410375243E-3</c:v>
                </c:pt>
                <c:pt idx="8590">
                  <c:v>8.0627999905421716E-3</c:v>
                </c:pt>
                <c:pt idx="8591">
                  <c:v>7.8027096682666171E-3</c:v>
                </c:pt>
                <c:pt idx="8592">
                  <c:v>7.6135530702480317E-3</c:v>
                </c:pt>
                <c:pt idx="8593">
                  <c:v>7.9445771167805553E-3</c:v>
                </c:pt>
                <c:pt idx="8594">
                  <c:v>7.9209325420282316E-3</c:v>
                </c:pt>
                <c:pt idx="8595">
                  <c:v>7.7081313692573244E-3</c:v>
                </c:pt>
                <c:pt idx="8596">
                  <c:v>7.5189747712387399E-3</c:v>
                </c:pt>
                <c:pt idx="8597">
                  <c:v>7.9209325420282316E-3</c:v>
                </c:pt>
                <c:pt idx="8598">
                  <c:v>8.0864445652944934E-3</c:v>
                </c:pt>
                <c:pt idx="8599">
                  <c:v>7.8263542430189407E-3</c:v>
                </c:pt>
                <c:pt idx="8600">
                  <c:v>7.5189747712387399E-3</c:v>
                </c:pt>
                <c:pt idx="8601">
                  <c:v>7.9445771167805553E-3</c:v>
                </c:pt>
                <c:pt idx="8602">
                  <c:v>8.0627999905421716E-3</c:v>
                </c:pt>
                <c:pt idx="8603">
                  <c:v>7.8972879672759098E-3</c:v>
                </c:pt>
                <c:pt idx="8604">
                  <c:v>7.7317759440096471E-3</c:v>
                </c:pt>
                <c:pt idx="8605">
                  <c:v>8.0391554157898479E-3</c:v>
                </c:pt>
                <c:pt idx="8606">
                  <c:v>8.1573782895514625E-3</c:v>
                </c:pt>
                <c:pt idx="8607">
                  <c:v>7.9209325420282316E-3</c:v>
                </c:pt>
                <c:pt idx="8608">
                  <c:v>7.6135530702480317E-3</c:v>
                </c:pt>
                <c:pt idx="8609">
                  <c:v>7.9209325420282316E-3</c:v>
                </c:pt>
                <c:pt idx="8610">
                  <c:v>8.0864445652944934E-3</c:v>
                </c:pt>
                <c:pt idx="8611">
                  <c:v>7.9682216915328789E-3</c:v>
                </c:pt>
                <c:pt idx="8612">
                  <c:v>7.6371976450003553E-3</c:v>
                </c:pt>
                <c:pt idx="8613">
                  <c:v>7.8972879672759098E-3</c:v>
                </c:pt>
                <c:pt idx="8614">
                  <c:v>8.0627999905421716E-3</c:v>
                </c:pt>
                <c:pt idx="8615">
                  <c:v>7.8499988177712626E-3</c:v>
                </c:pt>
                <c:pt idx="8616">
                  <c:v>7.5426193459910626E-3</c:v>
                </c:pt>
                <c:pt idx="8617">
                  <c:v>7.8263542430189407E-3</c:v>
                </c:pt>
                <c:pt idx="8618">
                  <c:v>8.0155108410375243E-3</c:v>
                </c:pt>
                <c:pt idx="8619">
                  <c:v>7.8263542430189407E-3</c:v>
                </c:pt>
                <c:pt idx="8620">
                  <c:v>7.4953301964864162E-3</c:v>
                </c:pt>
                <c:pt idx="8621">
                  <c:v>7.7317759440096471E-3</c:v>
                </c:pt>
                <c:pt idx="8622">
                  <c:v>7.9209325420282316E-3</c:v>
                </c:pt>
                <c:pt idx="8623">
                  <c:v>7.7081313692573244E-3</c:v>
                </c:pt>
                <c:pt idx="8624">
                  <c:v>7.3771073227248008E-3</c:v>
                </c:pt>
                <c:pt idx="8625">
                  <c:v>7.6135530702480317E-3</c:v>
                </c:pt>
                <c:pt idx="8626">
                  <c:v>7.8736433925235862E-3</c:v>
                </c:pt>
                <c:pt idx="8627">
                  <c:v>7.7790650935142935E-3</c:v>
                </c:pt>
                <c:pt idx="8628">
                  <c:v>7.6135530702480317E-3</c:v>
                </c:pt>
                <c:pt idx="8629">
                  <c:v>7.8736433925235862E-3</c:v>
                </c:pt>
                <c:pt idx="8630">
                  <c:v>8.0864445652944934E-3</c:v>
                </c:pt>
                <c:pt idx="8631">
                  <c:v>7.9445771167805553E-3</c:v>
                </c:pt>
                <c:pt idx="8632">
                  <c:v>7.6844867945050016E-3</c:v>
                </c:pt>
                <c:pt idx="8633">
                  <c:v>7.8736433925235862E-3</c:v>
                </c:pt>
                <c:pt idx="8634">
                  <c:v>8.1810228643037844E-3</c:v>
                </c:pt>
                <c:pt idx="8635">
                  <c:v>8.0627999905421716E-3</c:v>
                </c:pt>
                <c:pt idx="8636">
                  <c:v>7.7554205187619707E-3</c:v>
                </c:pt>
                <c:pt idx="8637">
                  <c:v>7.8263542430189407E-3</c:v>
                </c:pt>
                <c:pt idx="8638">
                  <c:v>8.110089140046817E-3</c:v>
                </c:pt>
                <c:pt idx="8639">
                  <c:v>7.9682216915328789E-3</c:v>
                </c:pt>
                <c:pt idx="8640">
                  <c:v>7.6371976450003553E-3</c:v>
                </c:pt>
                <c:pt idx="8641">
                  <c:v>7.8736433925235862E-3</c:v>
                </c:pt>
                <c:pt idx="8642">
                  <c:v>8.1573782895514625E-3</c:v>
                </c:pt>
                <c:pt idx="8643">
                  <c:v>8.0155108410375243E-3</c:v>
                </c:pt>
                <c:pt idx="8644">
                  <c:v>7.7081313692573244E-3</c:v>
                </c:pt>
                <c:pt idx="8645">
                  <c:v>7.7081313692573244E-3</c:v>
                </c:pt>
                <c:pt idx="8646">
                  <c:v>7.9918662662852007E-3</c:v>
                </c:pt>
                <c:pt idx="8647">
                  <c:v>7.8736433925235862E-3</c:v>
                </c:pt>
                <c:pt idx="8648">
                  <c:v>7.5426193459910626E-3</c:v>
                </c:pt>
                <c:pt idx="8649">
                  <c:v>7.6844867945050016E-3</c:v>
                </c:pt>
                <c:pt idx="8650">
                  <c:v>8.0627999905421716E-3</c:v>
                </c:pt>
                <c:pt idx="8651">
                  <c:v>8.0155108410375243E-3</c:v>
                </c:pt>
                <c:pt idx="8652">
                  <c:v>7.7554205187619707E-3</c:v>
                </c:pt>
                <c:pt idx="8653">
                  <c:v>7.7790650935142935E-3</c:v>
                </c:pt>
                <c:pt idx="8654">
                  <c:v>8.1810228643037844E-3</c:v>
                </c:pt>
                <c:pt idx="8655">
                  <c:v>8.1810228643037844E-3</c:v>
                </c:pt>
                <c:pt idx="8656">
                  <c:v>7.9209325420282316E-3</c:v>
                </c:pt>
                <c:pt idx="8657">
                  <c:v>7.8736433925235862E-3</c:v>
                </c:pt>
                <c:pt idx="8658">
                  <c:v>8.1573782895514625E-3</c:v>
                </c:pt>
                <c:pt idx="8659">
                  <c:v>8.0864445652944934E-3</c:v>
                </c:pt>
                <c:pt idx="8660">
                  <c:v>7.8027096682666171E-3</c:v>
                </c:pt>
                <c:pt idx="8661">
                  <c:v>7.8499988177712626E-3</c:v>
                </c:pt>
                <c:pt idx="8662">
                  <c:v>8.1810228643037844E-3</c:v>
                </c:pt>
                <c:pt idx="8663">
                  <c:v>8.204667439056108E-3</c:v>
                </c:pt>
                <c:pt idx="8664">
                  <c:v>7.9682216915328789E-3</c:v>
                </c:pt>
                <c:pt idx="8665">
                  <c:v>7.8972879672759098E-3</c:v>
                </c:pt>
                <c:pt idx="8666">
                  <c:v>8.2283120138084316E-3</c:v>
                </c:pt>
                <c:pt idx="8667">
                  <c:v>8.0627999905421716E-3</c:v>
                </c:pt>
                <c:pt idx="8668">
                  <c:v>7.660842219752678E-3</c:v>
                </c:pt>
                <c:pt idx="8669">
                  <c:v>7.5662639207433853E-3</c:v>
                </c:pt>
                <c:pt idx="8670">
                  <c:v>7.9209325420282316E-3</c:v>
                </c:pt>
                <c:pt idx="8671">
                  <c:v>7.9445771167805553E-3</c:v>
                </c:pt>
                <c:pt idx="8672">
                  <c:v>7.6371976450003553E-3</c:v>
                </c:pt>
                <c:pt idx="8673">
                  <c:v>7.6135530702480317E-3</c:v>
                </c:pt>
                <c:pt idx="8674">
                  <c:v>7.9445771167805553E-3</c:v>
                </c:pt>
                <c:pt idx="8675">
                  <c:v>7.9445771167805553E-3</c:v>
                </c:pt>
                <c:pt idx="8676">
                  <c:v>7.6844867945050016E-3</c:v>
                </c:pt>
                <c:pt idx="8677">
                  <c:v>7.5899084954957089E-3</c:v>
                </c:pt>
                <c:pt idx="8678">
                  <c:v>7.9918662662852007E-3</c:v>
                </c:pt>
                <c:pt idx="8679">
                  <c:v>8.0627999905421716E-3</c:v>
                </c:pt>
                <c:pt idx="8680">
                  <c:v>7.7317759440096471E-3</c:v>
                </c:pt>
                <c:pt idx="8681">
                  <c:v>7.5662639207433853E-3</c:v>
                </c:pt>
                <c:pt idx="8682">
                  <c:v>7.9209325420282316E-3</c:v>
                </c:pt>
                <c:pt idx="8683">
                  <c:v>7.9682216915328789E-3</c:v>
                </c:pt>
                <c:pt idx="8684">
                  <c:v>7.7317759440096471E-3</c:v>
                </c:pt>
                <c:pt idx="8685">
                  <c:v>7.6371976450003553E-3</c:v>
                </c:pt>
                <c:pt idx="8686">
                  <c:v>7.9209325420282316E-3</c:v>
                </c:pt>
                <c:pt idx="8687">
                  <c:v>7.9445771167805553E-3</c:v>
                </c:pt>
                <c:pt idx="8688">
                  <c:v>7.6844867945050016E-3</c:v>
                </c:pt>
                <c:pt idx="8689">
                  <c:v>7.4953301964864162E-3</c:v>
                </c:pt>
                <c:pt idx="8690">
                  <c:v>7.8972879672759098E-3</c:v>
                </c:pt>
                <c:pt idx="8691">
                  <c:v>8.0155108410375243E-3</c:v>
                </c:pt>
                <c:pt idx="8692">
                  <c:v>7.7790650935142935E-3</c:v>
                </c:pt>
                <c:pt idx="8693">
                  <c:v>7.6135530702480317E-3</c:v>
                </c:pt>
                <c:pt idx="8694">
                  <c:v>7.9209325420282316E-3</c:v>
                </c:pt>
                <c:pt idx="8695">
                  <c:v>8.0864445652944934E-3</c:v>
                </c:pt>
                <c:pt idx="8696">
                  <c:v>7.8972879672759098E-3</c:v>
                </c:pt>
                <c:pt idx="8697">
                  <c:v>7.7554205187619707E-3</c:v>
                </c:pt>
                <c:pt idx="8698">
                  <c:v>8.0155108410375243E-3</c:v>
                </c:pt>
                <c:pt idx="8699">
                  <c:v>8.1573782895514625E-3</c:v>
                </c:pt>
                <c:pt idx="8700">
                  <c:v>7.9445771167805553E-3</c:v>
                </c:pt>
                <c:pt idx="8701">
                  <c:v>7.7081313692573244E-3</c:v>
                </c:pt>
                <c:pt idx="8702">
                  <c:v>7.9918662662852007E-3</c:v>
                </c:pt>
                <c:pt idx="8703">
                  <c:v>8.1337337147991389E-3</c:v>
                </c:pt>
                <c:pt idx="8704">
                  <c:v>7.9445771167805553E-3</c:v>
                </c:pt>
                <c:pt idx="8705">
                  <c:v>7.7081313692573244E-3</c:v>
                </c:pt>
                <c:pt idx="8706">
                  <c:v>7.9445771167805553E-3</c:v>
                </c:pt>
                <c:pt idx="8707">
                  <c:v>8.110089140046817E-3</c:v>
                </c:pt>
                <c:pt idx="8708">
                  <c:v>7.9682216915328789E-3</c:v>
                </c:pt>
                <c:pt idx="8709">
                  <c:v>7.7081313692573244E-3</c:v>
                </c:pt>
                <c:pt idx="8710">
                  <c:v>7.9682216915328789E-3</c:v>
                </c:pt>
                <c:pt idx="8711">
                  <c:v>8.1337337147991389E-3</c:v>
                </c:pt>
                <c:pt idx="8712">
                  <c:v>7.9209325420282316E-3</c:v>
                </c:pt>
                <c:pt idx="8713">
                  <c:v>7.5899084954957089E-3</c:v>
                </c:pt>
                <c:pt idx="8714">
                  <c:v>7.8263542430189407E-3</c:v>
                </c:pt>
                <c:pt idx="8715">
                  <c:v>7.9918662662852007E-3</c:v>
                </c:pt>
                <c:pt idx="8716">
                  <c:v>7.8972879672759098E-3</c:v>
                </c:pt>
                <c:pt idx="8717">
                  <c:v>7.6371976450003553E-3</c:v>
                </c:pt>
                <c:pt idx="8718">
                  <c:v>7.8736433925235862E-3</c:v>
                </c:pt>
                <c:pt idx="8719">
                  <c:v>8.0627999905421716E-3</c:v>
                </c:pt>
                <c:pt idx="8720">
                  <c:v>7.8263542430189407E-3</c:v>
                </c:pt>
                <c:pt idx="8721">
                  <c:v>7.4243964722294472E-3</c:v>
                </c:pt>
                <c:pt idx="8722">
                  <c:v>7.6371976450003553E-3</c:v>
                </c:pt>
                <c:pt idx="8723">
                  <c:v>7.9682216915328789E-3</c:v>
                </c:pt>
                <c:pt idx="8724">
                  <c:v>7.9445771167805553E-3</c:v>
                </c:pt>
                <c:pt idx="8725">
                  <c:v>7.6844867945050016E-3</c:v>
                </c:pt>
                <c:pt idx="8726">
                  <c:v>7.8736433925235862E-3</c:v>
                </c:pt>
                <c:pt idx="8727">
                  <c:v>8.0155108410375243E-3</c:v>
                </c:pt>
                <c:pt idx="8728">
                  <c:v>7.8736433925235862E-3</c:v>
                </c:pt>
                <c:pt idx="8729">
                  <c:v>7.5189747712387399E-3</c:v>
                </c:pt>
                <c:pt idx="8730">
                  <c:v>7.7081313692573244E-3</c:v>
                </c:pt>
                <c:pt idx="8731">
                  <c:v>7.9209325420282316E-3</c:v>
                </c:pt>
                <c:pt idx="8732">
                  <c:v>7.8736433925235862E-3</c:v>
                </c:pt>
                <c:pt idx="8733">
                  <c:v>7.6371976450003553E-3</c:v>
                </c:pt>
                <c:pt idx="8734">
                  <c:v>7.8027096682666171E-3</c:v>
                </c:pt>
                <c:pt idx="8735">
                  <c:v>8.0391554157898479E-3</c:v>
                </c:pt>
                <c:pt idx="8736">
                  <c:v>8.0391554157898479E-3</c:v>
                </c:pt>
                <c:pt idx="8737">
                  <c:v>7.8263542430189407E-3</c:v>
                </c:pt>
                <c:pt idx="8738">
                  <c:v>7.9445771167805553E-3</c:v>
                </c:pt>
                <c:pt idx="8739">
                  <c:v>8.2519565885607535E-3</c:v>
                </c:pt>
                <c:pt idx="8740">
                  <c:v>8.204667439056108E-3</c:v>
                </c:pt>
                <c:pt idx="8741">
                  <c:v>7.8263542430189407E-3</c:v>
                </c:pt>
                <c:pt idx="8742">
                  <c:v>7.8972879672759098E-3</c:v>
                </c:pt>
                <c:pt idx="8743">
                  <c:v>8.204667439056108E-3</c:v>
                </c:pt>
                <c:pt idx="8744">
                  <c:v>8.1810228643037844E-3</c:v>
                </c:pt>
                <c:pt idx="8745">
                  <c:v>7.8027096682666171E-3</c:v>
                </c:pt>
                <c:pt idx="8746">
                  <c:v>7.8736433925235862E-3</c:v>
                </c:pt>
                <c:pt idx="8747">
                  <c:v>8.1337337147991389E-3</c:v>
                </c:pt>
                <c:pt idx="8748">
                  <c:v>8.0391554157898479E-3</c:v>
                </c:pt>
                <c:pt idx="8749">
                  <c:v>7.7081313692573244E-3</c:v>
                </c:pt>
                <c:pt idx="8750">
                  <c:v>7.7317759440096471E-3</c:v>
                </c:pt>
                <c:pt idx="8751">
                  <c:v>8.0391554157898479E-3</c:v>
                </c:pt>
                <c:pt idx="8752">
                  <c:v>7.9682216915328789E-3</c:v>
                </c:pt>
                <c:pt idx="8753">
                  <c:v>7.6135530702480317E-3</c:v>
                </c:pt>
                <c:pt idx="8754">
                  <c:v>7.6844867945050016E-3</c:v>
                </c:pt>
                <c:pt idx="8755">
                  <c:v>7.9918662662852007E-3</c:v>
                </c:pt>
                <c:pt idx="8756">
                  <c:v>8.0155108410375243E-3</c:v>
                </c:pt>
                <c:pt idx="8757">
                  <c:v>7.7081313692573244E-3</c:v>
                </c:pt>
                <c:pt idx="8758">
                  <c:v>7.7790650935142935E-3</c:v>
                </c:pt>
                <c:pt idx="8759">
                  <c:v>8.1337337147991389E-3</c:v>
                </c:pt>
                <c:pt idx="8760">
                  <c:v>8.110089140046817E-3</c:v>
                </c:pt>
                <c:pt idx="8761">
                  <c:v>7.8027096682666171E-3</c:v>
                </c:pt>
                <c:pt idx="8762">
                  <c:v>7.7081313692573244E-3</c:v>
                </c:pt>
                <c:pt idx="8763">
                  <c:v>7.9682216915328789E-3</c:v>
                </c:pt>
                <c:pt idx="8764">
                  <c:v>7.8972879672759098E-3</c:v>
                </c:pt>
                <c:pt idx="8765">
                  <c:v>7.6844867945050016E-3</c:v>
                </c:pt>
                <c:pt idx="8766">
                  <c:v>7.5899084954957089E-3</c:v>
                </c:pt>
                <c:pt idx="8767">
                  <c:v>7.9445771167805553E-3</c:v>
                </c:pt>
                <c:pt idx="8768">
                  <c:v>7.9445771167805553E-3</c:v>
                </c:pt>
                <c:pt idx="8769">
                  <c:v>7.6371976450003553E-3</c:v>
                </c:pt>
                <c:pt idx="8770">
                  <c:v>7.5189747712387399E-3</c:v>
                </c:pt>
                <c:pt idx="8771">
                  <c:v>7.8499988177712626E-3</c:v>
                </c:pt>
                <c:pt idx="8772">
                  <c:v>7.8972879672759098E-3</c:v>
                </c:pt>
                <c:pt idx="8773">
                  <c:v>7.6371976450003553E-3</c:v>
                </c:pt>
                <c:pt idx="8774">
                  <c:v>7.5662639207433853E-3</c:v>
                </c:pt>
                <c:pt idx="8775">
                  <c:v>7.8972879672759098E-3</c:v>
                </c:pt>
                <c:pt idx="8776">
                  <c:v>7.9918662662852007E-3</c:v>
                </c:pt>
                <c:pt idx="8777">
                  <c:v>7.6844867945050016E-3</c:v>
                </c:pt>
                <c:pt idx="8778">
                  <c:v>7.5426193459910626E-3</c:v>
                </c:pt>
                <c:pt idx="8779">
                  <c:v>7.8499988177712626E-3</c:v>
                </c:pt>
                <c:pt idx="8780">
                  <c:v>7.9445771167805553E-3</c:v>
                </c:pt>
                <c:pt idx="8781">
                  <c:v>7.6371976450003553E-3</c:v>
                </c:pt>
                <c:pt idx="8782">
                  <c:v>7.4243964722294472E-3</c:v>
                </c:pt>
                <c:pt idx="8783">
                  <c:v>7.7554205187619707E-3</c:v>
                </c:pt>
                <c:pt idx="8784">
                  <c:v>7.8736433925235862E-3</c:v>
                </c:pt>
                <c:pt idx="8785">
                  <c:v>7.6844867945050016E-3</c:v>
                </c:pt>
                <c:pt idx="8786">
                  <c:v>7.5426193459910626E-3</c:v>
                </c:pt>
                <c:pt idx="8787">
                  <c:v>7.8736433925235862E-3</c:v>
                </c:pt>
                <c:pt idx="8788">
                  <c:v>8.0155108410375243E-3</c:v>
                </c:pt>
                <c:pt idx="8789">
                  <c:v>7.8263542430189407E-3</c:v>
                </c:pt>
                <c:pt idx="8790">
                  <c:v>7.6844867945050016E-3</c:v>
                </c:pt>
                <c:pt idx="8791">
                  <c:v>7.9918662662852007E-3</c:v>
                </c:pt>
                <c:pt idx="8792">
                  <c:v>8.1810228643037844E-3</c:v>
                </c:pt>
                <c:pt idx="8793">
                  <c:v>7.9918662662852007E-3</c:v>
                </c:pt>
                <c:pt idx="8794">
                  <c:v>7.660842219752678E-3</c:v>
                </c:pt>
                <c:pt idx="8795">
                  <c:v>7.9682216915328789E-3</c:v>
                </c:pt>
                <c:pt idx="8796">
                  <c:v>8.0627999905421716E-3</c:v>
                </c:pt>
                <c:pt idx="8797">
                  <c:v>7.9445771167805553E-3</c:v>
                </c:pt>
                <c:pt idx="8798">
                  <c:v>7.7081313692573244E-3</c:v>
                </c:pt>
                <c:pt idx="8799">
                  <c:v>7.9682216915328789E-3</c:v>
                </c:pt>
                <c:pt idx="8800">
                  <c:v>8.0864445652944934E-3</c:v>
                </c:pt>
                <c:pt idx="8801">
                  <c:v>7.8972879672759098E-3</c:v>
                </c:pt>
                <c:pt idx="8802">
                  <c:v>7.6135530702480317E-3</c:v>
                </c:pt>
                <c:pt idx="8803">
                  <c:v>7.8263542430189407E-3</c:v>
                </c:pt>
                <c:pt idx="8804">
                  <c:v>8.0155108410375243E-3</c:v>
                </c:pt>
                <c:pt idx="8805">
                  <c:v>7.8263542430189407E-3</c:v>
                </c:pt>
                <c:pt idx="8806">
                  <c:v>7.4716856217340935E-3</c:v>
                </c:pt>
                <c:pt idx="8807">
                  <c:v>7.6844867945050016E-3</c:v>
                </c:pt>
                <c:pt idx="8808">
                  <c:v>7.8972879672759098E-3</c:v>
                </c:pt>
                <c:pt idx="8809">
                  <c:v>7.8736433925235862E-3</c:v>
                </c:pt>
                <c:pt idx="8810">
                  <c:v>7.6135530702480317E-3</c:v>
                </c:pt>
                <c:pt idx="8811">
                  <c:v>7.8499988177712626E-3</c:v>
                </c:pt>
                <c:pt idx="8812">
                  <c:v>8.0864445652944934E-3</c:v>
                </c:pt>
                <c:pt idx="8813">
                  <c:v>8.0155108410375243E-3</c:v>
                </c:pt>
                <c:pt idx="8814">
                  <c:v>7.7081313692573244E-3</c:v>
                </c:pt>
                <c:pt idx="8815">
                  <c:v>7.9682216915328789E-3</c:v>
                </c:pt>
                <c:pt idx="8816">
                  <c:v>8.1810228643037844E-3</c:v>
                </c:pt>
                <c:pt idx="8817">
                  <c:v>8.0864445652944934E-3</c:v>
                </c:pt>
                <c:pt idx="8818">
                  <c:v>7.7554205187619707E-3</c:v>
                </c:pt>
                <c:pt idx="8819">
                  <c:v>8.0155108410375243E-3</c:v>
                </c:pt>
                <c:pt idx="8820">
                  <c:v>8.204667439056108E-3</c:v>
                </c:pt>
                <c:pt idx="8821">
                  <c:v>8.0864445652944934E-3</c:v>
                </c:pt>
                <c:pt idx="8822">
                  <c:v>7.7317759440096471E-3</c:v>
                </c:pt>
                <c:pt idx="8823">
                  <c:v>7.9445771167805553E-3</c:v>
                </c:pt>
                <c:pt idx="8824">
                  <c:v>8.1810228643037844E-3</c:v>
                </c:pt>
                <c:pt idx="8825">
                  <c:v>8.0627999905421716E-3</c:v>
                </c:pt>
                <c:pt idx="8826">
                  <c:v>7.660842219752678E-3</c:v>
                </c:pt>
                <c:pt idx="8827">
                  <c:v>7.9209325420282316E-3</c:v>
                </c:pt>
                <c:pt idx="8828">
                  <c:v>8.2756011633130771E-3</c:v>
                </c:pt>
                <c:pt idx="8829">
                  <c:v>8.1810228643037844E-3</c:v>
                </c:pt>
                <c:pt idx="8830">
                  <c:v>7.8263542430189407E-3</c:v>
                </c:pt>
                <c:pt idx="8831">
                  <c:v>7.9682216915328789E-3</c:v>
                </c:pt>
                <c:pt idx="8832">
                  <c:v>8.2756011633130771E-3</c:v>
                </c:pt>
                <c:pt idx="8833">
                  <c:v>8.1337337147991389E-3</c:v>
                </c:pt>
                <c:pt idx="8834">
                  <c:v>7.8263542430189407E-3</c:v>
                </c:pt>
                <c:pt idx="8835">
                  <c:v>7.8972879672759098E-3</c:v>
                </c:pt>
                <c:pt idx="8836">
                  <c:v>8.1810228643037844E-3</c:v>
                </c:pt>
                <c:pt idx="8837">
                  <c:v>8.110089140046817E-3</c:v>
                </c:pt>
                <c:pt idx="8838">
                  <c:v>7.8263542430189407E-3</c:v>
                </c:pt>
                <c:pt idx="8839">
                  <c:v>7.8499988177712626E-3</c:v>
                </c:pt>
                <c:pt idx="8840">
                  <c:v>8.1337337147991389E-3</c:v>
                </c:pt>
                <c:pt idx="8841">
                  <c:v>8.1337337147991389E-3</c:v>
                </c:pt>
                <c:pt idx="8842">
                  <c:v>7.7790650935142935E-3</c:v>
                </c:pt>
                <c:pt idx="8843">
                  <c:v>7.8027096682666171E-3</c:v>
                </c:pt>
                <c:pt idx="8844">
                  <c:v>8.1337337147991389E-3</c:v>
                </c:pt>
                <c:pt idx="8845">
                  <c:v>8.1337337147991389E-3</c:v>
                </c:pt>
                <c:pt idx="8846">
                  <c:v>7.7790650935142935E-3</c:v>
                </c:pt>
                <c:pt idx="8847">
                  <c:v>7.8027096682666171E-3</c:v>
                </c:pt>
                <c:pt idx="8848">
                  <c:v>8.1573782895514625E-3</c:v>
                </c:pt>
                <c:pt idx="8849">
                  <c:v>8.110089140046817E-3</c:v>
                </c:pt>
                <c:pt idx="8850">
                  <c:v>7.8499988177712626E-3</c:v>
                </c:pt>
                <c:pt idx="8851">
                  <c:v>7.8972879672759098E-3</c:v>
                </c:pt>
                <c:pt idx="8852">
                  <c:v>8.2756011633130771E-3</c:v>
                </c:pt>
                <c:pt idx="8853">
                  <c:v>8.3465348875700462E-3</c:v>
                </c:pt>
                <c:pt idx="8854">
                  <c:v>7.9918662662852007E-3</c:v>
                </c:pt>
                <c:pt idx="8855">
                  <c:v>7.8736433925235862E-3</c:v>
                </c:pt>
                <c:pt idx="8856">
                  <c:v>8.1810228643037844E-3</c:v>
                </c:pt>
                <c:pt idx="8857">
                  <c:v>8.2283120138084316E-3</c:v>
                </c:pt>
                <c:pt idx="8858">
                  <c:v>7.9445771167805553E-3</c:v>
                </c:pt>
                <c:pt idx="8859">
                  <c:v>7.8263542430189407E-3</c:v>
                </c:pt>
                <c:pt idx="8860">
                  <c:v>8.204667439056108E-3</c:v>
                </c:pt>
                <c:pt idx="8861">
                  <c:v>8.3465348875700462E-3</c:v>
                </c:pt>
                <c:pt idx="8862">
                  <c:v>8.1810228643037844E-3</c:v>
                </c:pt>
                <c:pt idx="8863">
                  <c:v>8.0627999905421716E-3</c:v>
                </c:pt>
                <c:pt idx="8864">
                  <c:v>8.4647577613316625E-3</c:v>
                </c:pt>
                <c:pt idx="8865">
                  <c:v>8.4174686118270153E-3</c:v>
                </c:pt>
                <c:pt idx="8866">
                  <c:v>8.0155108410375243E-3</c:v>
                </c:pt>
                <c:pt idx="8867">
                  <c:v>7.7790650935142935E-3</c:v>
                </c:pt>
                <c:pt idx="8868">
                  <c:v>8.0864445652944934E-3</c:v>
                </c:pt>
                <c:pt idx="8869">
                  <c:v>8.1810228643037844E-3</c:v>
                </c:pt>
                <c:pt idx="8870">
                  <c:v>7.8972879672759098E-3</c:v>
                </c:pt>
                <c:pt idx="8871">
                  <c:v>7.7317759440096471E-3</c:v>
                </c:pt>
                <c:pt idx="8872">
                  <c:v>8.204667439056108E-3</c:v>
                </c:pt>
                <c:pt idx="8873">
                  <c:v>8.2992457380654007E-3</c:v>
                </c:pt>
                <c:pt idx="8874">
                  <c:v>8.0864445652944934E-3</c:v>
                </c:pt>
                <c:pt idx="8875">
                  <c:v>7.8263542430189407E-3</c:v>
                </c:pt>
                <c:pt idx="8876">
                  <c:v>8.1810228643037844E-3</c:v>
                </c:pt>
                <c:pt idx="8877">
                  <c:v>8.3228903128177243E-3</c:v>
                </c:pt>
                <c:pt idx="8878">
                  <c:v>8.1337337147991389E-3</c:v>
                </c:pt>
                <c:pt idx="8879">
                  <c:v>7.8736433925235862E-3</c:v>
                </c:pt>
                <c:pt idx="8880">
                  <c:v>8.204667439056108E-3</c:v>
                </c:pt>
                <c:pt idx="8881">
                  <c:v>8.3701794623223698E-3</c:v>
                </c:pt>
                <c:pt idx="8882">
                  <c:v>8.1810228643037844E-3</c:v>
                </c:pt>
                <c:pt idx="8883">
                  <c:v>7.7317759440096471E-3</c:v>
                </c:pt>
                <c:pt idx="8884">
                  <c:v>8.0391554157898479E-3</c:v>
                </c:pt>
                <c:pt idx="8885">
                  <c:v>8.1810228643037844E-3</c:v>
                </c:pt>
                <c:pt idx="8886">
                  <c:v>7.9445771167805553E-3</c:v>
                </c:pt>
                <c:pt idx="8887">
                  <c:v>7.660842219752678E-3</c:v>
                </c:pt>
                <c:pt idx="8888">
                  <c:v>8.0391554157898479E-3</c:v>
                </c:pt>
                <c:pt idx="8889">
                  <c:v>8.1810228643037844E-3</c:v>
                </c:pt>
                <c:pt idx="8890">
                  <c:v>8.0155108410375243E-3</c:v>
                </c:pt>
                <c:pt idx="8891">
                  <c:v>7.7554205187619707E-3</c:v>
                </c:pt>
                <c:pt idx="8892">
                  <c:v>8.0864445652944934E-3</c:v>
                </c:pt>
                <c:pt idx="8893">
                  <c:v>8.2992457380654007E-3</c:v>
                </c:pt>
                <c:pt idx="8894">
                  <c:v>8.1337337147991389E-3</c:v>
                </c:pt>
                <c:pt idx="8895">
                  <c:v>7.8027096682666171E-3</c:v>
                </c:pt>
                <c:pt idx="8896">
                  <c:v>8.0391554157898479E-3</c:v>
                </c:pt>
                <c:pt idx="8897">
                  <c:v>8.204667439056108E-3</c:v>
                </c:pt>
                <c:pt idx="8898">
                  <c:v>7.9682216915328789E-3</c:v>
                </c:pt>
                <c:pt idx="8899">
                  <c:v>7.660842219752678E-3</c:v>
                </c:pt>
                <c:pt idx="8900">
                  <c:v>7.9682216915328789E-3</c:v>
                </c:pt>
                <c:pt idx="8901">
                  <c:v>8.110089140046817E-3</c:v>
                </c:pt>
                <c:pt idx="8902">
                  <c:v>7.8972879672759098E-3</c:v>
                </c:pt>
                <c:pt idx="8903">
                  <c:v>7.5899084954957089E-3</c:v>
                </c:pt>
                <c:pt idx="8904">
                  <c:v>7.8499988177712626E-3</c:v>
                </c:pt>
                <c:pt idx="8905">
                  <c:v>8.110089140046817E-3</c:v>
                </c:pt>
                <c:pt idx="8906">
                  <c:v>7.9918662662852007E-3</c:v>
                </c:pt>
                <c:pt idx="8907">
                  <c:v>7.6844867945050016E-3</c:v>
                </c:pt>
                <c:pt idx="8908">
                  <c:v>7.9209325420282316E-3</c:v>
                </c:pt>
                <c:pt idx="8909">
                  <c:v>8.204667439056108E-3</c:v>
                </c:pt>
                <c:pt idx="8910">
                  <c:v>8.1573782895514625E-3</c:v>
                </c:pt>
                <c:pt idx="8911">
                  <c:v>7.7554205187619707E-3</c:v>
                </c:pt>
                <c:pt idx="8912">
                  <c:v>7.9445771167805553E-3</c:v>
                </c:pt>
                <c:pt idx="8913">
                  <c:v>8.2519565885607535E-3</c:v>
                </c:pt>
                <c:pt idx="8914">
                  <c:v>8.204667439056108E-3</c:v>
                </c:pt>
                <c:pt idx="8915">
                  <c:v>7.8972879672759098E-3</c:v>
                </c:pt>
                <c:pt idx="8916">
                  <c:v>8.0155108410375243E-3</c:v>
                </c:pt>
                <c:pt idx="8917">
                  <c:v>8.2519565885607535E-3</c:v>
                </c:pt>
                <c:pt idx="8918">
                  <c:v>8.2519565885607535E-3</c:v>
                </c:pt>
                <c:pt idx="8919">
                  <c:v>7.9209325420282316E-3</c:v>
                </c:pt>
                <c:pt idx="8920">
                  <c:v>8.0155108410375243E-3</c:v>
                </c:pt>
                <c:pt idx="8921">
                  <c:v>8.3465348875700462E-3</c:v>
                </c:pt>
                <c:pt idx="8922">
                  <c:v>8.2519565885607535E-3</c:v>
                </c:pt>
                <c:pt idx="8923">
                  <c:v>7.9445771167805553E-3</c:v>
                </c:pt>
                <c:pt idx="8924">
                  <c:v>8.0155108410375243E-3</c:v>
                </c:pt>
                <c:pt idx="8925">
                  <c:v>8.3465348875700462E-3</c:v>
                </c:pt>
                <c:pt idx="8926">
                  <c:v>8.1810228643037844E-3</c:v>
                </c:pt>
                <c:pt idx="8927">
                  <c:v>7.8972879672759098E-3</c:v>
                </c:pt>
                <c:pt idx="8928">
                  <c:v>7.8263542430189407E-3</c:v>
                </c:pt>
                <c:pt idx="8929">
                  <c:v>8.1810228643037844E-3</c:v>
                </c:pt>
                <c:pt idx="8930">
                  <c:v>8.1810228643037844E-3</c:v>
                </c:pt>
                <c:pt idx="8931">
                  <c:v>7.9445771167805553E-3</c:v>
                </c:pt>
                <c:pt idx="8932">
                  <c:v>7.9445771167805553E-3</c:v>
                </c:pt>
                <c:pt idx="8933">
                  <c:v>8.1810228643037844E-3</c:v>
                </c:pt>
                <c:pt idx="8934">
                  <c:v>8.110089140046817E-3</c:v>
                </c:pt>
                <c:pt idx="8935">
                  <c:v>7.8499988177712626E-3</c:v>
                </c:pt>
                <c:pt idx="8936">
                  <c:v>7.8499988177712626E-3</c:v>
                </c:pt>
                <c:pt idx="8937">
                  <c:v>8.2283120138084316E-3</c:v>
                </c:pt>
                <c:pt idx="8938">
                  <c:v>8.2992457380654007E-3</c:v>
                </c:pt>
                <c:pt idx="8939">
                  <c:v>8.0155108410375243E-3</c:v>
                </c:pt>
                <c:pt idx="8940">
                  <c:v>7.9682216915328789E-3</c:v>
                </c:pt>
                <c:pt idx="8941">
                  <c:v>8.3228903128177243E-3</c:v>
                </c:pt>
                <c:pt idx="8942">
                  <c:v>8.2756011633130771E-3</c:v>
                </c:pt>
                <c:pt idx="8943">
                  <c:v>8.0627999905421716E-3</c:v>
                </c:pt>
                <c:pt idx="8944">
                  <c:v>8.0155108410375243E-3</c:v>
                </c:pt>
                <c:pt idx="8945">
                  <c:v>8.4174686118270153E-3</c:v>
                </c:pt>
                <c:pt idx="8946">
                  <c:v>8.3701794623223698E-3</c:v>
                </c:pt>
                <c:pt idx="8947">
                  <c:v>8.0627999905421716E-3</c:v>
                </c:pt>
                <c:pt idx="8948">
                  <c:v>7.8499988177712626E-3</c:v>
                </c:pt>
                <c:pt idx="8949">
                  <c:v>8.110089140046817E-3</c:v>
                </c:pt>
                <c:pt idx="8950">
                  <c:v>8.1573782895514625E-3</c:v>
                </c:pt>
                <c:pt idx="8951">
                  <c:v>7.9209325420282316E-3</c:v>
                </c:pt>
                <c:pt idx="8952">
                  <c:v>7.7554205187619707E-3</c:v>
                </c:pt>
                <c:pt idx="8953">
                  <c:v>8.204667439056108E-3</c:v>
                </c:pt>
                <c:pt idx="8954">
                  <c:v>8.3228903128177243E-3</c:v>
                </c:pt>
                <c:pt idx="8955">
                  <c:v>8.0391554157898479E-3</c:v>
                </c:pt>
                <c:pt idx="8956">
                  <c:v>7.8263542430189407E-3</c:v>
                </c:pt>
                <c:pt idx="8957">
                  <c:v>8.2756011633130771E-3</c:v>
                </c:pt>
                <c:pt idx="8958">
                  <c:v>8.3701794623223698E-3</c:v>
                </c:pt>
                <c:pt idx="8959">
                  <c:v>8.1810228643037844E-3</c:v>
                </c:pt>
                <c:pt idx="8960">
                  <c:v>7.9918662662852007E-3</c:v>
                </c:pt>
                <c:pt idx="8961">
                  <c:v>8.3465348875700462E-3</c:v>
                </c:pt>
                <c:pt idx="8962">
                  <c:v>8.4174686118270153E-3</c:v>
                </c:pt>
                <c:pt idx="8963">
                  <c:v>8.2519565885607535E-3</c:v>
                </c:pt>
                <c:pt idx="8964">
                  <c:v>7.9682216915328789E-3</c:v>
                </c:pt>
                <c:pt idx="8965">
                  <c:v>8.2519565885607535E-3</c:v>
                </c:pt>
                <c:pt idx="8966">
                  <c:v>8.2519565885607535E-3</c:v>
                </c:pt>
                <c:pt idx="8967">
                  <c:v>7.9918662662852007E-3</c:v>
                </c:pt>
                <c:pt idx="8968">
                  <c:v>7.7790650935142935E-3</c:v>
                </c:pt>
                <c:pt idx="8969">
                  <c:v>8.1573782895514625E-3</c:v>
                </c:pt>
                <c:pt idx="8970">
                  <c:v>8.2992457380654007E-3</c:v>
                </c:pt>
                <c:pt idx="8971">
                  <c:v>8.110089140046817E-3</c:v>
                </c:pt>
                <c:pt idx="8972">
                  <c:v>7.8972879672759098E-3</c:v>
                </c:pt>
                <c:pt idx="8973">
                  <c:v>8.2283120138084316E-3</c:v>
                </c:pt>
                <c:pt idx="8974">
                  <c:v>8.4174686118270153E-3</c:v>
                </c:pt>
                <c:pt idx="8975">
                  <c:v>8.2992457380654007E-3</c:v>
                </c:pt>
                <c:pt idx="8976">
                  <c:v>8.0627999905421716E-3</c:v>
                </c:pt>
                <c:pt idx="8977">
                  <c:v>8.4174686118270153E-3</c:v>
                </c:pt>
                <c:pt idx="8978">
                  <c:v>8.6302697845979243E-3</c:v>
                </c:pt>
                <c:pt idx="8979">
                  <c:v>8.4884023360839861E-3</c:v>
                </c:pt>
                <c:pt idx="8980">
                  <c:v>8.1810228643037844E-3</c:v>
                </c:pt>
                <c:pt idx="8981">
                  <c:v>8.4174686118270153E-3</c:v>
                </c:pt>
                <c:pt idx="8982">
                  <c:v>8.512046910836308E-3</c:v>
                </c:pt>
                <c:pt idx="8983">
                  <c:v>8.2756011633130771E-3</c:v>
                </c:pt>
                <c:pt idx="8984">
                  <c:v>7.9682216915328789E-3</c:v>
                </c:pt>
                <c:pt idx="8985">
                  <c:v>8.2283120138084316E-3</c:v>
                </c:pt>
                <c:pt idx="8986">
                  <c:v>8.4647577613316625E-3</c:v>
                </c:pt>
                <c:pt idx="8987">
                  <c:v>8.2992457380654007E-3</c:v>
                </c:pt>
                <c:pt idx="8988">
                  <c:v>8.0155108410375243E-3</c:v>
                </c:pt>
                <c:pt idx="8989">
                  <c:v>8.204667439056108E-3</c:v>
                </c:pt>
                <c:pt idx="8990">
                  <c:v>8.3938240370746934E-3</c:v>
                </c:pt>
                <c:pt idx="8991">
                  <c:v>8.2283120138084316E-3</c:v>
                </c:pt>
                <c:pt idx="8992">
                  <c:v>7.9918662662852007E-3</c:v>
                </c:pt>
                <c:pt idx="8993">
                  <c:v>8.2283120138084316E-3</c:v>
                </c:pt>
                <c:pt idx="8994">
                  <c:v>8.4647577613316625E-3</c:v>
                </c:pt>
                <c:pt idx="8995">
                  <c:v>8.2992457380654007E-3</c:v>
                </c:pt>
                <c:pt idx="8996">
                  <c:v>8.0155108410375243E-3</c:v>
                </c:pt>
                <c:pt idx="8997">
                  <c:v>8.2283120138084316E-3</c:v>
                </c:pt>
                <c:pt idx="8998">
                  <c:v>8.4647577613316625E-3</c:v>
                </c:pt>
                <c:pt idx="8999">
                  <c:v>8.2756011633130771E-3</c:v>
                </c:pt>
                <c:pt idx="9000">
                  <c:v>8.0155108410375243E-3</c:v>
                </c:pt>
                <c:pt idx="9001">
                  <c:v>8.2756011633130771E-3</c:v>
                </c:pt>
                <c:pt idx="9002">
                  <c:v>8.582980635093277E-3</c:v>
                </c:pt>
                <c:pt idx="9003">
                  <c:v>8.4411131865793389E-3</c:v>
                </c:pt>
                <c:pt idx="9004">
                  <c:v>8.1810228643037844E-3</c:v>
                </c:pt>
                <c:pt idx="9005">
                  <c:v>8.2992457380654007E-3</c:v>
                </c:pt>
                <c:pt idx="9006">
                  <c:v>8.5356914855886316E-3</c:v>
                </c:pt>
                <c:pt idx="9007">
                  <c:v>8.3701794623223698E-3</c:v>
                </c:pt>
                <c:pt idx="9008">
                  <c:v>8.0864445652944934E-3</c:v>
                </c:pt>
                <c:pt idx="9009">
                  <c:v>8.110089140046817E-3</c:v>
                </c:pt>
                <c:pt idx="9010">
                  <c:v>8.3701794623223698E-3</c:v>
                </c:pt>
                <c:pt idx="9011">
                  <c:v>8.3701794623223698E-3</c:v>
                </c:pt>
                <c:pt idx="9012">
                  <c:v>8.110089140046817E-3</c:v>
                </c:pt>
                <c:pt idx="9013">
                  <c:v>8.204667439056108E-3</c:v>
                </c:pt>
                <c:pt idx="9014">
                  <c:v>8.512046910836308E-3</c:v>
                </c:pt>
                <c:pt idx="9015">
                  <c:v>8.4411131865793389E-3</c:v>
                </c:pt>
                <c:pt idx="9016">
                  <c:v>8.1337337147991389E-3</c:v>
                </c:pt>
                <c:pt idx="9017">
                  <c:v>8.1337337147991389E-3</c:v>
                </c:pt>
                <c:pt idx="9018">
                  <c:v>8.512046910836308E-3</c:v>
                </c:pt>
                <c:pt idx="9019">
                  <c:v>8.4411131865793389E-3</c:v>
                </c:pt>
                <c:pt idx="9020">
                  <c:v>8.0864445652944934E-3</c:v>
                </c:pt>
                <c:pt idx="9021">
                  <c:v>8.0864445652944934E-3</c:v>
                </c:pt>
                <c:pt idx="9022">
                  <c:v>8.4647577613316625E-3</c:v>
                </c:pt>
                <c:pt idx="9023">
                  <c:v>8.4174686118270153E-3</c:v>
                </c:pt>
                <c:pt idx="9024">
                  <c:v>8.0864445652944934E-3</c:v>
                </c:pt>
                <c:pt idx="9025">
                  <c:v>8.0864445652944934E-3</c:v>
                </c:pt>
                <c:pt idx="9026">
                  <c:v>8.4884023360839861E-3</c:v>
                </c:pt>
                <c:pt idx="9027">
                  <c:v>8.5593360603409552E-3</c:v>
                </c:pt>
                <c:pt idx="9028">
                  <c:v>8.2992457380654007E-3</c:v>
                </c:pt>
                <c:pt idx="9029">
                  <c:v>8.204667439056108E-3</c:v>
                </c:pt>
                <c:pt idx="9030">
                  <c:v>8.4884023360839861E-3</c:v>
                </c:pt>
                <c:pt idx="9031">
                  <c:v>8.3938240370746934E-3</c:v>
                </c:pt>
                <c:pt idx="9032">
                  <c:v>8.0864445652944934E-3</c:v>
                </c:pt>
                <c:pt idx="9033">
                  <c:v>8.0864445652944934E-3</c:v>
                </c:pt>
                <c:pt idx="9034">
                  <c:v>8.4411131865793389E-3</c:v>
                </c:pt>
                <c:pt idx="9035">
                  <c:v>8.512046910836308E-3</c:v>
                </c:pt>
                <c:pt idx="9036">
                  <c:v>8.204667439056108E-3</c:v>
                </c:pt>
                <c:pt idx="9037">
                  <c:v>8.0864445652944934E-3</c:v>
                </c:pt>
                <c:pt idx="9038">
                  <c:v>8.3938240370746934E-3</c:v>
                </c:pt>
                <c:pt idx="9039">
                  <c:v>8.4174686118270153E-3</c:v>
                </c:pt>
                <c:pt idx="9040">
                  <c:v>8.204667439056108E-3</c:v>
                </c:pt>
                <c:pt idx="9041">
                  <c:v>8.1810228643037844E-3</c:v>
                </c:pt>
                <c:pt idx="9042">
                  <c:v>8.4411131865793389E-3</c:v>
                </c:pt>
                <c:pt idx="9043">
                  <c:v>8.4884023360839861E-3</c:v>
                </c:pt>
                <c:pt idx="9044">
                  <c:v>8.2519565885607535E-3</c:v>
                </c:pt>
                <c:pt idx="9045">
                  <c:v>8.0864445652944934E-3</c:v>
                </c:pt>
                <c:pt idx="9046">
                  <c:v>8.3938240370746934E-3</c:v>
                </c:pt>
                <c:pt idx="9047">
                  <c:v>8.3701794623223698E-3</c:v>
                </c:pt>
                <c:pt idx="9048">
                  <c:v>8.0864445652944934E-3</c:v>
                </c:pt>
                <c:pt idx="9049">
                  <c:v>7.9682216915328789E-3</c:v>
                </c:pt>
                <c:pt idx="9050">
                  <c:v>8.3228903128177243E-3</c:v>
                </c:pt>
                <c:pt idx="9051">
                  <c:v>8.4884023360839861E-3</c:v>
                </c:pt>
                <c:pt idx="9052">
                  <c:v>8.204667439056108E-3</c:v>
                </c:pt>
                <c:pt idx="9053">
                  <c:v>8.0391554157898479E-3</c:v>
                </c:pt>
                <c:pt idx="9054">
                  <c:v>8.4174686118270153E-3</c:v>
                </c:pt>
                <c:pt idx="9055">
                  <c:v>8.4884023360839861E-3</c:v>
                </c:pt>
                <c:pt idx="9056">
                  <c:v>8.2519565885607535E-3</c:v>
                </c:pt>
                <c:pt idx="9057">
                  <c:v>8.0155108410375243E-3</c:v>
                </c:pt>
                <c:pt idx="9058">
                  <c:v>8.2992457380654007E-3</c:v>
                </c:pt>
                <c:pt idx="9059">
                  <c:v>8.3938240370746934E-3</c:v>
                </c:pt>
                <c:pt idx="9060">
                  <c:v>8.1810228643037844E-3</c:v>
                </c:pt>
                <c:pt idx="9061">
                  <c:v>7.9445771167805553E-3</c:v>
                </c:pt>
                <c:pt idx="9062">
                  <c:v>8.204667439056108E-3</c:v>
                </c:pt>
                <c:pt idx="9063">
                  <c:v>8.2992457380654007E-3</c:v>
                </c:pt>
                <c:pt idx="9064">
                  <c:v>8.110089140046817E-3</c:v>
                </c:pt>
                <c:pt idx="9065">
                  <c:v>7.9445771167805553E-3</c:v>
                </c:pt>
                <c:pt idx="9066">
                  <c:v>8.204667439056108E-3</c:v>
                </c:pt>
                <c:pt idx="9067">
                  <c:v>8.4884023360839861E-3</c:v>
                </c:pt>
                <c:pt idx="9068">
                  <c:v>8.3465348875700462E-3</c:v>
                </c:pt>
                <c:pt idx="9069">
                  <c:v>8.110089140046817E-3</c:v>
                </c:pt>
                <c:pt idx="9070">
                  <c:v>8.4174686118270153E-3</c:v>
                </c:pt>
                <c:pt idx="9071">
                  <c:v>8.6539143593502479E-3</c:v>
                </c:pt>
                <c:pt idx="9072">
                  <c:v>8.4411131865793389E-3</c:v>
                </c:pt>
                <c:pt idx="9073">
                  <c:v>8.110089140046817E-3</c:v>
                </c:pt>
                <c:pt idx="9074">
                  <c:v>8.2992457380654007E-3</c:v>
                </c:pt>
                <c:pt idx="9075">
                  <c:v>8.5356914855886316E-3</c:v>
                </c:pt>
                <c:pt idx="9076">
                  <c:v>8.4884023360839861E-3</c:v>
                </c:pt>
                <c:pt idx="9077">
                  <c:v>8.204667439056108E-3</c:v>
                </c:pt>
                <c:pt idx="9078">
                  <c:v>8.4174686118270153E-3</c:v>
                </c:pt>
                <c:pt idx="9079">
                  <c:v>8.5356914855886316E-3</c:v>
                </c:pt>
                <c:pt idx="9080">
                  <c:v>8.2756011633130771E-3</c:v>
                </c:pt>
                <c:pt idx="9081">
                  <c:v>8.0391554157898479E-3</c:v>
                </c:pt>
                <c:pt idx="9082">
                  <c:v>8.2756011633130771E-3</c:v>
                </c:pt>
                <c:pt idx="9083">
                  <c:v>8.512046910836308E-3</c:v>
                </c:pt>
                <c:pt idx="9084">
                  <c:v>8.3701794623223698E-3</c:v>
                </c:pt>
                <c:pt idx="9085">
                  <c:v>8.0864445652944934E-3</c:v>
                </c:pt>
                <c:pt idx="9086">
                  <c:v>8.2519565885607535E-3</c:v>
                </c:pt>
                <c:pt idx="9087">
                  <c:v>8.512046910836308E-3</c:v>
                </c:pt>
                <c:pt idx="9088">
                  <c:v>8.4174686118270153E-3</c:v>
                </c:pt>
                <c:pt idx="9089">
                  <c:v>8.1337337147991389E-3</c:v>
                </c:pt>
                <c:pt idx="9090">
                  <c:v>8.3465348875700462E-3</c:v>
                </c:pt>
                <c:pt idx="9091">
                  <c:v>8.582980635093277E-3</c:v>
                </c:pt>
                <c:pt idx="9092">
                  <c:v>8.4174686118270153E-3</c:v>
                </c:pt>
                <c:pt idx="9093">
                  <c:v>8.0627999905421716E-3</c:v>
                </c:pt>
                <c:pt idx="9094">
                  <c:v>8.204667439056108E-3</c:v>
                </c:pt>
                <c:pt idx="9095">
                  <c:v>8.4647577613316625E-3</c:v>
                </c:pt>
                <c:pt idx="9096">
                  <c:v>8.3465348875700462E-3</c:v>
                </c:pt>
                <c:pt idx="9097">
                  <c:v>8.0864445652944934E-3</c:v>
                </c:pt>
                <c:pt idx="9098">
                  <c:v>8.2519565885607535E-3</c:v>
                </c:pt>
                <c:pt idx="9099">
                  <c:v>8.5356914855886316E-3</c:v>
                </c:pt>
                <c:pt idx="9100">
                  <c:v>8.4647577613316625E-3</c:v>
                </c:pt>
                <c:pt idx="9101">
                  <c:v>8.1337337147991389E-3</c:v>
                </c:pt>
                <c:pt idx="9102">
                  <c:v>8.204667439056108E-3</c:v>
                </c:pt>
                <c:pt idx="9103">
                  <c:v>8.4647577613316625E-3</c:v>
                </c:pt>
                <c:pt idx="9104">
                  <c:v>8.4884023360839861E-3</c:v>
                </c:pt>
                <c:pt idx="9105">
                  <c:v>8.204667439056108E-3</c:v>
                </c:pt>
                <c:pt idx="9106">
                  <c:v>8.2756011633130771E-3</c:v>
                </c:pt>
                <c:pt idx="9107">
                  <c:v>8.5593360603409552E-3</c:v>
                </c:pt>
                <c:pt idx="9108">
                  <c:v>8.4647577613316625E-3</c:v>
                </c:pt>
                <c:pt idx="9109">
                  <c:v>8.110089140046817E-3</c:v>
                </c:pt>
                <c:pt idx="9110">
                  <c:v>8.1810228643037844E-3</c:v>
                </c:pt>
                <c:pt idx="9111">
                  <c:v>8.5356914855886316E-3</c:v>
                </c:pt>
                <c:pt idx="9112">
                  <c:v>8.5356914855886316E-3</c:v>
                </c:pt>
                <c:pt idx="9113">
                  <c:v>8.2283120138084316E-3</c:v>
                </c:pt>
                <c:pt idx="9114">
                  <c:v>8.2992457380654007E-3</c:v>
                </c:pt>
                <c:pt idx="9115">
                  <c:v>8.582980635093277E-3</c:v>
                </c:pt>
                <c:pt idx="9116">
                  <c:v>8.4884023360839861E-3</c:v>
                </c:pt>
                <c:pt idx="9117">
                  <c:v>8.1810228643037844E-3</c:v>
                </c:pt>
                <c:pt idx="9118">
                  <c:v>8.1573782895514625E-3</c:v>
                </c:pt>
                <c:pt idx="9119">
                  <c:v>8.3938240370746934E-3</c:v>
                </c:pt>
                <c:pt idx="9120">
                  <c:v>8.3465348875700462E-3</c:v>
                </c:pt>
                <c:pt idx="9121">
                  <c:v>7.9918662662852007E-3</c:v>
                </c:pt>
                <c:pt idx="9122">
                  <c:v>7.9918662662852007E-3</c:v>
                </c:pt>
                <c:pt idx="9123">
                  <c:v>8.4174686118270153E-3</c:v>
                </c:pt>
                <c:pt idx="9124">
                  <c:v>8.4647577613316625E-3</c:v>
                </c:pt>
                <c:pt idx="9125">
                  <c:v>8.1810228643037844E-3</c:v>
                </c:pt>
                <c:pt idx="9126">
                  <c:v>8.1337337147991389E-3</c:v>
                </c:pt>
                <c:pt idx="9127">
                  <c:v>8.582980635093277E-3</c:v>
                </c:pt>
                <c:pt idx="9128">
                  <c:v>8.6066252098456007E-3</c:v>
                </c:pt>
                <c:pt idx="9129">
                  <c:v>8.3228903128177243E-3</c:v>
                </c:pt>
                <c:pt idx="9130">
                  <c:v>8.2756011633130771E-3</c:v>
                </c:pt>
                <c:pt idx="9131">
                  <c:v>8.6302697845979243E-3</c:v>
                </c:pt>
                <c:pt idx="9132">
                  <c:v>8.6539143593502479E-3</c:v>
                </c:pt>
                <c:pt idx="9133">
                  <c:v>8.3465348875700462E-3</c:v>
                </c:pt>
                <c:pt idx="9134">
                  <c:v>8.204667439056108E-3</c:v>
                </c:pt>
                <c:pt idx="9135">
                  <c:v>8.5356914855886316E-3</c:v>
                </c:pt>
                <c:pt idx="9136">
                  <c:v>8.6775589341025697E-3</c:v>
                </c:pt>
                <c:pt idx="9137">
                  <c:v>8.3701794623223698E-3</c:v>
                </c:pt>
                <c:pt idx="9138">
                  <c:v>8.1810228643037844E-3</c:v>
                </c:pt>
                <c:pt idx="9139">
                  <c:v>8.4884023360839861E-3</c:v>
                </c:pt>
                <c:pt idx="9140">
                  <c:v>8.512046910836308E-3</c:v>
                </c:pt>
                <c:pt idx="9141">
                  <c:v>8.2283120138084316E-3</c:v>
                </c:pt>
                <c:pt idx="9142">
                  <c:v>8.0627999905421716E-3</c:v>
                </c:pt>
                <c:pt idx="9143">
                  <c:v>8.3465348875700462E-3</c:v>
                </c:pt>
                <c:pt idx="9144">
                  <c:v>8.4647577613316625E-3</c:v>
                </c:pt>
                <c:pt idx="9145">
                  <c:v>8.2992457380654007E-3</c:v>
                </c:pt>
                <c:pt idx="9146">
                  <c:v>8.1337337147991389E-3</c:v>
                </c:pt>
                <c:pt idx="9147">
                  <c:v>8.4884023360839861E-3</c:v>
                </c:pt>
                <c:pt idx="9148">
                  <c:v>8.582980635093277E-3</c:v>
                </c:pt>
                <c:pt idx="9149">
                  <c:v>8.2992457380654007E-3</c:v>
                </c:pt>
                <c:pt idx="9150">
                  <c:v>8.1337337147991389E-3</c:v>
                </c:pt>
                <c:pt idx="9151">
                  <c:v>8.3938240370746934E-3</c:v>
                </c:pt>
                <c:pt idx="9152">
                  <c:v>8.4647577613316625E-3</c:v>
                </c:pt>
                <c:pt idx="9153">
                  <c:v>8.204667439056108E-3</c:v>
                </c:pt>
                <c:pt idx="9154">
                  <c:v>7.9918662662852007E-3</c:v>
                </c:pt>
                <c:pt idx="9155">
                  <c:v>8.2992457380654007E-3</c:v>
                </c:pt>
                <c:pt idx="9156">
                  <c:v>8.3938240370746934E-3</c:v>
                </c:pt>
                <c:pt idx="9157">
                  <c:v>8.2756011633130771E-3</c:v>
                </c:pt>
                <c:pt idx="9158">
                  <c:v>8.110089140046817E-3</c:v>
                </c:pt>
                <c:pt idx="9159">
                  <c:v>8.5356914855886316E-3</c:v>
                </c:pt>
                <c:pt idx="9160">
                  <c:v>8.7012035088548934E-3</c:v>
                </c:pt>
                <c:pt idx="9161">
                  <c:v>8.512046910836308E-3</c:v>
                </c:pt>
                <c:pt idx="9162">
                  <c:v>8.1573782895514625E-3</c:v>
                </c:pt>
                <c:pt idx="9163">
                  <c:v>8.4647577613316625E-3</c:v>
                </c:pt>
                <c:pt idx="9164">
                  <c:v>8.724848083607217E-3</c:v>
                </c:pt>
                <c:pt idx="9165">
                  <c:v>8.4884023360839861E-3</c:v>
                </c:pt>
                <c:pt idx="9166">
                  <c:v>8.110089140046817E-3</c:v>
                </c:pt>
                <c:pt idx="9167">
                  <c:v>8.3465348875700462E-3</c:v>
                </c:pt>
                <c:pt idx="9168">
                  <c:v>8.512046910836308E-3</c:v>
                </c:pt>
                <c:pt idx="9169">
                  <c:v>8.3465348875700462E-3</c:v>
                </c:pt>
                <c:pt idx="9170">
                  <c:v>8.0864445652944934E-3</c:v>
                </c:pt>
                <c:pt idx="9171">
                  <c:v>8.3465348875700462E-3</c:v>
                </c:pt>
                <c:pt idx="9172">
                  <c:v>8.4884023360839861E-3</c:v>
                </c:pt>
                <c:pt idx="9173">
                  <c:v>8.3228903128177243E-3</c:v>
                </c:pt>
                <c:pt idx="9174">
                  <c:v>8.0627999905421716E-3</c:v>
                </c:pt>
                <c:pt idx="9175">
                  <c:v>8.3701794623223698E-3</c:v>
                </c:pt>
                <c:pt idx="9176">
                  <c:v>8.6302697845979243E-3</c:v>
                </c:pt>
                <c:pt idx="9177">
                  <c:v>8.5356914855886316E-3</c:v>
                </c:pt>
                <c:pt idx="9178">
                  <c:v>8.204667439056108E-3</c:v>
                </c:pt>
                <c:pt idx="9179">
                  <c:v>8.4647577613316625E-3</c:v>
                </c:pt>
                <c:pt idx="9180">
                  <c:v>8.7484926583595388E-3</c:v>
                </c:pt>
                <c:pt idx="9181">
                  <c:v>8.6066252098456007E-3</c:v>
                </c:pt>
                <c:pt idx="9182">
                  <c:v>8.3465348875700462E-3</c:v>
                </c:pt>
                <c:pt idx="9183">
                  <c:v>8.5593360603409552E-3</c:v>
                </c:pt>
                <c:pt idx="9184">
                  <c:v>8.795781807864186E-3</c:v>
                </c:pt>
                <c:pt idx="9185">
                  <c:v>8.7012035088548934E-3</c:v>
                </c:pt>
                <c:pt idx="9186">
                  <c:v>8.2992457380654007E-3</c:v>
                </c:pt>
                <c:pt idx="9187">
                  <c:v>8.4174686118270153E-3</c:v>
                </c:pt>
                <c:pt idx="9188">
                  <c:v>8.6066252098456007E-3</c:v>
                </c:pt>
                <c:pt idx="9189">
                  <c:v>8.4884023360839861E-3</c:v>
                </c:pt>
                <c:pt idx="9190">
                  <c:v>8.1337337147991389E-3</c:v>
                </c:pt>
                <c:pt idx="9191">
                  <c:v>8.2992457380654007E-3</c:v>
                </c:pt>
                <c:pt idx="9192">
                  <c:v>8.5356914855886316E-3</c:v>
                </c:pt>
                <c:pt idx="9193">
                  <c:v>8.4174686118270153E-3</c:v>
                </c:pt>
                <c:pt idx="9194">
                  <c:v>8.110089140046817E-3</c:v>
                </c:pt>
                <c:pt idx="9195">
                  <c:v>8.2283120138084316E-3</c:v>
                </c:pt>
                <c:pt idx="9196">
                  <c:v>8.4884023360839861E-3</c:v>
                </c:pt>
                <c:pt idx="9197">
                  <c:v>8.4884023360839861E-3</c:v>
                </c:pt>
                <c:pt idx="9198">
                  <c:v>8.2283120138084316E-3</c:v>
                </c:pt>
                <c:pt idx="9199">
                  <c:v>8.3465348875700462E-3</c:v>
                </c:pt>
                <c:pt idx="9200">
                  <c:v>8.6775589341025697E-3</c:v>
                </c:pt>
                <c:pt idx="9201">
                  <c:v>8.6539143593502479E-3</c:v>
                </c:pt>
                <c:pt idx="9202">
                  <c:v>8.2519565885607535E-3</c:v>
                </c:pt>
                <c:pt idx="9203">
                  <c:v>8.2519565885607535E-3</c:v>
                </c:pt>
                <c:pt idx="9204">
                  <c:v>8.6302697845979243E-3</c:v>
                </c:pt>
                <c:pt idx="9205">
                  <c:v>8.582980635093277E-3</c:v>
                </c:pt>
                <c:pt idx="9206">
                  <c:v>8.2283120138084316E-3</c:v>
                </c:pt>
                <c:pt idx="9207">
                  <c:v>8.2283120138084316E-3</c:v>
                </c:pt>
                <c:pt idx="9208">
                  <c:v>8.5356914855886316E-3</c:v>
                </c:pt>
                <c:pt idx="9209">
                  <c:v>8.582980635093277E-3</c:v>
                </c:pt>
                <c:pt idx="9210">
                  <c:v>8.3228903128177243E-3</c:v>
                </c:pt>
                <c:pt idx="9211">
                  <c:v>8.2756011633130771E-3</c:v>
                </c:pt>
                <c:pt idx="9212">
                  <c:v>8.6775589341025697E-3</c:v>
                </c:pt>
                <c:pt idx="9213">
                  <c:v>8.7484926583595388E-3</c:v>
                </c:pt>
                <c:pt idx="9214">
                  <c:v>8.4647577613316625E-3</c:v>
                </c:pt>
                <c:pt idx="9215">
                  <c:v>8.4411131865793389E-3</c:v>
                </c:pt>
                <c:pt idx="9216">
                  <c:v>8.724848083607217E-3</c:v>
                </c:pt>
                <c:pt idx="9217">
                  <c:v>8.724848083607217E-3</c:v>
                </c:pt>
                <c:pt idx="9218">
                  <c:v>8.3701794623223698E-3</c:v>
                </c:pt>
                <c:pt idx="9219">
                  <c:v>8.1573782895514625E-3</c:v>
                </c:pt>
                <c:pt idx="9220">
                  <c:v>8.582980635093277E-3</c:v>
                </c:pt>
                <c:pt idx="9221">
                  <c:v>8.6775589341025697E-3</c:v>
                </c:pt>
                <c:pt idx="9222">
                  <c:v>8.3938240370746934E-3</c:v>
                </c:pt>
                <c:pt idx="9223">
                  <c:v>8.2756011633130771E-3</c:v>
                </c:pt>
                <c:pt idx="9224">
                  <c:v>8.6066252098456007E-3</c:v>
                </c:pt>
                <c:pt idx="9225">
                  <c:v>8.6302697845979243E-3</c:v>
                </c:pt>
                <c:pt idx="9226">
                  <c:v>8.2992457380654007E-3</c:v>
                </c:pt>
                <c:pt idx="9227">
                  <c:v>8.110089140046817E-3</c:v>
                </c:pt>
                <c:pt idx="9228">
                  <c:v>8.4174686118270153E-3</c:v>
                </c:pt>
                <c:pt idx="9229">
                  <c:v>8.512046910836308E-3</c:v>
                </c:pt>
                <c:pt idx="9230">
                  <c:v>8.2992457380654007E-3</c:v>
                </c:pt>
                <c:pt idx="9231">
                  <c:v>8.204667439056108E-3</c:v>
                </c:pt>
                <c:pt idx="9232">
                  <c:v>8.5593360603409552E-3</c:v>
                </c:pt>
                <c:pt idx="9233">
                  <c:v>8.6539143593502479E-3</c:v>
                </c:pt>
                <c:pt idx="9234">
                  <c:v>8.4174686118270153E-3</c:v>
                </c:pt>
                <c:pt idx="9235">
                  <c:v>8.204667439056108E-3</c:v>
                </c:pt>
                <c:pt idx="9236">
                  <c:v>8.5356914855886316E-3</c:v>
                </c:pt>
                <c:pt idx="9237">
                  <c:v>8.6775589341025697E-3</c:v>
                </c:pt>
                <c:pt idx="9238">
                  <c:v>8.4411131865793389E-3</c:v>
                </c:pt>
                <c:pt idx="9239">
                  <c:v>8.2283120138084316E-3</c:v>
                </c:pt>
                <c:pt idx="9240">
                  <c:v>8.6066252098456007E-3</c:v>
                </c:pt>
                <c:pt idx="9241">
                  <c:v>8.7721372331118624E-3</c:v>
                </c:pt>
                <c:pt idx="9242">
                  <c:v>8.582980635093277E-3</c:v>
                </c:pt>
                <c:pt idx="9243">
                  <c:v>8.3701794623223698E-3</c:v>
                </c:pt>
                <c:pt idx="9244">
                  <c:v>8.6539143593502479E-3</c:v>
                </c:pt>
                <c:pt idx="9245">
                  <c:v>8.7012035088548934E-3</c:v>
                </c:pt>
                <c:pt idx="9246">
                  <c:v>8.4411131865793389E-3</c:v>
                </c:pt>
                <c:pt idx="9247">
                  <c:v>8.1337337147991389E-3</c:v>
                </c:pt>
                <c:pt idx="9248">
                  <c:v>8.4647577613316625E-3</c:v>
                </c:pt>
                <c:pt idx="9249">
                  <c:v>8.5593360603409552E-3</c:v>
                </c:pt>
                <c:pt idx="9250">
                  <c:v>8.3465348875700462E-3</c:v>
                </c:pt>
                <c:pt idx="9251">
                  <c:v>8.0391554157898479E-3</c:v>
                </c:pt>
                <c:pt idx="9252">
                  <c:v>8.3938240370746934E-3</c:v>
                </c:pt>
                <c:pt idx="9253">
                  <c:v>8.6066252098456007E-3</c:v>
                </c:pt>
                <c:pt idx="9254">
                  <c:v>8.4647577613316625E-3</c:v>
                </c:pt>
                <c:pt idx="9255">
                  <c:v>8.1573782895514625E-3</c:v>
                </c:pt>
                <c:pt idx="9256">
                  <c:v>8.4884023360839861E-3</c:v>
                </c:pt>
                <c:pt idx="9257">
                  <c:v>8.724848083607217E-3</c:v>
                </c:pt>
                <c:pt idx="9258">
                  <c:v>8.6066252098456007E-3</c:v>
                </c:pt>
                <c:pt idx="9259">
                  <c:v>8.2992457380654007E-3</c:v>
                </c:pt>
                <c:pt idx="9260">
                  <c:v>8.582980635093277E-3</c:v>
                </c:pt>
                <c:pt idx="9261">
                  <c:v>8.724848083607217E-3</c:v>
                </c:pt>
                <c:pt idx="9262">
                  <c:v>8.4647577613316625E-3</c:v>
                </c:pt>
                <c:pt idx="9263">
                  <c:v>8.204667439056108E-3</c:v>
                </c:pt>
                <c:pt idx="9264">
                  <c:v>8.4647577613316625E-3</c:v>
                </c:pt>
                <c:pt idx="9265">
                  <c:v>8.6302697845979243E-3</c:v>
                </c:pt>
                <c:pt idx="9266">
                  <c:v>8.512046910836308E-3</c:v>
                </c:pt>
                <c:pt idx="9267">
                  <c:v>8.1573782895514625E-3</c:v>
                </c:pt>
                <c:pt idx="9268">
                  <c:v>8.4411131865793389E-3</c:v>
                </c:pt>
                <c:pt idx="9269">
                  <c:v>8.7012035088548934E-3</c:v>
                </c:pt>
                <c:pt idx="9270">
                  <c:v>8.582980635093277E-3</c:v>
                </c:pt>
                <c:pt idx="9271">
                  <c:v>8.204667439056108E-3</c:v>
                </c:pt>
                <c:pt idx="9272">
                  <c:v>8.4411131865793389E-3</c:v>
                </c:pt>
                <c:pt idx="9273">
                  <c:v>8.724848083607217E-3</c:v>
                </c:pt>
                <c:pt idx="9274">
                  <c:v>8.7012035088548934E-3</c:v>
                </c:pt>
                <c:pt idx="9275">
                  <c:v>8.3701794623223698E-3</c:v>
                </c:pt>
                <c:pt idx="9276">
                  <c:v>8.4884023360839861E-3</c:v>
                </c:pt>
                <c:pt idx="9277">
                  <c:v>8.8430709573688315E-3</c:v>
                </c:pt>
                <c:pt idx="9278">
                  <c:v>8.795781807864186E-3</c:v>
                </c:pt>
                <c:pt idx="9279">
                  <c:v>8.4411131865793389E-3</c:v>
                </c:pt>
                <c:pt idx="9280">
                  <c:v>8.5356914855886316E-3</c:v>
                </c:pt>
                <c:pt idx="9281">
                  <c:v>8.7484926583595388E-3</c:v>
                </c:pt>
                <c:pt idx="9282">
                  <c:v>8.7012035088548934E-3</c:v>
                </c:pt>
                <c:pt idx="9283">
                  <c:v>8.4174686118270153E-3</c:v>
                </c:pt>
                <c:pt idx="9284">
                  <c:v>8.512046910836308E-3</c:v>
                </c:pt>
                <c:pt idx="9285">
                  <c:v>8.795781807864186E-3</c:v>
                </c:pt>
                <c:pt idx="9286">
                  <c:v>8.724848083607217E-3</c:v>
                </c:pt>
                <c:pt idx="9287">
                  <c:v>8.4884023360839861E-3</c:v>
                </c:pt>
                <c:pt idx="9288">
                  <c:v>8.5356914855886316E-3</c:v>
                </c:pt>
                <c:pt idx="9289">
                  <c:v>8.8667155321211551E-3</c:v>
                </c:pt>
                <c:pt idx="9290">
                  <c:v>8.724848083607217E-3</c:v>
                </c:pt>
                <c:pt idx="9291">
                  <c:v>8.3701794623223698E-3</c:v>
                </c:pt>
                <c:pt idx="9292">
                  <c:v>8.3465348875700462E-3</c:v>
                </c:pt>
                <c:pt idx="9293">
                  <c:v>8.724848083607217E-3</c:v>
                </c:pt>
                <c:pt idx="9294">
                  <c:v>8.724848083607217E-3</c:v>
                </c:pt>
                <c:pt idx="9295">
                  <c:v>8.3938240370746934E-3</c:v>
                </c:pt>
                <c:pt idx="9296">
                  <c:v>8.3938240370746934E-3</c:v>
                </c:pt>
                <c:pt idx="9297">
                  <c:v>8.7721372331118624E-3</c:v>
                </c:pt>
                <c:pt idx="9298">
                  <c:v>8.7721372331118624E-3</c:v>
                </c:pt>
                <c:pt idx="9299">
                  <c:v>8.4174686118270153E-3</c:v>
                </c:pt>
                <c:pt idx="9300">
                  <c:v>8.3701794623223698E-3</c:v>
                </c:pt>
                <c:pt idx="9301">
                  <c:v>8.7721372331118624E-3</c:v>
                </c:pt>
                <c:pt idx="9302">
                  <c:v>8.7012035088548934E-3</c:v>
                </c:pt>
                <c:pt idx="9303">
                  <c:v>8.4174686118270153E-3</c:v>
                </c:pt>
                <c:pt idx="9304">
                  <c:v>8.3701794623223698E-3</c:v>
                </c:pt>
                <c:pt idx="9305">
                  <c:v>8.7012035088548934E-3</c:v>
                </c:pt>
                <c:pt idx="9306">
                  <c:v>8.6539143593502479E-3</c:v>
                </c:pt>
                <c:pt idx="9307">
                  <c:v>8.3701794623223698E-3</c:v>
                </c:pt>
                <c:pt idx="9308">
                  <c:v>8.3465348875700462E-3</c:v>
                </c:pt>
                <c:pt idx="9309">
                  <c:v>8.795781807864186E-3</c:v>
                </c:pt>
                <c:pt idx="9310">
                  <c:v>8.795781807864186E-3</c:v>
                </c:pt>
                <c:pt idx="9311">
                  <c:v>8.4174686118270153E-3</c:v>
                </c:pt>
                <c:pt idx="9312">
                  <c:v>8.3465348875700462E-3</c:v>
                </c:pt>
                <c:pt idx="9313">
                  <c:v>8.7484926583595388E-3</c:v>
                </c:pt>
                <c:pt idx="9314">
                  <c:v>8.7721372331118624E-3</c:v>
                </c:pt>
                <c:pt idx="9315">
                  <c:v>8.4884023360839861E-3</c:v>
                </c:pt>
                <c:pt idx="9316">
                  <c:v>8.3228903128177243E-3</c:v>
                </c:pt>
                <c:pt idx="9317">
                  <c:v>8.795781807864186E-3</c:v>
                </c:pt>
                <c:pt idx="9318">
                  <c:v>8.8667155321211551E-3</c:v>
                </c:pt>
                <c:pt idx="9319">
                  <c:v>8.6539143593502479E-3</c:v>
                </c:pt>
                <c:pt idx="9320">
                  <c:v>8.4174686118270153E-3</c:v>
                </c:pt>
                <c:pt idx="9321">
                  <c:v>8.795781807864186E-3</c:v>
                </c:pt>
                <c:pt idx="9322">
                  <c:v>8.8667155321211551E-3</c:v>
                </c:pt>
                <c:pt idx="9323">
                  <c:v>8.6775589341025697E-3</c:v>
                </c:pt>
                <c:pt idx="9324">
                  <c:v>8.5356914855886316E-3</c:v>
                </c:pt>
                <c:pt idx="9325">
                  <c:v>8.9140046816258006E-3</c:v>
                </c:pt>
                <c:pt idx="9326">
                  <c:v>8.9140046816258006E-3</c:v>
                </c:pt>
                <c:pt idx="9327">
                  <c:v>8.6539143593502479E-3</c:v>
                </c:pt>
                <c:pt idx="9328">
                  <c:v>8.5356914855886316E-3</c:v>
                </c:pt>
                <c:pt idx="9329">
                  <c:v>8.9376492563781242E-3</c:v>
                </c:pt>
                <c:pt idx="9330">
                  <c:v>8.9849384058827697E-3</c:v>
                </c:pt>
                <c:pt idx="9331">
                  <c:v>8.7484926583595388E-3</c:v>
                </c:pt>
                <c:pt idx="9332">
                  <c:v>8.6302697845979243E-3</c:v>
                </c:pt>
                <c:pt idx="9333">
                  <c:v>9.0322275553874169E-3</c:v>
                </c:pt>
                <c:pt idx="9334">
                  <c:v>9.1977395786536787E-3</c:v>
                </c:pt>
                <c:pt idx="9335">
                  <c:v>8.9376492563781242E-3</c:v>
                </c:pt>
                <c:pt idx="9336">
                  <c:v>8.6302697845979243E-3</c:v>
                </c:pt>
                <c:pt idx="9337">
                  <c:v>8.8903601068734787E-3</c:v>
                </c:pt>
                <c:pt idx="9338">
                  <c:v>8.9849384058827697E-3</c:v>
                </c:pt>
                <c:pt idx="9339">
                  <c:v>8.7484926583595388E-3</c:v>
                </c:pt>
                <c:pt idx="9340">
                  <c:v>8.4884023360839861E-3</c:v>
                </c:pt>
                <c:pt idx="9341">
                  <c:v>8.9140046816258006E-3</c:v>
                </c:pt>
                <c:pt idx="9342">
                  <c:v>9.0558721301397405E-3</c:v>
                </c:pt>
                <c:pt idx="9343">
                  <c:v>8.795781807864186E-3</c:v>
                </c:pt>
                <c:pt idx="9344">
                  <c:v>8.512046910836308E-3</c:v>
                </c:pt>
                <c:pt idx="9345">
                  <c:v>8.7721372331118624E-3</c:v>
                </c:pt>
                <c:pt idx="9346">
                  <c:v>8.8667155321211551E-3</c:v>
                </c:pt>
                <c:pt idx="9347">
                  <c:v>8.6775589341025697E-3</c:v>
                </c:pt>
                <c:pt idx="9348">
                  <c:v>8.4411131865793389E-3</c:v>
                </c:pt>
                <c:pt idx="9349">
                  <c:v>8.724848083607217E-3</c:v>
                </c:pt>
                <c:pt idx="9350">
                  <c:v>8.9140046816258006E-3</c:v>
                </c:pt>
                <c:pt idx="9351">
                  <c:v>8.724848083607217E-3</c:v>
                </c:pt>
                <c:pt idx="9352">
                  <c:v>8.4647577613316625E-3</c:v>
                </c:pt>
                <c:pt idx="9353">
                  <c:v>8.6775589341025697E-3</c:v>
                </c:pt>
                <c:pt idx="9354">
                  <c:v>8.9376492563781242E-3</c:v>
                </c:pt>
                <c:pt idx="9355">
                  <c:v>8.795781807864186E-3</c:v>
                </c:pt>
                <c:pt idx="9356">
                  <c:v>8.4884023360839861E-3</c:v>
                </c:pt>
                <c:pt idx="9357">
                  <c:v>8.7012035088548934E-3</c:v>
                </c:pt>
                <c:pt idx="9358">
                  <c:v>9.0085829806350933E-3</c:v>
                </c:pt>
                <c:pt idx="9359">
                  <c:v>8.8430709573688315E-3</c:v>
                </c:pt>
                <c:pt idx="9360">
                  <c:v>8.582980635093277E-3</c:v>
                </c:pt>
                <c:pt idx="9361">
                  <c:v>8.8194263826165079E-3</c:v>
                </c:pt>
                <c:pt idx="9362">
                  <c:v>9.1268058543967096E-3</c:v>
                </c:pt>
                <c:pt idx="9363">
                  <c:v>8.9849384058827697E-3</c:v>
                </c:pt>
                <c:pt idx="9364">
                  <c:v>8.6775589341025697E-3</c:v>
                </c:pt>
                <c:pt idx="9365">
                  <c:v>8.8194263826165079E-3</c:v>
                </c:pt>
                <c:pt idx="9366">
                  <c:v>9.0558721301397405E-3</c:v>
                </c:pt>
                <c:pt idx="9367">
                  <c:v>8.9849384058827697E-3</c:v>
                </c:pt>
                <c:pt idx="9368">
                  <c:v>8.7484926583595388E-3</c:v>
                </c:pt>
                <c:pt idx="9369">
                  <c:v>8.8194263826165079E-3</c:v>
                </c:pt>
                <c:pt idx="9370">
                  <c:v>9.0085829806350933E-3</c:v>
                </c:pt>
                <c:pt idx="9371">
                  <c:v>8.9376492563781242E-3</c:v>
                </c:pt>
                <c:pt idx="9372">
                  <c:v>8.582980635093277E-3</c:v>
                </c:pt>
                <c:pt idx="9373">
                  <c:v>8.5356914855886316E-3</c:v>
                </c:pt>
                <c:pt idx="9374">
                  <c:v>8.8903601068734787E-3</c:v>
                </c:pt>
                <c:pt idx="9375">
                  <c:v>8.8903601068734787E-3</c:v>
                </c:pt>
                <c:pt idx="9376">
                  <c:v>8.512046910836308E-3</c:v>
                </c:pt>
                <c:pt idx="9377">
                  <c:v>8.582980635093277E-3</c:v>
                </c:pt>
                <c:pt idx="9378">
                  <c:v>8.9612938311304478E-3</c:v>
                </c:pt>
                <c:pt idx="9379">
                  <c:v>8.9376492563781242E-3</c:v>
                </c:pt>
                <c:pt idx="9380">
                  <c:v>8.7012035088548934E-3</c:v>
                </c:pt>
                <c:pt idx="9381">
                  <c:v>8.6539143593502479E-3</c:v>
                </c:pt>
                <c:pt idx="9382">
                  <c:v>8.9612938311304478E-3</c:v>
                </c:pt>
                <c:pt idx="9383">
                  <c:v>8.9140046816258006E-3</c:v>
                </c:pt>
                <c:pt idx="9384">
                  <c:v>8.582980635093277E-3</c:v>
                </c:pt>
                <c:pt idx="9385">
                  <c:v>8.582980635093277E-3</c:v>
                </c:pt>
                <c:pt idx="9386">
                  <c:v>8.9140046816258006E-3</c:v>
                </c:pt>
                <c:pt idx="9387">
                  <c:v>8.8903601068734787E-3</c:v>
                </c:pt>
                <c:pt idx="9388">
                  <c:v>8.512046910836308E-3</c:v>
                </c:pt>
                <c:pt idx="9389">
                  <c:v>8.512046910836308E-3</c:v>
                </c:pt>
                <c:pt idx="9390">
                  <c:v>8.8903601068734787E-3</c:v>
                </c:pt>
                <c:pt idx="9391">
                  <c:v>8.9140046816258006E-3</c:v>
                </c:pt>
                <c:pt idx="9392">
                  <c:v>8.582980635093277E-3</c:v>
                </c:pt>
                <c:pt idx="9393">
                  <c:v>8.5356914855886316E-3</c:v>
                </c:pt>
                <c:pt idx="9394">
                  <c:v>8.8430709573688315E-3</c:v>
                </c:pt>
                <c:pt idx="9395">
                  <c:v>8.8667155321211551E-3</c:v>
                </c:pt>
                <c:pt idx="9396">
                  <c:v>8.6775589341025697E-3</c:v>
                </c:pt>
                <c:pt idx="9397">
                  <c:v>8.6539143593502479E-3</c:v>
                </c:pt>
                <c:pt idx="9398">
                  <c:v>9.0085829806350933E-3</c:v>
                </c:pt>
                <c:pt idx="9399">
                  <c:v>9.0795167048920624E-3</c:v>
                </c:pt>
                <c:pt idx="9400">
                  <c:v>8.795781807864186E-3</c:v>
                </c:pt>
                <c:pt idx="9401">
                  <c:v>8.6539143593502479E-3</c:v>
                </c:pt>
                <c:pt idx="9402">
                  <c:v>8.9376492563781242E-3</c:v>
                </c:pt>
                <c:pt idx="9403">
                  <c:v>8.9849384058827697E-3</c:v>
                </c:pt>
                <c:pt idx="9404">
                  <c:v>8.6539143593502479E-3</c:v>
                </c:pt>
                <c:pt idx="9405">
                  <c:v>8.512046910836308E-3</c:v>
                </c:pt>
                <c:pt idx="9406">
                  <c:v>8.8194263826165079E-3</c:v>
                </c:pt>
                <c:pt idx="9407">
                  <c:v>8.9376492563781242E-3</c:v>
                </c:pt>
                <c:pt idx="9408">
                  <c:v>8.724848083607217E-3</c:v>
                </c:pt>
                <c:pt idx="9409">
                  <c:v>8.582980635093277E-3</c:v>
                </c:pt>
                <c:pt idx="9410">
                  <c:v>8.9612938311304478E-3</c:v>
                </c:pt>
                <c:pt idx="9411">
                  <c:v>9.0558721301397405E-3</c:v>
                </c:pt>
                <c:pt idx="9412">
                  <c:v>8.8194263826165079E-3</c:v>
                </c:pt>
                <c:pt idx="9413">
                  <c:v>8.6066252098456007E-3</c:v>
                </c:pt>
                <c:pt idx="9414">
                  <c:v>8.8667155321211551E-3</c:v>
                </c:pt>
                <c:pt idx="9415">
                  <c:v>8.9376492563781242E-3</c:v>
                </c:pt>
                <c:pt idx="9416">
                  <c:v>8.724848083607217E-3</c:v>
                </c:pt>
                <c:pt idx="9417">
                  <c:v>8.5593360603409552E-3</c:v>
                </c:pt>
                <c:pt idx="9418">
                  <c:v>8.8903601068734787E-3</c:v>
                </c:pt>
                <c:pt idx="9419">
                  <c:v>9.0558721301397405E-3</c:v>
                </c:pt>
                <c:pt idx="9420">
                  <c:v>8.8194263826165079E-3</c:v>
                </c:pt>
                <c:pt idx="9421">
                  <c:v>8.7484926583595388E-3</c:v>
                </c:pt>
                <c:pt idx="9422">
                  <c:v>8.9849384058827697E-3</c:v>
                </c:pt>
                <c:pt idx="9423">
                  <c:v>9.1268058543967096E-3</c:v>
                </c:pt>
                <c:pt idx="9424">
                  <c:v>8.8903601068734787E-3</c:v>
                </c:pt>
                <c:pt idx="9425">
                  <c:v>8.6066252098456007E-3</c:v>
                </c:pt>
                <c:pt idx="9426">
                  <c:v>8.8903601068734787E-3</c:v>
                </c:pt>
                <c:pt idx="9427">
                  <c:v>8.9849384058827697E-3</c:v>
                </c:pt>
                <c:pt idx="9428">
                  <c:v>8.7012035088548934E-3</c:v>
                </c:pt>
                <c:pt idx="9429">
                  <c:v>8.4884023360839861E-3</c:v>
                </c:pt>
                <c:pt idx="9430">
                  <c:v>8.7484926583595388E-3</c:v>
                </c:pt>
                <c:pt idx="9431">
                  <c:v>8.8903601068734787E-3</c:v>
                </c:pt>
                <c:pt idx="9432">
                  <c:v>8.724848083607217E-3</c:v>
                </c:pt>
                <c:pt idx="9433">
                  <c:v>8.5593360603409552E-3</c:v>
                </c:pt>
                <c:pt idx="9434">
                  <c:v>8.8667155321211551E-3</c:v>
                </c:pt>
                <c:pt idx="9435">
                  <c:v>9.0558721301397405E-3</c:v>
                </c:pt>
                <c:pt idx="9436">
                  <c:v>8.9140046816258006E-3</c:v>
                </c:pt>
                <c:pt idx="9437">
                  <c:v>8.6539143593502479E-3</c:v>
                </c:pt>
                <c:pt idx="9438">
                  <c:v>8.8667155321211551E-3</c:v>
                </c:pt>
                <c:pt idx="9439">
                  <c:v>9.103161279644386E-3</c:v>
                </c:pt>
                <c:pt idx="9440">
                  <c:v>8.9849384058827697E-3</c:v>
                </c:pt>
                <c:pt idx="9441">
                  <c:v>8.724848083607217E-3</c:v>
                </c:pt>
                <c:pt idx="9442">
                  <c:v>8.9849384058827697E-3</c:v>
                </c:pt>
                <c:pt idx="9443">
                  <c:v>9.2450287281583242E-3</c:v>
                </c:pt>
                <c:pt idx="9444">
                  <c:v>9.1268058543967096E-3</c:v>
                </c:pt>
                <c:pt idx="9445">
                  <c:v>8.8903601068734787E-3</c:v>
                </c:pt>
                <c:pt idx="9446">
                  <c:v>9.0795167048920624E-3</c:v>
                </c:pt>
                <c:pt idx="9447">
                  <c:v>9.3159624524152933E-3</c:v>
                </c:pt>
                <c:pt idx="9448">
                  <c:v>9.1268058543967096E-3</c:v>
                </c:pt>
                <c:pt idx="9449">
                  <c:v>8.8194263826165079E-3</c:v>
                </c:pt>
                <c:pt idx="9450">
                  <c:v>8.9376492563781242E-3</c:v>
                </c:pt>
                <c:pt idx="9451">
                  <c:v>8.9849384058827697E-3</c:v>
                </c:pt>
                <c:pt idx="9452">
                  <c:v>8.7721372331118624E-3</c:v>
                </c:pt>
                <c:pt idx="9453">
                  <c:v>8.4647577613316625E-3</c:v>
                </c:pt>
                <c:pt idx="9454">
                  <c:v>8.6775589341025697E-3</c:v>
                </c:pt>
                <c:pt idx="9455">
                  <c:v>8.8903601068734787E-3</c:v>
                </c:pt>
                <c:pt idx="9456">
                  <c:v>8.8903601068734787E-3</c:v>
                </c:pt>
                <c:pt idx="9457">
                  <c:v>8.6302697845979243E-3</c:v>
                </c:pt>
                <c:pt idx="9458">
                  <c:v>8.8194263826165079E-3</c:v>
                </c:pt>
                <c:pt idx="9459">
                  <c:v>9.0085829806350933E-3</c:v>
                </c:pt>
                <c:pt idx="9460">
                  <c:v>8.8667155321211551E-3</c:v>
                </c:pt>
                <c:pt idx="9461">
                  <c:v>8.6066252098456007E-3</c:v>
                </c:pt>
                <c:pt idx="9462">
                  <c:v>8.7721372331118624E-3</c:v>
                </c:pt>
                <c:pt idx="9463">
                  <c:v>9.0085829806350933E-3</c:v>
                </c:pt>
                <c:pt idx="9464">
                  <c:v>8.9376492563781242E-3</c:v>
                </c:pt>
                <c:pt idx="9465">
                  <c:v>8.6066252098456007E-3</c:v>
                </c:pt>
                <c:pt idx="9466">
                  <c:v>8.795781807864186E-3</c:v>
                </c:pt>
                <c:pt idx="9467">
                  <c:v>9.103161279644386E-3</c:v>
                </c:pt>
                <c:pt idx="9468">
                  <c:v>9.0322275553874169E-3</c:v>
                </c:pt>
                <c:pt idx="9469">
                  <c:v>8.6539143593502479E-3</c:v>
                </c:pt>
                <c:pt idx="9470">
                  <c:v>8.7721372331118624E-3</c:v>
                </c:pt>
                <c:pt idx="9471">
                  <c:v>9.0558721301397405E-3</c:v>
                </c:pt>
                <c:pt idx="9472">
                  <c:v>8.9849384058827697E-3</c:v>
                </c:pt>
                <c:pt idx="9473">
                  <c:v>8.6775589341025697E-3</c:v>
                </c:pt>
                <c:pt idx="9474">
                  <c:v>8.8430709573688315E-3</c:v>
                </c:pt>
                <c:pt idx="9475">
                  <c:v>9.1740950039013551E-3</c:v>
                </c:pt>
                <c:pt idx="9476">
                  <c:v>9.1268058543967096E-3</c:v>
                </c:pt>
                <c:pt idx="9477">
                  <c:v>8.8667155321211551E-3</c:v>
                </c:pt>
                <c:pt idx="9478">
                  <c:v>8.9612938311304478E-3</c:v>
                </c:pt>
                <c:pt idx="9479">
                  <c:v>9.2213841534060023E-3</c:v>
                </c:pt>
                <c:pt idx="9480">
                  <c:v>9.103161279644386E-3</c:v>
                </c:pt>
                <c:pt idx="9481">
                  <c:v>8.7012035088548934E-3</c:v>
                </c:pt>
                <c:pt idx="9482">
                  <c:v>8.7012035088548934E-3</c:v>
                </c:pt>
                <c:pt idx="9483">
                  <c:v>9.0558721301397405E-3</c:v>
                </c:pt>
                <c:pt idx="9484">
                  <c:v>9.103161279644386E-3</c:v>
                </c:pt>
                <c:pt idx="9485">
                  <c:v>8.7484926583595388E-3</c:v>
                </c:pt>
                <c:pt idx="9486">
                  <c:v>8.6775589341025697E-3</c:v>
                </c:pt>
                <c:pt idx="9487">
                  <c:v>8.9612938311304478E-3</c:v>
                </c:pt>
                <c:pt idx="9488">
                  <c:v>8.9376492563781242E-3</c:v>
                </c:pt>
                <c:pt idx="9489">
                  <c:v>8.6775589341025697E-3</c:v>
                </c:pt>
                <c:pt idx="9490">
                  <c:v>8.6302697845979243E-3</c:v>
                </c:pt>
                <c:pt idx="9491">
                  <c:v>8.9849384058827697E-3</c:v>
                </c:pt>
                <c:pt idx="9492">
                  <c:v>9.0085829806350933E-3</c:v>
                </c:pt>
                <c:pt idx="9493">
                  <c:v>8.7484926583595388E-3</c:v>
                </c:pt>
                <c:pt idx="9494">
                  <c:v>8.7012035088548934E-3</c:v>
                </c:pt>
                <c:pt idx="9495">
                  <c:v>9.0085829806350933E-3</c:v>
                </c:pt>
                <c:pt idx="9496">
                  <c:v>9.103161279644386E-3</c:v>
                </c:pt>
                <c:pt idx="9497">
                  <c:v>8.8667155321211551E-3</c:v>
                </c:pt>
                <c:pt idx="9498">
                  <c:v>8.6775589341025697E-3</c:v>
                </c:pt>
                <c:pt idx="9499">
                  <c:v>8.9612938311304478E-3</c:v>
                </c:pt>
                <c:pt idx="9500">
                  <c:v>9.0085829806350933E-3</c:v>
                </c:pt>
                <c:pt idx="9501">
                  <c:v>8.6775589341025697E-3</c:v>
                </c:pt>
                <c:pt idx="9502">
                  <c:v>8.582980635093277E-3</c:v>
                </c:pt>
                <c:pt idx="9503">
                  <c:v>8.9140046816258006E-3</c:v>
                </c:pt>
                <c:pt idx="9504">
                  <c:v>8.9849384058827697E-3</c:v>
                </c:pt>
                <c:pt idx="9505">
                  <c:v>8.795781807864186E-3</c:v>
                </c:pt>
                <c:pt idx="9506">
                  <c:v>8.6539143593502479E-3</c:v>
                </c:pt>
                <c:pt idx="9507">
                  <c:v>9.0085829806350933E-3</c:v>
                </c:pt>
                <c:pt idx="9508">
                  <c:v>9.2213841534060023E-3</c:v>
                </c:pt>
                <c:pt idx="9509">
                  <c:v>8.9849384058827697E-3</c:v>
                </c:pt>
                <c:pt idx="9510">
                  <c:v>8.8430709573688315E-3</c:v>
                </c:pt>
                <c:pt idx="9511">
                  <c:v>9.1977395786536787E-3</c:v>
                </c:pt>
                <c:pt idx="9512">
                  <c:v>9.2213841534060023E-3</c:v>
                </c:pt>
                <c:pt idx="9513">
                  <c:v>8.9612938311304478E-3</c:v>
                </c:pt>
                <c:pt idx="9514">
                  <c:v>8.795781807864186E-3</c:v>
                </c:pt>
                <c:pt idx="9515">
                  <c:v>9.103161279644386E-3</c:v>
                </c:pt>
                <c:pt idx="9516">
                  <c:v>9.1740950039013551E-3</c:v>
                </c:pt>
                <c:pt idx="9517">
                  <c:v>9.0322275553874169E-3</c:v>
                </c:pt>
                <c:pt idx="9518">
                  <c:v>8.7484926583595388E-3</c:v>
                </c:pt>
                <c:pt idx="9519">
                  <c:v>9.0558721301397405E-3</c:v>
                </c:pt>
                <c:pt idx="9520">
                  <c:v>9.1740950039013551E-3</c:v>
                </c:pt>
                <c:pt idx="9521">
                  <c:v>8.9376492563781242E-3</c:v>
                </c:pt>
                <c:pt idx="9522">
                  <c:v>8.6302697845979243E-3</c:v>
                </c:pt>
                <c:pt idx="9523">
                  <c:v>8.9140046816258006E-3</c:v>
                </c:pt>
                <c:pt idx="9524">
                  <c:v>9.0558721301397405E-3</c:v>
                </c:pt>
                <c:pt idx="9525">
                  <c:v>8.9140046816258006E-3</c:v>
                </c:pt>
                <c:pt idx="9526">
                  <c:v>8.6539143593502479E-3</c:v>
                </c:pt>
                <c:pt idx="9527">
                  <c:v>8.9612938311304478E-3</c:v>
                </c:pt>
                <c:pt idx="9528">
                  <c:v>9.0558721301397405E-3</c:v>
                </c:pt>
                <c:pt idx="9529">
                  <c:v>8.8430709573688315E-3</c:v>
                </c:pt>
                <c:pt idx="9530">
                  <c:v>8.6066252098456007E-3</c:v>
                </c:pt>
                <c:pt idx="9531">
                  <c:v>8.9612938311304478E-3</c:v>
                </c:pt>
                <c:pt idx="9532">
                  <c:v>9.1268058543967096E-3</c:v>
                </c:pt>
                <c:pt idx="9533">
                  <c:v>8.9376492563781242E-3</c:v>
                </c:pt>
                <c:pt idx="9534">
                  <c:v>8.6539143593502479E-3</c:v>
                </c:pt>
                <c:pt idx="9535">
                  <c:v>8.9376492563781242E-3</c:v>
                </c:pt>
                <c:pt idx="9536">
                  <c:v>9.1268058543967096E-3</c:v>
                </c:pt>
                <c:pt idx="9537">
                  <c:v>9.0322275553874169E-3</c:v>
                </c:pt>
                <c:pt idx="9538">
                  <c:v>8.8194263826165079E-3</c:v>
                </c:pt>
                <c:pt idx="9539">
                  <c:v>9.103161279644386E-3</c:v>
                </c:pt>
                <c:pt idx="9540">
                  <c:v>9.2923178776629714E-3</c:v>
                </c:pt>
                <c:pt idx="9541">
                  <c:v>9.0795167048920624E-3</c:v>
                </c:pt>
                <c:pt idx="9542">
                  <c:v>8.7484926583595388E-3</c:v>
                </c:pt>
                <c:pt idx="9543">
                  <c:v>9.0795167048920624E-3</c:v>
                </c:pt>
                <c:pt idx="9544">
                  <c:v>9.2450287281583242E-3</c:v>
                </c:pt>
                <c:pt idx="9545">
                  <c:v>9.1268058543967096E-3</c:v>
                </c:pt>
                <c:pt idx="9546">
                  <c:v>8.7484926583595388E-3</c:v>
                </c:pt>
                <c:pt idx="9547">
                  <c:v>8.9612938311304478E-3</c:v>
                </c:pt>
                <c:pt idx="9548">
                  <c:v>9.1740950039013551E-3</c:v>
                </c:pt>
                <c:pt idx="9549">
                  <c:v>9.1504504291490315E-3</c:v>
                </c:pt>
                <c:pt idx="9550">
                  <c:v>8.8430709573688315E-3</c:v>
                </c:pt>
                <c:pt idx="9551">
                  <c:v>9.0795167048920624E-3</c:v>
                </c:pt>
                <c:pt idx="9552">
                  <c:v>9.2686733029106478E-3</c:v>
                </c:pt>
                <c:pt idx="9553">
                  <c:v>9.103161279644386E-3</c:v>
                </c:pt>
                <c:pt idx="9554">
                  <c:v>8.7484926583595388E-3</c:v>
                </c:pt>
                <c:pt idx="9555">
                  <c:v>8.8903601068734787E-3</c:v>
                </c:pt>
                <c:pt idx="9556">
                  <c:v>9.103161279644386E-3</c:v>
                </c:pt>
                <c:pt idx="9557">
                  <c:v>8.9849384058827697E-3</c:v>
                </c:pt>
                <c:pt idx="9558">
                  <c:v>8.6775589341025697E-3</c:v>
                </c:pt>
                <c:pt idx="9559">
                  <c:v>8.8667155321211551E-3</c:v>
                </c:pt>
                <c:pt idx="9560">
                  <c:v>9.0795167048920624E-3</c:v>
                </c:pt>
                <c:pt idx="9561">
                  <c:v>9.0558721301397405E-3</c:v>
                </c:pt>
                <c:pt idx="9562">
                  <c:v>8.7721372331118624E-3</c:v>
                </c:pt>
                <c:pt idx="9563">
                  <c:v>8.8903601068734787E-3</c:v>
                </c:pt>
                <c:pt idx="9564">
                  <c:v>9.1977395786536787E-3</c:v>
                </c:pt>
                <c:pt idx="9565">
                  <c:v>9.1977395786536787E-3</c:v>
                </c:pt>
                <c:pt idx="9566">
                  <c:v>8.8903601068734787E-3</c:v>
                </c:pt>
                <c:pt idx="9567">
                  <c:v>8.9612938311304478E-3</c:v>
                </c:pt>
                <c:pt idx="9568">
                  <c:v>9.2213841534060023E-3</c:v>
                </c:pt>
                <c:pt idx="9569">
                  <c:v>9.1977395786536787E-3</c:v>
                </c:pt>
                <c:pt idx="9570">
                  <c:v>8.8667155321211551E-3</c:v>
                </c:pt>
                <c:pt idx="9571">
                  <c:v>8.9376492563781242E-3</c:v>
                </c:pt>
                <c:pt idx="9572">
                  <c:v>9.2450287281583242E-3</c:v>
                </c:pt>
                <c:pt idx="9573">
                  <c:v>9.2213841534060023E-3</c:v>
                </c:pt>
                <c:pt idx="9574">
                  <c:v>8.9140046816258006E-3</c:v>
                </c:pt>
                <c:pt idx="9575">
                  <c:v>8.8903601068734787E-3</c:v>
                </c:pt>
                <c:pt idx="9576">
                  <c:v>9.1740950039013551E-3</c:v>
                </c:pt>
                <c:pt idx="9577">
                  <c:v>9.1977395786536787E-3</c:v>
                </c:pt>
                <c:pt idx="9578">
                  <c:v>8.9849384058827697E-3</c:v>
                </c:pt>
                <c:pt idx="9579">
                  <c:v>8.9376492563781242E-3</c:v>
                </c:pt>
                <c:pt idx="9580">
                  <c:v>9.2450287281583242E-3</c:v>
                </c:pt>
                <c:pt idx="9581">
                  <c:v>9.2213841534060023E-3</c:v>
                </c:pt>
                <c:pt idx="9582">
                  <c:v>8.9140046816258006E-3</c:v>
                </c:pt>
                <c:pt idx="9583">
                  <c:v>8.7721372331118624E-3</c:v>
                </c:pt>
                <c:pt idx="9584">
                  <c:v>9.103161279644386E-3</c:v>
                </c:pt>
                <c:pt idx="9585">
                  <c:v>9.2213841534060023E-3</c:v>
                </c:pt>
                <c:pt idx="9586">
                  <c:v>8.9376492563781242E-3</c:v>
                </c:pt>
                <c:pt idx="9587">
                  <c:v>8.8903601068734787E-3</c:v>
                </c:pt>
                <c:pt idx="9588">
                  <c:v>9.2686733029106478E-3</c:v>
                </c:pt>
                <c:pt idx="9589">
                  <c:v>9.3159624524152933E-3</c:v>
                </c:pt>
                <c:pt idx="9590">
                  <c:v>9.0558721301397405E-3</c:v>
                </c:pt>
                <c:pt idx="9591">
                  <c:v>9.0085829806350933E-3</c:v>
                </c:pt>
                <c:pt idx="9592">
                  <c:v>9.3396070271676169E-3</c:v>
                </c:pt>
                <c:pt idx="9593">
                  <c:v>9.2923178776629714E-3</c:v>
                </c:pt>
                <c:pt idx="9594">
                  <c:v>8.9376492563781242E-3</c:v>
                </c:pt>
                <c:pt idx="9595">
                  <c:v>8.7484926583595388E-3</c:v>
                </c:pt>
                <c:pt idx="9596">
                  <c:v>9.103161279644386E-3</c:v>
                </c:pt>
                <c:pt idx="9597">
                  <c:v>9.1504504291490315E-3</c:v>
                </c:pt>
                <c:pt idx="9598">
                  <c:v>8.8903601068734787E-3</c:v>
                </c:pt>
                <c:pt idx="9599">
                  <c:v>8.6539143593502479E-3</c:v>
                </c:pt>
                <c:pt idx="9600">
                  <c:v>9.0322275553874169E-3</c:v>
                </c:pt>
                <c:pt idx="9601">
                  <c:v>9.1504504291490315E-3</c:v>
                </c:pt>
                <c:pt idx="9602">
                  <c:v>9.0085829806350933E-3</c:v>
                </c:pt>
                <c:pt idx="9603">
                  <c:v>8.7721372331118624E-3</c:v>
                </c:pt>
                <c:pt idx="9604">
                  <c:v>9.1268058543967096E-3</c:v>
                </c:pt>
                <c:pt idx="9605">
                  <c:v>9.2450287281583242E-3</c:v>
                </c:pt>
                <c:pt idx="9606">
                  <c:v>9.0558721301397405E-3</c:v>
                </c:pt>
                <c:pt idx="9607">
                  <c:v>8.795781807864186E-3</c:v>
                </c:pt>
                <c:pt idx="9608">
                  <c:v>9.1504504291490315E-3</c:v>
                </c:pt>
                <c:pt idx="9609">
                  <c:v>9.2450287281583242E-3</c:v>
                </c:pt>
                <c:pt idx="9610">
                  <c:v>9.0322275553874169E-3</c:v>
                </c:pt>
                <c:pt idx="9611">
                  <c:v>8.7484926583595388E-3</c:v>
                </c:pt>
                <c:pt idx="9612">
                  <c:v>9.1268058543967096E-3</c:v>
                </c:pt>
                <c:pt idx="9613">
                  <c:v>9.2450287281583242E-3</c:v>
                </c:pt>
                <c:pt idx="9614">
                  <c:v>9.0558721301397405E-3</c:v>
                </c:pt>
                <c:pt idx="9615">
                  <c:v>8.8430709573688315E-3</c:v>
                </c:pt>
                <c:pt idx="9616">
                  <c:v>9.103161279644386E-3</c:v>
                </c:pt>
                <c:pt idx="9617">
                  <c:v>9.1268058543967096E-3</c:v>
                </c:pt>
                <c:pt idx="9618">
                  <c:v>8.8667155321211551E-3</c:v>
                </c:pt>
                <c:pt idx="9619">
                  <c:v>8.512046910836308E-3</c:v>
                </c:pt>
                <c:pt idx="9620">
                  <c:v>8.9376492563781242E-3</c:v>
                </c:pt>
                <c:pt idx="9621">
                  <c:v>9.0322275553874169E-3</c:v>
                </c:pt>
                <c:pt idx="9622">
                  <c:v>8.795781807864186E-3</c:v>
                </c:pt>
                <c:pt idx="9623">
                  <c:v>8.5593360603409552E-3</c:v>
                </c:pt>
                <c:pt idx="9624">
                  <c:v>8.9376492563781242E-3</c:v>
                </c:pt>
                <c:pt idx="9625">
                  <c:v>9.1504504291490315E-3</c:v>
                </c:pt>
                <c:pt idx="9626">
                  <c:v>9.0322275553874169E-3</c:v>
                </c:pt>
                <c:pt idx="9627">
                  <c:v>8.7721372331118624E-3</c:v>
                </c:pt>
                <c:pt idx="9628">
                  <c:v>9.1268058543967096E-3</c:v>
                </c:pt>
                <c:pt idx="9629">
                  <c:v>9.410540751424586E-3</c:v>
                </c:pt>
                <c:pt idx="9630">
                  <c:v>9.2450287281583242E-3</c:v>
                </c:pt>
                <c:pt idx="9631">
                  <c:v>8.9140046816258006E-3</c:v>
                </c:pt>
                <c:pt idx="9632">
                  <c:v>9.1268058543967096E-3</c:v>
                </c:pt>
                <c:pt idx="9633">
                  <c:v>9.3159624524152933E-3</c:v>
                </c:pt>
                <c:pt idx="9634">
                  <c:v>9.1268058543967096E-3</c:v>
                </c:pt>
                <c:pt idx="9635">
                  <c:v>8.7721372331118624E-3</c:v>
                </c:pt>
                <c:pt idx="9636">
                  <c:v>8.9376492563781242E-3</c:v>
                </c:pt>
                <c:pt idx="9637">
                  <c:v>9.2213841534060023E-3</c:v>
                </c:pt>
                <c:pt idx="9638">
                  <c:v>9.1268058543967096E-3</c:v>
                </c:pt>
                <c:pt idx="9639">
                  <c:v>8.7484926583595388E-3</c:v>
                </c:pt>
                <c:pt idx="9640">
                  <c:v>8.9612938311304478E-3</c:v>
                </c:pt>
                <c:pt idx="9641">
                  <c:v>9.2686733029106478E-3</c:v>
                </c:pt>
                <c:pt idx="9642">
                  <c:v>9.103161279644386E-3</c:v>
                </c:pt>
                <c:pt idx="9643">
                  <c:v>8.724848083607217E-3</c:v>
                </c:pt>
                <c:pt idx="9644">
                  <c:v>8.8194263826165079E-3</c:v>
                </c:pt>
                <c:pt idx="9645">
                  <c:v>9.1268058543967096E-3</c:v>
                </c:pt>
                <c:pt idx="9646">
                  <c:v>9.103161279644386E-3</c:v>
                </c:pt>
                <c:pt idx="9647">
                  <c:v>8.7721372331118624E-3</c:v>
                </c:pt>
                <c:pt idx="9648">
                  <c:v>8.8430709573688315E-3</c:v>
                </c:pt>
                <c:pt idx="9649">
                  <c:v>9.2450287281583242E-3</c:v>
                </c:pt>
                <c:pt idx="9650">
                  <c:v>9.2213841534060023E-3</c:v>
                </c:pt>
                <c:pt idx="9651">
                  <c:v>9.0085829806350933E-3</c:v>
                </c:pt>
                <c:pt idx="9652">
                  <c:v>9.103161279644386E-3</c:v>
                </c:pt>
                <c:pt idx="9653">
                  <c:v>9.4341853261769096E-3</c:v>
                </c:pt>
                <c:pt idx="9654">
                  <c:v>9.410540751424586E-3</c:v>
                </c:pt>
                <c:pt idx="9655">
                  <c:v>9.1268058543967096E-3</c:v>
                </c:pt>
                <c:pt idx="9656">
                  <c:v>9.1740950039013551E-3</c:v>
                </c:pt>
                <c:pt idx="9657">
                  <c:v>9.4578299009292332E-3</c:v>
                </c:pt>
                <c:pt idx="9658">
                  <c:v>9.3396070271676169E-3</c:v>
                </c:pt>
                <c:pt idx="9659">
                  <c:v>9.0558721301397405E-3</c:v>
                </c:pt>
                <c:pt idx="9660">
                  <c:v>9.0085829806350933E-3</c:v>
                </c:pt>
                <c:pt idx="9661">
                  <c:v>9.3396070271676169E-3</c:v>
                </c:pt>
                <c:pt idx="9662">
                  <c:v>9.3868961766722624E-3</c:v>
                </c:pt>
                <c:pt idx="9663">
                  <c:v>9.1504504291490315E-3</c:v>
                </c:pt>
                <c:pt idx="9664">
                  <c:v>9.0795167048920624E-3</c:v>
                </c:pt>
                <c:pt idx="9665">
                  <c:v>9.3159624524152933E-3</c:v>
                </c:pt>
                <c:pt idx="9666">
                  <c:v>9.2450287281583242E-3</c:v>
                </c:pt>
                <c:pt idx="9667">
                  <c:v>8.9612938311304478E-3</c:v>
                </c:pt>
                <c:pt idx="9668">
                  <c:v>8.9376492563781242E-3</c:v>
                </c:pt>
                <c:pt idx="9669">
                  <c:v>9.2686733029106478E-3</c:v>
                </c:pt>
                <c:pt idx="9670">
                  <c:v>9.2686733029106478E-3</c:v>
                </c:pt>
                <c:pt idx="9671">
                  <c:v>9.0322275553874169E-3</c:v>
                </c:pt>
                <c:pt idx="9672">
                  <c:v>8.9612938311304478E-3</c:v>
                </c:pt>
                <c:pt idx="9673">
                  <c:v>9.3159624524152933E-3</c:v>
                </c:pt>
                <c:pt idx="9674">
                  <c:v>9.3632516019199405E-3</c:v>
                </c:pt>
                <c:pt idx="9675">
                  <c:v>9.103161279644386E-3</c:v>
                </c:pt>
                <c:pt idx="9676">
                  <c:v>8.9612938311304478E-3</c:v>
                </c:pt>
                <c:pt idx="9677">
                  <c:v>9.2686733029106478E-3</c:v>
                </c:pt>
                <c:pt idx="9678">
                  <c:v>9.3159624524152933E-3</c:v>
                </c:pt>
                <c:pt idx="9679">
                  <c:v>9.0795167048920624E-3</c:v>
                </c:pt>
                <c:pt idx="9680">
                  <c:v>8.8667155321211551E-3</c:v>
                </c:pt>
                <c:pt idx="9681">
                  <c:v>9.2213841534060023E-3</c:v>
                </c:pt>
                <c:pt idx="9682">
                  <c:v>9.2686733029106478E-3</c:v>
                </c:pt>
                <c:pt idx="9683">
                  <c:v>9.0085829806350933E-3</c:v>
                </c:pt>
                <c:pt idx="9684">
                  <c:v>8.8194263826165079E-3</c:v>
                </c:pt>
                <c:pt idx="9685">
                  <c:v>9.2450287281583242E-3</c:v>
                </c:pt>
                <c:pt idx="9686">
                  <c:v>9.3159624524152933E-3</c:v>
                </c:pt>
                <c:pt idx="9687">
                  <c:v>9.103161279644386E-3</c:v>
                </c:pt>
                <c:pt idx="9688">
                  <c:v>8.8194263826165079E-3</c:v>
                </c:pt>
                <c:pt idx="9689">
                  <c:v>9.1268058543967096E-3</c:v>
                </c:pt>
                <c:pt idx="9690">
                  <c:v>9.1740950039013551E-3</c:v>
                </c:pt>
                <c:pt idx="9691">
                  <c:v>9.0322275553874169E-3</c:v>
                </c:pt>
                <c:pt idx="9692">
                  <c:v>8.8667155321211551E-3</c:v>
                </c:pt>
                <c:pt idx="9693">
                  <c:v>9.2213841534060023E-3</c:v>
                </c:pt>
                <c:pt idx="9694">
                  <c:v>9.2213841534060023E-3</c:v>
                </c:pt>
                <c:pt idx="9695">
                  <c:v>8.8903601068734787E-3</c:v>
                </c:pt>
                <c:pt idx="9696">
                  <c:v>8.6539143593502479E-3</c:v>
                </c:pt>
                <c:pt idx="9697">
                  <c:v>8.9140046816258006E-3</c:v>
                </c:pt>
                <c:pt idx="9698">
                  <c:v>9.0085829806350933E-3</c:v>
                </c:pt>
                <c:pt idx="9699">
                  <c:v>8.8194263826165079E-3</c:v>
                </c:pt>
                <c:pt idx="9700">
                  <c:v>8.6539143593502479E-3</c:v>
                </c:pt>
                <c:pt idx="9701">
                  <c:v>9.0322275553874169E-3</c:v>
                </c:pt>
                <c:pt idx="9702">
                  <c:v>9.2213841534060023E-3</c:v>
                </c:pt>
                <c:pt idx="9703">
                  <c:v>9.0795167048920624E-3</c:v>
                </c:pt>
                <c:pt idx="9704">
                  <c:v>8.795781807864186E-3</c:v>
                </c:pt>
                <c:pt idx="9705">
                  <c:v>9.103161279644386E-3</c:v>
                </c:pt>
                <c:pt idx="9706">
                  <c:v>9.2923178776629714E-3</c:v>
                </c:pt>
                <c:pt idx="9707">
                  <c:v>9.1268058543967096E-3</c:v>
                </c:pt>
                <c:pt idx="9708">
                  <c:v>8.7721372331118624E-3</c:v>
                </c:pt>
                <c:pt idx="9709">
                  <c:v>9.0322275553874169E-3</c:v>
                </c:pt>
                <c:pt idx="9710">
                  <c:v>9.2213841534060023E-3</c:v>
                </c:pt>
                <c:pt idx="9711">
                  <c:v>9.0795167048920624E-3</c:v>
                </c:pt>
                <c:pt idx="9712">
                  <c:v>8.8667155321211551E-3</c:v>
                </c:pt>
                <c:pt idx="9713">
                  <c:v>9.1268058543967096E-3</c:v>
                </c:pt>
                <c:pt idx="9714">
                  <c:v>9.3632516019199405E-3</c:v>
                </c:pt>
                <c:pt idx="9715">
                  <c:v>9.2923178776629714E-3</c:v>
                </c:pt>
                <c:pt idx="9716">
                  <c:v>9.0085829806350933E-3</c:v>
                </c:pt>
                <c:pt idx="9717">
                  <c:v>9.1977395786536787E-3</c:v>
                </c:pt>
                <c:pt idx="9718">
                  <c:v>9.3868961766722624E-3</c:v>
                </c:pt>
                <c:pt idx="9719">
                  <c:v>9.2213841534060023E-3</c:v>
                </c:pt>
                <c:pt idx="9720">
                  <c:v>8.9612938311304478E-3</c:v>
                </c:pt>
                <c:pt idx="9721">
                  <c:v>9.1740950039013551E-3</c:v>
                </c:pt>
                <c:pt idx="9722">
                  <c:v>9.5287636251862023E-3</c:v>
                </c:pt>
                <c:pt idx="9723">
                  <c:v>9.410540751424586E-3</c:v>
                </c:pt>
                <c:pt idx="9724">
                  <c:v>9.0322275553874169E-3</c:v>
                </c:pt>
                <c:pt idx="9725">
                  <c:v>9.103161279644386E-3</c:v>
                </c:pt>
                <c:pt idx="9726">
                  <c:v>9.410540751424586E-3</c:v>
                </c:pt>
                <c:pt idx="9727">
                  <c:v>9.2686733029106478E-3</c:v>
                </c:pt>
                <c:pt idx="9728">
                  <c:v>8.9140046816258006E-3</c:v>
                </c:pt>
                <c:pt idx="9729">
                  <c:v>9.0795167048920624E-3</c:v>
                </c:pt>
                <c:pt idx="9730">
                  <c:v>9.4578299009292332E-3</c:v>
                </c:pt>
                <c:pt idx="9731">
                  <c:v>9.3632516019199405E-3</c:v>
                </c:pt>
                <c:pt idx="9732">
                  <c:v>9.0085829806350933E-3</c:v>
                </c:pt>
                <c:pt idx="9733">
                  <c:v>9.103161279644386E-3</c:v>
                </c:pt>
                <c:pt idx="9734">
                  <c:v>9.3159624524152933E-3</c:v>
                </c:pt>
                <c:pt idx="9735">
                  <c:v>9.1268058543967096E-3</c:v>
                </c:pt>
                <c:pt idx="9736">
                  <c:v>8.8430709573688315E-3</c:v>
                </c:pt>
                <c:pt idx="9737">
                  <c:v>8.9849384058827697E-3</c:v>
                </c:pt>
                <c:pt idx="9738">
                  <c:v>9.3159624524152933E-3</c:v>
                </c:pt>
                <c:pt idx="9739">
                  <c:v>9.1977395786536787E-3</c:v>
                </c:pt>
                <c:pt idx="9740">
                  <c:v>8.9140046816258006E-3</c:v>
                </c:pt>
                <c:pt idx="9741">
                  <c:v>8.9849384058827697E-3</c:v>
                </c:pt>
                <c:pt idx="9742">
                  <c:v>9.3159624524152933E-3</c:v>
                </c:pt>
                <c:pt idx="9743">
                  <c:v>9.1740950039013551E-3</c:v>
                </c:pt>
                <c:pt idx="9744">
                  <c:v>8.8667155321211551E-3</c:v>
                </c:pt>
                <c:pt idx="9745">
                  <c:v>8.9140046816258006E-3</c:v>
                </c:pt>
                <c:pt idx="9746">
                  <c:v>9.2686733029106478E-3</c:v>
                </c:pt>
                <c:pt idx="9747">
                  <c:v>9.2686733029106478E-3</c:v>
                </c:pt>
                <c:pt idx="9748">
                  <c:v>9.0085829806350933E-3</c:v>
                </c:pt>
                <c:pt idx="9749">
                  <c:v>9.1268058543967096E-3</c:v>
                </c:pt>
                <c:pt idx="9750">
                  <c:v>9.410540751424586E-3</c:v>
                </c:pt>
                <c:pt idx="9751">
                  <c:v>9.3396070271676169E-3</c:v>
                </c:pt>
                <c:pt idx="9752">
                  <c:v>9.0558721301397405E-3</c:v>
                </c:pt>
                <c:pt idx="9753">
                  <c:v>8.9849384058827697E-3</c:v>
                </c:pt>
                <c:pt idx="9754">
                  <c:v>9.2923178776629714E-3</c:v>
                </c:pt>
                <c:pt idx="9755">
                  <c:v>9.2686733029106478E-3</c:v>
                </c:pt>
                <c:pt idx="9756">
                  <c:v>8.9849384058827697E-3</c:v>
                </c:pt>
                <c:pt idx="9757">
                  <c:v>8.8667155321211551E-3</c:v>
                </c:pt>
                <c:pt idx="9758">
                  <c:v>9.1740950039013551E-3</c:v>
                </c:pt>
                <c:pt idx="9759">
                  <c:v>9.1740950039013551E-3</c:v>
                </c:pt>
                <c:pt idx="9760">
                  <c:v>8.795781807864186E-3</c:v>
                </c:pt>
                <c:pt idx="9761">
                  <c:v>8.8194263826165079E-3</c:v>
                </c:pt>
                <c:pt idx="9762">
                  <c:v>9.2213841534060023E-3</c:v>
                </c:pt>
                <c:pt idx="9763">
                  <c:v>9.2686733029106478E-3</c:v>
                </c:pt>
                <c:pt idx="9764">
                  <c:v>9.0085829806350933E-3</c:v>
                </c:pt>
                <c:pt idx="9765">
                  <c:v>8.8667155321211551E-3</c:v>
                </c:pt>
                <c:pt idx="9766">
                  <c:v>9.1504504291490315E-3</c:v>
                </c:pt>
                <c:pt idx="9767">
                  <c:v>9.2450287281583242E-3</c:v>
                </c:pt>
                <c:pt idx="9768">
                  <c:v>9.0558721301397405E-3</c:v>
                </c:pt>
                <c:pt idx="9769">
                  <c:v>9.0085829806350933E-3</c:v>
                </c:pt>
                <c:pt idx="9770">
                  <c:v>9.3868961766722624E-3</c:v>
                </c:pt>
                <c:pt idx="9771">
                  <c:v>9.4578299009292332E-3</c:v>
                </c:pt>
                <c:pt idx="9772">
                  <c:v>9.1504504291490315E-3</c:v>
                </c:pt>
                <c:pt idx="9773">
                  <c:v>8.9612938311304478E-3</c:v>
                </c:pt>
                <c:pt idx="9774">
                  <c:v>9.2923178776629714E-3</c:v>
                </c:pt>
                <c:pt idx="9775">
                  <c:v>9.2686733029106478E-3</c:v>
                </c:pt>
                <c:pt idx="9776">
                  <c:v>9.0322275553874169E-3</c:v>
                </c:pt>
                <c:pt idx="9777">
                  <c:v>8.8430709573688315E-3</c:v>
                </c:pt>
                <c:pt idx="9778">
                  <c:v>9.1504504291490315E-3</c:v>
                </c:pt>
                <c:pt idx="9779">
                  <c:v>9.2213841534060023E-3</c:v>
                </c:pt>
                <c:pt idx="9780">
                  <c:v>9.0558721301397405E-3</c:v>
                </c:pt>
                <c:pt idx="9781">
                  <c:v>8.8430709573688315E-3</c:v>
                </c:pt>
                <c:pt idx="9782">
                  <c:v>9.1504504291490315E-3</c:v>
                </c:pt>
                <c:pt idx="9783">
                  <c:v>9.2923178776629714E-3</c:v>
                </c:pt>
                <c:pt idx="9784">
                  <c:v>9.1268058543967096E-3</c:v>
                </c:pt>
                <c:pt idx="9785">
                  <c:v>9.0085829806350933E-3</c:v>
                </c:pt>
                <c:pt idx="9786">
                  <c:v>9.3159624524152933E-3</c:v>
                </c:pt>
                <c:pt idx="9787">
                  <c:v>9.410540751424586E-3</c:v>
                </c:pt>
                <c:pt idx="9788">
                  <c:v>9.1740950039013551E-3</c:v>
                </c:pt>
                <c:pt idx="9789">
                  <c:v>8.9140046816258006E-3</c:v>
                </c:pt>
                <c:pt idx="9790">
                  <c:v>9.2213841534060023E-3</c:v>
                </c:pt>
                <c:pt idx="9791">
                  <c:v>9.3868961766722624E-3</c:v>
                </c:pt>
                <c:pt idx="9792">
                  <c:v>9.1740950039013551E-3</c:v>
                </c:pt>
                <c:pt idx="9793">
                  <c:v>8.9376492563781242E-3</c:v>
                </c:pt>
                <c:pt idx="9794">
                  <c:v>9.2450287281583242E-3</c:v>
                </c:pt>
                <c:pt idx="9795">
                  <c:v>9.3396070271676169E-3</c:v>
                </c:pt>
                <c:pt idx="9796">
                  <c:v>9.1268058543967096E-3</c:v>
                </c:pt>
                <c:pt idx="9797">
                  <c:v>8.8667155321211551E-3</c:v>
                </c:pt>
                <c:pt idx="9798">
                  <c:v>9.2450287281583242E-3</c:v>
                </c:pt>
                <c:pt idx="9799">
                  <c:v>9.4578299009292332E-3</c:v>
                </c:pt>
                <c:pt idx="9800">
                  <c:v>9.2923178776629714E-3</c:v>
                </c:pt>
                <c:pt idx="9801">
                  <c:v>9.0558721301397405E-3</c:v>
                </c:pt>
                <c:pt idx="9802">
                  <c:v>9.3396070271676169E-3</c:v>
                </c:pt>
                <c:pt idx="9803">
                  <c:v>9.5051190504338787E-3</c:v>
                </c:pt>
                <c:pt idx="9804">
                  <c:v>9.3396070271676169E-3</c:v>
                </c:pt>
                <c:pt idx="9805">
                  <c:v>9.0558721301397405E-3</c:v>
                </c:pt>
                <c:pt idx="9806">
                  <c:v>9.2686733029106478E-3</c:v>
                </c:pt>
                <c:pt idx="9807">
                  <c:v>9.4578299009292332E-3</c:v>
                </c:pt>
                <c:pt idx="9808">
                  <c:v>9.3159624524152933E-3</c:v>
                </c:pt>
                <c:pt idx="9809">
                  <c:v>9.0795167048920624E-3</c:v>
                </c:pt>
                <c:pt idx="9810">
                  <c:v>9.3396070271676169E-3</c:v>
                </c:pt>
                <c:pt idx="9811">
                  <c:v>9.5760527746908478E-3</c:v>
                </c:pt>
                <c:pt idx="9812">
                  <c:v>9.3868961766722624E-3</c:v>
                </c:pt>
                <c:pt idx="9813">
                  <c:v>9.0795167048920624E-3</c:v>
                </c:pt>
                <c:pt idx="9814">
                  <c:v>9.2686733029106478E-3</c:v>
                </c:pt>
                <c:pt idx="9815">
                  <c:v>9.5760527746908478E-3</c:v>
                </c:pt>
                <c:pt idx="9816">
                  <c:v>9.4578299009292332E-3</c:v>
                </c:pt>
                <c:pt idx="9817">
                  <c:v>9.103161279644386E-3</c:v>
                </c:pt>
                <c:pt idx="9818">
                  <c:v>9.3159624524152933E-3</c:v>
                </c:pt>
                <c:pt idx="9819">
                  <c:v>9.6469864989478151E-3</c:v>
                </c:pt>
                <c:pt idx="9820">
                  <c:v>9.5996973494431714E-3</c:v>
                </c:pt>
                <c:pt idx="9821">
                  <c:v>9.3159624524152933E-3</c:v>
                </c:pt>
                <c:pt idx="9822">
                  <c:v>9.3632516019199405E-3</c:v>
                </c:pt>
                <c:pt idx="9823">
                  <c:v>9.5051190504338787E-3</c:v>
                </c:pt>
                <c:pt idx="9824">
                  <c:v>9.3396070271676169E-3</c:v>
                </c:pt>
                <c:pt idx="9825">
                  <c:v>9.0558721301397405E-3</c:v>
                </c:pt>
                <c:pt idx="9826">
                  <c:v>9.2686733029106478E-3</c:v>
                </c:pt>
                <c:pt idx="9827">
                  <c:v>9.5051190504338787E-3</c:v>
                </c:pt>
                <c:pt idx="9828">
                  <c:v>9.5051190504338787E-3</c:v>
                </c:pt>
                <c:pt idx="9829">
                  <c:v>9.2213841534060023E-3</c:v>
                </c:pt>
                <c:pt idx="9830">
                  <c:v>9.3632516019199405E-3</c:v>
                </c:pt>
                <c:pt idx="9831">
                  <c:v>9.6469864989478151E-3</c:v>
                </c:pt>
                <c:pt idx="9832">
                  <c:v>9.6233419241954932E-3</c:v>
                </c:pt>
                <c:pt idx="9833">
                  <c:v>9.2686733029106478E-3</c:v>
                </c:pt>
                <c:pt idx="9834">
                  <c:v>9.2213841534060023E-3</c:v>
                </c:pt>
                <c:pt idx="9835">
                  <c:v>9.4341853261769096E-3</c:v>
                </c:pt>
                <c:pt idx="9836">
                  <c:v>9.3159624524152933E-3</c:v>
                </c:pt>
                <c:pt idx="9837">
                  <c:v>9.0558721301397405E-3</c:v>
                </c:pt>
                <c:pt idx="9838">
                  <c:v>9.1504504291490315E-3</c:v>
                </c:pt>
                <c:pt idx="9839">
                  <c:v>9.4814744756815551E-3</c:v>
                </c:pt>
                <c:pt idx="9840">
                  <c:v>9.5524081999385241E-3</c:v>
                </c:pt>
                <c:pt idx="9841">
                  <c:v>9.1740950039013551E-3</c:v>
                </c:pt>
                <c:pt idx="9842">
                  <c:v>9.2213841534060023E-3</c:v>
                </c:pt>
                <c:pt idx="9843">
                  <c:v>9.4814744756815551E-3</c:v>
                </c:pt>
                <c:pt idx="9844">
                  <c:v>9.410540751424586E-3</c:v>
                </c:pt>
                <c:pt idx="9845">
                  <c:v>9.103161279644386E-3</c:v>
                </c:pt>
                <c:pt idx="9846">
                  <c:v>9.1268058543967096E-3</c:v>
                </c:pt>
                <c:pt idx="9847">
                  <c:v>9.4814744756815551E-3</c:v>
                </c:pt>
                <c:pt idx="9848">
                  <c:v>9.5287636251862023E-3</c:v>
                </c:pt>
                <c:pt idx="9849">
                  <c:v>9.2450287281583242E-3</c:v>
                </c:pt>
                <c:pt idx="9850">
                  <c:v>9.2686733029106478E-3</c:v>
                </c:pt>
                <c:pt idx="9851">
                  <c:v>9.6469864989478151E-3</c:v>
                </c:pt>
                <c:pt idx="9852">
                  <c:v>9.6942756484524623E-3</c:v>
                </c:pt>
                <c:pt idx="9853">
                  <c:v>9.4341853261769096E-3</c:v>
                </c:pt>
                <c:pt idx="9854">
                  <c:v>9.410540751424586E-3</c:v>
                </c:pt>
                <c:pt idx="9855">
                  <c:v>9.788853947461755E-3</c:v>
                </c:pt>
                <c:pt idx="9856">
                  <c:v>9.8361430969664005E-3</c:v>
                </c:pt>
                <c:pt idx="9857">
                  <c:v>9.5760527746908478E-3</c:v>
                </c:pt>
                <c:pt idx="9858">
                  <c:v>9.4814744756815551E-3</c:v>
                </c:pt>
                <c:pt idx="9859">
                  <c:v>9.8124985222140769E-3</c:v>
                </c:pt>
                <c:pt idx="9860">
                  <c:v>9.9070768212233696E-3</c:v>
                </c:pt>
                <c:pt idx="9861">
                  <c:v>9.6706310737001387E-3</c:v>
                </c:pt>
                <c:pt idx="9862">
                  <c:v>9.5051190504338787E-3</c:v>
                </c:pt>
                <c:pt idx="9863">
                  <c:v>9.7652093727094314E-3</c:v>
                </c:pt>
                <c:pt idx="9864">
                  <c:v>9.8597876717187241E-3</c:v>
                </c:pt>
                <c:pt idx="9865">
                  <c:v>9.6233419241954932E-3</c:v>
                </c:pt>
                <c:pt idx="9866">
                  <c:v>9.5524081999385241E-3</c:v>
                </c:pt>
                <c:pt idx="9867">
                  <c:v>9.9307213959756932E-3</c:v>
                </c:pt>
                <c:pt idx="9868">
                  <c:v>1.0167167143498924E-2</c:v>
                </c:pt>
                <c:pt idx="9869">
                  <c:v>9.9780105454803387E-3</c:v>
                </c:pt>
                <c:pt idx="9870">
                  <c:v>9.8834322464710477E-3</c:v>
                </c:pt>
                <c:pt idx="9871">
                  <c:v>1.028539001726054E-2</c:v>
                </c:pt>
                <c:pt idx="9872">
                  <c:v>1.0379968316269831E-2</c:v>
                </c:pt>
                <c:pt idx="9873">
                  <c:v>1.021445629300357E-2</c:v>
                </c:pt>
                <c:pt idx="9874">
                  <c:v>1.01435225687466E-2</c:v>
                </c:pt>
                <c:pt idx="9875">
                  <c:v>1.0545480339536093E-2</c:v>
                </c:pt>
                <c:pt idx="9876">
                  <c:v>1.0710992362802355E-2</c:v>
                </c:pt>
                <c:pt idx="9877">
                  <c:v>1.0474546615279124E-2</c:v>
                </c:pt>
                <c:pt idx="9878">
                  <c:v>1.0261745442508217E-2</c:v>
                </c:pt>
                <c:pt idx="9879">
                  <c:v>1.0545480339536093E-2</c:v>
                </c:pt>
                <c:pt idx="9880">
                  <c:v>1.0640058638545386E-2</c:v>
                </c:pt>
                <c:pt idx="9881">
                  <c:v>1.0379968316269831E-2</c:v>
                </c:pt>
                <c:pt idx="9882">
                  <c:v>1.0167167143498924E-2</c:v>
                </c:pt>
                <c:pt idx="9883">
                  <c:v>1.0545480339536093E-2</c:v>
                </c:pt>
                <c:pt idx="9884">
                  <c:v>1.0805570661811648E-2</c:v>
                </c:pt>
                <c:pt idx="9885">
                  <c:v>1.0710992362802355E-2</c:v>
                </c:pt>
                <c:pt idx="9886">
                  <c:v>1.0498191190031448E-2</c:v>
                </c:pt>
                <c:pt idx="9887">
                  <c:v>1.0805570661811648E-2</c:v>
                </c:pt>
                <c:pt idx="9888">
                  <c:v>1.0923793535573264E-2</c:v>
                </c:pt>
                <c:pt idx="9889">
                  <c:v>1.0734636937554679E-2</c:v>
                </c:pt>
                <c:pt idx="9890">
                  <c:v>1.0498191190031448E-2</c:v>
                </c:pt>
                <c:pt idx="9891">
                  <c:v>1.090014896082094E-2</c:v>
                </c:pt>
                <c:pt idx="9892">
                  <c:v>1.1183883857848817E-2</c:v>
                </c:pt>
                <c:pt idx="9893">
                  <c:v>1.1089305558839524E-2</c:v>
                </c:pt>
                <c:pt idx="9894">
                  <c:v>1.0781926087059324E-2</c:v>
                </c:pt>
                <c:pt idx="9895">
                  <c:v>1.1089305558839524E-2</c:v>
                </c:pt>
                <c:pt idx="9896">
                  <c:v>1.1349395881115078E-2</c:v>
                </c:pt>
                <c:pt idx="9897">
                  <c:v>1.1231173007353462E-2</c:v>
                </c:pt>
                <c:pt idx="9898">
                  <c:v>1.1018371834582557E-2</c:v>
                </c:pt>
                <c:pt idx="9899">
                  <c:v>1.1302106731610431E-2</c:v>
                </c:pt>
                <c:pt idx="9900">
                  <c:v>1.1491263329629017E-2</c:v>
                </c:pt>
                <c:pt idx="9901">
                  <c:v>1.151490790438134E-2</c:v>
                </c:pt>
                <c:pt idx="9902">
                  <c:v>1.1349395881115078E-2</c:v>
                </c:pt>
                <c:pt idx="9903">
                  <c:v>1.1798642801409217E-2</c:v>
                </c:pt>
                <c:pt idx="9904">
                  <c:v>1.2176955997446386E-2</c:v>
                </c:pt>
                <c:pt idx="9905">
                  <c:v>1.2082377698437095E-2</c:v>
                </c:pt>
                <c:pt idx="9906">
                  <c:v>1.1869576525666186E-2</c:v>
                </c:pt>
                <c:pt idx="9907">
                  <c:v>1.2176955997446386E-2</c:v>
                </c:pt>
                <c:pt idx="9908">
                  <c:v>1.2531624618731233E-2</c:v>
                </c:pt>
                <c:pt idx="9909">
                  <c:v>1.2484335469226587E-2</c:v>
                </c:pt>
                <c:pt idx="9910">
                  <c:v>1.2247889721703356E-2</c:v>
                </c:pt>
                <c:pt idx="9911">
                  <c:v>1.2602558342988202E-2</c:v>
                </c:pt>
                <c:pt idx="9912">
                  <c:v>1.2909937814768402E-2</c:v>
                </c:pt>
                <c:pt idx="9913">
                  <c:v>1.2862648665263756E-2</c:v>
                </c:pt>
                <c:pt idx="9914">
                  <c:v>1.274442579150214E-2</c:v>
                </c:pt>
                <c:pt idx="9915">
                  <c:v>1.3028160688530018E-2</c:v>
                </c:pt>
                <c:pt idx="9916">
                  <c:v>1.3359184735062538E-2</c:v>
                </c:pt>
                <c:pt idx="9917">
                  <c:v>1.3430118459319507E-2</c:v>
                </c:pt>
                <c:pt idx="9918">
                  <c:v>1.3217317286548604E-2</c:v>
                </c:pt>
                <c:pt idx="9919">
                  <c:v>1.3501052183576478E-2</c:v>
                </c:pt>
                <c:pt idx="9920">
                  <c:v>1.3832076230109002E-2</c:v>
                </c:pt>
                <c:pt idx="9921">
                  <c:v>1.3832076230109002E-2</c:v>
                </c:pt>
                <c:pt idx="9922">
                  <c:v>1.366656420684274E-2</c:v>
                </c:pt>
                <c:pt idx="9923">
                  <c:v>1.3879365379613647E-2</c:v>
                </c:pt>
                <c:pt idx="9924">
                  <c:v>1.4352256874660109E-2</c:v>
                </c:pt>
                <c:pt idx="9925">
                  <c:v>1.4517768897926371E-2</c:v>
                </c:pt>
                <c:pt idx="9926">
                  <c:v>1.4423190598917078E-2</c:v>
                </c:pt>
                <c:pt idx="9927">
                  <c:v>1.4635991771687987E-2</c:v>
                </c:pt>
                <c:pt idx="9928">
                  <c:v>1.503794954247748E-2</c:v>
                </c:pt>
                <c:pt idx="9929">
                  <c:v>1.5274395290000711E-2</c:v>
                </c:pt>
                <c:pt idx="9930">
                  <c:v>1.5156172416239094E-2</c:v>
                </c:pt>
                <c:pt idx="9931">
                  <c:v>1.5416262738514649E-2</c:v>
                </c:pt>
                <c:pt idx="9932">
                  <c:v>1.596008795781808E-2</c:v>
                </c:pt>
                <c:pt idx="9933">
                  <c:v>1.6149244555836665E-2</c:v>
                </c:pt>
                <c:pt idx="9934">
                  <c:v>1.6101955406332018E-2</c:v>
                </c:pt>
                <c:pt idx="9935">
                  <c:v>1.6314756579102925E-2</c:v>
                </c:pt>
                <c:pt idx="9936">
                  <c:v>1.6787648074149387E-2</c:v>
                </c:pt>
                <c:pt idx="9937">
                  <c:v>1.7000449246920294E-2</c:v>
                </c:pt>
                <c:pt idx="9938">
                  <c:v>1.6929515522663325E-2</c:v>
                </c:pt>
                <c:pt idx="9939">
                  <c:v>1.711867212068191E-2</c:v>
                </c:pt>
                <c:pt idx="9940">
                  <c:v>1.773343106424231E-2</c:v>
                </c:pt>
                <c:pt idx="9941">
                  <c:v>1.7946232237013218E-2</c:v>
                </c:pt>
                <c:pt idx="9942">
                  <c:v>1.8017165961270187E-2</c:v>
                </c:pt>
                <c:pt idx="9943">
                  <c:v>1.8277256283545741E-2</c:v>
                </c:pt>
                <c:pt idx="9944">
                  <c:v>1.8939304376610788E-2</c:v>
                </c:pt>
                <c:pt idx="9945">
                  <c:v>1.9246683848390986E-2</c:v>
                </c:pt>
                <c:pt idx="9946">
                  <c:v>1.9317617572647956E-2</c:v>
                </c:pt>
                <c:pt idx="9947">
                  <c:v>1.9624997044428154E-2</c:v>
                </c:pt>
                <c:pt idx="9948">
                  <c:v>2.0310689712245526E-2</c:v>
                </c:pt>
                <c:pt idx="9949">
                  <c:v>2.0759936632539663E-2</c:v>
                </c:pt>
                <c:pt idx="9950">
                  <c:v>2.080722578204431E-2</c:v>
                </c:pt>
                <c:pt idx="9951">
                  <c:v>2.0996382380062895E-2</c:v>
                </c:pt>
                <c:pt idx="9952">
                  <c:v>2.1729364197384912E-2</c:v>
                </c:pt>
                <c:pt idx="9953">
                  <c:v>2.2107677393422082E-2</c:v>
                </c:pt>
                <c:pt idx="9954">
                  <c:v>2.2273189416688339E-2</c:v>
                </c:pt>
                <c:pt idx="9955">
                  <c:v>2.2556924313716219E-2</c:v>
                </c:pt>
                <c:pt idx="9956">
                  <c:v>2.326626155628591E-2</c:v>
                </c:pt>
                <c:pt idx="9957">
                  <c:v>2.3715508476580046E-2</c:v>
                </c:pt>
                <c:pt idx="9958">
                  <c:v>2.3904665074598631E-2</c:v>
                </c:pt>
                <c:pt idx="9959">
                  <c:v>2.4117466247369542E-2</c:v>
                </c:pt>
                <c:pt idx="9960">
                  <c:v>2.4921381788948527E-2</c:v>
                </c:pt>
                <c:pt idx="9961">
                  <c:v>2.548885158300428E-2</c:v>
                </c:pt>
                <c:pt idx="9962">
                  <c:v>2.5748941905279835E-2</c:v>
                </c:pt>
                <c:pt idx="9963">
                  <c:v>2.6009032227555389E-2</c:v>
                </c:pt>
                <c:pt idx="9964">
                  <c:v>2.6907526068143662E-2</c:v>
                </c:pt>
                <c:pt idx="9965">
                  <c:v>2.7522285011704062E-2</c:v>
                </c:pt>
                <c:pt idx="9966">
                  <c:v>2.7806019908731942E-2</c:v>
                </c:pt>
                <c:pt idx="9967">
                  <c:v>2.8113399380512143E-2</c:v>
                </c:pt>
                <c:pt idx="9968">
                  <c:v>2.8964604071595776E-2</c:v>
                </c:pt>
                <c:pt idx="9969">
                  <c:v>2.9650296739413141E-2</c:v>
                </c:pt>
                <c:pt idx="9970">
                  <c:v>2.9981320785945665E-2</c:v>
                </c:pt>
                <c:pt idx="9971">
                  <c:v>3.0359633981982836E-2</c:v>
                </c:pt>
                <c:pt idx="9972">
                  <c:v>3.1352706121580406E-2</c:v>
                </c:pt>
                <c:pt idx="9973">
                  <c:v>3.2132977088407066E-2</c:v>
                </c:pt>
                <c:pt idx="9974">
                  <c:v>3.262951315820585E-2</c:v>
                </c:pt>
                <c:pt idx="9975">
                  <c:v>3.307876007849999E-2</c:v>
                </c:pt>
                <c:pt idx="9976">
                  <c:v>3.4048187643345232E-2</c:v>
                </c:pt>
                <c:pt idx="9977">
                  <c:v>3.4804814035419573E-2</c:v>
                </c:pt>
                <c:pt idx="9978">
                  <c:v>3.5301350105218364E-2</c:v>
                </c:pt>
                <c:pt idx="9979">
                  <c:v>3.5703307876007853E-2</c:v>
                </c:pt>
                <c:pt idx="9980">
                  <c:v>3.6767313739862389E-2</c:v>
                </c:pt>
                <c:pt idx="9981">
                  <c:v>3.7736741304707638E-2</c:v>
                </c:pt>
                <c:pt idx="9982">
                  <c:v>3.837514482302036E-2</c:v>
                </c:pt>
                <c:pt idx="9983">
                  <c:v>3.8895325467571469E-2</c:v>
                </c:pt>
                <c:pt idx="9984">
                  <c:v>4.0006620480930649E-2</c:v>
                </c:pt>
                <c:pt idx="9985">
                  <c:v>4.1094270919537511E-2</c:v>
                </c:pt>
                <c:pt idx="9986">
                  <c:v>4.1874541886364171E-2</c:v>
                </c:pt>
                <c:pt idx="9987">
                  <c:v>4.2347433381410636E-2</c:v>
                </c:pt>
                <c:pt idx="9988">
                  <c:v>4.3529662119026792E-2</c:v>
                </c:pt>
                <c:pt idx="9989">
                  <c:v>4.4570023408129003E-2</c:v>
                </c:pt>
                <c:pt idx="9990">
                  <c:v>4.5303005225451019E-2</c:v>
                </c:pt>
                <c:pt idx="9991">
                  <c:v>4.5917764169011423E-2</c:v>
                </c:pt>
                <c:pt idx="9992">
                  <c:v>4.7099992906627572E-2</c:v>
                </c:pt>
                <c:pt idx="9993">
                  <c:v>4.8353155368500697E-2</c:v>
                </c:pt>
                <c:pt idx="9994">
                  <c:v>4.9228004634336651E-2</c:v>
                </c:pt>
                <c:pt idx="9995">
                  <c:v>5.0031920175915637E-2</c:v>
                </c:pt>
                <c:pt idx="9996">
                  <c:v>5.1474239235807344E-2</c:v>
                </c:pt>
                <c:pt idx="9997">
                  <c:v>5.2845624571442082E-2</c:v>
                </c:pt>
                <c:pt idx="9998">
                  <c:v>5.3862341285791974E-2</c:v>
                </c:pt>
                <c:pt idx="9999">
                  <c:v>5.471354597687561E-2</c:v>
                </c:pt>
                <c:pt idx="10000">
                  <c:v>5.6061286737758023E-2</c:v>
                </c:pt>
                <c:pt idx="10001">
                  <c:v>5.750360579764973E-2</c:v>
                </c:pt>
                <c:pt idx="10002">
                  <c:v>5.8638545385761236E-2</c:v>
                </c:pt>
                <c:pt idx="10003">
                  <c:v>5.9584328375854159E-2</c:v>
                </c:pt>
                <c:pt idx="10004">
                  <c:v>6.097935828624123E-2</c:v>
                </c:pt>
                <c:pt idx="10005">
                  <c:v>6.2610833944151525E-2</c:v>
                </c:pt>
                <c:pt idx="10006">
                  <c:v>6.3911285555529287E-2</c:v>
                </c:pt>
                <c:pt idx="10007">
                  <c:v>6.5022580568888474E-2</c:v>
                </c:pt>
                <c:pt idx="10008">
                  <c:v>6.6630411652046445E-2</c:v>
                </c:pt>
                <c:pt idx="10009">
                  <c:v>6.8356465608966022E-2</c:v>
                </c:pt>
                <c:pt idx="10010">
                  <c:v>6.9704206369848434E-2</c:v>
                </c:pt>
                <c:pt idx="10011">
                  <c:v>7.095736883172156E-2</c:v>
                </c:pt>
                <c:pt idx="10012">
                  <c:v>7.256519991487953E-2</c:v>
                </c:pt>
                <c:pt idx="10013">
                  <c:v>7.436218759605609E-2</c:v>
                </c:pt>
                <c:pt idx="10014">
                  <c:v>7.5733572931690821E-2</c:v>
                </c:pt>
                <c:pt idx="10015">
                  <c:v>7.6986735393563946E-2</c:v>
                </c:pt>
                <c:pt idx="10016">
                  <c:v>7.8618211051474249E-2</c:v>
                </c:pt>
                <c:pt idx="10017">
                  <c:v>8.0533421606412414E-2</c:v>
                </c:pt>
                <c:pt idx="10018">
                  <c:v>8.2188541839075022E-2</c:v>
                </c:pt>
                <c:pt idx="10019">
                  <c:v>8.3772728347480674E-2</c:v>
                </c:pt>
                <c:pt idx="10020">
                  <c:v>8.5593360603409552E-2</c:v>
                </c:pt>
                <c:pt idx="10021">
                  <c:v>8.7697727756366306E-2</c:v>
                </c:pt>
                <c:pt idx="10022">
                  <c:v>8.9494715437542866E-2</c:v>
                </c:pt>
                <c:pt idx="10023">
                  <c:v>9.1126191095453155E-2</c:v>
                </c:pt>
                <c:pt idx="10024">
                  <c:v>9.3017757075639002E-2</c:v>
                </c:pt>
                <c:pt idx="10025">
                  <c:v>9.526399167710968E-2</c:v>
                </c:pt>
                <c:pt idx="10026">
                  <c:v>9.7179202232047859E-2</c:v>
                </c:pt>
                <c:pt idx="10027">
                  <c:v>9.8928900763719768E-2</c:v>
                </c:pt>
                <c:pt idx="10028">
                  <c:v>0.10098597876717187</c:v>
                </c:pt>
                <c:pt idx="10029">
                  <c:v>0.1034686591161658</c:v>
                </c:pt>
                <c:pt idx="10030">
                  <c:v>0.10552573711961791</c:v>
                </c:pt>
                <c:pt idx="10031">
                  <c:v>0.10734636937554679</c:v>
                </c:pt>
                <c:pt idx="10032">
                  <c:v>0.10945073652850353</c:v>
                </c:pt>
                <c:pt idx="10033">
                  <c:v>0.11207528432601141</c:v>
                </c:pt>
                <c:pt idx="10034">
                  <c:v>0.11427422977797745</c:v>
                </c:pt>
                <c:pt idx="10035">
                  <c:v>0.11621308490766794</c:v>
                </c:pt>
                <c:pt idx="10036">
                  <c:v>0.11841203035963399</c:v>
                </c:pt>
                <c:pt idx="10037">
                  <c:v>0.1210838673066465</c:v>
                </c:pt>
                <c:pt idx="10038">
                  <c:v>0.12347196935663113</c:v>
                </c:pt>
                <c:pt idx="10039">
                  <c:v>0.1256945593833495</c:v>
                </c:pt>
                <c:pt idx="10040">
                  <c:v>0.12801172770907715</c:v>
                </c:pt>
                <c:pt idx="10041">
                  <c:v>0.13089636582886055</c:v>
                </c:pt>
                <c:pt idx="10042">
                  <c:v>0.13352091362636845</c:v>
                </c:pt>
                <c:pt idx="10043">
                  <c:v>0.13588537110160073</c:v>
                </c:pt>
                <c:pt idx="10044">
                  <c:v>0.13848627432435628</c:v>
                </c:pt>
                <c:pt idx="10045">
                  <c:v>0.14158371361691061</c:v>
                </c:pt>
                <c:pt idx="10046">
                  <c:v>0.14435012886293241</c:v>
                </c:pt>
                <c:pt idx="10047">
                  <c:v>0.14688009836143096</c:v>
                </c:pt>
                <c:pt idx="10048">
                  <c:v>0.14957557988319578</c:v>
                </c:pt>
                <c:pt idx="10049">
                  <c:v>0.15279124204951175</c:v>
                </c:pt>
                <c:pt idx="10050">
                  <c:v>0.15574681389355213</c:v>
                </c:pt>
                <c:pt idx="10051">
                  <c:v>0.15837136169106</c:v>
                </c:pt>
                <c:pt idx="10052">
                  <c:v>0.16111413236232947</c:v>
                </c:pt>
                <c:pt idx="10053">
                  <c:v>0.16458988485092096</c:v>
                </c:pt>
                <c:pt idx="10054">
                  <c:v>0.16775825786773224</c:v>
                </c:pt>
                <c:pt idx="10055">
                  <c:v>0.17069018513702033</c:v>
                </c:pt>
                <c:pt idx="10056">
                  <c:v>0.17371669070531767</c:v>
                </c:pt>
                <c:pt idx="10057">
                  <c:v>0.17728702149291845</c:v>
                </c:pt>
                <c:pt idx="10058">
                  <c:v>0.18059726195824369</c:v>
                </c:pt>
                <c:pt idx="10059">
                  <c:v>0.18374199040030265</c:v>
                </c:pt>
                <c:pt idx="10060">
                  <c:v>0.18686307426760929</c:v>
                </c:pt>
                <c:pt idx="10061">
                  <c:v>0.19059891707847634</c:v>
                </c:pt>
                <c:pt idx="10062">
                  <c:v>0.19419289244082943</c:v>
                </c:pt>
                <c:pt idx="10063">
                  <c:v>0.19747948833140236</c:v>
                </c:pt>
                <c:pt idx="10064">
                  <c:v>0.20081337337147992</c:v>
                </c:pt>
                <c:pt idx="10065">
                  <c:v>0.20473837278036555</c:v>
                </c:pt>
                <c:pt idx="10066">
                  <c:v>0.2084978601659849</c:v>
                </c:pt>
                <c:pt idx="10067">
                  <c:v>0.21202090180408106</c:v>
                </c:pt>
                <c:pt idx="10068">
                  <c:v>0.2154493651431679</c:v>
                </c:pt>
                <c:pt idx="10069">
                  <c:v>0.21946894285106283</c:v>
                </c:pt>
                <c:pt idx="10070">
                  <c:v>0.22348852055895774</c:v>
                </c:pt>
                <c:pt idx="10071">
                  <c:v>0.22720071879507248</c:v>
                </c:pt>
                <c:pt idx="10072">
                  <c:v>0.23079469415742557</c:v>
                </c:pt>
                <c:pt idx="10073">
                  <c:v>0.23497978388858679</c:v>
                </c:pt>
                <c:pt idx="10074">
                  <c:v>0.23916487361974795</c:v>
                </c:pt>
                <c:pt idx="10075">
                  <c:v>0.24299529472962428</c:v>
                </c:pt>
                <c:pt idx="10076">
                  <c:v>0.24684936041425296</c:v>
                </c:pt>
                <c:pt idx="10077">
                  <c:v>0.2511999621686804</c:v>
                </c:pt>
                <c:pt idx="10078">
                  <c:v>0.25547963019885089</c:v>
                </c:pt>
                <c:pt idx="10079">
                  <c:v>0.25947556333199351</c:v>
                </c:pt>
                <c:pt idx="10080">
                  <c:v>0.26335327359137445</c:v>
                </c:pt>
                <c:pt idx="10081">
                  <c:v>0.26775116449530656</c:v>
                </c:pt>
                <c:pt idx="10082">
                  <c:v>0.27229092284775258</c:v>
                </c:pt>
                <c:pt idx="10083">
                  <c:v>0.27654694630317073</c:v>
                </c:pt>
                <c:pt idx="10084">
                  <c:v>0.28075568060908429</c:v>
                </c:pt>
                <c:pt idx="10085">
                  <c:v>0.28541366183529188</c:v>
                </c:pt>
                <c:pt idx="10086">
                  <c:v>0.29016622136050885</c:v>
                </c:pt>
                <c:pt idx="10087">
                  <c:v>0.29456411226444096</c:v>
                </c:pt>
                <c:pt idx="10088">
                  <c:v>0.29898564774312536</c:v>
                </c:pt>
                <c:pt idx="10089">
                  <c:v>0.30378549641784697</c:v>
                </c:pt>
                <c:pt idx="10090">
                  <c:v>0.30872721254108249</c:v>
                </c:pt>
                <c:pt idx="10091">
                  <c:v>0.3132906154682808</c:v>
                </c:pt>
                <c:pt idx="10092">
                  <c:v>0.31773579552171755</c:v>
                </c:pt>
                <c:pt idx="10093">
                  <c:v>0.32258293334594379</c:v>
                </c:pt>
                <c:pt idx="10094">
                  <c:v>0.32761922776818858</c:v>
                </c:pt>
                <c:pt idx="10095">
                  <c:v>0.33241907644291019</c:v>
                </c:pt>
                <c:pt idx="10096">
                  <c:v>0.33700612394486085</c:v>
                </c:pt>
                <c:pt idx="10097">
                  <c:v>0.34213699666611497</c:v>
                </c:pt>
                <c:pt idx="10098">
                  <c:v>0.34752795970964462</c:v>
                </c:pt>
                <c:pt idx="10099">
                  <c:v>0.35246967583288014</c:v>
                </c:pt>
                <c:pt idx="10100">
                  <c:v>0.35717494620859241</c:v>
                </c:pt>
                <c:pt idx="10101">
                  <c:v>0.36232946350459888</c:v>
                </c:pt>
                <c:pt idx="10102">
                  <c:v>0.36776771569763317</c:v>
                </c:pt>
                <c:pt idx="10103">
                  <c:v>0.37285129926938265</c:v>
                </c:pt>
                <c:pt idx="10104">
                  <c:v>0.37774572624311353</c:v>
                </c:pt>
                <c:pt idx="10105">
                  <c:v>0.38306575556238626</c:v>
                </c:pt>
                <c:pt idx="10106">
                  <c:v>0.3888586763767054</c:v>
                </c:pt>
                <c:pt idx="10107">
                  <c:v>0.39420235027073042</c:v>
                </c:pt>
                <c:pt idx="10108">
                  <c:v>0.39919135554347052</c:v>
                </c:pt>
                <c:pt idx="10109">
                  <c:v>0.40458231858700022</c:v>
                </c:pt>
                <c:pt idx="10110">
                  <c:v>0.41044617312557641</c:v>
                </c:pt>
                <c:pt idx="10111">
                  <c:v>0.41578984701960137</c:v>
                </c:pt>
                <c:pt idx="10112">
                  <c:v>0.42092071974085543</c:v>
                </c:pt>
                <c:pt idx="10113">
                  <c:v>0.42642990565814676</c:v>
                </c:pt>
                <c:pt idx="10114">
                  <c:v>0.43229376019672289</c:v>
                </c:pt>
                <c:pt idx="10115">
                  <c:v>0.4378029461140141</c:v>
                </c:pt>
                <c:pt idx="10116">
                  <c:v>0.44300475255952526</c:v>
                </c:pt>
                <c:pt idx="10117">
                  <c:v>0.44849029390206419</c:v>
                </c:pt>
                <c:pt idx="10118">
                  <c:v>0.45444872673964959</c:v>
                </c:pt>
                <c:pt idx="10119">
                  <c:v>0.46017071382971175</c:v>
                </c:pt>
                <c:pt idx="10120">
                  <c:v>0.4656089660227461</c:v>
                </c:pt>
                <c:pt idx="10121">
                  <c:v>0.47133095311280832</c:v>
                </c:pt>
                <c:pt idx="10122">
                  <c:v>0.47750218712316461</c:v>
                </c:pt>
                <c:pt idx="10123">
                  <c:v>0.48329510793748376</c:v>
                </c:pt>
                <c:pt idx="10124">
                  <c:v>0.48875700470527039</c:v>
                </c:pt>
                <c:pt idx="10125">
                  <c:v>0.49452628094483719</c:v>
                </c:pt>
                <c:pt idx="10126">
                  <c:v>0.5006738703804412</c:v>
                </c:pt>
                <c:pt idx="10127">
                  <c:v>0.50653772491901727</c:v>
                </c:pt>
                <c:pt idx="10128">
                  <c:v>0.51209419998581329</c:v>
                </c:pt>
                <c:pt idx="10129">
                  <c:v>0.51783983165062775</c:v>
                </c:pt>
                <c:pt idx="10130">
                  <c:v>0.52403471023573645</c:v>
                </c:pt>
                <c:pt idx="10131">
                  <c:v>0.52994585392381721</c:v>
                </c:pt>
                <c:pt idx="10132">
                  <c:v>0.53557326271487005</c:v>
                </c:pt>
                <c:pt idx="10133">
                  <c:v>0.5413661835291893</c:v>
                </c:pt>
                <c:pt idx="10134">
                  <c:v>0.54767928498805951</c:v>
                </c:pt>
                <c:pt idx="10135">
                  <c:v>0.55361407325089262</c:v>
                </c:pt>
                <c:pt idx="10136">
                  <c:v>0.55933606034095473</c:v>
                </c:pt>
                <c:pt idx="10137">
                  <c:v>0.56512898115527388</c:v>
                </c:pt>
                <c:pt idx="10138">
                  <c:v>0.57134750431513492</c:v>
                </c:pt>
                <c:pt idx="10139">
                  <c:v>0.57737687087697731</c:v>
                </c:pt>
                <c:pt idx="10140">
                  <c:v>0.58312250254179177</c:v>
                </c:pt>
                <c:pt idx="10141">
                  <c:v>0.5889627125056156</c:v>
                </c:pt>
                <c:pt idx="10142">
                  <c:v>0.59522852481498123</c:v>
                </c:pt>
                <c:pt idx="10143">
                  <c:v>0.60135246967583289</c:v>
                </c:pt>
                <c:pt idx="10144">
                  <c:v>0.60714539049015204</c:v>
                </c:pt>
                <c:pt idx="10145">
                  <c:v>0.61296195587922353</c:v>
                </c:pt>
                <c:pt idx="10146">
                  <c:v>0.61913318988957977</c:v>
                </c:pt>
                <c:pt idx="10147">
                  <c:v>0.62513891187666992</c:v>
                </c:pt>
                <c:pt idx="10148">
                  <c:v>0.63086089896673214</c:v>
                </c:pt>
                <c:pt idx="10149">
                  <c:v>0.6366065306315466</c:v>
                </c:pt>
                <c:pt idx="10150">
                  <c:v>0.64287234294091222</c:v>
                </c:pt>
                <c:pt idx="10151">
                  <c:v>0.6489489986522593</c:v>
                </c:pt>
                <c:pt idx="10152">
                  <c:v>0.65462369659281683</c:v>
                </c:pt>
                <c:pt idx="10153">
                  <c:v>0.66029839453337424</c:v>
                </c:pt>
                <c:pt idx="10154">
                  <c:v>0.66644598396897836</c:v>
                </c:pt>
                <c:pt idx="10155">
                  <c:v>0.67247535053082064</c:v>
                </c:pt>
                <c:pt idx="10156">
                  <c:v>0.67810275932187358</c:v>
                </c:pt>
                <c:pt idx="10157">
                  <c:v>0.68373016811292653</c:v>
                </c:pt>
                <c:pt idx="10158">
                  <c:v>0.68985411297377819</c:v>
                </c:pt>
                <c:pt idx="10159">
                  <c:v>0.69583619038611588</c:v>
                </c:pt>
                <c:pt idx="10160">
                  <c:v>0.7013926654529119</c:v>
                </c:pt>
                <c:pt idx="10161">
                  <c:v>0.70692549594495546</c:v>
                </c:pt>
                <c:pt idx="10162">
                  <c:v>0.71297850708155019</c:v>
                </c:pt>
                <c:pt idx="10163">
                  <c:v>0.71879507247062158</c:v>
                </c:pt>
                <c:pt idx="10164">
                  <c:v>0.72425696923840821</c:v>
                </c:pt>
                <c:pt idx="10165">
                  <c:v>0.72971886600619484</c:v>
                </c:pt>
                <c:pt idx="10166">
                  <c:v>0.73565365426902796</c:v>
                </c:pt>
                <c:pt idx="10167">
                  <c:v>0.74139928593384252</c:v>
                </c:pt>
                <c:pt idx="10168">
                  <c:v>0.74679024897737212</c:v>
                </c:pt>
                <c:pt idx="10169">
                  <c:v>0.7520629891471402</c:v>
                </c:pt>
                <c:pt idx="10170">
                  <c:v>0.75783226538670712</c:v>
                </c:pt>
                <c:pt idx="10171">
                  <c:v>0.76353060790201688</c:v>
                </c:pt>
                <c:pt idx="10172">
                  <c:v>0.76889792637079424</c:v>
                </c:pt>
                <c:pt idx="10173">
                  <c:v>0.77409973281630529</c:v>
                </c:pt>
                <c:pt idx="10174">
                  <c:v>0.77975078618211058</c:v>
                </c:pt>
                <c:pt idx="10175">
                  <c:v>0.78530726124890649</c:v>
                </c:pt>
                <c:pt idx="10176">
                  <c:v>0.7904854231196653</c:v>
                </c:pt>
                <c:pt idx="10177">
                  <c:v>0.79537985009339618</c:v>
                </c:pt>
                <c:pt idx="10178">
                  <c:v>0.80081810228643036</c:v>
                </c:pt>
                <c:pt idx="10179">
                  <c:v>0.80616177618045537</c:v>
                </c:pt>
                <c:pt idx="10180">
                  <c:v>0.81112713687844329</c:v>
                </c:pt>
                <c:pt idx="10181">
                  <c:v>0.81585605182890797</c:v>
                </c:pt>
                <c:pt idx="10182">
                  <c:v>0.82103421369966656</c:v>
                </c:pt>
                <c:pt idx="10183">
                  <c:v>0.82616508642092079</c:v>
                </c:pt>
                <c:pt idx="10184">
                  <c:v>0.83101222424514698</c:v>
                </c:pt>
                <c:pt idx="10185">
                  <c:v>0.835551982597593</c:v>
                </c:pt>
                <c:pt idx="10186">
                  <c:v>0.84049369872082846</c:v>
                </c:pt>
                <c:pt idx="10187">
                  <c:v>0.84548270399356873</c:v>
                </c:pt>
                <c:pt idx="10188">
                  <c:v>0.85006975149551933</c:v>
                </c:pt>
                <c:pt idx="10189">
                  <c:v>0.85444399782469915</c:v>
                </c:pt>
                <c:pt idx="10190">
                  <c:v>0.85914926820041138</c:v>
                </c:pt>
                <c:pt idx="10191">
                  <c:v>0.86394911687513309</c:v>
                </c:pt>
                <c:pt idx="10192">
                  <c:v>0.86839429692856973</c:v>
                </c:pt>
                <c:pt idx="10193">
                  <c:v>0.87253209751022631</c:v>
                </c:pt>
                <c:pt idx="10194">
                  <c:v>0.87697727756366306</c:v>
                </c:pt>
                <c:pt idx="10195">
                  <c:v>0.88151703591610897</c:v>
                </c:pt>
                <c:pt idx="10196">
                  <c:v>0.88565483649776566</c:v>
                </c:pt>
                <c:pt idx="10197">
                  <c:v>0.88946161303288962</c:v>
                </c:pt>
                <c:pt idx="10198">
                  <c:v>0.89357576903979385</c:v>
                </c:pt>
                <c:pt idx="10199">
                  <c:v>0.89785543706996429</c:v>
                </c:pt>
                <c:pt idx="10200">
                  <c:v>0.90180408105360232</c:v>
                </c:pt>
                <c:pt idx="10201">
                  <c:v>0.90542170099070773</c:v>
                </c:pt>
                <c:pt idx="10202">
                  <c:v>0.90929941125008873</c:v>
                </c:pt>
                <c:pt idx="10203">
                  <c:v>0.91341356725699285</c:v>
                </c:pt>
                <c:pt idx="10204">
                  <c:v>0.91703118719409826</c:v>
                </c:pt>
                <c:pt idx="10205">
                  <c:v>0.92027049393516658</c:v>
                </c:pt>
                <c:pt idx="10206">
                  <c:v>0.92376989099851048</c:v>
                </c:pt>
                <c:pt idx="10207">
                  <c:v>0.92760031210838678</c:v>
                </c:pt>
                <c:pt idx="10208">
                  <c:v>0.93098148629796895</c:v>
                </c:pt>
                <c:pt idx="10209">
                  <c:v>0.93396070271676168</c:v>
                </c:pt>
                <c:pt idx="10210">
                  <c:v>0.93722365403258223</c:v>
                </c:pt>
                <c:pt idx="10211">
                  <c:v>0.94069940652117368</c:v>
                </c:pt>
                <c:pt idx="10212">
                  <c:v>0.94382049038848037</c:v>
                </c:pt>
                <c:pt idx="10213">
                  <c:v>0.94649232733549293</c:v>
                </c:pt>
                <c:pt idx="10214">
                  <c:v>0.94951883290379024</c:v>
                </c:pt>
                <c:pt idx="10215">
                  <c:v>0.95268720592060152</c:v>
                </c:pt>
                <c:pt idx="10216">
                  <c:v>0.95547726574137559</c:v>
                </c:pt>
                <c:pt idx="10217">
                  <c:v>0.95781807864185564</c:v>
                </c:pt>
                <c:pt idx="10218">
                  <c:v>0.9604426264393634</c:v>
                </c:pt>
                <c:pt idx="10219">
                  <c:v>0.96327997540964228</c:v>
                </c:pt>
                <c:pt idx="10220">
                  <c:v>0.96576265575863618</c:v>
                </c:pt>
                <c:pt idx="10221">
                  <c:v>0.96784337833684064</c:v>
                </c:pt>
                <c:pt idx="10222">
                  <c:v>0.97008961293831131</c:v>
                </c:pt>
                <c:pt idx="10223">
                  <c:v>0.9726668715863146</c:v>
                </c:pt>
                <c:pt idx="10224">
                  <c:v>0.97481852788877599</c:v>
                </c:pt>
                <c:pt idx="10225">
                  <c:v>0.97656822642044783</c:v>
                </c:pt>
                <c:pt idx="10226">
                  <c:v>0.97836521410162436</c:v>
                </c:pt>
                <c:pt idx="10227">
                  <c:v>0.98058780412834279</c:v>
                </c:pt>
                <c:pt idx="10228">
                  <c:v>0.98240843638427167</c:v>
                </c:pt>
                <c:pt idx="10229">
                  <c:v>0.9838271108694111</c:v>
                </c:pt>
                <c:pt idx="10230">
                  <c:v>0.98529307450405501</c:v>
                </c:pt>
                <c:pt idx="10231">
                  <c:v>0.98723192963374551</c:v>
                </c:pt>
                <c:pt idx="10232">
                  <c:v>0.98879247156739891</c:v>
                </c:pt>
                <c:pt idx="10233">
                  <c:v>0.98985647743125338</c:v>
                </c:pt>
                <c:pt idx="10234">
                  <c:v>0.99096777244461265</c:v>
                </c:pt>
                <c:pt idx="10235">
                  <c:v>0.9924573806540089</c:v>
                </c:pt>
                <c:pt idx="10236">
                  <c:v>0.99354503109261594</c:v>
                </c:pt>
                <c:pt idx="10237">
                  <c:v>0.99430165748469013</c:v>
                </c:pt>
                <c:pt idx="10238">
                  <c:v>0.99512921760102158</c:v>
                </c:pt>
                <c:pt idx="10239">
                  <c:v>0.99628780176388532</c:v>
                </c:pt>
                <c:pt idx="10240">
                  <c:v>0.99709171730546431</c:v>
                </c:pt>
                <c:pt idx="10241">
                  <c:v>0.99761189795001537</c:v>
                </c:pt>
                <c:pt idx="10242">
                  <c:v>0.9980611448703095</c:v>
                </c:pt>
                <c:pt idx="10243">
                  <c:v>0.99886506041188849</c:v>
                </c:pt>
                <c:pt idx="10244">
                  <c:v>0.99933795190693497</c:v>
                </c:pt>
                <c:pt idx="10245">
                  <c:v>0.99938524105643967</c:v>
                </c:pt>
                <c:pt idx="10246">
                  <c:v>0.9994088856311919</c:v>
                </c:pt>
                <c:pt idx="10247">
                  <c:v>0.99985813255148603</c:v>
                </c:pt>
                <c:pt idx="10248">
                  <c:v>1</c:v>
                </c:pt>
                <c:pt idx="10249">
                  <c:v>0.99978719882722911</c:v>
                </c:pt>
                <c:pt idx="10250">
                  <c:v>0.99938524105643967</c:v>
                </c:pt>
                <c:pt idx="10251">
                  <c:v>0.99959804222921056</c:v>
                </c:pt>
                <c:pt idx="10252">
                  <c:v>0.99957439765445821</c:v>
                </c:pt>
                <c:pt idx="10253">
                  <c:v>0.99903057243515481</c:v>
                </c:pt>
                <c:pt idx="10254">
                  <c:v>0.9982739460430804</c:v>
                </c:pt>
                <c:pt idx="10255">
                  <c:v>0.9980611448703095</c:v>
                </c:pt>
                <c:pt idx="10256">
                  <c:v>0.99756460880051068</c:v>
                </c:pt>
                <c:pt idx="10257">
                  <c:v>0.99661882581041783</c:v>
                </c:pt>
                <c:pt idx="10258">
                  <c:v>0.99546024164755398</c:v>
                </c:pt>
                <c:pt idx="10259">
                  <c:v>0.99486912727874588</c:v>
                </c:pt>
                <c:pt idx="10260">
                  <c:v>0.99411250088667147</c:v>
                </c:pt>
                <c:pt idx="10261">
                  <c:v>0.99295391672380773</c:v>
                </c:pt>
                <c:pt idx="10262">
                  <c:v>0.99151159766391594</c:v>
                </c:pt>
                <c:pt idx="10263">
                  <c:v>0.99058945924857555</c:v>
                </c:pt>
                <c:pt idx="10264">
                  <c:v>0.98954909795947321</c:v>
                </c:pt>
                <c:pt idx="10265">
                  <c:v>0.9880358451753245</c:v>
                </c:pt>
                <c:pt idx="10266">
                  <c:v>0.98626250206890043</c:v>
                </c:pt>
                <c:pt idx="10267">
                  <c:v>0.9849620504575225</c:v>
                </c:pt>
                <c:pt idx="10268">
                  <c:v>0.98354337597238317</c:v>
                </c:pt>
                <c:pt idx="10269">
                  <c:v>0.98179367744071133</c:v>
                </c:pt>
                <c:pt idx="10270">
                  <c:v>0.97976024401201145</c:v>
                </c:pt>
                <c:pt idx="10271">
                  <c:v>0.97819970207835816</c:v>
                </c:pt>
                <c:pt idx="10272">
                  <c:v>0.9764972926961909</c:v>
                </c:pt>
                <c:pt idx="10273">
                  <c:v>0.97436928096848185</c:v>
                </c:pt>
                <c:pt idx="10274">
                  <c:v>0.97195753434374488</c:v>
                </c:pt>
                <c:pt idx="10275">
                  <c:v>0.97008961293831131</c:v>
                </c:pt>
                <c:pt idx="10276">
                  <c:v>0.96817440238337327</c:v>
                </c:pt>
                <c:pt idx="10277">
                  <c:v>0.96583358948289311</c:v>
                </c:pt>
                <c:pt idx="10278">
                  <c:v>0.96318539711063289</c:v>
                </c:pt>
                <c:pt idx="10279">
                  <c:v>0.96101009623341926</c:v>
                </c:pt>
                <c:pt idx="10280">
                  <c:v>0.95874021705719625</c:v>
                </c:pt>
                <c:pt idx="10281">
                  <c:v>0.95611566925968827</c:v>
                </c:pt>
                <c:pt idx="10282">
                  <c:v>0.95316009741564789</c:v>
                </c:pt>
                <c:pt idx="10283">
                  <c:v>0.95060648334239717</c:v>
                </c:pt>
                <c:pt idx="10284">
                  <c:v>0.94802922469439388</c:v>
                </c:pt>
                <c:pt idx="10285">
                  <c:v>0.94509729742510573</c:v>
                </c:pt>
                <c:pt idx="10286">
                  <c:v>0.94185799068403764</c:v>
                </c:pt>
                <c:pt idx="10287">
                  <c:v>0.93904428628851122</c:v>
                </c:pt>
                <c:pt idx="10288">
                  <c:v>0.93632516019199397</c:v>
                </c:pt>
                <c:pt idx="10289">
                  <c:v>0.93320407632468738</c:v>
                </c:pt>
                <c:pt idx="10290">
                  <c:v>0.92977561298560052</c:v>
                </c:pt>
                <c:pt idx="10291">
                  <c:v>0.9267491074173031</c:v>
                </c:pt>
                <c:pt idx="10292">
                  <c:v>0.92386446929751975</c:v>
                </c:pt>
                <c:pt idx="10293">
                  <c:v>0.92048329510793747</c:v>
                </c:pt>
                <c:pt idx="10294">
                  <c:v>0.91679474144657513</c:v>
                </c:pt>
                <c:pt idx="10295">
                  <c:v>0.91346085640649766</c:v>
                </c:pt>
                <c:pt idx="10296">
                  <c:v>0.91036341711394331</c:v>
                </c:pt>
                <c:pt idx="10297">
                  <c:v>0.9069113092001041</c:v>
                </c:pt>
                <c:pt idx="10298">
                  <c:v>0.90300995436597076</c:v>
                </c:pt>
                <c:pt idx="10299">
                  <c:v>0.89934504527936066</c:v>
                </c:pt>
                <c:pt idx="10300">
                  <c:v>0.89601116023928318</c:v>
                </c:pt>
                <c:pt idx="10301">
                  <c:v>0.89229896200316838</c:v>
                </c:pt>
                <c:pt idx="10302">
                  <c:v>0.88825573972052119</c:v>
                </c:pt>
                <c:pt idx="10303">
                  <c:v>0.88451989690965405</c:v>
                </c:pt>
                <c:pt idx="10304">
                  <c:v>0.8810914335705673</c:v>
                </c:pt>
                <c:pt idx="10305">
                  <c:v>0.87716643416168161</c:v>
                </c:pt>
                <c:pt idx="10306">
                  <c:v>0.87283947698200648</c:v>
                </c:pt>
                <c:pt idx="10307">
                  <c:v>0.86877261012460694</c:v>
                </c:pt>
                <c:pt idx="10308">
                  <c:v>0.86503676731373991</c:v>
                </c:pt>
                <c:pt idx="10309">
                  <c:v>0.86096990045634025</c:v>
                </c:pt>
                <c:pt idx="10310">
                  <c:v>0.85657200955240809</c:v>
                </c:pt>
                <c:pt idx="10311">
                  <c:v>0.85226869694748542</c:v>
                </c:pt>
                <c:pt idx="10312">
                  <c:v>0.84839098668810442</c:v>
                </c:pt>
                <c:pt idx="10313">
                  <c:v>0.84420589695694326</c:v>
                </c:pt>
                <c:pt idx="10314">
                  <c:v>0.83957156030548796</c:v>
                </c:pt>
                <c:pt idx="10315">
                  <c:v>0.83515002482680345</c:v>
                </c:pt>
                <c:pt idx="10316">
                  <c:v>0.83129595914217491</c:v>
                </c:pt>
                <c:pt idx="10317">
                  <c:v>0.82703993568675671</c:v>
                </c:pt>
                <c:pt idx="10318">
                  <c:v>0.82238195446054896</c:v>
                </c:pt>
                <c:pt idx="10319">
                  <c:v>0.81774761780909377</c:v>
                </c:pt>
                <c:pt idx="10320">
                  <c:v>0.81356252807793261</c:v>
                </c:pt>
                <c:pt idx="10321">
                  <c:v>0.80907005887499128</c:v>
                </c:pt>
                <c:pt idx="10322">
                  <c:v>0.8043411439245266</c:v>
                </c:pt>
                <c:pt idx="10323">
                  <c:v>0.79954129524980488</c:v>
                </c:pt>
                <c:pt idx="10324">
                  <c:v>0.79530891636913914</c:v>
                </c:pt>
                <c:pt idx="10325">
                  <c:v>0.79067457971768373</c:v>
                </c:pt>
                <c:pt idx="10326">
                  <c:v>0.78575650816920062</c:v>
                </c:pt>
                <c:pt idx="10327">
                  <c:v>0.78088572577022208</c:v>
                </c:pt>
                <c:pt idx="10328">
                  <c:v>0.7765824131652993</c:v>
                </c:pt>
                <c:pt idx="10329">
                  <c:v>0.77197172108859624</c:v>
                </c:pt>
                <c:pt idx="10330">
                  <c:v>0.76705364954011312</c:v>
                </c:pt>
                <c:pt idx="10331">
                  <c:v>0.76201735511786828</c:v>
                </c:pt>
                <c:pt idx="10332">
                  <c:v>0.75754853048967918</c:v>
                </c:pt>
                <c:pt idx="10333">
                  <c:v>0.75284326011396685</c:v>
                </c:pt>
                <c:pt idx="10334">
                  <c:v>0.74778332111696977</c:v>
                </c:pt>
                <c:pt idx="10335">
                  <c:v>0.74272338211997257</c:v>
                </c:pt>
                <c:pt idx="10336">
                  <c:v>0.73818362376752655</c:v>
                </c:pt>
                <c:pt idx="10337">
                  <c:v>0.73333648594330036</c:v>
                </c:pt>
                <c:pt idx="10338">
                  <c:v>0.72820561322204613</c:v>
                </c:pt>
                <c:pt idx="10339">
                  <c:v>0.72307474050079212</c:v>
                </c:pt>
                <c:pt idx="10340">
                  <c:v>0.71848769299884141</c:v>
                </c:pt>
                <c:pt idx="10341">
                  <c:v>0.71368784432411991</c:v>
                </c:pt>
                <c:pt idx="10342">
                  <c:v>0.70858061617761803</c:v>
                </c:pt>
                <c:pt idx="10343">
                  <c:v>0.70337880973210698</c:v>
                </c:pt>
                <c:pt idx="10344">
                  <c:v>0.69883905137966096</c:v>
                </c:pt>
                <c:pt idx="10345">
                  <c:v>0.69399191355543466</c:v>
                </c:pt>
                <c:pt idx="10346">
                  <c:v>0.68879010710992361</c:v>
                </c:pt>
                <c:pt idx="10347">
                  <c:v>0.68354101151490787</c:v>
                </c:pt>
                <c:pt idx="10348">
                  <c:v>0.67885938571394788</c:v>
                </c:pt>
                <c:pt idx="10349">
                  <c:v>0.67405953703922639</c:v>
                </c:pt>
                <c:pt idx="10350">
                  <c:v>0.66892866431797227</c:v>
                </c:pt>
                <c:pt idx="10351">
                  <c:v>0.66363227957345183</c:v>
                </c:pt>
                <c:pt idx="10352">
                  <c:v>0.65890336462298726</c:v>
                </c:pt>
                <c:pt idx="10353">
                  <c:v>0.65407987137351331</c:v>
                </c:pt>
                <c:pt idx="10354">
                  <c:v>0.64890170950275461</c:v>
                </c:pt>
                <c:pt idx="10355">
                  <c:v>0.64348710188447267</c:v>
                </c:pt>
                <c:pt idx="10356">
                  <c:v>0.63875818693400799</c:v>
                </c:pt>
                <c:pt idx="10357">
                  <c:v>0.63400562740879107</c:v>
                </c:pt>
                <c:pt idx="10358">
                  <c:v>0.62885111011278461</c:v>
                </c:pt>
                <c:pt idx="10359">
                  <c:v>0.62353108079351194</c:v>
                </c:pt>
                <c:pt idx="10360">
                  <c:v>0.61880216584304726</c:v>
                </c:pt>
                <c:pt idx="10361">
                  <c:v>0.61409689546733504</c:v>
                </c:pt>
                <c:pt idx="10362">
                  <c:v>0.60903695647033784</c:v>
                </c:pt>
                <c:pt idx="10363">
                  <c:v>0.60371692715106517</c:v>
                </c:pt>
                <c:pt idx="10364">
                  <c:v>0.59896436762584826</c:v>
                </c:pt>
                <c:pt idx="10365">
                  <c:v>0.59428274182488827</c:v>
                </c:pt>
                <c:pt idx="10366">
                  <c:v>0.58924644740264343</c:v>
                </c:pt>
                <c:pt idx="10367">
                  <c:v>0.58404464095713238</c:v>
                </c:pt>
                <c:pt idx="10368">
                  <c:v>0.57936301515617239</c:v>
                </c:pt>
                <c:pt idx="10369">
                  <c:v>0.57479961222897402</c:v>
                </c:pt>
                <c:pt idx="10370">
                  <c:v>0.56985789610573856</c:v>
                </c:pt>
                <c:pt idx="10371">
                  <c:v>0.56475066795923679</c:v>
                </c:pt>
                <c:pt idx="10372">
                  <c:v>0.56009268673302914</c:v>
                </c:pt>
                <c:pt idx="10373">
                  <c:v>0.5556002175300877</c:v>
                </c:pt>
                <c:pt idx="10374">
                  <c:v>0.55065850140685224</c:v>
                </c:pt>
                <c:pt idx="10375">
                  <c:v>0.54545669496134108</c:v>
                </c:pt>
                <c:pt idx="10376">
                  <c:v>0.54075142458562886</c:v>
                </c:pt>
                <c:pt idx="10377">
                  <c:v>0.53618802165843049</c:v>
                </c:pt>
                <c:pt idx="10378">
                  <c:v>0.53124630553519492</c:v>
                </c:pt>
                <c:pt idx="10379">
                  <c:v>0.52621001111295007</c:v>
                </c:pt>
                <c:pt idx="10380">
                  <c:v>0.52145745158773316</c:v>
                </c:pt>
                <c:pt idx="10381">
                  <c:v>0.51694133781003948</c:v>
                </c:pt>
                <c:pt idx="10382">
                  <c:v>0.51211784456056553</c:v>
                </c:pt>
                <c:pt idx="10383">
                  <c:v>0.50705790556356845</c:v>
                </c:pt>
                <c:pt idx="10384">
                  <c:v>0.50235263518785611</c:v>
                </c:pt>
                <c:pt idx="10385">
                  <c:v>0.49800203343342875</c:v>
                </c:pt>
                <c:pt idx="10386">
                  <c:v>0.49322582933345943</c:v>
                </c:pt>
                <c:pt idx="10387">
                  <c:v>0.48826046863547157</c:v>
                </c:pt>
                <c:pt idx="10388">
                  <c:v>0.48369706570827325</c:v>
                </c:pt>
                <c:pt idx="10389">
                  <c:v>0.47955926512661673</c:v>
                </c:pt>
                <c:pt idx="10390">
                  <c:v>0.47501950677417065</c:v>
                </c:pt>
                <c:pt idx="10391">
                  <c:v>0.47026694724895374</c:v>
                </c:pt>
                <c:pt idx="10392">
                  <c:v>0.46577447804601241</c:v>
                </c:pt>
                <c:pt idx="10393">
                  <c:v>0.46161303288960348</c:v>
                </c:pt>
                <c:pt idx="10394">
                  <c:v>0.45714420826141444</c:v>
                </c:pt>
                <c:pt idx="10395">
                  <c:v>0.45243893788570216</c:v>
                </c:pt>
                <c:pt idx="10396">
                  <c:v>0.4478755349585038</c:v>
                </c:pt>
                <c:pt idx="10397">
                  <c:v>0.44385595725060883</c:v>
                </c:pt>
                <c:pt idx="10398">
                  <c:v>0.43959993379519069</c:v>
                </c:pt>
                <c:pt idx="10399">
                  <c:v>0.43496559714373539</c:v>
                </c:pt>
                <c:pt idx="10400">
                  <c:v>0.43049677251554636</c:v>
                </c:pt>
                <c:pt idx="10401">
                  <c:v>0.42650083938240374</c:v>
                </c:pt>
                <c:pt idx="10402">
                  <c:v>0.42224481592698559</c:v>
                </c:pt>
                <c:pt idx="10403">
                  <c:v>0.41770505757453952</c:v>
                </c:pt>
                <c:pt idx="10404">
                  <c:v>0.41333081124535981</c:v>
                </c:pt>
                <c:pt idx="10405">
                  <c:v>0.4094767455607311</c:v>
                </c:pt>
                <c:pt idx="10406">
                  <c:v>0.40529165582956989</c:v>
                </c:pt>
                <c:pt idx="10407">
                  <c:v>0.40091740950039012</c:v>
                </c:pt>
                <c:pt idx="10408">
                  <c:v>0.39666138604497198</c:v>
                </c:pt>
                <c:pt idx="10409">
                  <c:v>0.39290189865935266</c:v>
                </c:pt>
                <c:pt idx="10410">
                  <c:v>0.38890596552621004</c:v>
                </c:pt>
                <c:pt idx="10411">
                  <c:v>0.38462629749603955</c:v>
                </c:pt>
                <c:pt idx="10412">
                  <c:v>0.38046485233963068</c:v>
                </c:pt>
                <c:pt idx="10413">
                  <c:v>0.37687087697727756</c:v>
                </c:pt>
                <c:pt idx="10414">
                  <c:v>0.37296952214314422</c:v>
                </c:pt>
                <c:pt idx="10415">
                  <c:v>0.36885536613624004</c:v>
                </c:pt>
                <c:pt idx="10416">
                  <c:v>0.36476485470408815</c:v>
                </c:pt>
                <c:pt idx="10417">
                  <c:v>0.36128910221549665</c:v>
                </c:pt>
                <c:pt idx="10418">
                  <c:v>0.357435036530868</c:v>
                </c:pt>
                <c:pt idx="10419">
                  <c:v>0.35341545882297304</c:v>
                </c:pt>
                <c:pt idx="10420">
                  <c:v>0.34937223654032584</c:v>
                </c:pt>
                <c:pt idx="10421">
                  <c:v>0.34594377320123898</c:v>
                </c:pt>
                <c:pt idx="10422">
                  <c:v>0.34232615326413357</c:v>
                </c:pt>
                <c:pt idx="10423">
                  <c:v>0.33840115385524788</c:v>
                </c:pt>
                <c:pt idx="10424">
                  <c:v>0.3344997990211146</c:v>
                </c:pt>
                <c:pt idx="10425">
                  <c:v>0.33126049228004634</c:v>
                </c:pt>
                <c:pt idx="10426">
                  <c:v>0.3277374506419502</c:v>
                </c:pt>
                <c:pt idx="10427">
                  <c:v>0.32390702953207384</c:v>
                </c:pt>
                <c:pt idx="10428">
                  <c:v>0.32014754214645447</c:v>
                </c:pt>
                <c:pt idx="10429">
                  <c:v>0.31695552455489084</c:v>
                </c:pt>
                <c:pt idx="10430">
                  <c:v>0.31364528408956566</c:v>
                </c:pt>
                <c:pt idx="10431">
                  <c:v>0.30993308585345092</c:v>
                </c:pt>
                <c:pt idx="10432">
                  <c:v>0.30622088761733623</c:v>
                </c:pt>
                <c:pt idx="10433">
                  <c:v>0.30312344832478189</c:v>
                </c:pt>
                <c:pt idx="10434">
                  <c:v>0.29990778615846592</c:v>
                </c:pt>
                <c:pt idx="10435">
                  <c:v>0.29636109994561749</c:v>
                </c:pt>
                <c:pt idx="10436">
                  <c:v>0.29276712458326437</c:v>
                </c:pt>
                <c:pt idx="10437">
                  <c:v>0.28966968529071002</c:v>
                </c:pt>
                <c:pt idx="10438">
                  <c:v>0.28659589057290807</c:v>
                </c:pt>
                <c:pt idx="10439">
                  <c:v>0.28316742723382121</c:v>
                </c:pt>
                <c:pt idx="10440">
                  <c:v>0.27962074102097273</c:v>
                </c:pt>
                <c:pt idx="10441">
                  <c:v>0.27668881375168469</c:v>
                </c:pt>
                <c:pt idx="10442">
                  <c:v>0.27387510935615822</c:v>
                </c:pt>
                <c:pt idx="10443">
                  <c:v>0.27061215804033767</c:v>
                </c:pt>
                <c:pt idx="10444">
                  <c:v>0.26720733927600315</c:v>
                </c:pt>
                <c:pt idx="10445">
                  <c:v>0.2643227011562197</c:v>
                </c:pt>
                <c:pt idx="10446">
                  <c:v>0.26150899676069328</c:v>
                </c:pt>
                <c:pt idx="10447">
                  <c:v>0.25836426831863429</c:v>
                </c:pt>
                <c:pt idx="10448">
                  <c:v>0.2550776724280614</c:v>
                </c:pt>
                <c:pt idx="10449">
                  <c:v>0.252193034308278</c:v>
                </c:pt>
                <c:pt idx="10450">
                  <c:v>0.24947390821176083</c:v>
                </c:pt>
                <c:pt idx="10451">
                  <c:v>0.24642375806871114</c:v>
                </c:pt>
                <c:pt idx="10452">
                  <c:v>0.24325538505189986</c:v>
                </c:pt>
                <c:pt idx="10453">
                  <c:v>0.24051261438063037</c:v>
                </c:pt>
                <c:pt idx="10454">
                  <c:v>0.2378880665831225</c:v>
                </c:pt>
                <c:pt idx="10455">
                  <c:v>0.23495613931383444</c:v>
                </c:pt>
                <c:pt idx="10456">
                  <c:v>0.23185870002128009</c:v>
                </c:pt>
                <c:pt idx="10457">
                  <c:v>0.22925779679852457</c:v>
                </c:pt>
                <c:pt idx="10458">
                  <c:v>0.22684605017378762</c:v>
                </c:pt>
                <c:pt idx="10459">
                  <c:v>0.22398505662875656</c:v>
                </c:pt>
                <c:pt idx="10460">
                  <c:v>0.2209585510604592</c:v>
                </c:pt>
                <c:pt idx="10461">
                  <c:v>0.21847587071146526</c:v>
                </c:pt>
                <c:pt idx="10462">
                  <c:v>0.21608776866148061</c:v>
                </c:pt>
                <c:pt idx="10463">
                  <c:v>0.21339228713971581</c:v>
                </c:pt>
                <c:pt idx="10464">
                  <c:v>0.21060222731894168</c:v>
                </c:pt>
                <c:pt idx="10465">
                  <c:v>0.20816683611945241</c:v>
                </c:pt>
                <c:pt idx="10466">
                  <c:v>0.20599153524223868</c:v>
                </c:pt>
                <c:pt idx="10467">
                  <c:v>0.20350885489324474</c:v>
                </c:pt>
                <c:pt idx="10468">
                  <c:v>0.20083701794623224</c:v>
                </c:pt>
                <c:pt idx="10469">
                  <c:v>0.19851984962050459</c:v>
                </c:pt>
                <c:pt idx="10470">
                  <c:v>0.19648641619180482</c:v>
                </c:pt>
                <c:pt idx="10471">
                  <c:v>0.19409831414182016</c:v>
                </c:pt>
                <c:pt idx="10472">
                  <c:v>0.19147376634431232</c:v>
                </c:pt>
                <c:pt idx="10473">
                  <c:v>0.18918024259333696</c:v>
                </c:pt>
                <c:pt idx="10474">
                  <c:v>0.18717045373938951</c:v>
                </c:pt>
                <c:pt idx="10475">
                  <c:v>0.18482964083890951</c:v>
                </c:pt>
                <c:pt idx="10476">
                  <c:v>0.18229967134041095</c:v>
                </c:pt>
                <c:pt idx="10477">
                  <c:v>0.18017165961270187</c:v>
                </c:pt>
                <c:pt idx="10478">
                  <c:v>0.17830373820726836</c:v>
                </c:pt>
                <c:pt idx="10479">
                  <c:v>0.176010214456293</c:v>
                </c:pt>
                <c:pt idx="10480">
                  <c:v>0.17364575698106072</c:v>
                </c:pt>
                <c:pt idx="10481">
                  <c:v>0.17154138982810394</c:v>
                </c:pt>
                <c:pt idx="10482">
                  <c:v>0.16983898044593668</c:v>
                </c:pt>
                <c:pt idx="10483">
                  <c:v>0.16773461329297992</c:v>
                </c:pt>
                <c:pt idx="10484">
                  <c:v>0.16541744496725228</c:v>
                </c:pt>
                <c:pt idx="10485">
                  <c:v>0.16328943323954317</c:v>
                </c:pt>
                <c:pt idx="10486">
                  <c:v>0.16161066843212826</c:v>
                </c:pt>
                <c:pt idx="10487">
                  <c:v>0.15960087957818078</c:v>
                </c:pt>
                <c:pt idx="10488">
                  <c:v>0.15737828955146241</c:v>
                </c:pt>
                <c:pt idx="10489">
                  <c:v>0.15539214527226727</c:v>
                </c:pt>
                <c:pt idx="10490">
                  <c:v>0.153760669614357</c:v>
                </c:pt>
                <c:pt idx="10491">
                  <c:v>0.15196368193318041</c:v>
                </c:pt>
                <c:pt idx="10492">
                  <c:v>0.1497883810559667</c:v>
                </c:pt>
                <c:pt idx="10493">
                  <c:v>0.14784952592627623</c:v>
                </c:pt>
                <c:pt idx="10494">
                  <c:v>0.14643085144113682</c:v>
                </c:pt>
                <c:pt idx="10495">
                  <c:v>0.14470479748421725</c:v>
                </c:pt>
                <c:pt idx="10496">
                  <c:v>0.14267136405551745</c:v>
                </c:pt>
                <c:pt idx="10497">
                  <c:v>0.14077979807533161</c:v>
                </c:pt>
                <c:pt idx="10498">
                  <c:v>0.13940841273969687</c:v>
                </c:pt>
                <c:pt idx="10499">
                  <c:v>0.13770600335752961</c:v>
                </c:pt>
                <c:pt idx="10500">
                  <c:v>0.13567256992882984</c:v>
                </c:pt>
                <c:pt idx="10501">
                  <c:v>0.13387558224765328</c:v>
                </c:pt>
                <c:pt idx="10502">
                  <c:v>0.13262241978578015</c:v>
                </c:pt>
                <c:pt idx="10503">
                  <c:v>0.13106187785212683</c:v>
                </c:pt>
                <c:pt idx="10504">
                  <c:v>0.12928853474570259</c:v>
                </c:pt>
                <c:pt idx="10505">
                  <c:v>0.1275388362140307</c:v>
                </c:pt>
                <c:pt idx="10506">
                  <c:v>0.12630931832690989</c:v>
                </c:pt>
                <c:pt idx="10507">
                  <c:v>0.12484335469226587</c:v>
                </c:pt>
                <c:pt idx="10508">
                  <c:v>0.12299907786158466</c:v>
                </c:pt>
                <c:pt idx="10509">
                  <c:v>0.12127302390466507</c:v>
                </c:pt>
                <c:pt idx="10510">
                  <c:v>0.12009079516704892</c:v>
                </c:pt>
                <c:pt idx="10511">
                  <c:v>0.11871940983141419</c:v>
                </c:pt>
                <c:pt idx="10512">
                  <c:v>0.11706428959875156</c:v>
                </c:pt>
                <c:pt idx="10513">
                  <c:v>0.11550374766509824</c:v>
                </c:pt>
                <c:pt idx="10514">
                  <c:v>0.11441609722649139</c:v>
                </c:pt>
                <c:pt idx="10515">
                  <c:v>0.11306835646560896</c:v>
                </c:pt>
                <c:pt idx="10516">
                  <c:v>0.1113659470834417</c:v>
                </c:pt>
                <c:pt idx="10517">
                  <c:v>0.10971082685077908</c:v>
                </c:pt>
                <c:pt idx="10518">
                  <c:v>0.10864682098692455</c:v>
                </c:pt>
                <c:pt idx="10519">
                  <c:v>0.10751188139881304</c:v>
                </c:pt>
                <c:pt idx="10520">
                  <c:v>0.10602227318941669</c:v>
                </c:pt>
                <c:pt idx="10521">
                  <c:v>0.10448537583051568</c:v>
                </c:pt>
                <c:pt idx="10522">
                  <c:v>0.10349230369091812</c:v>
                </c:pt>
                <c:pt idx="10523">
                  <c:v>0.10242829782706357</c:v>
                </c:pt>
                <c:pt idx="10524">
                  <c:v>0.10096233419241954</c:v>
                </c:pt>
                <c:pt idx="10525">
                  <c:v>9.9520015132527839E-2</c:v>
                </c:pt>
                <c:pt idx="10526">
                  <c:v>9.8550587567682604E-2</c:v>
                </c:pt>
                <c:pt idx="10527">
                  <c:v>9.7486581703828068E-2</c:v>
                </c:pt>
                <c:pt idx="10528">
                  <c:v>9.6067907218688672E-2</c:v>
                </c:pt>
                <c:pt idx="10529">
                  <c:v>9.4601943584044654E-2</c:v>
                </c:pt>
                <c:pt idx="10530">
                  <c:v>9.3679805168704042E-2</c:v>
                </c:pt>
                <c:pt idx="10531">
                  <c:v>9.2781311328115762E-2</c:v>
                </c:pt>
                <c:pt idx="10532">
                  <c:v>9.1528148866242637E-2</c:v>
                </c:pt>
                <c:pt idx="10533">
                  <c:v>9.0109474381103255E-2</c:v>
                </c:pt>
                <c:pt idx="10534">
                  <c:v>8.9210980540514989E-2</c:v>
                </c:pt>
                <c:pt idx="10535">
                  <c:v>8.8288842125174377E-2</c:v>
                </c:pt>
                <c:pt idx="10536">
                  <c:v>8.7035679663301252E-2</c:v>
                </c:pt>
                <c:pt idx="10537">
                  <c:v>8.573522805192349E-2</c:v>
                </c:pt>
                <c:pt idx="10538">
                  <c:v>8.4931312510344512E-2</c:v>
                </c:pt>
                <c:pt idx="10539">
                  <c:v>8.4127396968765519E-2</c:v>
                </c:pt>
                <c:pt idx="10540">
                  <c:v>8.3016101955406332E-2</c:v>
                </c:pt>
                <c:pt idx="10541">
                  <c:v>8.1715650344028556E-2</c:v>
                </c:pt>
                <c:pt idx="10542">
                  <c:v>8.0911734802449578E-2</c:v>
                </c:pt>
                <c:pt idx="10543">
                  <c:v>8.0202397559879887E-2</c:v>
                </c:pt>
                <c:pt idx="10544">
                  <c:v>7.9185680845530002E-2</c:v>
                </c:pt>
                <c:pt idx="10545">
                  <c:v>7.8003452107913845E-2</c:v>
                </c:pt>
                <c:pt idx="10546">
                  <c:v>7.7223181141087185E-2</c:v>
                </c:pt>
                <c:pt idx="10547">
                  <c:v>7.658477762277445E-2</c:v>
                </c:pt>
                <c:pt idx="10548">
                  <c:v>7.5638994632681533E-2</c:v>
                </c:pt>
                <c:pt idx="10549">
                  <c:v>7.4551344194074665E-2</c:v>
                </c:pt>
                <c:pt idx="10550">
                  <c:v>7.3865651526257306E-2</c:v>
                </c:pt>
                <c:pt idx="10551">
                  <c:v>7.3227248007944584E-2</c:v>
                </c:pt>
                <c:pt idx="10552">
                  <c:v>7.2305109592603972E-2</c:v>
                </c:pt>
                <c:pt idx="10553">
                  <c:v>7.112288085498783E-2</c:v>
                </c:pt>
                <c:pt idx="10554">
                  <c:v>7.0437188187170457E-2</c:v>
                </c:pt>
                <c:pt idx="10555">
                  <c:v>6.9846073818362386E-2</c:v>
                </c:pt>
                <c:pt idx="10556">
                  <c:v>6.8923935403021774E-2</c:v>
                </c:pt>
                <c:pt idx="10557">
                  <c:v>6.7765351240157951E-2</c:v>
                </c:pt>
                <c:pt idx="10558">
                  <c:v>6.7032369422835927E-2</c:v>
                </c:pt>
                <c:pt idx="10559">
                  <c:v>6.6559477927789462E-2</c:v>
                </c:pt>
                <c:pt idx="10560">
                  <c:v>6.5637339512448864E-2</c:v>
                </c:pt>
                <c:pt idx="10561">
                  <c:v>6.4526044499089691E-2</c:v>
                </c:pt>
                <c:pt idx="10562">
                  <c:v>6.3887640980776955E-2</c:v>
                </c:pt>
                <c:pt idx="10563">
                  <c:v>6.3438394060482822E-2</c:v>
                </c:pt>
                <c:pt idx="10564">
                  <c:v>6.2681767668408481E-2</c:v>
                </c:pt>
                <c:pt idx="10565">
                  <c:v>6.1712340103563239E-2</c:v>
                </c:pt>
                <c:pt idx="10566">
                  <c:v>6.1097581160002842E-2</c:v>
                </c:pt>
                <c:pt idx="10567">
                  <c:v>6.0719267963965672E-2</c:v>
                </c:pt>
                <c:pt idx="10568">
                  <c:v>6.0057219870900624E-2</c:v>
                </c:pt>
                <c:pt idx="10569">
                  <c:v>5.9064147731303057E-2</c:v>
                </c:pt>
                <c:pt idx="10570">
                  <c:v>5.8378455063485678E-2</c:v>
                </c:pt>
                <c:pt idx="10571">
                  <c:v>5.7929208143191552E-2</c:v>
                </c:pt>
                <c:pt idx="10572">
                  <c:v>5.7314449199631141E-2</c:v>
                </c:pt>
                <c:pt idx="10573">
                  <c:v>5.63450216347859E-2</c:v>
                </c:pt>
                <c:pt idx="10574">
                  <c:v>5.5706618116473171E-2</c:v>
                </c:pt>
                <c:pt idx="10575">
                  <c:v>5.5446527794197627E-2</c:v>
                </c:pt>
                <c:pt idx="10576">
                  <c:v>5.4642612252618634E-2</c:v>
                </c:pt>
                <c:pt idx="10577">
                  <c:v>5.3767762986782687E-2</c:v>
                </c:pt>
                <c:pt idx="10578">
                  <c:v>5.3271226916983903E-2</c:v>
                </c:pt>
                <c:pt idx="10579">
                  <c:v>5.3011136594708345E-2</c:v>
                </c:pt>
                <c:pt idx="10580">
                  <c:v>5.2420022225900267E-2</c:v>
                </c:pt>
                <c:pt idx="10581">
                  <c:v>5.1592462109568957E-2</c:v>
                </c:pt>
                <c:pt idx="10582">
                  <c:v>5.1001347740760886E-2</c:v>
                </c:pt>
                <c:pt idx="10583">
                  <c:v>5.0788546567989978E-2</c:v>
                </c:pt>
                <c:pt idx="10584">
                  <c:v>5.0292010498191188E-2</c:v>
                </c:pt>
                <c:pt idx="10585">
                  <c:v>4.9440805807107566E-2</c:v>
                </c:pt>
                <c:pt idx="10586">
                  <c:v>4.8778757714042519E-2</c:v>
                </c:pt>
                <c:pt idx="10587">
                  <c:v>4.858960111602393E-2</c:v>
                </c:pt>
                <c:pt idx="10588">
                  <c:v>4.8116709620977471E-2</c:v>
                </c:pt>
                <c:pt idx="10589">
                  <c:v>4.7289149504646161E-2</c:v>
                </c:pt>
                <c:pt idx="10590">
                  <c:v>4.6650745986333439E-2</c:v>
                </c:pt>
                <c:pt idx="10591">
                  <c:v>4.6508878537819501E-2</c:v>
                </c:pt>
                <c:pt idx="10592">
                  <c:v>4.6035987042773036E-2</c:v>
                </c:pt>
                <c:pt idx="10593">
                  <c:v>4.5303005225451019E-2</c:v>
                </c:pt>
                <c:pt idx="10594">
                  <c:v>4.4806469155652236E-2</c:v>
                </c:pt>
                <c:pt idx="10595">
                  <c:v>4.4640957132385972E-2</c:v>
                </c:pt>
                <c:pt idx="10596">
                  <c:v>4.4309933085853452E-2</c:v>
                </c:pt>
                <c:pt idx="10597">
                  <c:v>4.3482372969522141E-2</c:v>
                </c:pt>
                <c:pt idx="10598">
                  <c:v>4.289125860071407E-2</c:v>
                </c:pt>
                <c:pt idx="10599">
                  <c:v>4.2749391152200132E-2</c:v>
                </c:pt>
                <c:pt idx="10600">
                  <c:v>4.2300144231905985E-2</c:v>
                </c:pt>
                <c:pt idx="10601">
                  <c:v>4.1638096138840938E-2</c:v>
                </c:pt>
                <c:pt idx="10602">
                  <c:v>4.1070626344785192E-2</c:v>
                </c:pt>
                <c:pt idx="10603">
                  <c:v>4.0999692620528223E-2</c:v>
                </c:pt>
                <c:pt idx="10604">
                  <c:v>4.0668668573995696E-2</c:v>
                </c:pt>
                <c:pt idx="10605">
                  <c:v>4.0006620480930649E-2</c:v>
                </c:pt>
                <c:pt idx="10606">
                  <c:v>3.9368216962617927E-2</c:v>
                </c:pt>
                <c:pt idx="10607">
                  <c:v>3.927363866360864E-2</c:v>
                </c:pt>
                <c:pt idx="10608">
                  <c:v>3.8966259191828431E-2</c:v>
                </c:pt>
                <c:pt idx="10609">
                  <c:v>3.837514482302036E-2</c:v>
                </c:pt>
                <c:pt idx="10610">
                  <c:v>3.7973187052230871E-2</c:v>
                </c:pt>
                <c:pt idx="10611">
                  <c:v>3.7973187052230871E-2</c:v>
                </c:pt>
                <c:pt idx="10612">
                  <c:v>3.7784030454212282E-2</c:v>
                </c:pt>
                <c:pt idx="10613">
                  <c:v>3.7334783533918142E-2</c:v>
                </c:pt>
                <c:pt idx="10614">
                  <c:v>3.6743669165110064E-2</c:v>
                </c:pt>
                <c:pt idx="10615">
                  <c:v>3.669638001560542E-2</c:v>
                </c:pt>
                <c:pt idx="10616">
                  <c:v>3.6507223417586838E-2</c:v>
                </c:pt>
                <c:pt idx="10617">
                  <c:v>3.5916109048778753E-2</c:v>
                </c:pt>
                <c:pt idx="10618">
                  <c:v>3.5324994679970682E-2</c:v>
                </c:pt>
                <c:pt idx="10619">
                  <c:v>3.520677180620907E-2</c:v>
                </c:pt>
                <c:pt idx="10620">
                  <c:v>3.5112193507199775E-2</c:v>
                </c:pt>
                <c:pt idx="10621">
                  <c:v>3.4662946586905635E-2</c:v>
                </c:pt>
                <c:pt idx="10622">
                  <c:v>3.4024543068592913E-2</c:v>
                </c:pt>
                <c:pt idx="10623">
                  <c:v>3.3906320194831294E-2</c:v>
                </c:pt>
                <c:pt idx="10624">
                  <c:v>3.3764452746317355E-2</c:v>
                </c:pt>
                <c:pt idx="10625">
                  <c:v>3.3244272101766247E-2</c:v>
                </c:pt>
                <c:pt idx="10626">
                  <c:v>3.2676802307710494E-2</c:v>
                </c:pt>
                <c:pt idx="10627">
                  <c:v>3.2724091457215138E-2</c:v>
                </c:pt>
                <c:pt idx="10628">
                  <c:v>3.262951315820585E-2</c:v>
                </c:pt>
                <c:pt idx="10629">
                  <c:v>3.218026623791171E-2</c:v>
                </c:pt>
                <c:pt idx="10630">
                  <c:v>3.1707374742865252E-2</c:v>
                </c:pt>
                <c:pt idx="10631">
                  <c:v>3.1612796443855957E-2</c:v>
                </c:pt>
                <c:pt idx="10632">
                  <c:v>3.1565507294351314E-2</c:v>
                </c:pt>
                <c:pt idx="10633">
                  <c:v>3.1305416972075763E-2</c:v>
                </c:pt>
                <c:pt idx="10634">
                  <c:v>3.0596079729506065E-2</c:v>
                </c:pt>
                <c:pt idx="10635">
                  <c:v>3.0501501430496774E-2</c:v>
                </c:pt>
                <c:pt idx="10636">
                  <c:v>3.0359633981982836E-2</c:v>
                </c:pt>
                <c:pt idx="10637">
                  <c:v>2.995767621119334E-2</c:v>
                </c:pt>
                <c:pt idx="10638">
                  <c:v>2.9342917267632943E-2</c:v>
                </c:pt>
                <c:pt idx="10639">
                  <c:v>2.9295628118128299E-2</c:v>
                </c:pt>
                <c:pt idx="10640">
                  <c:v>2.9295628118128299E-2</c:v>
                </c:pt>
                <c:pt idx="10641">
                  <c:v>2.901189322110042E-2</c:v>
                </c:pt>
                <c:pt idx="10642">
                  <c:v>2.839713427754002E-2</c:v>
                </c:pt>
                <c:pt idx="10643">
                  <c:v>2.8349845128035376E-2</c:v>
                </c:pt>
                <c:pt idx="10644">
                  <c:v>2.8420778852292342E-2</c:v>
                </c:pt>
                <c:pt idx="10645">
                  <c:v>2.8137043955264465E-2</c:v>
                </c:pt>
                <c:pt idx="10646">
                  <c:v>2.7569574161208709E-2</c:v>
                </c:pt>
                <c:pt idx="10647">
                  <c:v>2.7474995862199418E-2</c:v>
                </c:pt>
                <c:pt idx="10648">
                  <c:v>2.7593218735961034E-2</c:v>
                </c:pt>
                <c:pt idx="10649">
                  <c:v>2.7404062137942449E-2</c:v>
                </c:pt>
                <c:pt idx="10650">
                  <c:v>2.6931170642895987E-2</c:v>
                </c:pt>
                <c:pt idx="10651">
                  <c:v>2.6742014044877402E-2</c:v>
                </c:pt>
                <c:pt idx="10652">
                  <c:v>2.6836592343886696E-2</c:v>
                </c:pt>
                <c:pt idx="10653">
                  <c:v>2.6647435745868111E-2</c:v>
                </c:pt>
                <c:pt idx="10654">
                  <c:v>2.6292767124583265E-2</c:v>
                </c:pt>
                <c:pt idx="10655">
                  <c:v>2.5985387652803064E-2</c:v>
                </c:pt>
                <c:pt idx="10656">
                  <c:v>2.6032676802307711E-2</c:v>
                </c:pt>
                <c:pt idx="10657">
                  <c:v>2.5796231054784478E-2</c:v>
                </c:pt>
                <c:pt idx="10658">
                  <c:v>2.5228761260728726E-2</c:v>
                </c:pt>
                <c:pt idx="10659">
                  <c:v>2.5015960087957818E-2</c:v>
                </c:pt>
                <c:pt idx="10660">
                  <c:v>2.5228761260728726E-2</c:v>
                </c:pt>
                <c:pt idx="10661">
                  <c:v>2.5086893812214787E-2</c:v>
                </c:pt>
                <c:pt idx="10662">
                  <c:v>2.4614002317168326E-2</c:v>
                </c:pt>
                <c:pt idx="10663">
                  <c:v>2.4377556569645093E-2</c:v>
                </c:pt>
                <c:pt idx="10664">
                  <c:v>2.4566713167663679E-2</c:v>
                </c:pt>
                <c:pt idx="10665">
                  <c:v>2.4495779443406713E-2</c:v>
                </c:pt>
                <c:pt idx="10666">
                  <c:v>2.4093821672617217E-2</c:v>
                </c:pt>
                <c:pt idx="10667">
                  <c:v>2.3786442200837019E-2</c:v>
                </c:pt>
                <c:pt idx="10668">
                  <c:v>2.3999243373607922E-2</c:v>
                </c:pt>
                <c:pt idx="10669">
                  <c:v>2.388102049984631E-2</c:v>
                </c:pt>
                <c:pt idx="10670">
                  <c:v>2.3455418154304495E-2</c:v>
                </c:pt>
                <c:pt idx="10671">
                  <c:v>2.3124394107771971E-2</c:v>
                </c:pt>
                <c:pt idx="10672">
                  <c:v>2.3337195280542879E-2</c:v>
                </c:pt>
                <c:pt idx="10673">
                  <c:v>2.3289906131038235E-2</c:v>
                </c:pt>
                <c:pt idx="10674">
                  <c:v>2.281701463599177E-2</c:v>
                </c:pt>
                <c:pt idx="10675">
                  <c:v>2.265150261272551E-2</c:v>
                </c:pt>
                <c:pt idx="10676">
                  <c:v>2.2746080911734801E-2</c:v>
                </c:pt>
                <c:pt idx="10677">
                  <c:v>2.2675147187477832E-2</c:v>
                </c:pt>
                <c:pt idx="10678">
                  <c:v>2.2320478566192986E-2</c:v>
                </c:pt>
                <c:pt idx="10679">
                  <c:v>2.2060388243917435E-2</c:v>
                </c:pt>
                <c:pt idx="10680">
                  <c:v>2.2225900267183695E-2</c:v>
                </c:pt>
                <c:pt idx="10681">
                  <c:v>2.2225900267183695E-2</c:v>
                </c:pt>
                <c:pt idx="10682">
                  <c:v>2.1800297921641881E-2</c:v>
                </c:pt>
                <c:pt idx="10683">
                  <c:v>2.1374695576100066E-2</c:v>
                </c:pt>
                <c:pt idx="10684">
                  <c:v>2.1540207599366326E-2</c:v>
                </c:pt>
                <c:pt idx="10685">
                  <c:v>2.1563852174118648E-2</c:v>
                </c:pt>
                <c:pt idx="10686">
                  <c:v>2.125647270233845E-2</c:v>
                </c:pt>
                <c:pt idx="10687">
                  <c:v>2.0854514931548957E-2</c:v>
                </c:pt>
                <c:pt idx="10688">
                  <c:v>2.1067316104319864E-2</c:v>
                </c:pt>
                <c:pt idx="10689">
                  <c:v>2.1161894403329155E-2</c:v>
                </c:pt>
                <c:pt idx="10690">
                  <c:v>2.0996382380062895E-2</c:v>
                </c:pt>
                <c:pt idx="10691">
                  <c:v>2.0594424609273403E-2</c:v>
                </c:pt>
                <c:pt idx="10692">
                  <c:v>2.0736292057787341E-2</c:v>
                </c:pt>
                <c:pt idx="10693">
                  <c:v>2.0736292057787341E-2</c:v>
                </c:pt>
                <c:pt idx="10694">
                  <c:v>2.0452557160759464E-2</c:v>
                </c:pt>
                <c:pt idx="10695">
                  <c:v>2.0026954815217646E-2</c:v>
                </c:pt>
                <c:pt idx="10696">
                  <c:v>2.0121533114226941E-2</c:v>
                </c:pt>
                <c:pt idx="10697">
                  <c:v>2.0145177688979263E-2</c:v>
                </c:pt>
                <c:pt idx="10698">
                  <c:v>1.9861442791951386E-2</c:v>
                </c:pt>
                <c:pt idx="10699">
                  <c:v>1.9459485021161894E-2</c:v>
                </c:pt>
                <c:pt idx="10700">
                  <c:v>1.9601352469675832E-2</c:v>
                </c:pt>
                <c:pt idx="10701">
                  <c:v>1.9624997044428154E-2</c:v>
                </c:pt>
                <c:pt idx="10702">
                  <c:v>1.9388551296904925E-2</c:v>
                </c:pt>
                <c:pt idx="10703">
                  <c:v>1.9081171825124726E-2</c:v>
                </c:pt>
                <c:pt idx="10704">
                  <c:v>1.9341262147400277E-2</c:v>
                </c:pt>
                <c:pt idx="10705">
                  <c:v>1.9459485021161894E-2</c:v>
                </c:pt>
                <c:pt idx="10706">
                  <c:v>1.9270328423143308E-2</c:v>
                </c:pt>
                <c:pt idx="10707">
                  <c:v>1.8844726077601497E-2</c:v>
                </c:pt>
                <c:pt idx="10708">
                  <c:v>1.8939304376610788E-2</c:v>
                </c:pt>
                <c:pt idx="10709">
                  <c:v>1.9057527250372405E-2</c:v>
                </c:pt>
                <c:pt idx="10710">
                  <c:v>1.8844726077601497E-2</c:v>
                </c:pt>
                <c:pt idx="10711">
                  <c:v>1.8371834582555032E-2</c:v>
                </c:pt>
                <c:pt idx="10712">
                  <c:v>1.8419123732059679E-2</c:v>
                </c:pt>
                <c:pt idx="10713">
                  <c:v>1.8584635755325943E-2</c:v>
                </c:pt>
                <c:pt idx="10714">
                  <c:v>1.8395479157307357E-2</c:v>
                </c:pt>
                <c:pt idx="10715">
                  <c:v>1.7969876811765539E-2</c:v>
                </c:pt>
                <c:pt idx="10716">
                  <c:v>1.8135388835031803E-2</c:v>
                </c:pt>
                <c:pt idx="10717">
                  <c:v>1.8371834582555032E-2</c:v>
                </c:pt>
                <c:pt idx="10718">
                  <c:v>1.8159033409784125E-2</c:v>
                </c:pt>
                <c:pt idx="10719">
                  <c:v>1.7709786489489988E-2</c:v>
                </c:pt>
                <c:pt idx="10720">
                  <c:v>1.7709786489489988E-2</c:v>
                </c:pt>
                <c:pt idx="10721">
                  <c:v>1.7922587662260896E-2</c:v>
                </c:pt>
                <c:pt idx="10722">
                  <c:v>1.773343106424231E-2</c:v>
                </c:pt>
                <c:pt idx="10723">
                  <c:v>1.728418414394817E-2</c:v>
                </c:pt>
                <c:pt idx="10724">
                  <c:v>1.7331473293452818E-2</c:v>
                </c:pt>
                <c:pt idx="10725">
                  <c:v>1.7567919040976047E-2</c:v>
                </c:pt>
                <c:pt idx="10726">
                  <c:v>1.7496985316719078E-2</c:v>
                </c:pt>
                <c:pt idx="10727">
                  <c:v>1.7047738396424941E-2</c:v>
                </c:pt>
                <c:pt idx="10728">
                  <c:v>1.7071382971177263E-2</c:v>
                </c:pt>
                <c:pt idx="10729">
                  <c:v>1.7331473293452818E-2</c:v>
                </c:pt>
                <c:pt idx="10730">
                  <c:v>1.7236894994443523E-2</c:v>
                </c:pt>
                <c:pt idx="10731">
                  <c:v>1.6858581798406356E-2</c:v>
                </c:pt>
                <c:pt idx="10732">
                  <c:v>1.6882226373158678E-2</c:v>
                </c:pt>
                <c:pt idx="10733">
                  <c:v>1.7189605844938879E-2</c:v>
                </c:pt>
                <c:pt idx="10734">
                  <c:v>1.7095027545929585E-2</c:v>
                </c:pt>
                <c:pt idx="10735">
                  <c:v>1.6787648074149387E-2</c:v>
                </c:pt>
                <c:pt idx="10736">
                  <c:v>1.6716714349892418E-2</c:v>
                </c:pt>
                <c:pt idx="10737">
                  <c:v>1.6882226373158678E-2</c:v>
                </c:pt>
                <c:pt idx="10738">
                  <c:v>1.6834937223654031E-2</c:v>
                </c:pt>
                <c:pt idx="10739">
                  <c:v>1.6503913177121507E-2</c:v>
                </c:pt>
                <c:pt idx="10740">
                  <c:v>1.6385690303359894E-2</c:v>
                </c:pt>
                <c:pt idx="10741">
                  <c:v>1.6622136050883123E-2</c:v>
                </c:pt>
                <c:pt idx="10742">
                  <c:v>1.6598491476130801E-2</c:v>
                </c:pt>
                <c:pt idx="10743">
                  <c:v>1.6243822854845956E-2</c:v>
                </c:pt>
                <c:pt idx="10744">
                  <c:v>1.6149244555836665E-2</c:v>
                </c:pt>
                <c:pt idx="10745">
                  <c:v>1.6480268602369185E-2</c:v>
                </c:pt>
                <c:pt idx="10746">
                  <c:v>1.6527557751873832E-2</c:v>
                </c:pt>
                <c:pt idx="10747">
                  <c:v>1.6220178280093634E-2</c:v>
                </c:pt>
                <c:pt idx="10748">
                  <c:v>1.6101955406332018E-2</c:v>
                </c:pt>
                <c:pt idx="10749">
                  <c:v>1.6385690303359894E-2</c:v>
                </c:pt>
                <c:pt idx="10750">
                  <c:v>1.6362045728607569E-2</c:v>
                </c:pt>
                <c:pt idx="10751">
                  <c:v>1.6031021682075049E-2</c:v>
                </c:pt>
                <c:pt idx="10752">
                  <c:v>1.5770931359799494E-2</c:v>
                </c:pt>
                <c:pt idx="10753">
                  <c:v>1.6054666256827374E-2</c:v>
                </c:pt>
                <c:pt idx="10754">
                  <c:v>1.6007377107322727E-2</c:v>
                </c:pt>
                <c:pt idx="10755">
                  <c:v>1.5605419336533234E-2</c:v>
                </c:pt>
                <c:pt idx="10756">
                  <c:v>1.5463551888019294E-2</c:v>
                </c:pt>
                <c:pt idx="10757">
                  <c:v>1.5841865084056463E-2</c:v>
                </c:pt>
                <c:pt idx="10758">
                  <c:v>1.5936443383065758E-2</c:v>
                </c:pt>
                <c:pt idx="10759">
                  <c:v>1.5629063911285556E-2</c:v>
                </c:pt>
                <c:pt idx="10760">
                  <c:v>1.5321684439505356E-2</c:v>
                </c:pt>
                <c:pt idx="10761">
                  <c:v>1.5629063911285556E-2</c:v>
                </c:pt>
                <c:pt idx="10762">
                  <c:v>1.5629063911285556E-2</c:v>
                </c:pt>
                <c:pt idx="10763">
                  <c:v>1.5250750715248387E-2</c:v>
                </c:pt>
                <c:pt idx="10764">
                  <c:v>1.5014304967725156E-2</c:v>
                </c:pt>
                <c:pt idx="10765">
                  <c:v>1.5368973589010003E-2</c:v>
                </c:pt>
                <c:pt idx="10766">
                  <c:v>1.5439907313266972E-2</c:v>
                </c:pt>
                <c:pt idx="10767">
                  <c:v>1.5108883266734449E-2</c:v>
                </c:pt>
                <c:pt idx="10768">
                  <c:v>1.4754214645449602E-2</c:v>
                </c:pt>
                <c:pt idx="10769">
                  <c:v>1.5085238691982125E-2</c:v>
                </c:pt>
                <c:pt idx="10770">
                  <c:v>1.5274395290000711E-2</c:v>
                </c:pt>
                <c:pt idx="10771">
                  <c:v>1.5085238691982125E-2</c:v>
                </c:pt>
                <c:pt idx="10772">
                  <c:v>1.4777859220201925E-2</c:v>
                </c:pt>
                <c:pt idx="10773">
                  <c:v>1.5061594117229802E-2</c:v>
                </c:pt>
                <c:pt idx="10774">
                  <c:v>1.5179816990991418E-2</c:v>
                </c:pt>
                <c:pt idx="10775">
                  <c:v>1.4943371243468187E-2</c:v>
                </c:pt>
                <c:pt idx="10776">
                  <c:v>1.4659636346440309E-2</c:v>
                </c:pt>
                <c:pt idx="10777">
                  <c:v>1.4919726668715863E-2</c:v>
                </c:pt>
                <c:pt idx="10778">
                  <c:v>1.503794954247748E-2</c:v>
                </c:pt>
                <c:pt idx="10779">
                  <c:v>1.4801503794954249E-2</c:v>
                </c:pt>
                <c:pt idx="10780">
                  <c:v>1.4494124323174047E-2</c:v>
                </c:pt>
                <c:pt idx="10781">
                  <c:v>1.4801503794954249E-2</c:v>
                </c:pt>
                <c:pt idx="10782">
                  <c:v>1.4848792944458894E-2</c:v>
                </c:pt>
                <c:pt idx="10783">
                  <c:v>1.4612347196935663E-2</c:v>
                </c:pt>
                <c:pt idx="10784">
                  <c:v>1.428132315040314E-2</c:v>
                </c:pt>
                <c:pt idx="10785">
                  <c:v>1.4635991771687987E-2</c:v>
                </c:pt>
                <c:pt idx="10786">
                  <c:v>1.4825148369706571E-2</c:v>
                </c:pt>
                <c:pt idx="10787">
                  <c:v>1.4565058047431016E-2</c:v>
                </c:pt>
                <c:pt idx="10788">
                  <c:v>1.4210389426146171E-2</c:v>
                </c:pt>
                <c:pt idx="10789">
                  <c:v>1.4517768897926371E-2</c:v>
                </c:pt>
                <c:pt idx="10790">
                  <c:v>1.4659636346440309E-2</c:v>
                </c:pt>
                <c:pt idx="10791">
                  <c:v>1.4494124323174047E-2</c:v>
                </c:pt>
                <c:pt idx="10792">
                  <c:v>1.4186744851393847E-2</c:v>
                </c:pt>
                <c:pt idx="10793">
                  <c:v>1.4423190598917078E-2</c:v>
                </c:pt>
                <c:pt idx="10794">
                  <c:v>1.4541413472678694E-2</c:v>
                </c:pt>
                <c:pt idx="10795">
                  <c:v>1.4375901449412433E-2</c:v>
                </c:pt>
                <c:pt idx="10796">
                  <c:v>1.4021232828127585E-2</c:v>
                </c:pt>
                <c:pt idx="10797">
                  <c:v>1.4210389426146171E-2</c:v>
                </c:pt>
                <c:pt idx="10798">
                  <c:v>1.4375901449412433E-2</c:v>
                </c:pt>
                <c:pt idx="10799">
                  <c:v>1.4210389426146171E-2</c:v>
                </c:pt>
                <c:pt idx="10800">
                  <c:v>1.3926654529118293E-2</c:v>
                </c:pt>
                <c:pt idx="10801">
                  <c:v>1.4186744851393847E-2</c:v>
                </c:pt>
                <c:pt idx="10802">
                  <c:v>1.4446835173669402E-2</c:v>
                </c:pt>
                <c:pt idx="10803">
                  <c:v>1.4328612299907785E-2</c:v>
                </c:pt>
                <c:pt idx="10804">
                  <c:v>1.4021232828127585E-2</c:v>
                </c:pt>
                <c:pt idx="10805">
                  <c:v>1.4163100276641524E-2</c:v>
                </c:pt>
                <c:pt idx="10806">
                  <c:v>1.4375901449412433E-2</c:v>
                </c:pt>
                <c:pt idx="10807">
                  <c:v>1.4234034000898494E-2</c:v>
                </c:pt>
                <c:pt idx="10808">
                  <c:v>1.3903009954365971E-2</c:v>
                </c:pt>
                <c:pt idx="10809">
                  <c:v>1.3950299103870616E-2</c:v>
                </c:pt>
                <c:pt idx="10810">
                  <c:v>1.4210389426146171E-2</c:v>
                </c:pt>
                <c:pt idx="10811">
                  <c:v>1.4092166552384554E-2</c:v>
                </c:pt>
                <c:pt idx="10812">
                  <c:v>1.3784787080604355E-2</c:v>
                </c:pt>
                <c:pt idx="10813">
                  <c:v>1.3784787080604355E-2</c:v>
                </c:pt>
                <c:pt idx="10814">
                  <c:v>1.3997588253375262E-2</c:v>
                </c:pt>
                <c:pt idx="10815">
                  <c:v>1.3879365379613647E-2</c:v>
                </c:pt>
                <c:pt idx="10816">
                  <c:v>1.3548341333081124E-2</c:v>
                </c:pt>
                <c:pt idx="10817">
                  <c:v>1.3619275057338093E-2</c:v>
                </c:pt>
                <c:pt idx="10818">
                  <c:v>1.397394367862294E-2</c:v>
                </c:pt>
                <c:pt idx="10819">
                  <c:v>1.3926654529118293E-2</c:v>
                </c:pt>
                <c:pt idx="10820">
                  <c:v>1.3642919632090416E-2</c:v>
                </c:pt>
                <c:pt idx="10821">
                  <c:v>1.3690208781595062E-2</c:v>
                </c:pt>
                <c:pt idx="10822">
                  <c:v>1.4021232828127585E-2</c:v>
                </c:pt>
                <c:pt idx="10823">
                  <c:v>1.3950299103870616E-2</c:v>
                </c:pt>
                <c:pt idx="10824">
                  <c:v>1.3619275057338093E-2</c:v>
                </c:pt>
                <c:pt idx="10825">
                  <c:v>1.3619275057338093E-2</c:v>
                </c:pt>
                <c:pt idx="10826">
                  <c:v>1.397394367862294E-2</c:v>
                </c:pt>
                <c:pt idx="10827">
                  <c:v>1.3879365379613647E-2</c:v>
                </c:pt>
                <c:pt idx="10828">
                  <c:v>1.35246967583288E-2</c:v>
                </c:pt>
                <c:pt idx="10829">
                  <c:v>1.3382829309814862E-2</c:v>
                </c:pt>
                <c:pt idx="10830">
                  <c:v>1.3737497931099709E-2</c:v>
                </c:pt>
                <c:pt idx="10831">
                  <c:v>1.3737497931099709E-2</c:v>
                </c:pt>
                <c:pt idx="10832">
                  <c:v>1.3453763034071831E-2</c:v>
                </c:pt>
                <c:pt idx="10833">
                  <c:v>1.3477407608824155E-2</c:v>
                </c:pt>
                <c:pt idx="10834">
                  <c:v>1.3903009954365971E-2</c:v>
                </c:pt>
                <c:pt idx="10835">
                  <c:v>1.3950299103870616E-2</c:v>
                </c:pt>
                <c:pt idx="10836">
                  <c:v>1.366656420684274E-2</c:v>
                </c:pt>
                <c:pt idx="10837">
                  <c:v>1.3453763034071831E-2</c:v>
                </c:pt>
                <c:pt idx="10838">
                  <c:v>1.3761142505852031E-2</c:v>
                </c:pt>
                <c:pt idx="10839">
                  <c:v>1.3713853356347385E-2</c:v>
                </c:pt>
                <c:pt idx="10840">
                  <c:v>1.3406473884567185E-2</c:v>
                </c:pt>
                <c:pt idx="10841">
                  <c:v>1.3264606436053249E-2</c:v>
                </c:pt>
                <c:pt idx="10842">
                  <c:v>1.3595630482585769E-2</c:v>
                </c:pt>
                <c:pt idx="10843">
                  <c:v>1.3642919632090416E-2</c:v>
                </c:pt>
                <c:pt idx="10844">
                  <c:v>1.3382829309814862E-2</c:v>
                </c:pt>
                <c:pt idx="10845">
                  <c:v>1.3240961861300925E-2</c:v>
                </c:pt>
                <c:pt idx="10846">
                  <c:v>1.3642919632090416E-2</c:v>
                </c:pt>
                <c:pt idx="10847">
                  <c:v>1.3761142505852031E-2</c:v>
                </c:pt>
                <c:pt idx="10848">
                  <c:v>1.3453763034071831E-2</c:v>
                </c:pt>
                <c:pt idx="10849">
                  <c:v>1.3217317286548604E-2</c:v>
                </c:pt>
                <c:pt idx="10850">
                  <c:v>1.3595630482585769E-2</c:v>
                </c:pt>
                <c:pt idx="10851">
                  <c:v>1.3619275057338093E-2</c:v>
                </c:pt>
                <c:pt idx="10852">
                  <c:v>1.3406473884567185E-2</c:v>
                </c:pt>
                <c:pt idx="10853">
                  <c:v>1.319367271179628E-2</c:v>
                </c:pt>
                <c:pt idx="10854">
                  <c:v>1.3453763034071831E-2</c:v>
                </c:pt>
                <c:pt idx="10855">
                  <c:v>1.3477407608824155E-2</c:v>
                </c:pt>
                <c:pt idx="10856">
                  <c:v>1.3311895585557893E-2</c:v>
                </c:pt>
                <c:pt idx="10857">
                  <c:v>1.3075449838034664E-2</c:v>
                </c:pt>
                <c:pt idx="10858">
                  <c:v>1.3430118459319507E-2</c:v>
                </c:pt>
                <c:pt idx="10859">
                  <c:v>1.3477407608824155E-2</c:v>
                </c:pt>
                <c:pt idx="10860">
                  <c:v>1.3240961861300925E-2</c:v>
                </c:pt>
                <c:pt idx="10861">
                  <c:v>1.3004516113777695E-2</c:v>
                </c:pt>
                <c:pt idx="10862">
                  <c:v>1.3359184735062538E-2</c:v>
                </c:pt>
                <c:pt idx="10863">
                  <c:v>1.35246967583288E-2</c:v>
                </c:pt>
                <c:pt idx="10864">
                  <c:v>1.3311895585557893E-2</c:v>
                </c:pt>
                <c:pt idx="10865">
                  <c:v>1.3051805263282342E-2</c:v>
                </c:pt>
                <c:pt idx="10866">
                  <c:v>1.3359184735062538E-2</c:v>
                </c:pt>
                <c:pt idx="10867">
                  <c:v>1.3477407608824155E-2</c:v>
                </c:pt>
                <c:pt idx="10868">
                  <c:v>1.3264606436053249E-2</c:v>
                </c:pt>
                <c:pt idx="10869">
                  <c:v>1.3122738987539311E-2</c:v>
                </c:pt>
                <c:pt idx="10870">
                  <c:v>1.3430118459319507E-2</c:v>
                </c:pt>
                <c:pt idx="10871">
                  <c:v>1.3619275057338093E-2</c:v>
                </c:pt>
                <c:pt idx="10872">
                  <c:v>1.3430118459319507E-2</c:v>
                </c:pt>
                <c:pt idx="10873">
                  <c:v>1.319367271179628E-2</c:v>
                </c:pt>
                <c:pt idx="10874">
                  <c:v>1.3477407608824155E-2</c:v>
                </c:pt>
                <c:pt idx="10875">
                  <c:v>1.3690208781595062E-2</c:v>
                </c:pt>
                <c:pt idx="10876">
                  <c:v>1.3548341333081124E-2</c:v>
                </c:pt>
                <c:pt idx="10877">
                  <c:v>1.3264606436053249E-2</c:v>
                </c:pt>
                <c:pt idx="10878">
                  <c:v>1.3430118459319507E-2</c:v>
                </c:pt>
                <c:pt idx="10879">
                  <c:v>1.35246967583288E-2</c:v>
                </c:pt>
                <c:pt idx="10880">
                  <c:v>1.3335540160310216E-2</c:v>
                </c:pt>
                <c:pt idx="10881">
                  <c:v>1.3051805263282342E-2</c:v>
                </c:pt>
                <c:pt idx="10882">
                  <c:v>1.3217317286548604E-2</c:v>
                </c:pt>
                <c:pt idx="10883">
                  <c:v>1.3501052183576478E-2</c:v>
                </c:pt>
                <c:pt idx="10884">
                  <c:v>1.3359184735062538E-2</c:v>
                </c:pt>
                <c:pt idx="10885">
                  <c:v>1.3051805263282342E-2</c:v>
                </c:pt>
                <c:pt idx="10886">
                  <c:v>1.319367271179628E-2</c:v>
                </c:pt>
                <c:pt idx="10887">
                  <c:v>1.3382829309814862E-2</c:v>
                </c:pt>
                <c:pt idx="10888">
                  <c:v>1.3146383562291633E-2</c:v>
                </c:pt>
                <c:pt idx="10889">
                  <c:v>1.2839004090511433E-2</c:v>
                </c:pt>
                <c:pt idx="10890">
                  <c:v>1.2980871539025373E-2</c:v>
                </c:pt>
                <c:pt idx="10891">
                  <c:v>1.3240961861300925E-2</c:v>
                </c:pt>
                <c:pt idx="10892">
                  <c:v>1.319367271179628E-2</c:v>
                </c:pt>
                <c:pt idx="10893">
                  <c:v>1.2933582389520725E-2</c:v>
                </c:pt>
                <c:pt idx="10894">
                  <c:v>1.3099094412786987E-2</c:v>
                </c:pt>
                <c:pt idx="10895">
                  <c:v>1.3453763034071831E-2</c:v>
                </c:pt>
                <c:pt idx="10896">
                  <c:v>1.3288251010805573E-2</c:v>
                </c:pt>
                <c:pt idx="10897">
                  <c:v>1.2980871539025373E-2</c:v>
                </c:pt>
                <c:pt idx="10898">
                  <c:v>1.3122738987539311E-2</c:v>
                </c:pt>
                <c:pt idx="10899">
                  <c:v>1.3382829309814862E-2</c:v>
                </c:pt>
                <c:pt idx="10900">
                  <c:v>1.3288251010805573E-2</c:v>
                </c:pt>
                <c:pt idx="10901">
                  <c:v>1.2933582389520725E-2</c:v>
                </c:pt>
                <c:pt idx="10902">
                  <c:v>1.2957226964273049E-2</c:v>
                </c:pt>
                <c:pt idx="10903">
                  <c:v>1.3288251010805573E-2</c:v>
                </c:pt>
                <c:pt idx="10904">
                  <c:v>1.3264606436053249E-2</c:v>
                </c:pt>
                <c:pt idx="10905">
                  <c:v>1.3028160688530018E-2</c:v>
                </c:pt>
                <c:pt idx="10906">
                  <c:v>1.3099094412786987E-2</c:v>
                </c:pt>
                <c:pt idx="10907">
                  <c:v>1.3406473884567185E-2</c:v>
                </c:pt>
                <c:pt idx="10908">
                  <c:v>1.3311895585557893E-2</c:v>
                </c:pt>
                <c:pt idx="10909">
                  <c:v>1.2933582389520725E-2</c:v>
                </c:pt>
                <c:pt idx="10910">
                  <c:v>1.2957226964273049E-2</c:v>
                </c:pt>
                <c:pt idx="10911">
                  <c:v>1.3311895585557893E-2</c:v>
                </c:pt>
                <c:pt idx="10912">
                  <c:v>1.3217317286548604E-2</c:v>
                </c:pt>
                <c:pt idx="10913">
                  <c:v>1.2933582389520725E-2</c:v>
                </c:pt>
                <c:pt idx="10914">
                  <c:v>1.2957226964273049E-2</c:v>
                </c:pt>
                <c:pt idx="10915">
                  <c:v>1.3311895585557893E-2</c:v>
                </c:pt>
                <c:pt idx="10916">
                  <c:v>1.3240961861300925E-2</c:v>
                </c:pt>
                <c:pt idx="10917">
                  <c:v>1.288629324001608E-2</c:v>
                </c:pt>
                <c:pt idx="10918">
                  <c:v>1.288629324001608E-2</c:v>
                </c:pt>
                <c:pt idx="10919">
                  <c:v>1.3311895585557893E-2</c:v>
                </c:pt>
                <c:pt idx="10920">
                  <c:v>1.3311895585557893E-2</c:v>
                </c:pt>
                <c:pt idx="10921">
                  <c:v>1.3051805263282342E-2</c:v>
                </c:pt>
                <c:pt idx="10922">
                  <c:v>1.3004516113777695E-2</c:v>
                </c:pt>
                <c:pt idx="10923">
                  <c:v>1.3335540160310216E-2</c:v>
                </c:pt>
                <c:pt idx="10924">
                  <c:v>1.3311895585557893E-2</c:v>
                </c:pt>
                <c:pt idx="10925">
                  <c:v>1.3051805263282342E-2</c:v>
                </c:pt>
                <c:pt idx="10926">
                  <c:v>1.2980871539025373E-2</c:v>
                </c:pt>
                <c:pt idx="10927">
                  <c:v>1.3335540160310216E-2</c:v>
                </c:pt>
                <c:pt idx="10928">
                  <c:v>1.3382829309814862E-2</c:v>
                </c:pt>
                <c:pt idx="10929">
                  <c:v>1.3146383562291633E-2</c:v>
                </c:pt>
                <c:pt idx="10930">
                  <c:v>1.2980871539025373E-2</c:v>
                </c:pt>
                <c:pt idx="10931">
                  <c:v>1.3335540160310216E-2</c:v>
                </c:pt>
                <c:pt idx="10932">
                  <c:v>1.3406473884567185E-2</c:v>
                </c:pt>
                <c:pt idx="10933">
                  <c:v>1.3122738987539311E-2</c:v>
                </c:pt>
                <c:pt idx="10934">
                  <c:v>1.2933582389520725E-2</c:v>
                </c:pt>
                <c:pt idx="10935">
                  <c:v>1.319367271179628E-2</c:v>
                </c:pt>
                <c:pt idx="10936">
                  <c:v>1.3217317286548604E-2</c:v>
                </c:pt>
                <c:pt idx="10937">
                  <c:v>1.288629324001608E-2</c:v>
                </c:pt>
                <c:pt idx="10938">
                  <c:v>1.2697136641997495E-2</c:v>
                </c:pt>
                <c:pt idx="10939">
                  <c:v>1.2980871539025373E-2</c:v>
                </c:pt>
                <c:pt idx="10940">
                  <c:v>1.3122738987539311E-2</c:v>
                </c:pt>
                <c:pt idx="10941">
                  <c:v>1.2909937814768402E-2</c:v>
                </c:pt>
                <c:pt idx="10942">
                  <c:v>1.2791714941006787E-2</c:v>
                </c:pt>
                <c:pt idx="10943">
                  <c:v>1.3146383562291633E-2</c:v>
                </c:pt>
                <c:pt idx="10944">
                  <c:v>1.3264606436053249E-2</c:v>
                </c:pt>
                <c:pt idx="10945">
                  <c:v>1.3004516113777695E-2</c:v>
                </c:pt>
                <c:pt idx="10946">
                  <c:v>1.288629324001608E-2</c:v>
                </c:pt>
                <c:pt idx="10947">
                  <c:v>1.3311895585557893E-2</c:v>
                </c:pt>
                <c:pt idx="10948">
                  <c:v>1.3453763034071831E-2</c:v>
                </c:pt>
                <c:pt idx="10949">
                  <c:v>1.319367271179628E-2</c:v>
                </c:pt>
                <c:pt idx="10950">
                  <c:v>1.2980871539025373E-2</c:v>
                </c:pt>
                <c:pt idx="10951">
                  <c:v>1.3170028137043956E-2</c:v>
                </c:pt>
                <c:pt idx="10952">
                  <c:v>1.3288251010805573E-2</c:v>
                </c:pt>
                <c:pt idx="10953">
                  <c:v>1.3051805263282342E-2</c:v>
                </c:pt>
                <c:pt idx="10954">
                  <c:v>1.2791714941006787E-2</c:v>
                </c:pt>
                <c:pt idx="10955">
                  <c:v>1.3075449838034664E-2</c:v>
                </c:pt>
                <c:pt idx="10956">
                  <c:v>1.3264606436053249E-2</c:v>
                </c:pt>
                <c:pt idx="10957">
                  <c:v>1.3051805263282342E-2</c:v>
                </c:pt>
                <c:pt idx="10958">
                  <c:v>1.2815359515759111E-2</c:v>
                </c:pt>
                <c:pt idx="10959">
                  <c:v>1.3122738987539311E-2</c:v>
                </c:pt>
                <c:pt idx="10960">
                  <c:v>1.3430118459319507E-2</c:v>
                </c:pt>
                <c:pt idx="10961">
                  <c:v>1.3217317286548604E-2</c:v>
                </c:pt>
                <c:pt idx="10962">
                  <c:v>1.2980871539025373E-2</c:v>
                </c:pt>
                <c:pt idx="10963">
                  <c:v>1.3122738987539311E-2</c:v>
                </c:pt>
                <c:pt idx="10964">
                  <c:v>1.3311895585557893E-2</c:v>
                </c:pt>
                <c:pt idx="10965">
                  <c:v>1.3170028137043956E-2</c:v>
                </c:pt>
                <c:pt idx="10966">
                  <c:v>1.2957226964273049E-2</c:v>
                </c:pt>
                <c:pt idx="10967">
                  <c:v>1.3170028137043956E-2</c:v>
                </c:pt>
                <c:pt idx="10968">
                  <c:v>1.3264606436053249E-2</c:v>
                </c:pt>
                <c:pt idx="10969">
                  <c:v>1.3099094412786987E-2</c:v>
                </c:pt>
                <c:pt idx="10970">
                  <c:v>1.2791714941006787E-2</c:v>
                </c:pt>
                <c:pt idx="10971">
                  <c:v>1.3028160688530018E-2</c:v>
                </c:pt>
                <c:pt idx="10972">
                  <c:v>1.3288251010805573E-2</c:v>
                </c:pt>
                <c:pt idx="10973">
                  <c:v>1.3170028137043956E-2</c:v>
                </c:pt>
                <c:pt idx="10974">
                  <c:v>1.288629324001608E-2</c:v>
                </c:pt>
                <c:pt idx="10975">
                  <c:v>1.3099094412786987E-2</c:v>
                </c:pt>
                <c:pt idx="10976">
                  <c:v>1.3264606436053249E-2</c:v>
                </c:pt>
                <c:pt idx="10977">
                  <c:v>1.3240961861300925E-2</c:v>
                </c:pt>
                <c:pt idx="10978">
                  <c:v>1.3028160688530018E-2</c:v>
                </c:pt>
                <c:pt idx="10979">
                  <c:v>1.319367271179628E-2</c:v>
                </c:pt>
                <c:pt idx="10980">
                  <c:v>1.3382829309814862E-2</c:v>
                </c:pt>
                <c:pt idx="10981">
                  <c:v>1.3240961861300925E-2</c:v>
                </c:pt>
                <c:pt idx="10982">
                  <c:v>1.2909937814768402E-2</c:v>
                </c:pt>
                <c:pt idx="10983">
                  <c:v>1.3122738987539311E-2</c:v>
                </c:pt>
                <c:pt idx="10984">
                  <c:v>1.3406473884567185E-2</c:v>
                </c:pt>
                <c:pt idx="10985">
                  <c:v>1.3288251010805573E-2</c:v>
                </c:pt>
                <c:pt idx="10986">
                  <c:v>1.2933582389520725E-2</c:v>
                </c:pt>
                <c:pt idx="10987">
                  <c:v>1.3075449838034664E-2</c:v>
                </c:pt>
                <c:pt idx="10988">
                  <c:v>1.3311895585557893E-2</c:v>
                </c:pt>
                <c:pt idx="10989">
                  <c:v>1.319367271179628E-2</c:v>
                </c:pt>
                <c:pt idx="10990">
                  <c:v>1.2933582389520725E-2</c:v>
                </c:pt>
                <c:pt idx="10991">
                  <c:v>1.3170028137043956E-2</c:v>
                </c:pt>
                <c:pt idx="10992">
                  <c:v>1.3359184735062538E-2</c:v>
                </c:pt>
                <c:pt idx="10993">
                  <c:v>1.3264606436053249E-2</c:v>
                </c:pt>
                <c:pt idx="10994">
                  <c:v>1.3004516113777695E-2</c:v>
                </c:pt>
                <c:pt idx="10995">
                  <c:v>1.3099094412786987E-2</c:v>
                </c:pt>
                <c:pt idx="10996">
                  <c:v>1.3288251010805573E-2</c:v>
                </c:pt>
                <c:pt idx="10997">
                  <c:v>1.3288251010805573E-2</c:v>
                </c:pt>
                <c:pt idx="10998">
                  <c:v>1.2980871539025373E-2</c:v>
                </c:pt>
                <c:pt idx="10999">
                  <c:v>1.3051805263282342E-2</c:v>
                </c:pt>
                <c:pt idx="11000">
                  <c:v>1.3288251010805573E-2</c:v>
                </c:pt>
                <c:pt idx="11001">
                  <c:v>1.3240961861300925E-2</c:v>
                </c:pt>
                <c:pt idx="11002">
                  <c:v>1.2933582389520725E-2</c:v>
                </c:pt>
                <c:pt idx="11003">
                  <c:v>1.3146383562291633E-2</c:v>
                </c:pt>
                <c:pt idx="11004">
                  <c:v>1.3430118459319507E-2</c:v>
                </c:pt>
                <c:pt idx="11005">
                  <c:v>1.3359184735062538E-2</c:v>
                </c:pt>
                <c:pt idx="11006">
                  <c:v>1.3075449838034664E-2</c:v>
                </c:pt>
                <c:pt idx="11007">
                  <c:v>1.3122738987539311E-2</c:v>
                </c:pt>
                <c:pt idx="11008">
                  <c:v>1.3382829309814862E-2</c:v>
                </c:pt>
                <c:pt idx="11009">
                  <c:v>1.3335540160310216E-2</c:v>
                </c:pt>
                <c:pt idx="11010">
                  <c:v>1.3075449838034664E-2</c:v>
                </c:pt>
                <c:pt idx="11011">
                  <c:v>1.3122738987539311E-2</c:v>
                </c:pt>
                <c:pt idx="11012">
                  <c:v>1.3430118459319507E-2</c:v>
                </c:pt>
                <c:pt idx="11013">
                  <c:v>1.3453763034071831E-2</c:v>
                </c:pt>
                <c:pt idx="11014">
                  <c:v>1.3099094412786987E-2</c:v>
                </c:pt>
                <c:pt idx="11015">
                  <c:v>1.3028160688530018E-2</c:v>
                </c:pt>
                <c:pt idx="11016">
                  <c:v>1.3335540160310216E-2</c:v>
                </c:pt>
                <c:pt idx="11017">
                  <c:v>1.3311895585557893E-2</c:v>
                </c:pt>
                <c:pt idx="11018">
                  <c:v>1.3051805263282342E-2</c:v>
                </c:pt>
                <c:pt idx="11019">
                  <c:v>1.3004516113777695E-2</c:v>
                </c:pt>
                <c:pt idx="11020">
                  <c:v>1.3311895585557893E-2</c:v>
                </c:pt>
                <c:pt idx="11021">
                  <c:v>1.3288251010805573E-2</c:v>
                </c:pt>
                <c:pt idx="11022">
                  <c:v>1.3051805263282342E-2</c:v>
                </c:pt>
                <c:pt idx="11023">
                  <c:v>1.2980871539025373E-2</c:v>
                </c:pt>
                <c:pt idx="11024">
                  <c:v>1.3359184735062538E-2</c:v>
                </c:pt>
                <c:pt idx="11025">
                  <c:v>1.3430118459319507E-2</c:v>
                </c:pt>
                <c:pt idx="11026">
                  <c:v>1.3051805263282342E-2</c:v>
                </c:pt>
                <c:pt idx="11027">
                  <c:v>1.2957226964273049E-2</c:v>
                </c:pt>
                <c:pt idx="11028">
                  <c:v>1.3335540160310216E-2</c:v>
                </c:pt>
                <c:pt idx="11029">
                  <c:v>1.3477407608824155E-2</c:v>
                </c:pt>
                <c:pt idx="11030">
                  <c:v>1.3146383562291633E-2</c:v>
                </c:pt>
                <c:pt idx="11031">
                  <c:v>1.2933582389520725E-2</c:v>
                </c:pt>
                <c:pt idx="11032">
                  <c:v>1.3311895585557893E-2</c:v>
                </c:pt>
                <c:pt idx="11033">
                  <c:v>1.3288251010805573E-2</c:v>
                </c:pt>
                <c:pt idx="11034">
                  <c:v>1.2980871539025373E-2</c:v>
                </c:pt>
                <c:pt idx="11035">
                  <c:v>1.2862648665263756E-2</c:v>
                </c:pt>
                <c:pt idx="11036">
                  <c:v>1.3240961861300925E-2</c:v>
                </c:pt>
                <c:pt idx="11037">
                  <c:v>1.3335540160310216E-2</c:v>
                </c:pt>
                <c:pt idx="11038">
                  <c:v>1.3170028137043956E-2</c:v>
                </c:pt>
                <c:pt idx="11039">
                  <c:v>1.3075449838034664E-2</c:v>
                </c:pt>
                <c:pt idx="11040">
                  <c:v>1.3382829309814862E-2</c:v>
                </c:pt>
                <c:pt idx="11041">
                  <c:v>1.35246967583288E-2</c:v>
                </c:pt>
                <c:pt idx="11042">
                  <c:v>1.3264606436053249E-2</c:v>
                </c:pt>
                <c:pt idx="11043">
                  <c:v>1.3051805263282342E-2</c:v>
                </c:pt>
                <c:pt idx="11044">
                  <c:v>1.3406473884567185E-2</c:v>
                </c:pt>
                <c:pt idx="11045">
                  <c:v>1.35246967583288E-2</c:v>
                </c:pt>
                <c:pt idx="11046">
                  <c:v>1.3264606436053249E-2</c:v>
                </c:pt>
                <c:pt idx="11047">
                  <c:v>1.3028160688530018E-2</c:v>
                </c:pt>
                <c:pt idx="11048">
                  <c:v>1.3359184735062538E-2</c:v>
                </c:pt>
                <c:pt idx="11049">
                  <c:v>1.3501052183576478E-2</c:v>
                </c:pt>
                <c:pt idx="11050">
                  <c:v>1.3335540160310216E-2</c:v>
                </c:pt>
                <c:pt idx="11051">
                  <c:v>1.3075449838034664E-2</c:v>
                </c:pt>
                <c:pt idx="11052">
                  <c:v>1.3406473884567185E-2</c:v>
                </c:pt>
                <c:pt idx="11053">
                  <c:v>1.3477407608824155E-2</c:v>
                </c:pt>
                <c:pt idx="11054">
                  <c:v>1.3170028137043956E-2</c:v>
                </c:pt>
                <c:pt idx="11055">
                  <c:v>1.2791714941006787E-2</c:v>
                </c:pt>
                <c:pt idx="11056">
                  <c:v>1.3075449838034664E-2</c:v>
                </c:pt>
                <c:pt idx="11057">
                  <c:v>1.3311895585557893E-2</c:v>
                </c:pt>
                <c:pt idx="11058">
                  <c:v>1.3240961861300925E-2</c:v>
                </c:pt>
                <c:pt idx="11059">
                  <c:v>1.2957226964273049E-2</c:v>
                </c:pt>
                <c:pt idx="11060">
                  <c:v>1.3311895585557893E-2</c:v>
                </c:pt>
                <c:pt idx="11061">
                  <c:v>1.3453763034071831E-2</c:v>
                </c:pt>
                <c:pt idx="11062">
                  <c:v>1.3359184735062538E-2</c:v>
                </c:pt>
                <c:pt idx="11063">
                  <c:v>1.3099094412786987E-2</c:v>
                </c:pt>
                <c:pt idx="11064">
                  <c:v>1.3382829309814862E-2</c:v>
                </c:pt>
                <c:pt idx="11065">
                  <c:v>1.3501052183576478E-2</c:v>
                </c:pt>
                <c:pt idx="11066">
                  <c:v>1.3288251010805573E-2</c:v>
                </c:pt>
                <c:pt idx="11067">
                  <c:v>1.2933582389520725E-2</c:v>
                </c:pt>
                <c:pt idx="11068">
                  <c:v>1.3264606436053249E-2</c:v>
                </c:pt>
                <c:pt idx="11069">
                  <c:v>1.3453763034071831E-2</c:v>
                </c:pt>
                <c:pt idx="11070">
                  <c:v>1.3359184735062538E-2</c:v>
                </c:pt>
                <c:pt idx="11071">
                  <c:v>1.3004516113777695E-2</c:v>
                </c:pt>
                <c:pt idx="11072">
                  <c:v>1.3240961861300925E-2</c:v>
                </c:pt>
                <c:pt idx="11073">
                  <c:v>1.3453763034071831E-2</c:v>
                </c:pt>
                <c:pt idx="11074">
                  <c:v>1.3359184735062538E-2</c:v>
                </c:pt>
                <c:pt idx="11075">
                  <c:v>1.3099094412786987E-2</c:v>
                </c:pt>
                <c:pt idx="11076">
                  <c:v>1.3240961861300925E-2</c:v>
                </c:pt>
                <c:pt idx="11077">
                  <c:v>1.3406473884567185E-2</c:v>
                </c:pt>
                <c:pt idx="11078">
                  <c:v>1.3335540160310216E-2</c:v>
                </c:pt>
                <c:pt idx="11079">
                  <c:v>1.3051805263282342E-2</c:v>
                </c:pt>
                <c:pt idx="11080">
                  <c:v>1.3217317286548604E-2</c:v>
                </c:pt>
                <c:pt idx="11081">
                  <c:v>1.3571985907833447E-2</c:v>
                </c:pt>
                <c:pt idx="11082">
                  <c:v>1.35246967583288E-2</c:v>
                </c:pt>
                <c:pt idx="11083">
                  <c:v>1.319367271179628E-2</c:v>
                </c:pt>
                <c:pt idx="11084">
                  <c:v>1.3311895585557893E-2</c:v>
                </c:pt>
                <c:pt idx="11085">
                  <c:v>1.3619275057338093E-2</c:v>
                </c:pt>
                <c:pt idx="11086">
                  <c:v>1.3477407608824155E-2</c:v>
                </c:pt>
                <c:pt idx="11087">
                  <c:v>1.3122738987539311E-2</c:v>
                </c:pt>
                <c:pt idx="11088">
                  <c:v>1.3217317286548604E-2</c:v>
                </c:pt>
                <c:pt idx="11089">
                  <c:v>1.3571985907833447E-2</c:v>
                </c:pt>
                <c:pt idx="11090">
                  <c:v>1.35246967583288E-2</c:v>
                </c:pt>
                <c:pt idx="11091">
                  <c:v>1.3146383562291633E-2</c:v>
                </c:pt>
                <c:pt idx="11092">
                  <c:v>1.3288251010805573E-2</c:v>
                </c:pt>
                <c:pt idx="11093">
                  <c:v>1.366656420684274E-2</c:v>
                </c:pt>
                <c:pt idx="11094">
                  <c:v>1.3690208781595062E-2</c:v>
                </c:pt>
                <c:pt idx="11095">
                  <c:v>1.3335540160310216E-2</c:v>
                </c:pt>
                <c:pt idx="11096">
                  <c:v>1.3453763034071831E-2</c:v>
                </c:pt>
                <c:pt idx="11097">
                  <c:v>1.3808431655356678E-2</c:v>
                </c:pt>
                <c:pt idx="11098">
                  <c:v>1.3690208781595062E-2</c:v>
                </c:pt>
                <c:pt idx="11099">
                  <c:v>1.3335540160310216E-2</c:v>
                </c:pt>
                <c:pt idx="11100">
                  <c:v>1.3335540160310216E-2</c:v>
                </c:pt>
                <c:pt idx="11101">
                  <c:v>1.3642919632090416E-2</c:v>
                </c:pt>
                <c:pt idx="11102">
                  <c:v>1.3595630482585769E-2</c:v>
                </c:pt>
                <c:pt idx="11103">
                  <c:v>1.3311895585557893E-2</c:v>
                </c:pt>
                <c:pt idx="11104">
                  <c:v>1.3359184735062538E-2</c:v>
                </c:pt>
                <c:pt idx="11105">
                  <c:v>1.3737497931099709E-2</c:v>
                </c:pt>
                <c:pt idx="11106">
                  <c:v>1.3784787080604355E-2</c:v>
                </c:pt>
                <c:pt idx="11107">
                  <c:v>1.35246967583288E-2</c:v>
                </c:pt>
                <c:pt idx="11108">
                  <c:v>1.3477407608824155E-2</c:v>
                </c:pt>
                <c:pt idx="11109">
                  <c:v>1.3879365379613647E-2</c:v>
                </c:pt>
                <c:pt idx="11110">
                  <c:v>1.3926654529118293E-2</c:v>
                </c:pt>
                <c:pt idx="11111">
                  <c:v>1.366656420684274E-2</c:v>
                </c:pt>
                <c:pt idx="11112">
                  <c:v>1.3501052183576478E-2</c:v>
                </c:pt>
                <c:pt idx="11113">
                  <c:v>1.3808431655356678E-2</c:v>
                </c:pt>
                <c:pt idx="11114">
                  <c:v>1.3808431655356678E-2</c:v>
                </c:pt>
                <c:pt idx="11115">
                  <c:v>1.3595630482585769E-2</c:v>
                </c:pt>
                <c:pt idx="11116">
                  <c:v>1.3453763034071831E-2</c:v>
                </c:pt>
                <c:pt idx="11117">
                  <c:v>1.3808431655356678E-2</c:v>
                </c:pt>
                <c:pt idx="11118">
                  <c:v>1.397394367862294E-2</c:v>
                </c:pt>
                <c:pt idx="11119">
                  <c:v>1.3761142505852031E-2</c:v>
                </c:pt>
                <c:pt idx="11120">
                  <c:v>1.3619275057338093E-2</c:v>
                </c:pt>
                <c:pt idx="11121">
                  <c:v>1.4044877402879909E-2</c:v>
                </c:pt>
                <c:pt idx="11122">
                  <c:v>1.4115811127136878E-2</c:v>
                </c:pt>
                <c:pt idx="11123">
                  <c:v>1.3950299103870616E-2</c:v>
                </c:pt>
                <c:pt idx="11124">
                  <c:v>1.3690208781595062E-2</c:v>
                </c:pt>
                <c:pt idx="11125">
                  <c:v>1.4044877402879909E-2</c:v>
                </c:pt>
                <c:pt idx="11126">
                  <c:v>1.4092166552384554E-2</c:v>
                </c:pt>
                <c:pt idx="11127">
                  <c:v>1.3832076230109002E-2</c:v>
                </c:pt>
                <c:pt idx="11128">
                  <c:v>1.366656420684274E-2</c:v>
                </c:pt>
                <c:pt idx="11129">
                  <c:v>1.3997588253375262E-2</c:v>
                </c:pt>
                <c:pt idx="11130">
                  <c:v>1.4044877402879909E-2</c:v>
                </c:pt>
                <c:pt idx="11131">
                  <c:v>1.3879365379613647E-2</c:v>
                </c:pt>
                <c:pt idx="11132">
                  <c:v>1.366656420684274E-2</c:v>
                </c:pt>
                <c:pt idx="11133">
                  <c:v>1.4044877402879909E-2</c:v>
                </c:pt>
                <c:pt idx="11134">
                  <c:v>1.4139455701889202E-2</c:v>
                </c:pt>
                <c:pt idx="11135">
                  <c:v>1.3903009954365971E-2</c:v>
                </c:pt>
                <c:pt idx="11136">
                  <c:v>1.3619275057338093E-2</c:v>
                </c:pt>
                <c:pt idx="11137">
                  <c:v>1.3997588253375262E-2</c:v>
                </c:pt>
                <c:pt idx="11138">
                  <c:v>1.4115811127136878E-2</c:v>
                </c:pt>
                <c:pt idx="11139">
                  <c:v>1.3950299103870616E-2</c:v>
                </c:pt>
                <c:pt idx="11140">
                  <c:v>1.3737497931099709E-2</c:v>
                </c:pt>
                <c:pt idx="11141">
                  <c:v>1.3997588253375262E-2</c:v>
                </c:pt>
                <c:pt idx="11142">
                  <c:v>1.4115811127136878E-2</c:v>
                </c:pt>
                <c:pt idx="11143">
                  <c:v>1.397394367862294E-2</c:v>
                </c:pt>
                <c:pt idx="11144">
                  <c:v>1.3619275057338093E-2</c:v>
                </c:pt>
                <c:pt idx="11145">
                  <c:v>1.4021232828127585E-2</c:v>
                </c:pt>
                <c:pt idx="11146">
                  <c:v>1.4234034000898494E-2</c:v>
                </c:pt>
                <c:pt idx="11147">
                  <c:v>1.4115811127136878E-2</c:v>
                </c:pt>
                <c:pt idx="11148">
                  <c:v>1.3784787080604355E-2</c:v>
                </c:pt>
                <c:pt idx="11149">
                  <c:v>1.4115811127136878E-2</c:v>
                </c:pt>
                <c:pt idx="11150">
                  <c:v>1.4375901449412433E-2</c:v>
                </c:pt>
                <c:pt idx="11151">
                  <c:v>1.4210389426146171E-2</c:v>
                </c:pt>
                <c:pt idx="11152">
                  <c:v>1.3808431655356678E-2</c:v>
                </c:pt>
                <c:pt idx="11153">
                  <c:v>1.4021232828127585E-2</c:v>
                </c:pt>
                <c:pt idx="11154">
                  <c:v>1.4163100276641524E-2</c:v>
                </c:pt>
                <c:pt idx="11155">
                  <c:v>1.3997588253375262E-2</c:v>
                </c:pt>
                <c:pt idx="11156">
                  <c:v>1.366656420684274E-2</c:v>
                </c:pt>
                <c:pt idx="11157">
                  <c:v>1.3879365379613647E-2</c:v>
                </c:pt>
                <c:pt idx="11158">
                  <c:v>1.4115811127136878E-2</c:v>
                </c:pt>
                <c:pt idx="11159">
                  <c:v>1.4068521977632233E-2</c:v>
                </c:pt>
                <c:pt idx="11160">
                  <c:v>1.3737497931099709E-2</c:v>
                </c:pt>
                <c:pt idx="11161">
                  <c:v>1.3997588253375262E-2</c:v>
                </c:pt>
                <c:pt idx="11162">
                  <c:v>1.428132315040314E-2</c:v>
                </c:pt>
                <c:pt idx="11163">
                  <c:v>1.4234034000898494E-2</c:v>
                </c:pt>
                <c:pt idx="11164">
                  <c:v>1.3926654529118293E-2</c:v>
                </c:pt>
                <c:pt idx="11165">
                  <c:v>1.4092166552384554E-2</c:v>
                </c:pt>
                <c:pt idx="11166">
                  <c:v>1.4352256874660109E-2</c:v>
                </c:pt>
                <c:pt idx="11167">
                  <c:v>1.4186744851393847E-2</c:v>
                </c:pt>
                <c:pt idx="11168">
                  <c:v>1.3879365379613647E-2</c:v>
                </c:pt>
                <c:pt idx="11169">
                  <c:v>1.4044877402879909E-2</c:v>
                </c:pt>
                <c:pt idx="11170">
                  <c:v>1.4375901449412433E-2</c:v>
                </c:pt>
                <c:pt idx="11171">
                  <c:v>1.4210389426146171E-2</c:v>
                </c:pt>
                <c:pt idx="11172">
                  <c:v>1.3855720804861324E-2</c:v>
                </c:pt>
                <c:pt idx="11173">
                  <c:v>1.397394367862294E-2</c:v>
                </c:pt>
                <c:pt idx="11174">
                  <c:v>1.4328612299907785E-2</c:v>
                </c:pt>
                <c:pt idx="11175">
                  <c:v>1.4375901449412433E-2</c:v>
                </c:pt>
                <c:pt idx="11176">
                  <c:v>1.4021232828127585E-2</c:v>
                </c:pt>
                <c:pt idx="11177">
                  <c:v>1.4115811127136878E-2</c:v>
                </c:pt>
                <c:pt idx="11178">
                  <c:v>1.4470479748421725E-2</c:v>
                </c:pt>
                <c:pt idx="11179">
                  <c:v>1.4517768897926371E-2</c:v>
                </c:pt>
                <c:pt idx="11180">
                  <c:v>1.4210389426146171E-2</c:v>
                </c:pt>
                <c:pt idx="11181">
                  <c:v>1.428132315040314E-2</c:v>
                </c:pt>
                <c:pt idx="11182">
                  <c:v>1.4659636346440309E-2</c:v>
                </c:pt>
                <c:pt idx="11183">
                  <c:v>1.4659636346440309E-2</c:v>
                </c:pt>
                <c:pt idx="11184">
                  <c:v>1.4446835173669402E-2</c:v>
                </c:pt>
                <c:pt idx="11185">
                  <c:v>1.4446835173669402E-2</c:v>
                </c:pt>
                <c:pt idx="11186">
                  <c:v>1.4683280921192633E-2</c:v>
                </c:pt>
                <c:pt idx="11187">
                  <c:v>1.4565058047431016E-2</c:v>
                </c:pt>
                <c:pt idx="11188">
                  <c:v>1.428132315040314E-2</c:v>
                </c:pt>
                <c:pt idx="11189">
                  <c:v>1.428132315040314E-2</c:v>
                </c:pt>
                <c:pt idx="11190">
                  <c:v>1.4635991771687987E-2</c:v>
                </c:pt>
                <c:pt idx="11191">
                  <c:v>1.4659636346440309E-2</c:v>
                </c:pt>
                <c:pt idx="11192">
                  <c:v>1.4399546024164754E-2</c:v>
                </c:pt>
                <c:pt idx="11193">
                  <c:v>1.4375901449412433E-2</c:v>
                </c:pt>
                <c:pt idx="11194">
                  <c:v>1.4730570070697278E-2</c:v>
                </c:pt>
                <c:pt idx="11195">
                  <c:v>1.4730570070697278E-2</c:v>
                </c:pt>
                <c:pt idx="11196">
                  <c:v>1.4470479748421725E-2</c:v>
                </c:pt>
                <c:pt idx="11197">
                  <c:v>1.4446835173669402E-2</c:v>
                </c:pt>
                <c:pt idx="11198">
                  <c:v>1.4825148369706571E-2</c:v>
                </c:pt>
                <c:pt idx="11199">
                  <c:v>1.4872437519211218E-2</c:v>
                </c:pt>
                <c:pt idx="11200">
                  <c:v>1.4659636346440309E-2</c:v>
                </c:pt>
                <c:pt idx="11201">
                  <c:v>1.458870262218334E-2</c:v>
                </c:pt>
                <c:pt idx="11202">
                  <c:v>1.4919726668715863E-2</c:v>
                </c:pt>
                <c:pt idx="11203">
                  <c:v>1.4919726668715863E-2</c:v>
                </c:pt>
                <c:pt idx="11204">
                  <c:v>1.4635991771687987E-2</c:v>
                </c:pt>
                <c:pt idx="11205">
                  <c:v>1.4541413472678694E-2</c:v>
                </c:pt>
                <c:pt idx="11206">
                  <c:v>1.4919726668715863E-2</c:v>
                </c:pt>
                <c:pt idx="11207">
                  <c:v>1.4943371243468187E-2</c:v>
                </c:pt>
                <c:pt idx="11208">
                  <c:v>1.4706925495944956E-2</c:v>
                </c:pt>
                <c:pt idx="11209">
                  <c:v>1.4565058047431016E-2</c:v>
                </c:pt>
                <c:pt idx="11210">
                  <c:v>1.489608209396354E-2</c:v>
                </c:pt>
                <c:pt idx="11211">
                  <c:v>1.4919726668715863E-2</c:v>
                </c:pt>
                <c:pt idx="11212">
                  <c:v>1.4683280921192633E-2</c:v>
                </c:pt>
                <c:pt idx="11213">
                  <c:v>1.4565058047431016E-2</c:v>
                </c:pt>
                <c:pt idx="11214">
                  <c:v>1.4943371243468187E-2</c:v>
                </c:pt>
                <c:pt idx="11215">
                  <c:v>1.5014304967725156E-2</c:v>
                </c:pt>
                <c:pt idx="11216">
                  <c:v>1.4754214645449602E-2</c:v>
                </c:pt>
                <c:pt idx="11217">
                  <c:v>1.4517768897926371E-2</c:v>
                </c:pt>
                <c:pt idx="11218">
                  <c:v>1.4872437519211218E-2</c:v>
                </c:pt>
                <c:pt idx="11219">
                  <c:v>1.5061594117229802E-2</c:v>
                </c:pt>
                <c:pt idx="11220">
                  <c:v>1.4872437519211218E-2</c:v>
                </c:pt>
                <c:pt idx="11221">
                  <c:v>1.4730570070697278E-2</c:v>
                </c:pt>
                <c:pt idx="11222">
                  <c:v>1.5108883266734449E-2</c:v>
                </c:pt>
                <c:pt idx="11223">
                  <c:v>1.5179816990991418E-2</c:v>
                </c:pt>
                <c:pt idx="11224">
                  <c:v>1.4943371243468187E-2</c:v>
                </c:pt>
                <c:pt idx="11225">
                  <c:v>1.4683280921192633E-2</c:v>
                </c:pt>
                <c:pt idx="11226">
                  <c:v>1.503794954247748E-2</c:v>
                </c:pt>
                <c:pt idx="11227">
                  <c:v>1.5274395290000711E-2</c:v>
                </c:pt>
                <c:pt idx="11228">
                  <c:v>1.5085238691982125E-2</c:v>
                </c:pt>
                <c:pt idx="11229">
                  <c:v>1.4848792944458894E-2</c:v>
                </c:pt>
                <c:pt idx="11230">
                  <c:v>1.5179816990991418E-2</c:v>
                </c:pt>
                <c:pt idx="11231">
                  <c:v>1.5392618163762325E-2</c:v>
                </c:pt>
                <c:pt idx="11232">
                  <c:v>1.5132527841486771E-2</c:v>
                </c:pt>
                <c:pt idx="11233">
                  <c:v>1.4872437519211218E-2</c:v>
                </c:pt>
                <c:pt idx="11234">
                  <c:v>1.5203461565743741E-2</c:v>
                </c:pt>
                <c:pt idx="11235">
                  <c:v>1.5392618163762325E-2</c:v>
                </c:pt>
                <c:pt idx="11236">
                  <c:v>1.5227106140496063E-2</c:v>
                </c:pt>
                <c:pt idx="11237">
                  <c:v>1.4990660392972832E-2</c:v>
                </c:pt>
                <c:pt idx="11238">
                  <c:v>1.5250750715248387E-2</c:v>
                </c:pt>
                <c:pt idx="11239">
                  <c:v>1.5439907313266972E-2</c:v>
                </c:pt>
                <c:pt idx="11240">
                  <c:v>1.5156172416239094E-2</c:v>
                </c:pt>
                <c:pt idx="11241">
                  <c:v>1.4848792944458894E-2</c:v>
                </c:pt>
                <c:pt idx="11242">
                  <c:v>1.5227106140496063E-2</c:v>
                </c:pt>
                <c:pt idx="11243">
                  <c:v>1.5487196462771618E-2</c:v>
                </c:pt>
                <c:pt idx="11244">
                  <c:v>1.5298039864753032E-2</c:v>
                </c:pt>
                <c:pt idx="11245">
                  <c:v>1.5014304967725156E-2</c:v>
                </c:pt>
                <c:pt idx="11246">
                  <c:v>1.5156172416239094E-2</c:v>
                </c:pt>
                <c:pt idx="11247">
                  <c:v>1.5368973589010003E-2</c:v>
                </c:pt>
                <c:pt idx="11248">
                  <c:v>1.5250750715248387E-2</c:v>
                </c:pt>
                <c:pt idx="11249">
                  <c:v>1.4943371243468187E-2</c:v>
                </c:pt>
                <c:pt idx="11250">
                  <c:v>1.4990660392972832E-2</c:v>
                </c:pt>
                <c:pt idx="11251">
                  <c:v>1.5274395290000711E-2</c:v>
                </c:pt>
                <c:pt idx="11252">
                  <c:v>1.5156172416239094E-2</c:v>
                </c:pt>
                <c:pt idx="11253">
                  <c:v>1.4825148369706571E-2</c:v>
                </c:pt>
                <c:pt idx="11254">
                  <c:v>1.5014304967725156E-2</c:v>
                </c:pt>
                <c:pt idx="11255">
                  <c:v>1.5321684439505356E-2</c:v>
                </c:pt>
                <c:pt idx="11256">
                  <c:v>1.5156172416239094E-2</c:v>
                </c:pt>
                <c:pt idx="11257">
                  <c:v>1.489608209396354E-2</c:v>
                </c:pt>
                <c:pt idx="11258">
                  <c:v>1.5061594117229802E-2</c:v>
                </c:pt>
                <c:pt idx="11259">
                  <c:v>1.5368973589010003E-2</c:v>
                </c:pt>
                <c:pt idx="11260">
                  <c:v>1.534532901425768E-2</c:v>
                </c:pt>
                <c:pt idx="11261">
                  <c:v>1.5014304967725156E-2</c:v>
                </c:pt>
                <c:pt idx="11262">
                  <c:v>1.503794954247748E-2</c:v>
                </c:pt>
                <c:pt idx="11263">
                  <c:v>1.534532901425768E-2</c:v>
                </c:pt>
                <c:pt idx="11264">
                  <c:v>1.5250750715248387E-2</c:v>
                </c:pt>
                <c:pt idx="11265">
                  <c:v>1.4967015818220509E-2</c:v>
                </c:pt>
                <c:pt idx="11266">
                  <c:v>1.5085238691982125E-2</c:v>
                </c:pt>
                <c:pt idx="11267">
                  <c:v>1.5368973589010003E-2</c:v>
                </c:pt>
                <c:pt idx="11268">
                  <c:v>1.5298039864753032E-2</c:v>
                </c:pt>
                <c:pt idx="11269">
                  <c:v>1.4943371243468187E-2</c:v>
                </c:pt>
                <c:pt idx="11270">
                  <c:v>1.4990660392972832E-2</c:v>
                </c:pt>
                <c:pt idx="11271">
                  <c:v>1.5250750715248387E-2</c:v>
                </c:pt>
                <c:pt idx="11272">
                  <c:v>1.5179816990991418E-2</c:v>
                </c:pt>
                <c:pt idx="11273">
                  <c:v>1.4919726668715863E-2</c:v>
                </c:pt>
                <c:pt idx="11274">
                  <c:v>1.4967015818220509E-2</c:v>
                </c:pt>
                <c:pt idx="11275">
                  <c:v>1.5298039864753032E-2</c:v>
                </c:pt>
                <c:pt idx="11276">
                  <c:v>1.5227106140496063E-2</c:v>
                </c:pt>
                <c:pt idx="11277">
                  <c:v>1.4872437519211218E-2</c:v>
                </c:pt>
                <c:pt idx="11278">
                  <c:v>1.4825148369706571E-2</c:v>
                </c:pt>
                <c:pt idx="11279">
                  <c:v>1.5085238691982125E-2</c:v>
                </c:pt>
                <c:pt idx="11280">
                  <c:v>1.4967015818220509E-2</c:v>
                </c:pt>
                <c:pt idx="11281">
                  <c:v>1.4683280921192633E-2</c:v>
                </c:pt>
                <c:pt idx="11282">
                  <c:v>1.4565058047431016E-2</c:v>
                </c:pt>
                <c:pt idx="11283">
                  <c:v>1.4943371243468187E-2</c:v>
                </c:pt>
                <c:pt idx="11284">
                  <c:v>1.4943371243468187E-2</c:v>
                </c:pt>
                <c:pt idx="11285">
                  <c:v>1.4635991771687987E-2</c:v>
                </c:pt>
                <c:pt idx="11286">
                  <c:v>1.4565058047431016E-2</c:v>
                </c:pt>
                <c:pt idx="11287">
                  <c:v>1.4872437519211218E-2</c:v>
                </c:pt>
                <c:pt idx="11288">
                  <c:v>1.4919726668715863E-2</c:v>
                </c:pt>
                <c:pt idx="11289">
                  <c:v>1.4730570070697278E-2</c:v>
                </c:pt>
                <c:pt idx="11290">
                  <c:v>1.4683280921192633E-2</c:v>
                </c:pt>
                <c:pt idx="11291">
                  <c:v>1.5061594117229802E-2</c:v>
                </c:pt>
                <c:pt idx="11292">
                  <c:v>1.5108883266734449E-2</c:v>
                </c:pt>
                <c:pt idx="11293">
                  <c:v>1.4848792944458894E-2</c:v>
                </c:pt>
                <c:pt idx="11294">
                  <c:v>1.4777859220201925E-2</c:v>
                </c:pt>
                <c:pt idx="11295">
                  <c:v>1.5108883266734449E-2</c:v>
                </c:pt>
                <c:pt idx="11296">
                  <c:v>1.5085238691982125E-2</c:v>
                </c:pt>
                <c:pt idx="11297">
                  <c:v>1.4683280921192633E-2</c:v>
                </c:pt>
                <c:pt idx="11298">
                  <c:v>1.4517768897926371E-2</c:v>
                </c:pt>
                <c:pt idx="11299">
                  <c:v>1.4872437519211218E-2</c:v>
                </c:pt>
                <c:pt idx="11300">
                  <c:v>1.4919726668715863E-2</c:v>
                </c:pt>
                <c:pt idx="11301">
                  <c:v>1.4659636346440309E-2</c:v>
                </c:pt>
                <c:pt idx="11302">
                  <c:v>1.458870262218334E-2</c:v>
                </c:pt>
                <c:pt idx="11303">
                  <c:v>1.4943371243468187E-2</c:v>
                </c:pt>
                <c:pt idx="11304">
                  <c:v>1.4990660392972832E-2</c:v>
                </c:pt>
                <c:pt idx="11305">
                  <c:v>1.4754214645449602E-2</c:v>
                </c:pt>
                <c:pt idx="11306">
                  <c:v>1.4565058047431016E-2</c:v>
                </c:pt>
                <c:pt idx="11307">
                  <c:v>1.4848792944458894E-2</c:v>
                </c:pt>
                <c:pt idx="11308">
                  <c:v>1.4943371243468187E-2</c:v>
                </c:pt>
                <c:pt idx="11309">
                  <c:v>1.4730570070697278E-2</c:v>
                </c:pt>
                <c:pt idx="11310">
                  <c:v>1.4565058047431016E-2</c:v>
                </c:pt>
                <c:pt idx="11311">
                  <c:v>1.489608209396354E-2</c:v>
                </c:pt>
                <c:pt idx="11312">
                  <c:v>1.4967015818220509E-2</c:v>
                </c:pt>
                <c:pt idx="11313">
                  <c:v>1.4635991771687987E-2</c:v>
                </c:pt>
                <c:pt idx="11314">
                  <c:v>1.4352256874660109E-2</c:v>
                </c:pt>
                <c:pt idx="11315">
                  <c:v>1.4659636346440309E-2</c:v>
                </c:pt>
                <c:pt idx="11316">
                  <c:v>1.4801503794954249E-2</c:v>
                </c:pt>
                <c:pt idx="11317">
                  <c:v>1.4517768897926371E-2</c:v>
                </c:pt>
                <c:pt idx="11318">
                  <c:v>1.4257678575650816E-2</c:v>
                </c:pt>
                <c:pt idx="11319">
                  <c:v>1.4541413472678694E-2</c:v>
                </c:pt>
                <c:pt idx="11320">
                  <c:v>1.4612347196935663E-2</c:v>
                </c:pt>
                <c:pt idx="11321">
                  <c:v>1.4423190598917078E-2</c:v>
                </c:pt>
                <c:pt idx="11322">
                  <c:v>1.4139455701889202E-2</c:v>
                </c:pt>
                <c:pt idx="11323">
                  <c:v>1.4352256874660109E-2</c:v>
                </c:pt>
                <c:pt idx="11324">
                  <c:v>1.4470479748421725E-2</c:v>
                </c:pt>
                <c:pt idx="11325">
                  <c:v>1.4234034000898494E-2</c:v>
                </c:pt>
                <c:pt idx="11326">
                  <c:v>1.3997588253375262E-2</c:v>
                </c:pt>
                <c:pt idx="11327">
                  <c:v>1.428132315040314E-2</c:v>
                </c:pt>
                <c:pt idx="11328">
                  <c:v>1.4446835173669402E-2</c:v>
                </c:pt>
                <c:pt idx="11329">
                  <c:v>1.4304967725155463E-2</c:v>
                </c:pt>
                <c:pt idx="11330">
                  <c:v>1.4092166552384554E-2</c:v>
                </c:pt>
                <c:pt idx="11331">
                  <c:v>1.4352256874660109E-2</c:v>
                </c:pt>
                <c:pt idx="11332">
                  <c:v>1.4470479748421725E-2</c:v>
                </c:pt>
                <c:pt idx="11333">
                  <c:v>1.428132315040314E-2</c:v>
                </c:pt>
                <c:pt idx="11334">
                  <c:v>1.4115811127136878E-2</c:v>
                </c:pt>
                <c:pt idx="11335">
                  <c:v>1.4352256874660109E-2</c:v>
                </c:pt>
                <c:pt idx="11336">
                  <c:v>1.4541413472678694E-2</c:v>
                </c:pt>
                <c:pt idx="11337">
                  <c:v>1.4375901449412433E-2</c:v>
                </c:pt>
                <c:pt idx="11338">
                  <c:v>1.4021232828127585E-2</c:v>
                </c:pt>
                <c:pt idx="11339">
                  <c:v>1.4092166552384554E-2</c:v>
                </c:pt>
                <c:pt idx="11340">
                  <c:v>1.4328612299907785E-2</c:v>
                </c:pt>
                <c:pt idx="11341">
                  <c:v>1.4139455701889202E-2</c:v>
                </c:pt>
                <c:pt idx="11342">
                  <c:v>1.3808431655356678E-2</c:v>
                </c:pt>
                <c:pt idx="11343">
                  <c:v>1.3950299103870616E-2</c:v>
                </c:pt>
                <c:pt idx="11344">
                  <c:v>1.4210389426146171E-2</c:v>
                </c:pt>
                <c:pt idx="11345">
                  <c:v>1.4210389426146171E-2</c:v>
                </c:pt>
                <c:pt idx="11346">
                  <c:v>1.397394367862294E-2</c:v>
                </c:pt>
                <c:pt idx="11347">
                  <c:v>1.4092166552384554E-2</c:v>
                </c:pt>
                <c:pt idx="11348">
                  <c:v>1.428132315040314E-2</c:v>
                </c:pt>
                <c:pt idx="11349">
                  <c:v>1.4163100276641524E-2</c:v>
                </c:pt>
                <c:pt idx="11350">
                  <c:v>1.3808431655356678E-2</c:v>
                </c:pt>
                <c:pt idx="11351">
                  <c:v>1.3950299103870616E-2</c:v>
                </c:pt>
                <c:pt idx="11352">
                  <c:v>1.4234034000898494E-2</c:v>
                </c:pt>
                <c:pt idx="11353">
                  <c:v>1.4092166552384554E-2</c:v>
                </c:pt>
                <c:pt idx="11354">
                  <c:v>1.3737497931099709E-2</c:v>
                </c:pt>
                <c:pt idx="11355">
                  <c:v>1.3926654529118293E-2</c:v>
                </c:pt>
                <c:pt idx="11356">
                  <c:v>1.4210389426146171E-2</c:v>
                </c:pt>
                <c:pt idx="11357">
                  <c:v>1.4234034000898494E-2</c:v>
                </c:pt>
                <c:pt idx="11358">
                  <c:v>1.3879365379613647E-2</c:v>
                </c:pt>
                <c:pt idx="11359">
                  <c:v>1.3926654529118293E-2</c:v>
                </c:pt>
                <c:pt idx="11360">
                  <c:v>1.4210389426146171E-2</c:v>
                </c:pt>
                <c:pt idx="11361">
                  <c:v>1.4139455701889202E-2</c:v>
                </c:pt>
                <c:pt idx="11362">
                  <c:v>1.3784787080604355E-2</c:v>
                </c:pt>
                <c:pt idx="11363">
                  <c:v>1.3832076230109002E-2</c:v>
                </c:pt>
                <c:pt idx="11364">
                  <c:v>1.4092166552384554E-2</c:v>
                </c:pt>
                <c:pt idx="11365">
                  <c:v>1.3997588253375262E-2</c:v>
                </c:pt>
                <c:pt idx="11366">
                  <c:v>1.3690208781595062E-2</c:v>
                </c:pt>
                <c:pt idx="11367">
                  <c:v>1.3784787080604355E-2</c:v>
                </c:pt>
                <c:pt idx="11368">
                  <c:v>1.4139455701889202E-2</c:v>
                </c:pt>
                <c:pt idx="11369">
                  <c:v>1.4163100276641524E-2</c:v>
                </c:pt>
                <c:pt idx="11370">
                  <c:v>1.3855720804861324E-2</c:v>
                </c:pt>
                <c:pt idx="11371">
                  <c:v>1.3879365379613647E-2</c:v>
                </c:pt>
                <c:pt idx="11372">
                  <c:v>1.4092166552384554E-2</c:v>
                </c:pt>
                <c:pt idx="11373">
                  <c:v>1.4068521977632233E-2</c:v>
                </c:pt>
                <c:pt idx="11374">
                  <c:v>1.366656420684274E-2</c:v>
                </c:pt>
                <c:pt idx="11375">
                  <c:v>1.3690208781595062E-2</c:v>
                </c:pt>
                <c:pt idx="11376">
                  <c:v>1.3950299103870616E-2</c:v>
                </c:pt>
                <c:pt idx="11377">
                  <c:v>1.3903009954365971E-2</c:v>
                </c:pt>
                <c:pt idx="11378">
                  <c:v>1.3571985907833447E-2</c:v>
                </c:pt>
                <c:pt idx="11379">
                  <c:v>1.3501052183576478E-2</c:v>
                </c:pt>
                <c:pt idx="11380">
                  <c:v>1.3879365379613647E-2</c:v>
                </c:pt>
                <c:pt idx="11381">
                  <c:v>1.3926654529118293E-2</c:v>
                </c:pt>
                <c:pt idx="11382">
                  <c:v>1.3713853356347385E-2</c:v>
                </c:pt>
                <c:pt idx="11383">
                  <c:v>1.3642919632090416E-2</c:v>
                </c:pt>
                <c:pt idx="11384">
                  <c:v>1.3926654529118293E-2</c:v>
                </c:pt>
                <c:pt idx="11385">
                  <c:v>1.397394367862294E-2</c:v>
                </c:pt>
                <c:pt idx="11386">
                  <c:v>1.3761142505852031E-2</c:v>
                </c:pt>
                <c:pt idx="11387">
                  <c:v>1.366656420684274E-2</c:v>
                </c:pt>
                <c:pt idx="11388">
                  <c:v>1.397394367862294E-2</c:v>
                </c:pt>
                <c:pt idx="11389">
                  <c:v>1.3926654529118293E-2</c:v>
                </c:pt>
                <c:pt idx="11390">
                  <c:v>1.3571985907833447E-2</c:v>
                </c:pt>
                <c:pt idx="11391">
                  <c:v>1.3453763034071831E-2</c:v>
                </c:pt>
                <c:pt idx="11392">
                  <c:v>1.3808431655356678E-2</c:v>
                </c:pt>
                <c:pt idx="11393">
                  <c:v>1.3879365379613647E-2</c:v>
                </c:pt>
                <c:pt idx="11394">
                  <c:v>1.3548341333081124E-2</c:v>
                </c:pt>
                <c:pt idx="11395">
                  <c:v>1.3382829309814862E-2</c:v>
                </c:pt>
                <c:pt idx="11396">
                  <c:v>1.3832076230109002E-2</c:v>
                </c:pt>
                <c:pt idx="11397">
                  <c:v>1.3926654529118293E-2</c:v>
                </c:pt>
                <c:pt idx="11398">
                  <c:v>1.3619275057338093E-2</c:v>
                </c:pt>
                <c:pt idx="11399">
                  <c:v>1.3382829309814862E-2</c:v>
                </c:pt>
                <c:pt idx="11400">
                  <c:v>1.3690208781595062E-2</c:v>
                </c:pt>
                <c:pt idx="11401">
                  <c:v>1.3808431655356678E-2</c:v>
                </c:pt>
                <c:pt idx="11402">
                  <c:v>1.3595630482585769E-2</c:v>
                </c:pt>
                <c:pt idx="11403">
                  <c:v>1.3359184735062538E-2</c:v>
                </c:pt>
                <c:pt idx="11404">
                  <c:v>1.3737497931099709E-2</c:v>
                </c:pt>
                <c:pt idx="11405">
                  <c:v>1.3926654529118293E-2</c:v>
                </c:pt>
                <c:pt idx="11406">
                  <c:v>1.3737497931099709E-2</c:v>
                </c:pt>
                <c:pt idx="11407">
                  <c:v>1.3477407608824155E-2</c:v>
                </c:pt>
                <c:pt idx="11408">
                  <c:v>1.3784787080604355E-2</c:v>
                </c:pt>
                <c:pt idx="11409">
                  <c:v>1.3903009954365971E-2</c:v>
                </c:pt>
                <c:pt idx="11410">
                  <c:v>1.3784787080604355E-2</c:v>
                </c:pt>
                <c:pt idx="11411">
                  <c:v>1.35246967583288E-2</c:v>
                </c:pt>
                <c:pt idx="11412">
                  <c:v>1.3808431655356678E-2</c:v>
                </c:pt>
                <c:pt idx="11413">
                  <c:v>1.4068521977632233E-2</c:v>
                </c:pt>
                <c:pt idx="11414">
                  <c:v>1.4044877402879909E-2</c:v>
                </c:pt>
                <c:pt idx="11415">
                  <c:v>1.3713853356347385E-2</c:v>
                </c:pt>
                <c:pt idx="11416">
                  <c:v>1.3950299103870616E-2</c:v>
                </c:pt>
                <c:pt idx="11417">
                  <c:v>1.4092166552384554E-2</c:v>
                </c:pt>
                <c:pt idx="11418">
                  <c:v>1.3832076230109002E-2</c:v>
                </c:pt>
                <c:pt idx="11419">
                  <c:v>1.35246967583288E-2</c:v>
                </c:pt>
                <c:pt idx="11420">
                  <c:v>1.3832076230109002E-2</c:v>
                </c:pt>
                <c:pt idx="11421">
                  <c:v>1.397394367862294E-2</c:v>
                </c:pt>
                <c:pt idx="11422">
                  <c:v>1.3761142505852031E-2</c:v>
                </c:pt>
                <c:pt idx="11423">
                  <c:v>1.3453763034071831E-2</c:v>
                </c:pt>
                <c:pt idx="11424">
                  <c:v>1.3784787080604355E-2</c:v>
                </c:pt>
                <c:pt idx="11425">
                  <c:v>1.3997588253375262E-2</c:v>
                </c:pt>
                <c:pt idx="11426">
                  <c:v>1.3903009954365971E-2</c:v>
                </c:pt>
                <c:pt idx="11427">
                  <c:v>1.366656420684274E-2</c:v>
                </c:pt>
                <c:pt idx="11428">
                  <c:v>1.3879365379613647E-2</c:v>
                </c:pt>
                <c:pt idx="11429">
                  <c:v>1.397394367862294E-2</c:v>
                </c:pt>
                <c:pt idx="11430">
                  <c:v>1.3808431655356678E-2</c:v>
                </c:pt>
                <c:pt idx="11431">
                  <c:v>1.3571985907833447E-2</c:v>
                </c:pt>
                <c:pt idx="11432">
                  <c:v>1.3903009954365971E-2</c:v>
                </c:pt>
                <c:pt idx="11433">
                  <c:v>1.4068521977632233E-2</c:v>
                </c:pt>
                <c:pt idx="11434">
                  <c:v>1.3903009954365971E-2</c:v>
                </c:pt>
                <c:pt idx="11435">
                  <c:v>1.3571985907833447E-2</c:v>
                </c:pt>
                <c:pt idx="11436">
                  <c:v>1.3855720804861324E-2</c:v>
                </c:pt>
                <c:pt idx="11437">
                  <c:v>1.4115811127136878E-2</c:v>
                </c:pt>
                <c:pt idx="11438">
                  <c:v>1.4021232828127585E-2</c:v>
                </c:pt>
                <c:pt idx="11439">
                  <c:v>1.3642919632090416E-2</c:v>
                </c:pt>
                <c:pt idx="11440">
                  <c:v>1.3903009954365971E-2</c:v>
                </c:pt>
                <c:pt idx="11441">
                  <c:v>1.4068521977632233E-2</c:v>
                </c:pt>
                <c:pt idx="11442">
                  <c:v>1.3950299103870616E-2</c:v>
                </c:pt>
                <c:pt idx="11443">
                  <c:v>1.3595630482585769E-2</c:v>
                </c:pt>
                <c:pt idx="11444">
                  <c:v>1.3737497931099709E-2</c:v>
                </c:pt>
                <c:pt idx="11445">
                  <c:v>1.3950299103870616E-2</c:v>
                </c:pt>
                <c:pt idx="11446">
                  <c:v>1.3832076230109002E-2</c:v>
                </c:pt>
                <c:pt idx="11447">
                  <c:v>1.3477407608824155E-2</c:v>
                </c:pt>
                <c:pt idx="11448">
                  <c:v>1.366656420684274E-2</c:v>
                </c:pt>
                <c:pt idx="11449">
                  <c:v>1.3926654529118293E-2</c:v>
                </c:pt>
                <c:pt idx="11450">
                  <c:v>1.3855720804861324E-2</c:v>
                </c:pt>
                <c:pt idx="11451">
                  <c:v>1.3453763034071831E-2</c:v>
                </c:pt>
                <c:pt idx="11452">
                  <c:v>1.3619275057338093E-2</c:v>
                </c:pt>
                <c:pt idx="11453">
                  <c:v>1.3950299103870616E-2</c:v>
                </c:pt>
                <c:pt idx="11454">
                  <c:v>1.3950299103870616E-2</c:v>
                </c:pt>
                <c:pt idx="11455">
                  <c:v>1.3548341333081124E-2</c:v>
                </c:pt>
                <c:pt idx="11456">
                  <c:v>1.3571985907833447E-2</c:v>
                </c:pt>
                <c:pt idx="11457">
                  <c:v>1.3926654529118293E-2</c:v>
                </c:pt>
                <c:pt idx="11458">
                  <c:v>1.3950299103870616E-2</c:v>
                </c:pt>
                <c:pt idx="11459">
                  <c:v>1.3737497931099709E-2</c:v>
                </c:pt>
                <c:pt idx="11460">
                  <c:v>1.3761142505852031E-2</c:v>
                </c:pt>
                <c:pt idx="11461">
                  <c:v>1.4092166552384554E-2</c:v>
                </c:pt>
                <c:pt idx="11462">
                  <c:v>1.4044877402879909E-2</c:v>
                </c:pt>
                <c:pt idx="11463">
                  <c:v>1.3713853356347385E-2</c:v>
                </c:pt>
                <c:pt idx="11464">
                  <c:v>1.3713853356347385E-2</c:v>
                </c:pt>
                <c:pt idx="11465">
                  <c:v>1.4068521977632233E-2</c:v>
                </c:pt>
                <c:pt idx="11466">
                  <c:v>1.3997588253375262E-2</c:v>
                </c:pt>
                <c:pt idx="11467">
                  <c:v>1.3642919632090416E-2</c:v>
                </c:pt>
                <c:pt idx="11468">
                  <c:v>1.3642919632090416E-2</c:v>
                </c:pt>
                <c:pt idx="11469">
                  <c:v>1.3997588253375262E-2</c:v>
                </c:pt>
                <c:pt idx="11470">
                  <c:v>1.397394367862294E-2</c:v>
                </c:pt>
                <c:pt idx="11471">
                  <c:v>1.3690208781595062E-2</c:v>
                </c:pt>
                <c:pt idx="11472">
                  <c:v>1.3642919632090416E-2</c:v>
                </c:pt>
                <c:pt idx="11473">
                  <c:v>1.3997588253375262E-2</c:v>
                </c:pt>
                <c:pt idx="11474">
                  <c:v>1.3879365379613647E-2</c:v>
                </c:pt>
                <c:pt idx="11475">
                  <c:v>1.35246967583288E-2</c:v>
                </c:pt>
                <c:pt idx="11476">
                  <c:v>1.3477407608824155E-2</c:v>
                </c:pt>
                <c:pt idx="11477">
                  <c:v>1.3903009954365971E-2</c:v>
                </c:pt>
                <c:pt idx="11478">
                  <c:v>1.397394367862294E-2</c:v>
                </c:pt>
                <c:pt idx="11479">
                  <c:v>1.3737497931099709E-2</c:v>
                </c:pt>
                <c:pt idx="11480">
                  <c:v>1.3571985907833447E-2</c:v>
                </c:pt>
                <c:pt idx="11481">
                  <c:v>1.3855720804861324E-2</c:v>
                </c:pt>
                <c:pt idx="11482">
                  <c:v>1.3903009954365971E-2</c:v>
                </c:pt>
                <c:pt idx="11483">
                  <c:v>1.3642919632090416E-2</c:v>
                </c:pt>
                <c:pt idx="11484">
                  <c:v>1.3501052183576478E-2</c:v>
                </c:pt>
                <c:pt idx="11485">
                  <c:v>1.3879365379613647E-2</c:v>
                </c:pt>
                <c:pt idx="11486">
                  <c:v>1.397394367862294E-2</c:v>
                </c:pt>
                <c:pt idx="11487">
                  <c:v>1.3808431655356678E-2</c:v>
                </c:pt>
                <c:pt idx="11488">
                  <c:v>1.3571985907833447E-2</c:v>
                </c:pt>
                <c:pt idx="11489">
                  <c:v>1.397394367862294E-2</c:v>
                </c:pt>
                <c:pt idx="11490">
                  <c:v>1.4068521977632233E-2</c:v>
                </c:pt>
                <c:pt idx="11491">
                  <c:v>1.3808431655356678E-2</c:v>
                </c:pt>
                <c:pt idx="11492">
                  <c:v>1.3595630482585769E-2</c:v>
                </c:pt>
                <c:pt idx="11493">
                  <c:v>1.3997588253375262E-2</c:v>
                </c:pt>
                <c:pt idx="11494">
                  <c:v>1.4139455701889202E-2</c:v>
                </c:pt>
                <c:pt idx="11495">
                  <c:v>1.3926654529118293E-2</c:v>
                </c:pt>
                <c:pt idx="11496">
                  <c:v>1.3571985907833447E-2</c:v>
                </c:pt>
                <c:pt idx="11497">
                  <c:v>1.3879365379613647E-2</c:v>
                </c:pt>
                <c:pt idx="11498">
                  <c:v>1.397394367862294E-2</c:v>
                </c:pt>
                <c:pt idx="11499">
                  <c:v>1.3737497931099709E-2</c:v>
                </c:pt>
                <c:pt idx="11500">
                  <c:v>1.3477407608824155E-2</c:v>
                </c:pt>
                <c:pt idx="11501">
                  <c:v>1.3950299103870616E-2</c:v>
                </c:pt>
                <c:pt idx="11502">
                  <c:v>1.4092166552384554E-2</c:v>
                </c:pt>
                <c:pt idx="11503">
                  <c:v>1.3808431655356678E-2</c:v>
                </c:pt>
                <c:pt idx="11504">
                  <c:v>1.3548341333081124E-2</c:v>
                </c:pt>
                <c:pt idx="11505">
                  <c:v>1.3903009954365971E-2</c:v>
                </c:pt>
                <c:pt idx="11506">
                  <c:v>1.4044877402879909E-2</c:v>
                </c:pt>
                <c:pt idx="11507">
                  <c:v>1.397394367862294E-2</c:v>
                </c:pt>
                <c:pt idx="11508">
                  <c:v>1.366656420684274E-2</c:v>
                </c:pt>
                <c:pt idx="11509">
                  <c:v>1.3997588253375262E-2</c:v>
                </c:pt>
                <c:pt idx="11510">
                  <c:v>1.4044877402879909E-2</c:v>
                </c:pt>
                <c:pt idx="11511">
                  <c:v>1.3784787080604355E-2</c:v>
                </c:pt>
                <c:pt idx="11512">
                  <c:v>1.35246967583288E-2</c:v>
                </c:pt>
                <c:pt idx="11513">
                  <c:v>1.3903009954365971E-2</c:v>
                </c:pt>
                <c:pt idx="11514">
                  <c:v>1.4115811127136878E-2</c:v>
                </c:pt>
                <c:pt idx="11515">
                  <c:v>1.397394367862294E-2</c:v>
                </c:pt>
                <c:pt idx="11516">
                  <c:v>1.3571985907833447E-2</c:v>
                </c:pt>
                <c:pt idx="11517">
                  <c:v>1.3808431655356678E-2</c:v>
                </c:pt>
                <c:pt idx="11518">
                  <c:v>1.4044877402879909E-2</c:v>
                </c:pt>
                <c:pt idx="11519">
                  <c:v>1.3950299103870616E-2</c:v>
                </c:pt>
                <c:pt idx="11520">
                  <c:v>1.366656420684274E-2</c:v>
                </c:pt>
                <c:pt idx="11521">
                  <c:v>1.3903009954365971E-2</c:v>
                </c:pt>
                <c:pt idx="11522">
                  <c:v>1.4115811127136878E-2</c:v>
                </c:pt>
                <c:pt idx="11523">
                  <c:v>1.3855720804861324E-2</c:v>
                </c:pt>
                <c:pt idx="11524">
                  <c:v>1.3548341333081124E-2</c:v>
                </c:pt>
                <c:pt idx="11525">
                  <c:v>1.3832076230109002E-2</c:v>
                </c:pt>
                <c:pt idx="11526">
                  <c:v>1.4115811127136878E-2</c:v>
                </c:pt>
                <c:pt idx="11527">
                  <c:v>1.3926654529118293E-2</c:v>
                </c:pt>
                <c:pt idx="11528">
                  <c:v>1.3548341333081124E-2</c:v>
                </c:pt>
                <c:pt idx="11529">
                  <c:v>1.3713853356347385E-2</c:v>
                </c:pt>
                <c:pt idx="11530">
                  <c:v>1.3926654529118293E-2</c:v>
                </c:pt>
                <c:pt idx="11531">
                  <c:v>1.3784787080604355E-2</c:v>
                </c:pt>
                <c:pt idx="11532">
                  <c:v>1.3501052183576478E-2</c:v>
                </c:pt>
                <c:pt idx="11533">
                  <c:v>1.366656420684274E-2</c:v>
                </c:pt>
                <c:pt idx="11534">
                  <c:v>1.3903009954365971E-2</c:v>
                </c:pt>
                <c:pt idx="11535">
                  <c:v>1.3761142505852031E-2</c:v>
                </c:pt>
                <c:pt idx="11536">
                  <c:v>1.3453763034071831E-2</c:v>
                </c:pt>
                <c:pt idx="11537">
                  <c:v>1.3571985907833447E-2</c:v>
                </c:pt>
                <c:pt idx="11538">
                  <c:v>1.3832076230109002E-2</c:v>
                </c:pt>
                <c:pt idx="11539">
                  <c:v>1.3713853356347385E-2</c:v>
                </c:pt>
                <c:pt idx="11540">
                  <c:v>1.3406473884567185E-2</c:v>
                </c:pt>
                <c:pt idx="11541">
                  <c:v>1.35246967583288E-2</c:v>
                </c:pt>
                <c:pt idx="11542">
                  <c:v>1.3808431655356678E-2</c:v>
                </c:pt>
                <c:pt idx="11543">
                  <c:v>1.3737497931099709E-2</c:v>
                </c:pt>
                <c:pt idx="11544">
                  <c:v>1.3477407608824155E-2</c:v>
                </c:pt>
                <c:pt idx="11545">
                  <c:v>1.3501052183576478E-2</c:v>
                </c:pt>
                <c:pt idx="11546">
                  <c:v>1.3879365379613647E-2</c:v>
                </c:pt>
                <c:pt idx="11547">
                  <c:v>1.3855720804861324E-2</c:v>
                </c:pt>
                <c:pt idx="11548">
                  <c:v>1.3548341333081124E-2</c:v>
                </c:pt>
                <c:pt idx="11549">
                  <c:v>1.3548341333081124E-2</c:v>
                </c:pt>
                <c:pt idx="11550">
                  <c:v>1.3903009954365971E-2</c:v>
                </c:pt>
                <c:pt idx="11551">
                  <c:v>1.3903009954365971E-2</c:v>
                </c:pt>
                <c:pt idx="11552">
                  <c:v>1.3548341333081124E-2</c:v>
                </c:pt>
                <c:pt idx="11553">
                  <c:v>1.3477407608824155E-2</c:v>
                </c:pt>
                <c:pt idx="11554">
                  <c:v>1.3879365379613647E-2</c:v>
                </c:pt>
                <c:pt idx="11555">
                  <c:v>1.3879365379613647E-2</c:v>
                </c:pt>
                <c:pt idx="11556">
                  <c:v>1.3501052183576478E-2</c:v>
                </c:pt>
                <c:pt idx="11557">
                  <c:v>1.3406473884567185E-2</c:v>
                </c:pt>
                <c:pt idx="11558">
                  <c:v>1.3784787080604355E-2</c:v>
                </c:pt>
                <c:pt idx="11559">
                  <c:v>1.3808431655356678E-2</c:v>
                </c:pt>
                <c:pt idx="11560">
                  <c:v>1.3501052183576478E-2</c:v>
                </c:pt>
                <c:pt idx="11561">
                  <c:v>1.3406473884567185E-2</c:v>
                </c:pt>
                <c:pt idx="11562">
                  <c:v>1.3737497931099709E-2</c:v>
                </c:pt>
                <c:pt idx="11563">
                  <c:v>1.3737497931099709E-2</c:v>
                </c:pt>
                <c:pt idx="11564">
                  <c:v>1.3477407608824155E-2</c:v>
                </c:pt>
                <c:pt idx="11565">
                  <c:v>1.3382829309814862E-2</c:v>
                </c:pt>
                <c:pt idx="11566">
                  <c:v>1.3784787080604355E-2</c:v>
                </c:pt>
                <c:pt idx="11567">
                  <c:v>1.3832076230109002E-2</c:v>
                </c:pt>
                <c:pt idx="11568">
                  <c:v>1.3477407608824155E-2</c:v>
                </c:pt>
                <c:pt idx="11569">
                  <c:v>1.3240961861300925E-2</c:v>
                </c:pt>
                <c:pt idx="11570">
                  <c:v>1.3548341333081124E-2</c:v>
                </c:pt>
                <c:pt idx="11571">
                  <c:v>1.35246967583288E-2</c:v>
                </c:pt>
                <c:pt idx="11572">
                  <c:v>1.3311895585557893E-2</c:v>
                </c:pt>
                <c:pt idx="11573">
                  <c:v>1.3122738987539311E-2</c:v>
                </c:pt>
                <c:pt idx="11574">
                  <c:v>1.35246967583288E-2</c:v>
                </c:pt>
                <c:pt idx="11575">
                  <c:v>1.3690208781595062E-2</c:v>
                </c:pt>
                <c:pt idx="11576">
                  <c:v>1.3477407608824155E-2</c:v>
                </c:pt>
                <c:pt idx="11577">
                  <c:v>1.3359184735062538E-2</c:v>
                </c:pt>
                <c:pt idx="11578">
                  <c:v>1.3713853356347385E-2</c:v>
                </c:pt>
                <c:pt idx="11579">
                  <c:v>1.3855720804861324E-2</c:v>
                </c:pt>
                <c:pt idx="11580">
                  <c:v>1.3571985907833447E-2</c:v>
                </c:pt>
                <c:pt idx="11581">
                  <c:v>1.3430118459319507E-2</c:v>
                </c:pt>
                <c:pt idx="11582">
                  <c:v>1.3855720804861324E-2</c:v>
                </c:pt>
                <c:pt idx="11583">
                  <c:v>1.3903009954365971E-2</c:v>
                </c:pt>
                <c:pt idx="11584">
                  <c:v>1.3690208781595062E-2</c:v>
                </c:pt>
                <c:pt idx="11585">
                  <c:v>1.35246967583288E-2</c:v>
                </c:pt>
                <c:pt idx="11586">
                  <c:v>1.3832076230109002E-2</c:v>
                </c:pt>
                <c:pt idx="11587">
                  <c:v>1.3879365379613647E-2</c:v>
                </c:pt>
                <c:pt idx="11588">
                  <c:v>1.3690208781595062E-2</c:v>
                </c:pt>
                <c:pt idx="11589">
                  <c:v>1.3453763034071831E-2</c:v>
                </c:pt>
                <c:pt idx="11590">
                  <c:v>1.3784787080604355E-2</c:v>
                </c:pt>
                <c:pt idx="11591">
                  <c:v>1.3832076230109002E-2</c:v>
                </c:pt>
                <c:pt idx="11592">
                  <c:v>1.3619275057338093E-2</c:v>
                </c:pt>
                <c:pt idx="11593">
                  <c:v>1.3406473884567185E-2</c:v>
                </c:pt>
                <c:pt idx="11594">
                  <c:v>1.3832076230109002E-2</c:v>
                </c:pt>
                <c:pt idx="11595">
                  <c:v>1.4044877402879909E-2</c:v>
                </c:pt>
                <c:pt idx="11596">
                  <c:v>1.3832076230109002E-2</c:v>
                </c:pt>
                <c:pt idx="11597">
                  <c:v>1.3501052183576478E-2</c:v>
                </c:pt>
                <c:pt idx="11598">
                  <c:v>1.3713853356347385E-2</c:v>
                </c:pt>
                <c:pt idx="11599">
                  <c:v>1.3879365379613647E-2</c:v>
                </c:pt>
                <c:pt idx="11600">
                  <c:v>1.3737497931099709E-2</c:v>
                </c:pt>
                <c:pt idx="11601">
                  <c:v>1.3430118459319507E-2</c:v>
                </c:pt>
                <c:pt idx="11602">
                  <c:v>1.3737497931099709E-2</c:v>
                </c:pt>
                <c:pt idx="11603">
                  <c:v>1.3997588253375262E-2</c:v>
                </c:pt>
                <c:pt idx="11604">
                  <c:v>1.3784787080604355E-2</c:v>
                </c:pt>
                <c:pt idx="11605">
                  <c:v>1.3477407608824155E-2</c:v>
                </c:pt>
                <c:pt idx="11606">
                  <c:v>1.366656420684274E-2</c:v>
                </c:pt>
                <c:pt idx="11607">
                  <c:v>1.3926654529118293E-2</c:v>
                </c:pt>
                <c:pt idx="11608">
                  <c:v>1.3784787080604355E-2</c:v>
                </c:pt>
                <c:pt idx="11609">
                  <c:v>1.3571985907833447E-2</c:v>
                </c:pt>
                <c:pt idx="11610">
                  <c:v>1.3855720804861324E-2</c:v>
                </c:pt>
                <c:pt idx="11611">
                  <c:v>1.4092166552384554E-2</c:v>
                </c:pt>
                <c:pt idx="11612">
                  <c:v>1.3903009954365971E-2</c:v>
                </c:pt>
                <c:pt idx="11613">
                  <c:v>1.3501052183576478E-2</c:v>
                </c:pt>
                <c:pt idx="11614">
                  <c:v>1.3737497931099709E-2</c:v>
                </c:pt>
                <c:pt idx="11615">
                  <c:v>1.3997588253375262E-2</c:v>
                </c:pt>
                <c:pt idx="11616">
                  <c:v>1.3855720804861324E-2</c:v>
                </c:pt>
                <c:pt idx="11617">
                  <c:v>1.3501052183576478E-2</c:v>
                </c:pt>
                <c:pt idx="11618">
                  <c:v>1.3737497931099709E-2</c:v>
                </c:pt>
                <c:pt idx="11619">
                  <c:v>1.4044877402879909E-2</c:v>
                </c:pt>
                <c:pt idx="11620">
                  <c:v>1.3950299103870616E-2</c:v>
                </c:pt>
                <c:pt idx="11621">
                  <c:v>1.366656420684274E-2</c:v>
                </c:pt>
                <c:pt idx="11622">
                  <c:v>1.3855720804861324E-2</c:v>
                </c:pt>
                <c:pt idx="11623">
                  <c:v>1.4186744851393847E-2</c:v>
                </c:pt>
                <c:pt idx="11624">
                  <c:v>1.4068521977632233E-2</c:v>
                </c:pt>
                <c:pt idx="11625">
                  <c:v>1.3690208781595062E-2</c:v>
                </c:pt>
                <c:pt idx="11626">
                  <c:v>1.3761142505852031E-2</c:v>
                </c:pt>
                <c:pt idx="11627">
                  <c:v>1.3997588253375262E-2</c:v>
                </c:pt>
                <c:pt idx="11628">
                  <c:v>1.3855720804861324E-2</c:v>
                </c:pt>
                <c:pt idx="11629">
                  <c:v>1.3501052183576478E-2</c:v>
                </c:pt>
                <c:pt idx="11630">
                  <c:v>1.3595630482585769E-2</c:v>
                </c:pt>
                <c:pt idx="11631">
                  <c:v>1.397394367862294E-2</c:v>
                </c:pt>
                <c:pt idx="11632">
                  <c:v>1.4021232828127585E-2</c:v>
                </c:pt>
                <c:pt idx="11633">
                  <c:v>1.3737497931099709E-2</c:v>
                </c:pt>
                <c:pt idx="11634">
                  <c:v>1.3832076230109002E-2</c:v>
                </c:pt>
                <c:pt idx="11635">
                  <c:v>1.4163100276641524E-2</c:v>
                </c:pt>
                <c:pt idx="11636">
                  <c:v>1.4115811127136878E-2</c:v>
                </c:pt>
                <c:pt idx="11637">
                  <c:v>1.3761142505852031E-2</c:v>
                </c:pt>
                <c:pt idx="11638">
                  <c:v>1.3737497931099709E-2</c:v>
                </c:pt>
                <c:pt idx="11639">
                  <c:v>1.4092166552384554E-2</c:v>
                </c:pt>
                <c:pt idx="11640">
                  <c:v>1.4163100276641524E-2</c:v>
                </c:pt>
                <c:pt idx="11641">
                  <c:v>1.3903009954365971E-2</c:v>
                </c:pt>
                <c:pt idx="11642">
                  <c:v>1.3950299103870616E-2</c:v>
                </c:pt>
                <c:pt idx="11643">
                  <c:v>1.4257678575650816E-2</c:v>
                </c:pt>
                <c:pt idx="11644">
                  <c:v>1.428132315040314E-2</c:v>
                </c:pt>
                <c:pt idx="11645">
                  <c:v>1.3926654529118293E-2</c:v>
                </c:pt>
                <c:pt idx="11646">
                  <c:v>1.3855720804861324E-2</c:v>
                </c:pt>
                <c:pt idx="11647">
                  <c:v>1.4092166552384554E-2</c:v>
                </c:pt>
                <c:pt idx="11648">
                  <c:v>1.4092166552384554E-2</c:v>
                </c:pt>
                <c:pt idx="11649">
                  <c:v>1.3713853356347385E-2</c:v>
                </c:pt>
                <c:pt idx="11650">
                  <c:v>1.3690208781595062E-2</c:v>
                </c:pt>
                <c:pt idx="11651">
                  <c:v>1.4068521977632233E-2</c:v>
                </c:pt>
                <c:pt idx="11652">
                  <c:v>1.4115811127136878E-2</c:v>
                </c:pt>
                <c:pt idx="11653">
                  <c:v>1.3808431655356678E-2</c:v>
                </c:pt>
                <c:pt idx="11654">
                  <c:v>1.3784787080604355E-2</c:v>
                </c:pt>
                <c:pt idx="11655">
                  <c:v>1.4139455701889202E-2</c:v>
                </c:pt>
                <c:pt idx="11656">
                  <c:v>1.4210389426146171E-2</c:v>
                </c:pt>
                <c:pt idx="11657">
                  <c:v>1.4021232828127585E-2</c:v>
                </c:pt>
                <c:pt idx="11658">
                  <c:v>1.397394367862294E-2</c:v>
                </c:pt>
                <c:pt idx="11659">
                  <c:v>1.428132315040314E-2</c:v>
                </c:pt>
                <c:pt idx="11660">
                  <c:v>1.4352256874660109E-2</c:v>
                </c:pt>
                <c:pt idx="11661">
                  <c:v>1.4092166552384554E-2</c:v>
                </c:pt>
                <c:pt idx="11662">
                  <c:v>1.3950299103870616E-2</c:v>
                </c:pt>
                <c:pt idx="11663">
                  <c:v>1.428132315040314E-2</c:v>
                </c:pt>
                <c:pt idx="11664">
                  <c:v>1.4328612299907785E-2</c:v>
                </c:pt>
                <c:pt idx="11665">
                  <c:v>1.4044877402879909E-2</c:v>
                </c:pt>
                <c:pt idx="11666">
                  <c:v>1.3926654529118293E-2</c:v>
                </c:pt>
                <c:pt idx="11667">
                  <c:v>1.4210389426146171E-2</c:v>
                </c:pt>
                <c:pt idx="11668">
                  <c:v>1.4304967725155463E-2</c:v>
                </c:pt>
                <c:pt idx="11669">
                  <c:v>1.4044877402879909E-2</c:v>
                </c:pt>
                <c:pt idx="11670">
                  <c:v>1.3855720804861324E-2</c:v>
                </c:pt>
                <c:pt idx="11671">
                  <c:v>1.4210389426146171E-2</c:v>
                </c:pt>
                <c:pt idx="11672">
                  <c:v>1.4257678575650816E-2</c:v>
                </c:pt>
                <c:pt idx="11673">
                  <c:v>1.4021232828127585E-2</c:v>
                </c:pt>
                <c:pt idx="11674">
                  <c:v>1.3808431655356678E-2</c:v>
                </c:pt>
                <c:pt idx="11675">
                  <c:v>1.4044877402879909E-2</c:v>
                </c:pt>
                <c:pt idx="11676">
                  <c:v>1.4139455701889202E-2</c:v>
                </c:pt>
                <c:pt idx="11677">
                  <c:v>1.3926654529118293E-2</c:v>
                </c:pt>
                <c:pt idx="11678">
                  <c:v>1.3784787080604355E-2</c:v>
                </c:pt>
                <c:pt idx="11679">
                  <c:v>1.4139455701889202E-2</c:v>
                </c:pt>
                <c:pt idx="11680">
                  <c:v>1.4234034000898494E-2</c:v>
                </c:pt>
                <c:pt idx="11681">
                  <c:v>1.4068521977632233E-2</c:v>
                </c:pt>
                <c:pt idx="11682">
                  <c:v>1.3832076230109002E-2</c:v>
                </c:pt>
                <c:pt idx="11683">
                  <c:v>1.4068521977632233E-2</c:v>
                </c:pt>
                <c:pt idx="11684">
                  <c:v>1.4257678575650816E-2</c:v>
                </c:pt>
                <c:pt idx="11685">
                  <c:v>1.4115811127136878E-2</c:v>
                </c:pt>
                <c:pt idx="11686">
                  <c:v>1.3832076230109002E-2</c:v>
                </c:pt>
                <c:pt idx="11687">
                  <c:v>1.4044877402879909E-2</c:v>
                </c:pt>
                <c:pt idx="11688">
                  <c:v>1.4163100276641524E-2</c:v>
                </c:pt>
                <c:pt idx="11689">
                  <c:v>1.3950299103870616E-2</c:v>
                </c:pt>
                <c:pt idx="11690">
                  <c:v>1.3808431655356678E-2</c:v>
                </c:pt>
                <c:pt idx="11691">
                  <c:v>1.4115811127136878E-2</c:v>
                </c:pt>
                <c:pt idx="11692">
                  <c:v>1.4257678575650816E-2</c:v>
                </c:pt>
                <c:pt idx="11693">
                  <c:v>1.4115811127136878E-2</c:v>
                </c:pt>
                <c:pt idx="11694">
                  <c:v>1.3879365379613647E-2</c:v>
                </c:pt>
                <c:pt idx="11695">
                  <c:v>1.4068521977632233E-2</c:v>
                </c:pt>
                <c:pt idx="11696">
                  <c:v>1.4210389426146171E-2</c:v>
                </c:pt>
                <c:pt idx="11697">
                  <c:v>1.4092166552384554E-2</c:v>
                </c:pt>
                <c:pt idx="11698">
                  <c:v>1.3879365379613647E-2</c:v>
                </c:pt>
                <c:pt idx="11699">
                  <c:v>1.4092166552384554E-2</c:v>
                </c:pt>
                <c:pt idx="11700">
                  <c:v>1.4257678575650816E-2</c:v>
                </c:pt>
                <c:pt idx="11701">
                  <c:v>1.4044877402879909E-2</c:v>
                </c:pt>
                <c:pt idx="11702">
                  <c:v>1.366656420684274E-2</c:v>
                </c:pt>
                <c:pt idx="11703">
                  <c:v>1.3879365379613647E-2</c:v>
                </c:pt>
                <c:pt idx="11704">
                  <c:v>1.4139455701889202E-2</c:v>
                </c:pt>
                <c:pt idx="11705">
                  <c:v>1.3997588253375262E-2</c:v>
                </c:pt>
                <c:pt idx="11706">
                  <c:v>1.366656420684274E-2</c:v>
                </c:pt>
                <c:pt idx="11707">
                  <c:v>1.3832076230109002E-2</c:v>
                </c:pt>
                <c:pt idx="11708">
                  <c:v>1.4068521977632233E-2</c:v>
                </c:pt>
                <c:pt idx="11709">
                  <c:v>1.3926654529118293E-2</c:v>
                </c:pt>
                <c:pt idx="11710">
                  <c:v>1.3642919632090416E-2</c:v>
                </c:pt>
                <c:pt idx="11711">
                  <c:v>1.3832076230109002E-2</c:v>
                </c:pt>
                <c:pt idx="11712">
                  <c:v>1.4068521977632233E-2</c:v>
                </c:pt>
                <c:pt idx="11713">
                  <c:v>1.3926654529118293E-2</c:v>
                </c:pt>
                <c:pt idx="11714">
                  <c:v>1.366656420684274E-2</c:v>
                </c:pt>
                <c:pt idx="11715">
                  <c:v>1.3950299103870616E-2</c:v>
                </c:pt>
                <c:pt idx="11716">
                  <c:v>1.4163100276641524E-2</c:v>
                </c:pt>
                <c:pt idx="11717">
                  <c:v>1.4021232828127585E-2</c:v>
                </c:pt>
                <c:pt idx="11718">
                  <c:v>1.3642919632090416E-2</c:v>
                </c:pt>
                <c:pt idx="11719">
                  <c:v>1.3808431655356678E-2</c:v>
                </c:pt>
                <c:pt idx="11720">
                  <c:v>1.4163100276641524E-2</c:v>
                </c:pt>
                <c:pt idx="11721">
                  <c:v>1.4021232828127585E-2</c:v>
                </c:pt>
                <c:pt idx="11722">
                  <c:v>1.3642919632090416E-2</c:v>
                </c:pt>
                <c:pt idx="11723">
                  <c:v>1.3784787080604355E-2</c:v>
                </c:pt>
                <c:pt idx="11724">
                  <c:v>1.4044877402879909E-2</c:v>
                </c:pt>
                <c:pt idx="11725">
                  <c:v>1.3926654529118293E-2</c:v>
                </c:pt>
                <c:pt idx="11726">
                  <c:v>1.3642919632090416E-2</c:v>
                </c:pt>
                <c:pt idx="11727">
                  <c:v>1.3808431655356678E-2</c:v>
                </c:pt>
                <c:pt idx="11728">
                  <c:v>1.4186744851393847E-2</c:v>
                </c:pt>
                <c:pt idx="11729">
                  <c:v>1.4163100276641524E-2</c:v>
                </c:pt>
                <c:pt idx="11730">
                  <c:v>1.3761142505852031E-2</c:v>
                </c:pt>
                <c:pt idx="11731">
                  <c:v>1.3761142505852031E-2</c:v>
                </c:pt>
                <c:pt idx="11732">
                  <c:v>1.4068521977632233E-2</c:v>
                </c:pt>
                <c:pt idx="11733">
                  <c:v>1.397394367862294E-2</c:v>
                </c:pt>
                <c:pt idx="11734">
                  <c:v>1.3619275057338093E-2</c:v>
                </c:pt>
                <c:pt idx="11735">
                  <c:v>1.3595630482585769E-2</c:v>
                </c:pt>
                <c:pt idx="11736">
                  <c:v>1.3808431655356678E-2</c:v>
                </c:pt>
                <c:pt idx="11737">
                  <c:v>1.3761142505852031E-2</c:v>
                </c:pt>
                <c:pt idx="11738">
                  <c:v>1.3430118459319507E-2</c:v>
                </c:pt>
                <c:pt idx="11739">
                  <c:v>1.3477407608824155E-2</c:v>
                </c:pt>
                <c:pt idx="11740">
                  <c:v>1.3737497931099709E-2</c:v>
                </c:pt>
                <c:pt idx="11741">
                  <c:v>1.3737497931099709E-2</c:v>
                </c:pt>
                <c:pt idx="11742">
                  <c:v>1.3453763034071831E-2</c:v>
                </c:pt>
                <c:pt idx="11743">
                  <c:v>1.3406473884567185E-2</c:v>
                </c:pt>
                <c:pt idx="11744">
                  <c:v>1.3737497931099709E-2</c:v>
                </c:pt>
                <c:pt idx="11745">
                  <c:v>1.3713853356347385E-2</c:v>
                </c:pt>
                <c:pt idx="11746">
                  <c:v>1.3406473884567185E-2</c:v>
                </c:pt>
                <c:pt idx="11747">
                  <c:v>1.3359184735062538E-2</c:v>
                </c:pt>
                <c:pt idx="11748">
                  <c:v>1.3619275057338093E-2</c:v>
                </c:pt>
                <c:pt idx="11749">
                  <c:v>1.366656420684274E-2</c:v>
                </c:pt>
                <c:pt idx="11750">
                  <c:v>1.3406473884567185E-2</c:v>
                </c:pt>
                <c:pt idx="11751">
                  <c:v>1.3264606436053249E-2</c:v>
                </c:pt>
                <c:pt idx="11752">
                  <c:v>1.3501052183576478E-2</c:v>
                </c:pt>
                <c:pt idx="11753">
                  <c:v>1.3595630482585769E-2</c:v>
                </c:pt>
                <c:pt idx="11754">
                  <c:v>1.3335540160310216E-2</c:v>
                </c:pt>
                <c:pt idx="11755">
                  <c:v>1.3240961861300925E-2</c:v>
                </c:pt>
                <c:pt idx="11756">
                  <c:v>1.3571985907833447E-2</c:v>
                </c:pt>
                <c:pt idx="11757">
                  <c:v>1.366656420684274E-2</c:v>
                </c:pt>
                <c:pt idx="11758">
                  <c:v>1.3359184735062538E-2</c:v>
                </c:pt>
                <c:pt idx="11759">
                  <c:v>1.319367271179628E-2</c:v>
                </c:pt>
                <c:pt idx="11760">
                  <c:v>1.3571985907833447E-2</c:v>
                </c:pt>
                <c:pt idx="11761">
                  <c:v>1.3642919632090416E-2</c:v>
                </c:pt>
                <c:pt idx="11762">
                  <c:v>1.3430118459319507E-2</c:v>
                </c:pt>
                <c:pt idx="11763">
                  <c:v>1.3264606436053249E-2</c:v>
                </c:pt>
                <c:pt idx="11764">
                  <c:v>1.3453763034071831E-2</c:v>
                </c:pt>
                <c:pt idx="11765">
                  <c:v>1.3477407608824155E-2</c:v>
                </c:pt>
                <c:pt idx="11766">
                  <c:v>1.3264606436053249E-2</c:v>
                </c:pt>
                <c:pt idx="11767">
                  <c:v>1.3051805263282342E-2</c:v>
                </c:pt>
                <c:pt idx="11768">
                  <c:v>1.3359184735062538E-2</c:v>
                </c:pt>
                <c:pt idx="11769">
                  <c:v>1.3477407608824155E-2</c:v>
                </c:pt>
                <c:pt idx="11770">
                  <c:v>1.3311895585557893E-2</c:v>
                </c:pt>
                <c:pt idx="11771">
                  <c:v>1.3122738987539311E-2</c:v>
                </c:pt>
                <c:pt idx="11772">
                  <c:v>1.3382829309814862E-2</c:v>
                </c:pt>
                <c:pt idx="11773">
                  <c:v>1.3501052183576478E-2</c:v>
                </c:pt>
                <c:pt idx="11774">
                  <c:v>1.3311895585557893E-2</c:v>
                </c:pt>
                <c:pt idx="11775">
                  <c:v>1.3099094412786987E-2</c:v>
                </c:pt>
                <c:pt idx="11776">
                  <c:v>1.3430118459319507E-2</c:v>
                </c:pt>
                <c:pt idx="11777">
                  <c:v>1.3501052183576478E-2</c:v>
                </c:pt>
                <c:pt idx="11778">
                  <c:v>1.3264606436053249E-2</c:v>
                </c:pt>
                <c:pt idx="11779">
                  <c:v>1.3004516113777695E-2</c:v>
                </c:pt>
                <c:pt idx="11780">
                  <c:v>1.3335540160310216E-2</c:v>
                </c:pt>
                <c:pt idx="11781">
                  <c:v>1.3406473884567185E-2</c:v>
                </c:pt>
                <c:pt idx="11782">
                  <c:v>1.3217317286548604E-2</c:v>
                </c:pt>
                <c:pt idx="11783">
                  <c:v>1.2957226964273049E-2</c:v>
                </c:pt>
                <c:pt idx="11784">
                  <c:v>1.3240961861300925E-2</c:v>
                </c:pt>
                <c:pt idx="11785">
                  <c:v>1.3453763034071831E-2</c:v>
                </c:pt>
                <c:pt idx="11786">
                  <c:v>1.3217317286548604E-2</c:v>
                </c:pt>
                <c:pt idx="11787">
                  <c:v>1.2839004090511433E-2</c:v>
                </c:pt>
                <c:pt idx="11788">
                  <c:v>1.3099094412786987E-2</c:v>
                </c:pt>
                <c:pt idx="11789">
                  <c:v>1.3264606436053249E-2</c:v>
                </c:pt>
                <c:pt idx="11790">
                  <c:v>1.319367271179628E-2</c:v>
                </c:pt>
                <c:pt idx="11791">
                  <c:v>1.2909937814768402E-2</c:v>
                </c:pt>
                <c:pt idx="11792">
                  <c:v>1.3170028137043956E-2</c:v>
                </c:pt>
                <c:pt idx="11793">
                  <c:v>1.3359184735062538E-2</c:v>
                </c:pt>
                <c:pt idx="11794">
                  <c:v>1.3264606436053249E-2</c:v>
                </c:pt>
                <c:pt idx="11795">
                  <c:v>1.2980871539025373E-2</c:v>
                </c:pt>
                <c:pt idx="11796">
                  <c:v>1.3240961861300925E-2</c:v>
                </c:pt>
                <c:pt idx="11797">
                  <c:v>1.3430118459319507E-2</c:v>
                </c:pt>
                <c:pt idx="11798">
                  <c:v>1.3264606436053249E-2</c:v>
                </c:pt>
                <c:pt idx="11799">
                  <c:v>1.2862648665263756E-2</c:v>
                </c:pt>
                <c:pt idx="11800">
                  <c:v>1.3075449838034664E-2</c:v>
                </c:pt>
                <c:pt idx="11801">
                  <c:v>1.3288251010805573E-2</c:v>
                </c:pt>
                <c:pt idx="11802">
                  <c:v>1.319367271179628E-2</c:v>
                </c:pt>
                <c:pt idx="11803">
                  <c:v>1.2862648665263756E-2</c:v>
                </c:pt>
                <c:pt idx="11804">
                  <c:v>1.3004516113777695E-2</c:v>
                </c:pt>
                <c:pt idx="11805">
                  <c:v>1.3146383562291633E-2</c:v>
                </c:pt>
                <c:pt idx="11806">
                  <c:v>1.3051805263282342E-2</c:v>
                </c:pt>
                <c:pt idx="11807">
                  <c:v>1.2649847492492849E-2</c:v>
                </c:pt>
                <c:pt idx="11808">
                  <c:v>1.274442579150214E-2</c:v>
                </c:pt>
                <c:pt idx="11809">
                  <c:v>1.2980871539025373E-2</c:v>
                </c:pt>
                <c:pt idx="11810">
                  <c:v>1.2980871539025373E-2</c:v>
                </c:pt>
                <c:pt idx="11811">
                  <c:v>1.2768070366254464E-2</c:v>
                </c:pt>
                <c:pt idx="11812">
                  <c:v>1.2933582389520725E-2</c:v>
                </c:pt>
                <c:pt idx="11813">
                  <c:v>1.3146383562291633E-2</c:v>
                </c:pt>
                <c:pt idx="11814">
                  <c:v>1.3004516113777695E-2</c:v>
                </c:pt>
                <c:pt idx="11815">
                  <c:v>1.2697136641997495E-2</c:v>
                </c:pt>
                <c:pt idx="11816">
                  <c:v>1.2862648665263756E-2</c:v>
                </c:pt>
                <c:pt idx="11817">
                  <c:v>1.3170028137043956E-2</c:v>
                </c:pt>
                <c:pt idx="11818">
                  <c:v>1.3099094412786987E-2</c:v>
                </c:pt>
                <c:pt idx="11819">
                  <c:v>1.2720781216749818E-2</c:v>
                </c:pt>
                <c:pt idx="11820">
                  <c:v>1.274442579150214E-2</c:v>
                </c:pt>
                <c:pt idx="11821">
                  <c:v>1.3004516113777695E-2</c:v>
                </c:pt>
                <c:pt idx="11822">
                  <c:v>1.2933582389520725E-2</c:v>
                </c:pt>
                <c:pt idx="11823">
                  <c:v>1.2626202917740525E-2</c:v>
                </c:pt>
                <c:pt idx="11824">
                  <c:v>1.2697136641997495E-2</c:v>
                </c:pt>
                <c:pt idx="11825">
                  <c:v>1.3004516113777695E-2</c:v>
                </c:pt>
                <c:pt idx="11826">
                  <c:v>1.3004516113777695E-2</c:v>
                </c:pt>
                <c:pt idx="11827">
                  <c:v>1.2720781216749818E-2</c:v>
                </c:pt>
                <c:pt idx="11828">
                  <c:v>1.2720781216749818E-2</c:v>
                </c:pt>
                <c:pt idx="11829">
                  <c:v>1.3075449838034664E-2</c:v>
                </c:pt>
                <c:pt idx="11830">
                  <c:v>1.3004516113777695E-2</c:v>
                </c:pt>
                <c:pt idx="11831">
                  <c:v>1.2720781216749818E-2</c:v>
                </c:pt>
                <c:pt idx="11832">
                  <c:v>1.274442579150214E-2</c:v>
                </c:pt>
                <c:pt idx="11833">
                  <c:v>1.3075449838034664E-2</c:v>
                </c:pt>
                <c:pt idx="11834">
                  <c:v>1.3075449838034664E-2</c:v>
                </c:pt>
                <c:pt idx="11835">
                  <c:v>1.2791714941006787E-2</c:v>
                </c:pt>
                <c:pt idx="11836">
                  <c:v>1.2720781216749818E-2</c:v>
                </c:pt>
                <c:pt idx="11837">
                  <c:v>1.3051805263282342E-2</c:v>
                </c:pt>
                <c:pt idx="11838">
                  <c:v>1.3099094412786987E-2</c:v>
                </c:pt>
                <c:pt idx="11839">
                  <c:v>1.2909937814768402E-2</c:v>
                </c:pt>
                <c:pt idx="11840">
                  <c:v>1.2862648665263756E-2</c:v>
                </c:pt>
                <c:pt idx="11841">
                  <c:v>1.3170028137043956E-2</c:v>
                </c:pt>
                <c:pt idx="11842">
                  <c:v>1.3217317286548604E-2</c:v>
                </c:pt>
                <c:pt idx="11843">
                  <c:v>1.2980871539025373E-2</c:v>
                </c:pt>
                <c:pt idx="11844">
                  <c:v>1.2862648665263756E-2</c:v>
                </c:pt>
                <c:pt idx="11845">
                  <c:v>1.3146383562291633E-2</c:v>
                </c:pt>
                <c:pt idx="11846">
                  <c:v>1.3217317286548604E-2</c:v>
                </c:pt>
                <c:pt idx="11847">
                  <c:v>1.3004516113777695E-2</c:v>
                </c:pt>
                <c:pt idx="11848">
                  <c:v>1.2839004090511433E-2</c:v>
                </c:pt>
                <c:pt idx="11849">
                  <c:v>1.3170028137043956E-2</c:v>
                </c:pt>
                <c:pt idx="11850">
                  <c:v>1.3170028137043956E-2</c:v>
                </c:pt>
                <c:pt idx="11851">
                  <c:v>1.2957226964273049E-2</c:v>
                </c:pt>
                <c:pt idx="11852">
                  <c:v>1.2815359515759111E-2</c:v>
                </c:pt>
                <c:pt idx="11853">
                  <c:v>1.3122738987539311E-2</c:v>
                </c:pt>
                <c:pt idx="11854">
                  <c:v>1.319367271179628E-2</c:v>
                </c:pt>
                <c:pt idx="11855">
                  <c:v>1.2980871539025373E-2</c:v>
                </c:pt>
                <c:pt idx="11856">
                  <c:v>1.274442579150214E-2</c:v>
                </c:pt>
                <c:pt idx="11857">
                  <c:v>1.3099094412786987E-2</c:v>
                </c:pt>
                <c:pt idx="11858">
                  <c:v>1.319367271179628E-2</c:v>
                </c:pt>
                <c:pt idx="11859">
                  <c:v>1.2957226964273049E-2</c:v>
                </c:pt>
                <c:pt idx="11860">
                  <c:v>1.2626202917740525E-2</c:v>
                </c:pt>
                <c:pt idx="11861">
                  <c:v>1.3028160688530018E-2</c:v>
                </c:pt>
                <c:pt idx="11862">
                  <c:v>1.3217317286548604E-2</c:v>
                </c:pt>
                <c:pt idx="11863">
                  <c:v>1.3004516113777695E-2</c:v>
                </c:pt>
                <c:pt idx="11864">
                  <c:v>1.2768070366254464E-2</c:v>
                </c:pt>
                <c:pt idx="11865">
                  <c:v>1.3122738987539311E-2</c:v>
                </c:pt>
                <c:pt idx="11866">
                  <c:v>1.3217317286548604E-2</c:v>
                </c:pt>
                <c:pt idx="11867">
                  <c:v>1.2862648665263756E-2</c:v>
                </c:pt>
                <c:pt idx="11868">
                  <c:v>1.2602558342988202E-2</c:v>
                </c:pt>
                <c:pt idx="11869">
                  <c:v>1.2933582389520725E-2</c:v>
                </c:pt>
                <c:pt idx="11870">
                  <c:v>1.3099094412786987E-2</c:v>
                </c:pt>
                <c:pt idx="11871">
                  <c:v>1.2933582389520725E-2</c:v>
                </c:pt>
                <c:pt idx="11872">
                  <c:v>1.2673492067245171E-2</c:v>
                </c:pt>
                <c:pt idx="11873">
                  <c:v>1.2933582389520725E-2</c:v>
                </c:pt>
                <c:pt idx="11874">
                  <c:v>1.3051805263282342E-2</c:v>
                </c:pt>
                <c:pt idx="11875">
                  <c:v>1.2909937814768402E-2</c:v>
                </c:pt>
                <c:pt idx="11876">
                  <c:v>1.2626202917740525E-2</c:v>
                </c:pt>
                <c:pt idx="11877">
                  <c:v>1.2980871539025373E-2</c:v>
                </c:pt>
                <c:pt idx="11878">
                  <c:v>1.319367271179628E-2</c:v>
                </c:pt>
                <c:pt idx="11879">
                  <c:v>1.3075449838034664E-2</c:v>
                </c:pt>
                <c:pt idx="11880">
                  <c:v>1.2697136641997495E-2</c:v>
                </c:pt>
                <c:pt idx="11881">
                  <c:v>1.2957226964273049E-2</c:v>
                </c:pt>
                <c:pt idx="11882">
                  <c:v>1.3122738987539311E-2</c:v>
                </c:pt>
                <c:pt idx="11883">
                  <c:v>1.2933582389520725E-2</c:v>
                </c:pt>
                <c:pt idx="11884">
                  <c:v>1.257891376823588E-2</c:v>
                </c:pt>
                <c:pt idx="11885">
                  <c:v>1.2815359515759111E-2</c:v>
                </c:pt>
                <c:pt idx="11886">
                  <c:v>1.3051805263282342E-2</c:v>
                </c:pt>
                <c:pt idx="11887">
                  <c:v>1.288629324001608E-2</c:v>
                </c:pt>
                <c:pt idx="11888">
                  <c:v>1.2555269193483556E-2</c:v>
                </c:pt>
                <c:pt idx="11889">
                  <c:v>1.2791714941006787E-2</c:v>
                </c:pt>
                <c:pt idx="11890">
                  <c:v>1.3004516113777695E-2</c:v>
                </c:pt>
                <c:pt idx="11891">
                  <c:v>1.2839004090511433E-2</c:v>
                </c:pt>
                <c:pt idx="11892">
                  <c:v>1.2460690894474264E-2</c:v>
                </c:pt>
                <c:pt idx="11893">
                  <c:v>1.2673492067245171E-2</c:v>
                </c:pt>
                <c:pt idx="11894">
                  <c:v>1.2957226964273049E-2</c:v>
                </c:pt>
                <c:pt idx="11895">
                  <c:v>1.288629324001608E-2</c:v>
                </c:pt>
                <c:pt idx="11896">
                  <c:v>1.2555269193483556E-2</c:v>
                </c:pt>
                <c:pt idx="11897">
                  <c:v>1.274442579150214E-2</c:v>
                </c:pt>
                <c:pt idx="11898">
                  <c:v>1.3051805263282342E-2</c:v>
                </c:pt>
                <c:pt idx="11899">
                  <c:v>1.2933582389520725E-2</c:v>
                </c:pt>
                <c:pt idx="11900">
                  <c:v>1.2460690894474264E-2</c:v>
                </c:pt>
                <c:pt idx="11901">
                  <c:v>1.257891376823588E-2</c:v>
                </c:pt>
                <c:pt idx="11902">
                  <c:v>1.2909937814768402E-2</c:v>
                </c:pt>
                <c:pt idx="11903">
                  <c:v>1.2839004090511433E-2</c:v>
                </c:pt>
                <c:pt idx="11904">
                  <c:v>1.2555269193483556E-2</c:v>
                </c:pt>
                <c:pt idx="11905">
                  <c:v>1.2626202917740525E-2</c:v>
                </c:pt>
                <c:pt idx="11906">
                  <c:v>1.2909937814768402E-2</c:v>
                </c:pt>
                <c:pt idx="11907">
                  <c:v>1.2768070366254464E-2</c:v>
                </c:pt>
                <c:pt idx="11908">
                  <c:v>1.2389757170217295E-2</c:v>
                </c:pt>
                <c:pt idx="11909">
                  <c:v>1.2389757170217295E-2</c:v>
                </c:pt>
                <c:pt idx="11910">
                  <c:v>1.274442579150214E-2</c:v>
                </c:pt>
                <c:pt idx="11911">
                  <c:v>1.274442579150214E-2</c:v>
                </c:pt>
                <c:pt idx="11912">
                  <c:v>1.2366112595464971E-2</c:v>
                </c:pt>
                <c:pt idx="11913">
                  <c:v>1.2389757170217295E-2</c:v>
                </c:pt>
                <c:pt idx="11914">
                  <c:v>1.274442579150214E-2</c:v>
                </c:pt>
                <c:pt idx="11915">
                  <c:v>1.2626202917740525E-2</c:v>
                </c:pt>
                <c:pt idx="11916">
                  <c:v>1.2318823445960326E-2</c:v>
                </c:pt>
                <c:pt idx="11917">
                  <c:v>1.2224245146951033E-2</c:v>
                </c:pt>
                <c:pt idx="11918">
                  <c:v>1.2460690894474264E-2</c:v>
                </c:pt>
                <c:pt idx="11919">
                  <c:v>1.2460690894474264E-2</c:v>
                </c:pt>
                <c:pt idx="11920">
                  <c:v>1.2247889721703356E-2</c:v>
                </c:pt>
                <c:pt idx="11921">
                  <c:v>1.2200600572198709E-2</c:v>
                </c:pt>
                <c:pt idx="11922">
                  <c:v>1.2555269193483556E-2</c:v>
                </c:pt>
                <c:pt idx="11923">
                  <c:v>1.2626202917740525E-2</c:v>
                </c:pt>
                <c:pt idx="11924">
                  <c:v>1.2413401744969618E-2</c:v>
                </c:pt>
                <c:pt idx="11925">
                  <c:v>1.2366112595464971E-2</c:v>
                </c:pt>
                <c:pt idx="11926">
                  <c:v>1.2602558342988202E-2</c:v>
                </c:pt>
                <c:pt idx="11927">
                  <c:v>1.2555269193483556E-2</c:v>
                </c:pt>
                <c:pt idx="11928">
                  <c:v>1.2271534296455678E-2</c:v>
                </c:pt>
                <c:pt idx="11929">
                  <c:v>1.2153311422694064E-2</c:v>
                </c:pt>
                <c:pt idx="11930">
                  <c:v>1.2484335469226587E-2</c:v>
                </c:pt>
                <c:pt idx="11931">
                  <c:v>1.243704631972194E-2</c:v>
                </c:pt>
                <c:pt idx="11932">
                  <c:v>1.2153311422694064E-2</c:v>
                </c:pt>
                <c:pt idx="11933">
                  <c:v>1.1987799399427802E-2</c:v>
                </c:pt>
                <c:pt idx="11934">
                  <c:v>1.2389757170217295E-2</c:v>
                </c:pt>
                <c:pt idx="11935">
                  <c:v>1.2389757170217295E-2</c:v>
                </c:pt>
                <c:pt idx="11936">
                  <c:v>1.212966684794174E-2</c:v>
                </c:pt>
                <c:pt idx="11937">
                  <c:v>1.1987799399427802E-2</c:v>
                </c:pt>
                <c:pt idx="11938">
                  <c:v>1.2271534296455678E-2</c:v>
                </c:pt>
                <c:pt idx="11939">
                  <c:v>1.2224245146951033E-2</c:v>
                </c:pt>
                <c:pt idx="11940">
                  <c:v>1.1987799399427802E-2</c:v>
                </c:pt>
                <c:pt idx="11941">
                  <c:v>1.1798642801409217E-2</c:v>
                </c:pt>
                <c:pt idx="11942">
                  <c:v>1.2200600572198709E-2</c:v>
                </c:pt>
                <c:pt idx="11943">
                  <c:v>1.2271534296455678E-2</c:v>
                </c:pt>
                <c:pt idx="11944">
                  <c:v>1.1987799399427802E-2</c:v>
                </c:pt>
                <c:pt idx="11945">
                  <c:v>1.1704064502399924E-2</c:v>
                </c:pt>
                <c:pt idx="11946">
                  <c:v>1.2035088548932447E-2</c:v>
                </c:pt>
                <c:pt idx="11947">
                  <c:v>1.2058733123684771E-2</c:v>
                </c:pt>
                <c:pt idx="11948">
                  <c:v>1.182228737616154E-2</c:v>
                </c:pt>
                <c:pt idx="11949">
                  <c:v>1.1585841628638309E-2</c:v>
                </c:pt>
                <c:pt idx="11950">
                  <c:v>1.1916865675170833E-2</c:v>
                </c:pt>
                <c:pt idx="11951">
                  <c:v>1.2106022273189417E-2</c:v>
                </c:pt>
                <c:pt idx="11952">
                  <c:v>1.1869576525666186E-2</c:v>
                </c:pt>
                <c:pt idx="11953">
                  <c:v>1.1633130778142955E-2</c:v>
                </c:pt>
                <c:pt idx="11954">
                  <c:v>1.1940510249923155E-2</c:v>
                </c:pt>
                <c:pt idx="11955">
                  <c:v>1.2082377698437095E-2</c:v>
                </c:pt>
                <c:pt idx="11956">
                  <c:v>1.1845931950913864E-2</c:v>
                </c:pt>
                <c:pt idx="11957">
                  <c:v>1.1538552479133662E-2</c:v>
                </c:pt>
                <c:pt idx="11958">
                  <c:v>1.1893221100418509E-2</c:v>
                </c:pt>
                <c:pt idx="11959">
                  <c:v>1.2106022273189417E-2</c:v>
                </c:pt>
                <c:pt idx="11960">
                  <c:v>1.1916865675170833E-2</c:v>
                </c:pt>
                <c:pt idx="11961">
                  <c:v>1.1656775352895278E-2</c:v>
                </c:pt>
                <c:pt idx="11962">
                  <c:v>1.1964154824675478E-2</c:v>
                </c:pt>
                <c:pt idx="11963">
                  <c:v>1.2106022273189417E-2</c:v>
                </c:pt>
                <c:pt idx="11964">
                  <c:v>1.1798642801409217E-2</c:v>
                </c:pt>
                <c:pt idx="11965">
                  <c:v>1.1491263329629017E-2</c:v>
                </c:pt>
                <c:pt idx="11966">
                  <c:v>1.1704064502399924E-2</c:v>
                </c:pt>
                <c:pt idx="11967">
                  <c:v>1.1845931950913864E-2</c:v>
                </c:pt>
                <c:pt idx="11968">
                  <c:v>1.1727709077152247E-2</c:v>
                </c:pt>
                <c:pt idx="11969">
                  <c:v>1.151490790438134E-2</c:v>
                </c:pt>
                <c:pt idx="11970">
                  <c:v>1.1774998226656893E-2</c:v>
                </c:pt>
                <c:pt idx="11971">
                  <c:v>1.1964154824675478E-2</c:v>
                </c:pt>
                <c:pt idx="11972">
                  <c:v>1.1751353651904571E-2</c:v>
                </c:pt>
                <c:pt idx="11973">
                  <c:v>1.1396685030619724E-2</c:v>
                </c:pt>
                <c:pt idx="11974">
                  <c:v>1.1562197053885986E-2</c:v>
                </c:pt>
                <c:pt idx="11975">
                  <c:v>1.1798642801409217E-2</c:v>
                </c:pt>
                <c:pt idx="11976">
                  <c:v>1.1609486203390631E-2</c:v>
                </c:pt>
                <c:pt idx="11977">
                  <c:v>1.1325751306362755E-2</c:v>
                </c:pt>
                <c:pt idx="11978">
                  <c:v>1.1562197053885986E-2</c:v>
                </c:pt>
                <c:pt idx="11979">
                  <c:v>1.1774998226656893E-2</c:v>
                </c:pt>
                <c:pt idx="11980">
                  <c:v>1.1633130778142955E-2</c:v>
                </c:pt>
                <c:pt idx="11981">
                  <c:v>1.1325751306362755E-2</c:v>
                </c:pt>
                <c:pt idx="11982">
                  <c:v>1.151490790438134E-2</c:v>
                </c:pt>
                <c:pt idx="11983">
                  <c:v>1.1774998226656893E-2</c:v>
                </c:pt>
                <c:pt idx="11984">
                  <c:v>1.1609486203390631E-2</c:v>
                </c:pt>
                <c:pt idx="11985">
                  <c:v>1.1302106731610431E-2</c:v>
                </c:pt>
                <c:pt idx="11986">
                  <c:v>1.1467618754876693E-2</c:v>
                </c:pt>
                <c:pt idx="11987">
                  <c:v>1.1774998226656893E-2</c:v>
                </c:pt>
                <c:pt idx="11988">
                  <c:v>1.1680419927647602E-2</c:v>
                </c:pt>
                <c:pt idx="11989">
                  <c:v>1.1443974180124371E-2</c:v>
                </c:pt>
                <c:pt idx="11990">
                  <c:v>1.1562197053885986E-2</c:v>
                </c:pt>
                <c:pt idx="11991">
                  <c:v>1.1845931950913864E-2</c:v>
                </c:pt>
                <c:pt idx="11992">
                  <c:v>1.1727709077152247E-2</c:v>
                </c:pt>
                <c:pt idx="11993">
                  <c:v>1.1396685030619724E-2</c:v>
                </c:pt>
                <c:pt idx="11994">
                  <c:v>1.1420329605372048E-2</c:v>
                </c:pt>
                <c:pt idx="11995">
                  <c:v>1.1680419927647602E-2</c:v>
                </c:pt>
                <c:pt idx="11996">
                  <c:v>1.1538552479133662E-2</c:v>
                </c:pt>
                <c:pt idx="11997">
                  <c:v>1.1231173007353462E-2</c:v>
                </c:pt>
                <c:pt idx="11998">
                  <c:v>1.1278462156858109E-2</c:v>
                </c:pt>
                <c:pt idx="11999">
                  <c:v>1.1656775352895278E-2</c:v>
                </c:pt>
                <c:pt idx="12000">
                  <c:v>1.1585841628638309E-2</c:v>
                </c:pt>
                <c:pt idx="12001">
                  <c:v>1.1231173007353462E-2</c:v>
                </c:pt>
                <c:pt idx="12002">
                  <c:v>1.1302106731610431E-2</c:v>
                </c:pt>
                <c:pt idx="12003">
                  <c:v>1.1680419927647602E-2</c:v>
                </c:pt>
                <c:pt idx="12004">
                  <c:v>1.1727709077152247E-2</c:v>
                </c:pt>
                <c:pt idx="12005">
                  <c:v>1.1396685030619724E-2</c:v>
                </c:pt>
                <c:pt idx="12006">
                  <c:v>1.13730404558674E-2</c:v>
                </c:pt>
                <c:pt idx="12007">
                  <c:v>1.1751353651904571E-2</c:v>
                </c:pt>
                <c:pt idx="12008">
                  <c:v>1.1656775352895278E-2</c:v>
                </c:pt>
                <c:pt idx="12009">
                  <c:v>1.13730404558674E-2</c:v>
                </c:pt>
                <c:pt idx="12010">
                  <c:v>1.1467618754876693E-2</c:v>
                </c:pt>
                <c:pt idx="12011">
                  <c:v>1.182228737616154E-2</c:v>
                </c:pt>
                <c:pt idx="12012">
                  <c:v>1.1774998226656893E-2</c:v>
                </c:pt>
                <c:pt idx="12013">
                  <c:v>1.1420329605372048E-2</c:v>
                </c:pt>
                <c:pt idx="12014">
                  <c:v>1.1396685030619724E-2</c:v>
                </c:pt>
                <c:pt idx="12015">
                  <c:v>1.1774998226656893E-2</c:v>
                </c:pt>
                <c:pt idx="12016">
                  <c:v>1.1751353651904571E-2</c:v>
                </c:pt>
                <c:pt idx="12017">
                  <c:v>1.1491263329629017E-2</c:v>
                </c:pt>
                <c:pt idx="12018">
                  <c:v>1.1325751306362755E-2</c:v>
                </c:pt>
                <c:pt idx="12019">
                  <c:v>1.1609486203390631E-2</c:v>
                </c:pt>
                <c:pt idx="12020">
                  <c:v>1.1656775352895278E-2</c:v>
                </c:pt>
                <c:pt idx="12021">
                  <c:v>1.1349395881115078E-2</c:v>
                </c:pt>
                <c:pt idx="12022">
                  <c:v>1.1278462156858109E-2</c:v>
                </c:pt>
                <c:pt idx="12023">
                  <c:v>1.1609486203390631E-2</c:v>
                </c:pt>
                <c:pt idx="12024">
                  <c:v>1.1680419927647602E-2</c:v>
                </c:pt>
                <c:pt idx="12025">
                  <c:v>1.1467618754876693E-2</c:v>
                </c:pt>
                <c:pt idx="12026">
                  <c:v>1.1302106731610431E-2</c:v>
                </c:pt>
                <c:pt idx="12027">
                  <c:v>1.1609486203390631E-2</c:v>
                </c:pt>
                <c:pt idx="12028">
                  <c:v>1.1727709077152247E-2</c:v>
                </c:pt>
                <c:pt idx="12029">
                  <c:v>1.151490790438134E-2</c:v>
                </c:pt>
                <c:pt idx="12030">
                  <c:v>1.1420329605372048E-2</c:v>
                </c:pt>
                <c:pt idx="12031">
                  <c:v>1.1845931950913864E-2</c:v>
                </c:pt>
                <c:pt idx="12032">
                  <c:v>1.1964154824675478E-2</c:v>
                </c:pt>
                <c:pt idx="12033">
                  <c:v>1.1680419927647602E-2</c:v>
                </c:pt>
                <c:pt idx="12034">
                  <c:v>1.1562197053885986E-2</c:v>
                </c:pt>
                <c:pt idx="12035">
                  <c:v>1.1893221100418509E-2</c:v>
                </c:pt>
                <c:pt idx="12036">
                  <c:v>1.1964154824675478E-2</c:v>
                </c:pt>
                <c:pt idx="12037">
                  <c:v>1.1704064502399924E-2</c:v>
                </c:pt>
                <c:pt idx="12038">
                  <c:v>1.1538552479133662E-2</c:v>
                </c:pt>
                <c:pt idx="12039">
                  <c:v>1.1845931950913864E-2</c:v>
                </c:pt>
                <c:pt idx="12040">
                  <c:v>1.1916865675170833E-2</c:v>
                </c:pt>
                <c:pt idx="12041">
                  <c:v>1.1680419927647602E-2</c:v>
                </c:pt>
                <c:pt idx="12042">
                  <c:v>1.1443974180124371E-2</c:v>
                </c:pt>
                <c:pt idx="12043">
                  <c:v>1.1727709077152247E-2</c:v>
                </c:pt>
                <c:pt idx="12044">
                  <c:v>1.1845931950913864E-2</c:v>
                </c:pt>
                <c:pt idx="12045">
                  <c:v>1.1704064502399924E-2</c:v>
                </c:pt>
                <c:pt idx="12046">
                  <c:v>1.1491263329629017E-2</c:v>
                </c:pt>
                <c:pt idx="12047">
                  <c:v>1.182228737616154E-2</c:v>
                </c:pt>
                <c:pt idx="12048">
                  <c:v>1.1987799399427802E-2</c:v>
                </c:pt>
                <c:pt idx="12049">
                  <c:v>1.1798642801409217E-2</c:v>
                </c:pt>
                <c:pt idx="12050">
                  <c:v>1.1609486203390631E-2</c:v>
                </c:pt>
                <c:pt idx="12051">
                  <c:v>1.1869576525666186E-2</c:v>
                </c:pt>
                <c:pt idx="12052">
                  <c:v>1.2082377698437095E-2</c:v>
                </c:pt>
                <c:pt idx="12053">
                  <c:v>1.1893221100418509E-2</c:v>
                </c:pt>
                <c:pt idx="12054">
                  <c:v>1.1562197053885986E-2</c:v>
                </c:pt>
                <c:pt idx="12055">
                  <c:v>1.1798642801409217E-2</c:v>
                </c:pt>
                <c:pt idx="12056">
                  <c:v>1.2035088548932447E-2</c:v>
                </c:pt>
                <c:pt idx="12057">
                  <c:v>1.1845931950913864E-2</c:v>
                </c:pt>
                <c:pt idx="12058">
                  <c:v>1.1656775352895278E-2</c:v>
                </c:pt>
                <c:pt idx="12059">
                  <c:v>1.1940510249923155E-2</c:v>
                </c:pt>
                <c:pt idx="12060">
                  <c:v>1.2247889721703356E-2</c:v>
                </c:pt>
                <c:pt idx="12061">
                  <c:v>1.2153311422694064E-2</c:v>
                </c:pt>
                <c:pt idx="12062">
                  <c:v>1.1893221100418509E-2</c:v>
                </c:pt>
                <c:pt idx="12063">
                  <c:v>1.2082377698437095E-2</c:v>
                </c:pt>
                <c:pt idx="12064">
                  <c:v>1.2342468020712647E-2</c:v>
                </c:pt>
                <c:pt idx="12065">
                  <c:v>1.2271534296455678E-2</c:v>
                </c:pt>
                <c:pt idx="12066">
                  <c:v>1.2035088548932447E-2</c:v>
                </c:pt>
                <c:pt idx="12067">
                  <c:v>1.2224245146951033E-2</c:v>
                </c:pt>
                <c:pt idx="12068">
                  <c:v>1.243704631972194E-2</c:v>
                </c:pt>
                <c:pt idx="12069">
                  <c:v>1.2271534296455678E-2</c:v>
                </c:pt>
                <c:pt idx="12070">
                  <c:v>1.2011443974180126E-2</c:v>
                </c:pt>
                <c:pt idx="12071">
                  <c:v>1.2247889721703356E-2</c:v>
                </c:pt>
                <c:pt idx="12072">
                  <c:v>1.2484335469226587E-2</c:v>
                </c:pt>
                <c:pt idx="12073">
                  <c:v>1.2366112595464971E-2</c:v>
                </c:pt>
                <c:pt idx="12074">
                  <c:v>1.2011443974180126E-2</c:v>
                </c:pt>
                <c:pt idx="12075">
                  <c:v>1.2176955997446386E-2</c:v>
                </c:pt>
                <c:pt idx="12076">
                  <c:v>1.2484335469226587E-2</c:v>
                </c:pt>
                <c:pt idx="12077">
                  <c:v>1.2413401744969618E-2</c:v>
                </c:pt>
                <c:pt idx="12078">
                  <c:v>1.2082377698437095E-2</c:v>
                </c:pt>
                <c:pt idx="12079">
                  <c:v>1.2176955997446386E-2</c:v>
                </c:pt>
                <c:pt idx="12080">
                  <c:v>1.2460690894474264E-2</c:v>
                </c:pt>
                <c:pt idx="12081">
                  <c:v>1.2342468020712647E-2</c:v>
                </c:pt>
                <c:pt idx="12082">
                  <c:v>1.2011443974180126E-2</c:v>
                </c:pt>
                <c:pt idx="12083">
                  <c:v>1.212966684794174E-2</c:v>
                </c:pt>
                <c:pt idx="12084">
                  <c:v>1.243704631972194E-2</c:v>
                </c:pt>
                <c:pt idx="12085">
                  <c:v>1.2413401744969618E-2</c:v>
                </c:pt>
                <c:pt idx="12086">
                  <c:v>1.212966684794174E-2</c:v>
                </c:pt>
                <c:pt idx="12087">
                  <c:v>1.2224245146951033E-2</c:v>
                </c:pt>
                <c:pt idx="12088">
                  <c:v>1.2484335469226587E-2</c:v>
                </c:pt>
                <c:pt idx="12089">
                  <c:v>1.2484335469226587E-2</c:v>
                </c:pt>
                <c:pt idx="12090">
                  <c:v>1.2224245146951033E-2</c:v>
                </c:pt>
                <c:pt idx="12091">
                  <c:v>1.2318823445960326E-2</c:v>
                </c:pt>
                <c:pt idx="12092">
                  <c:v>1.2649847492492849E-2</c:v>
                </c:pt>
                <c:pt idx="12093">
                  <c:v>1.2649847492492849E-2</c:v>
                </c:pt>
                <c:pt idx="12094">
                  <c:v>1.243704631972194E-2</c:v>
                </c:pt>
                <c:pt idx="12095">
                  <c:v>1.257891376823588E-2</c:v>
                </c:pt>
                <c:pt idx="12096">
                  <c:v>1.2909937814768402E-2</c:v>
                </c:pt>
                <c:pt idx="12097">
                  <c:v>1.2933582389520725E-2</c:v>
                </c:pt>
                <c:pt idx="12098">
                  <c:v>1.2626202917740525E-2</c:v>
                </c:pt>
                <c:pt idx="12099">
                  <c:v>1.2697136641997495E-2</c:v>
                </c:pt>
                <c:pt idx="12100">
                  <c:v>1.2957226964273049E-2</c:v>
                </c:pt>
                <c:pt idx="12101">
                  <c:v>1.2957226964273049E-2</c:v>
                </c:pt>
                <c:pt idx="12102">
                  <c:v>1.2720781216749818E-2</c:v>
                </c:pt>
                <c:pt idx="12103">
                  <c:v>1.2697136641997495E-2</c:v>
                </c:pt>
                <c:pt idx="12104">
                  <c:v>1.2980871539025373E-2</c:v>
                </c:pt>
                <c:pt idx="12105">
                  <c:v>1.3028160688530018E-2</c:v>
                </c:pt>
                <c:pt idx="12106">
                  <c:v>1.2768070366254464E-2</c:v>
                </c:pt>
                <c:pt idx="12107">
                  <c:v>1.2791714941006787E-2</c:v>
                </c:pt>
                <c:pt idx="12108">
                  <c:v>1.319367271179628E-2</c:v>
                </c:pt>
                <c:pt idx="12109">
                  <c:v>1.3288251010805573E-2</c:v>
                </c:pt>
                <c:pt idx="12110">
                  <c:v>1.3004516113777695E-2</c:v>
                </c:pt>
                <c:pt idx="12111">
                  <c:v>1.2980871539025373E-2</c:v>
                </c:pt>
                <c:pt idx="12112">
                  <c:v>1.3382829309814862E-2</c:v>
                </c:pt>
                <c:pt idx="12113">
                  <c:v>1.3548341333081124E-2</c:v>
                </c:pt>
                <c:pt idx="12114">
                  <c:v>1.3240961861300925E-2</c:v>
                </c:pt>
                <c:pt idx="12115">
                  <c:v>1.3170028137043956E-2</c:v>
                </c:pt>
                <c:pt idx="12116">
                  <c:v>1.3477407608824155E-2</c:v>
                </c:pt>
                <c:pt idx="12117">
                  <c:v>1.3619275057338093E-2</c:v>
                </c:pt>
                <c:pt idx="12118">
                  <c:v>1.3406473884567185E-2</c:v>
                </c:pt>
                <c:pt idx="12119">
                  <c:v>1.3359184735062538E-2</c:v>
                </c:pt>
                <c:pt idx="12120">
                  <c:v>1.3761142505852031E-2</c:v>
                </c:pt>
                <c:pt idx="12121">
                  <c:v>1.3761142505852031E-2</c:v>
                </c:pt>
                <c:pt idx="12122">
                  <c:v>1.3453763034071831E-2</c:v>
                </c:pt>
                <c:pt idx="12123">
                  <c:v>1.3311895585557893E-2</c:v>
                </c:pt>
                <c:pt idx="12124">
                  <c:v>1.3619275057338093E-2</c:v>
                </c:pt>
                <c:pt idx="12125">
                  <c:v>1.3713853356347385E-2</c:v>
                </c:pt>
                <c:pt idx="12126">
                  <c:v>1.35246967583288E-2</c:v>
                </c:pt>
                <c:pt idx="12127">
                  <c:v>1.3430118459319507E-2</c:v>
                </c:pt>
                <c:pt idx="12128">
                  <c:v>1.3784787080604355E-2</c:v>
                </c:pt>
                <c:pt idx="12129">
                  <c:v>1.3950299103870616E-2</c:v>
                </c:pt>
                <c:pt idx="12130">
                  <c:v>1.3808431655356678E-2</c:v>
                </c:pt>
                <c:pt idx="12131">
                  <c:v>1.366656420684274E-2</c:v>
                </c:pt>
                <c:pt idx="12132">
                  <c:v>1.4021232828127585E-2</c:v>
                </c:pt>
                <c:pt idx="12133">
                  <c:v>1.4234034000898494E-2</c:v>
                </c:pt>
                <c:pt idx="12134">
                  <c:v>1.4068521977632233E-2</c:v>
                </c:pt>
                <c:pt idx="12135">
                  <c:v>1.3903009954365971E-2</c:v>
                </c:pt>
                <c:pt idx="12136">
                  <c:v>1.4257678575650816E-2</c:v>
                </c:pt>
                <c:pt idx="12137">
                  <c:v>1.4399546024164754E-2</c:v>
                </c:pt>
                <c:pt idx="12138">
                  <c:v>1.4257678575650816E-2</c:v>
                </c:pt>
                <c:pt idx="12139">
                  <c:v>1.4021232828127585E-2</c:v>
                </c:pt>
                <c:pt idx="12140">
                  <c:v>1.4399546024164754E-2</c:v>
                </c:pt>
                <c:pt idx="12141">
                  <c:v>1.4635991771687987E-2</c:v>
                </c:pt>
                <c:pt idx="12142">
                  <c:v>1.4470479748421725E-2</c:v>
                </c:pt>
                <c:pt idx="12143">
                  <c:v>1.4304967725155463E-2</c:v>
                </c:pt>
                <c:pt idx="12144">
                  <c:v>1.4565058047431016E-2</c:v>
                </c:pt>
                <c:pt idx="12145">
                  <c:v>1.4683280921192633E-2</c:v>
                </c:pt>
                <c:pt idx="12146">
                  <c:v>1.4565058047431016E-2</c:v>
                </c:pt>
                <c:pt idx="12147">
                  <c:v>1.4352256874660109E-2</c:v>
                </c:pt>
                <c:pt idx="12148">
                  <c:v>1.4706925495944956E-2</c:v>
                </c:pt>
                <c:pt idx="12149">
                  <c:v>1.503794954247748E-2</c:v>
                </c:pt>
                <c:pt idx="12150">
                  <c:v>1.4990660392972832E-2</c:v>
                </c:pt>
                <c:pt idx="12151">
                  <c:v>1.4777859220201925E-2</c:v>
                </c:pt>
                <c:pt idx="12152">
                  <c:v>1.5132527841486771E-2</c:v>
                </c:pt>
                <c:pt idx="12153">
                  <c:v>1.534532901425768E-2</c:v>
                </c:pt>
                <c:pt idx="12154">
                  <c:v>1.5179816990991418E-2</c:v>
                </c:pt>
                <c:pt idx="12155">
                  <c:v>1.489608209396354E-2</c:v>
                </c:pt>
                <c:pt idx="12156">
                  <c:v>1.5108883266734449E-2</c:v>
                </c:pt>
                <c:pt idx="12157">
                  <c:v>1.5321684439505356E-2</c:v>
                </c:pt>
                <c:pt idx="12158">
                  <c:v>1.5203461565743741E-2</c:v>
                </c:pt>
                <c:pt idx="12159">
                  <c:v>1.4872437519211218E-2</c:v>
                </c:pt>
                <c:pt idx="12160">
                  <c:v>1.5156172416239094E-2</c:v>
                </c:pt>
                <c:pt idx="12161">
                  <c:v>1.5392618163762325E-2</c:v>
                </c:pt>
                <c:pt idx="12162">
                  <c:v>1.5274395290000711E-2</c:v>
                </c:pt>
                <c:pt idx="12163">
                  <c:v>1.5014304967725156E-2</c:v>
                </c:pt>
                <c:pt idx="12164">
                  <c:v>1.5321684439505356E-2</c:v>
                </c:pt>
                <c:pt idx="12165">
                  <c:v>1.5629063911285556E-2</c:v>
                </c:pt>
                <c:pt idx="12166">
                  <c:v>1.5581774761780911E-2</c:v>
                </c:pt>
                <c:pt idx="12167">
                  <c:v>1.5274395290000711E-2</c:v>
                </c:pt>
                <c:pt idx="12168">
                  <c:v>1.5487196462771618E-2</c:v>
                </c:pt>
                <c:pt idx="12169">
                  <c:v>1.5699997635542525E-2</c:v>
                </c:pt>
                <c:pt idx="12170">
                  <c:v>1.5676353060790203E-2</c:v>
                </c:pt>
                <c:pt idx="12171">
                  <c:v>1.5392618163762325E-2</c:v>
                </c:pt>
                <c:pt idx="12172">
                  <c:v>1.5629063911285556E-2</c:v>
                </c:pt>
                <c:pt idx="12173">
                  <c:v>1.5912798808313432E-2</c:v>
                </c:pt>
                <c:pt idx="12174">
                  <c:v>1.5841865084056463E-2</c:v>
                </c:pt>
                <c:pt idx="12175">
                  <c:v>1.5416262738514649E-2</c:v>
                </c:pt>
                <c:pt idx="12176">
                  <c:v>1.5534485612276263E-2</c:v>
                </c:pt>
                <c:pt idx="12177">
                  <c:v>1.5818220509304141E-2</c:v>
                </c:pt>
                <c:pt idx="12178">
                  <c:v>1.572364221029485E-2</c:v>
                </c:pt>
                <c:pt idx="12179">
                  <c:v>1.5321684439505356E-2</c:v>
                </c:pt>
                <c:pt idx="12180">
                  <c:v>1.5487196462771618E-2</c:v>
                </c:pt>
                <c:pt idx="12181">
                  <c:v>1.5841865084056463E-2</c:v>
                </c:pt>
                <c:pt idx="12182">
                  <c:v>1.5818220509304141E-2</c:v>
                </c:pt>
                <c:pt idx="12183">
                  <c:v>1.5534485612276263E-2</c:v>
                </c:pt>
                <c:pt idx="12184">
                  <c:v>1.5676353060790203E-2</c:v>
                </c:pt>
                <c:pt idx="12185">
                  <c:v>1.6007377107322727E-2</c:v>
                </c:pt>
                <c:pt idx="12186">
                  <c:v>1.5889154233561111E-2</c:v>
                </c:pt>
                <c:pt idx="12187">
                  <c:v>1.5629063911285556E-2</c:v>
                </c:pt>
                <c:pt idx="12188">
                  <c:v>1.5558130187028587E-2</c:v>
                </c:pt>
                <c:pt idx="12189">
                  <c:v>1.5818220509304141E-2</c:v>
                </c:pt>
                <c:pt idx="12190">
                  <c:v>1.5912798808313432E-2</c:v>
                </c:pt>
                <c:pt idx="12191">
                  <c:v>1.5676353060790203E-2</c:v>
                </c:pt>
                <c:pt idx="12192">
                  <c:v>1.5747286785047172E-2</c:v>
                </c:pt>
                <c:pt idx="12193">
                  <c:v>1.6125599981084343E-2</c:v>
                </c:pt>
                <c:pt idx="12194">
                  <c:v>1.6149244555836665E-2</c:v>
                </c:pt>
                <c:pt idx="12195">
                  <c:v>1.5912798808313432E-2</c:v>
                </c:pt>
                <c:pt idx="12196">
                  <c:v>1.596008795781808E-2</c:v>
                </c:pt>
                <c:pt idx="12197">
                  <c:v>1.6314756579102925E-2</c:v>
                </c:pt>
                <c:pt idx="12198">
                  <c:v>1.62911120043506E-2</c:v>
                </c:pt>
                <c:pt idx="12199">
                  <c:v>1.6054666256827374E-2</c:v>
                </c:pt>
                <c:pt idx="12200">
                  <c:v>1.5983732532570401E-2</c:v>
                </c:pt>
                <c:pt idx="12201">
                  <c:v>1.6362045728607569E-2</c:v>
                </c:pt>
                <c:pt idx="12202">
                  <c:v>1.6385690303359894E-2</c:v>
                </c:pt>
                <c:pt idx="12203">
                  <c:v>1.6101955406332018E-2</c:v>
                </c:pt>
                <c:pt idx="12204">
                  <c:v>1.6031021682075049E-2</c:v>
                </c:pt>
                <c:pt idx="12205">
                  <c:v>1.6432979452864538E-2</c:v>
                </c:pt>
                <c:pt idx="12206">
                  <c:v>1.6456624027616863E-2</c:v>
                </c:pt>
                <c:pt idx="12207">
                  <c:v>1.6243822854845956E-2</c:v>
                </c:pt>
                <c:pt idx="12208">
                  <c:v>1.6078310831579696E-2</c:v>
                </c:pt>
                <c:pt idx="12209">
                  <c:v>1.6432979452864538E-2</c:v>
                </c:pt>
                <c:pt idx="12210">
                  <c:v>1.6551202326626154E-2</c:v>
                </c:pt>
                <c:pt idx="12211">
                  <c:v>1.62911120043506E-2</c:v>
                </c:pt>
                <c:pt idx="12212">
                  <c:v>1.6078310831579696E-2</c:v>
                </c:pt>
                <c:pt idx="12213">
                  <c:v>1.6385690303359894E-2</c:v>
                </c:pt>
                <c:pt idx="12214">
                  <c:v>1.6503913177121507E-2</c:v>
                </c:pt>
                <c:pt idx="12215">
                  <c:v>1.6243822854845956E-2</c:v>
                </c:pt>
                <c:pt idx="12216">
                  <c:v>1.6078310831579696E-2</c:v>
                </c:pt>
                <c:pt idx="12217">
                  <c:v>1.6480268602369185E-2</c:v>
                </c:pt>
                <c:pt idx="12218">
                  <c:v>1.657484690137848E-2</c:v>
                </c:pt>
                <c:pt idx="12219">
                  <c:v>1.6362045728607569E-2</c:v>
                </c:pt>
                <c:pt idx="12220">
                  <c:v>1.6149244555836665E-2</c:v>
                </c:pt>
                <c:pt idx="12221">
                  <c:v>1.6456624027616863E-2</c:v>
                </c:pt>
                <c:pt idx="12222">
                  <c:v>1.6551202326626154E-2</c:v>
                </c:pt>
                <c:pt idx="12223">
                  <c:v>1.6362045728607569E-2</c:v>
                </c:pt>
                <c:pt idx="12224">
                  <c:v>1.6125599981084343E-2</c:v>
                </c:pt>
                <c:pt idx="12225">
                  <c:v>1.6480268602369185E-2</c:v>
                </c:pt>
                <c:pt idx="12226">
                  <c:v>1.6551202326626154E-2</c:v>
                </c:pt>
                <c:pt idx="12227">
                  <c:v>1.6314756579102925E-2</c:v>
                </c:pt>
                <c:pt idx="12228">
                  <c:v>1.6007377107322727E-2</c:v>
                </c:pt>
                <c:pt idx="12229">
                  <c:v>1.6338401153855247E-2</c:v>
                </c:pt>
                <c:pt idx="12230">
                  <c:v>1.6503913177121507E-2</c:v>
                </c:pt>
                <c:pt idx="12231">
                  <c:v>1.6362045728607569E-2</c:v>
                </c:pt>
                <c:pt idx="12232">
                  <c:v>1.6125599981084343E-2</c:v>
                </c:pt>
                <c:pt idx="12233">
                  <c:v>1.62911120043506E-2</c:v>
                </c:pt>
                <c:pt idx="12234">
                  <c:v>1.6456624027616863E-2</c:v>
                </c:pt>
                <c:pt idx="12235">
                  <c:v>1.6314756579102925E-2</c:v>
                </c:pt>
                <c:pt idx="12236">
                  <c:v>1.6125599981084343E-2</c:v>
                </c:pt>
                <c:pt idx="12237">
                  <c:v>1.6456624027616863E-2</c:v>
                </c:pt>
                <c:pt idx="12238">
                  <c:v>1.657484690137848E-2</c:v>
                </c:pt>
                <c:pt idx="12239">
                  <c:v>1.6409334878112216E-2</c:v>
                </c:pt>
                <c:pt idx="12240">
                  <c:v>1.6101955406332018E-2</c:v>
                </c:pt>
                <c:pt idx="12241">
                  <c:v>1.6314756579102925E-2</c:v>
                </c:pt>
                <c:pt idx="12242">
                  <c:v>1.6409334878112216E-2</c:v>
                </c:pt>
                <c:pt idx="12243">
                  <c:v>1.6220178280093634E-2</c:v>
                </c:pt>
                <c:pt idx="12244">
                  <c:v>1.5818220509304141E-2</c:v>
                </c:pt>
                <c:pt idx="12245">
                  <c:v>1.6007377107322727E-2</c:v>
                </c:pt>
                <c:pt idx="12246">
                  <c:v>1.6220178280093634E-2</c:v>
                </c:pt>
                <c:pt idx="12247">
                  <c:v>1.6101955406332018E-2</c:v>
                </c:pt>
                <c:pt idx="12248">
                  <c:v>1.5747286785047172E-2</c:v>
                </c:pt>
                <c:pt idx="12249">
                  <c:v>1.6031021682075049E-2</c:v>
                </c:pt>
                <c:pt idx="12250">
                  <c:v>1.6220178280093634E-2</c:v>
                </c:pt>
                <c:pt idx="12251">
                  <c:v>1.6101955406332018E-2</c:v>
                </c:pt>
                <c:pt idx="12252">
                  <c:v>1.572364221029485E-2</c:v>
                </c:pt>
                <c:pt idx="12253">
                  <c:v>1.5865509658808789E-2</c:v>
                </c:pt>
                <c:pt idx="12254">
                  <c:v>1.6007377107322727E-2</c:v>
                </c:pt>
                <c:pt idx="12255">
                  <c:v>1.5889154233561111E-2</c:v>
                </c:pt>
                <c:pt idx="12256">
                  <c:v>1.5558130187028587E-2</c:v>
                </c:pt>
                <c:pt idx="12257">
                  <c:v>1.572364221029485E-2</c:v>
                </c:pt>
                <c:pt idx="12258">
                  <c:v>1.596008795781808E-2</c:v>
                </c:pt>
                <c:pt idx="12259">
                  <c:v>1.5841865084056463E-2</c:v>
                </c:pt>
                <c:pt idx="12260">
                  <c:v>1.5581774761780911E-2</c:v>
                </c:pt>
                <c:pt idx="12261">
                  <c:v>1.5676353060790203E-2</c:v>
                </c:pt>
                <c:pt idx="12262">
                  <c:v>1.5889154233561111E-2</c:v>
                </c:pt>
                <c:pt idx="12263">
                  <c:v>1.579457593455182E-2</c:v>
                </c:pt>
                <c:pt idx="12264">
                  <c:v>1.5463551888019294E-2</c:v>
                </c:pt>
                <c:pt idx="12265">
                  <c:v>1.5605419336533234E-2</c:v>
                </c:pt>
                <c:pt idx="12266">
                  <c:v>1.5912798808313432E-2</c:v>
                </c:pt>
                <c:pt idx="12267">
                  <c:v>1.5770931359799494E-2</c:v>
                </c:pt>
                <c:pt idx="12268">
                  <c:v>1.534532901425768E-2</c:v>
                </c:pt>
                <c:pt idx="12269">
                  <c:v>1.5487196462771618E-2</c:v>
                </c:pt>
                <c:pt idx="12270">
                  <c:v>1.5770931359799494E-2</c:v>
                </c:pt>
                <c:pt idx="12271">
                  <c:v>1.5676353060790203E-2</c:v>
                </c:pt>
                <c:pt idx="12272">
                  <c:v>1.5298039864753032E-2</c:v>
                </c:pt>
                <c:pt idx="12273">
                  <c:v>1.5250750715248387E-2</c:v>
                </c:pt>
                <c:pt idx="12274">
                  <c:v>1.5510841037523941E-2</c:v>
                </c:pt>
                <c:pt idx="12275">
                  <c:v>1.5463551888019294E-2</c:v>
                </c:pt>
                <c:pt idx="12276">
                  <c:v>1.5108883266734449E-2</c:v>
                </c:pt>
                <c:pt idx="12277">
                  <c:v>1.5061594117229802E-2</c:v>
                </c:pt>
                <c:pt idx="12278">
                  <c:v>1.5368973589010003E-2</c:v>
                </c:pt>
                <c:pt idx="12279">
                  <c:v>1.5321684439505356E-2</c:v>
                </c:pt>
                <c:pt idx="12280">
                  <c:v>1.503794954247748E-2</c:v>
                </c:pt>
                <c:pt idx="12281">
                  <c:v>1.4943371243468187E-2</c:v>
                </c:pt>
                <c:pt idx="12282">
                  <c:v>1.5274395290000711E-2</c:v>
                </c:pt>
                <c:pt idx="12283">
                  <c:v>1.5156172416239094E-2</c:v>
                </c:pt>
                <c:pt idx="12284">
                  <c:v>1.4825148369706571E-2</c:v>
                </c:pt>
                <c:pt idx="12285">
                  <c:v>1.4706925495944956E-2</c:v>
                </c:pt>
                <c:pt idx="12286">
                  <c:v>1.4967015818220509E-2</c:v>
                </c:pt>
                <c:pt idx="12287">
                  <c:v>1.4919726668715863E-2</c:v>
                </c:pt>
                <c:pt idx="12288">
                  <c:v>1.4565058047431016E-2</c:v>
                </c:pt>
                <c:pt idx="12289">
                  <c:v>1.4517768897926371E-2</c:v>
                </c:pt>
                <c:pt idx="12290">
                  <c:v>1.4801503794954249E-2</c:v>
                </c:pt>
                <c:pt idx="12291">
                  <c:v>1.4801503794954249E-2</c:v>
                </c:pt>
                <c:pt idx="12292">
                  <c:v>1.4423190598917078E-2</c:v>
                </c:pt>
                <c:pt idx="12293">
                  <c:v>1.4234034000898494E-2</c:v>
                </c:pt>
                <c:pt idx="12294">
                  <c:v>1.4541413472678694E-2</c:v>
                </c:pt>
                <c:pt idx="12295">
                  <c:v>1.4517768897926371E-2</c:v>
                </c:pt>
                <c:pt idx="12296">
                  <c:v>1.4115811127136878E-2</c:v>
                </c:pt>
                <c:pt idx="12297">
                  <c:v>1.3997588253375262E-2</c:v>
                </c:pt>
                <c:pt idx="12298">
                  <c:v>1.428132315040314E-2</c:v>
                </c:pt>
                <c:pt idx="12299">
                  <c:v>1.4234034000898494E-2</c:v>
                </c:pt>
                <c:pt idx="12300">
                  <c:v>1.3950299103870616E-2</c:v>
                </c:pt>
                <c:pt idx="12301">
                  <c:v>1.3737497931099709E-2</c:v>
                </c:pt>
                <c:pt idx="12302">
                  <c:v>1.4044877402879909E-2</c:v>
                </c:pt>
                <c:pt idx="12303">
                  <c:v>1.3997588253375262E-2</c:v>
                </c:pt>
                <c:pt idx="12304">
                  <c:v>1.3737497931099709E-2</c:v>
                </c:pt>
                <c:pt idx="12305">
                  <c:v>1.35246967583288E-2</c:v>
                </c:pt>
                <c:pt idx="12306">
                  <c:v>1.3879365379613647E-2</c:v>
                </c:pt>
                <c:pt idx="12307">
                  <c:v>1.3926654529118293E-2</c:v>
                </c:pt>
                <c:pt idx="12308">
                  <c:v>1.3548341333081124E-2</c:v>
                </c:pt>
                <c:pt idx="12309">
                  <c:v>1.3288251010805573E-2</c:v>
                </c:pt>
                <c:pt idx="12310">
                  <c:v>1.3713853356347385E-2</c:v>
                </c:pt>
                <c:pt idx="12311">
                  <c:v>1.3784787080604355E-2</c:v>
                </c:pt>
                <c:pt idx="12312">
                  <c:v>1.35246967583288E-2</c:v>
                </c:pt>
                <c:pt idx="12313">
                  <c:v>1.3264606436053249E-2</c:v>
                </c:pt>
                <c:pt idx="12314">
                  <c:v>1.3571985907833447E-2</c:v>
                </c:pt>
                <c:pt idx="12315">
                  <c:v>1.366656420684274E-2</c:v>
                </c:pt>
                <c:pt idx="12316">
                  <c:v>1.3453763034071831E-2</c:v>
                </c:pt>
                <c:pt idx="12317">
                  <c:v>1.3099094412786987E-2</c:v>
                </c:pt>
                <c:pt idx="12318">
                  <c:v>1.3359184735062538E-2</c:v>
                </c:pt>
                <c:pt idx="12319">
                  <c:v>1.3430118459319507E-2</c:v>
                </c:pt>
                <c:pt idx="12320">
                  <c:v>1.3217317286548604E-2</c:v>
                </c:pt>
                <c:pt idx="12321">
                  <c:v>1.288629324001608E-2</c:v>
                </c:pt>
                <c:pt idx="12322">
                  <c:v>1.3170028137043956E-2</c:v>
                </c:pt>
                <c:pt idx="12323">
                  <c:v>1.3240961861300925E-2</c:v>
                </c:pt>
                <c:pt idx="12324">
                  <c:v>1.2980871539025373E-2</c:v>
                </c:pt>
                <c:pt idx="12325">
                  <c:v>1.2673492067245171E-2</c:v>
                </c:pt>
                <c:pt idx="12326">
                  <c:v>1.3004516113777695E-2</c:v>
                </c:pt>
                <c:pt idx="12327">
                  <c:v>1.3170028137043956E-2</c:v>
                </c:pt>
                <c:pt idx="12328">
                  <c:v>1.2909937814768402E-2</c:v>
                </c:pt>
                <c:pt idx="12329">
                  <c:v>1.257891376823588E-2</c:v>
                </c:pt>
                <c:pt idx="12330">
                  <c:v>1.2862648665263756E-2</c:v>
                </c:pt>
                <c:pt idx="12331">
                  <c:v>1.3075449838034664E-2</c:v>
                </c:pt>
                <c:pt idx="12332">
                  <c:v>1.2839004090511433E-2</c:v>
                </c:pt>
                <c:pt idx="12333">
                  <c:v>1.2531624618731233E-2</c:v>
                </c:pt>
                <c:pt idx="12334">
                  <c:v>1.2720781216749818E-2</c:v>
                </c:pt>
                <c:pt idx="12335">
                  <c:v>1.2791714941006787E-2</c:v>
                </c:pt>
                <c:pt idx="12336">
                  <c:v>1.2484335469226587E-2</c:v>
                </c:pt>
                <c:pt idx="12337">
                  <c:v>1.2058733123684771E-2</c:v>
                </c:pt>
                <c:pt idx="12338">
                  <c:v>1.2200600572198709E-2</c:v>
                </c:pt>
                <c:pt idx="12339">
                  <c:v>1.2484335469226587E-2</c:v>
                </c:pt>
                <c:pt idx="12340">
                  <c:v>1.2342468020712647E-2</c:v>
                </c:pt>
                <c:pt idx="12341">
                  <c:v>1.2035088548932447E-2</c:v>
                </c:pt>
                <c:pt idx="12342">
                  <c:v>1.2224245146951033E-2</c:v>
                </c:pt>
                <c:pt idx="12343">
                  <c:v>1.2531624618731233E-2</c:v>
                </c:pt>
                <c:pt idx="12344">
                  <c:v>1.2295178871208002E-2</c:v>
                </c:pt>
                <c:pt idx="12345">
                  <c:v>1.1964154824675478E-2</c:v>
                </c:pt>
                <c:pt idx="12346">
                  <c:v>1.2082377698437095E-2</c:v>
                </c:pt>
                <c:pt idx="12347">
                  <c:v>1.2318823445960326E-2</c:v>
                </c:pt>
                <c:pt idx="12348">
                  <c:v>1.2224245146951033E-2</c:v>
                </c:pt>
                <c:pt idx="12349">
                  <c:v>1.1916865675170833E-2</c:v>
                </c:pt>
                <c:pt idx="12350">
                  <c:v>1.1964154824675478E-2</c:v>
                </c:pt>
                <c:pt idx="12351">
                  <c:v>1.2224245146951033E-2</c:v>
                </c:pt>
                <c:pt idx="12352">
                  <c:v>1.2082377698437095E-2</c:v>
                </c:pt>
                <c:pt idx="12353">
                  <c:v>1.1798642801409217E-2</c:v>
                </c:pt>
                <c:pt idx="12354">
                  <c:v>1.1940510249923155E-2</c:v>
                </c:pt>
                <c:pt idx="12355">
                  <c:v>1.2247889721703356E-2</c:v>
                </c:pt>
                <c:pt idx="12356">
                  <c:v>1.212966684794174E-2</c:v>
                </c:pt>
                <c:pt idx="12357">
                  <c:v>1.1774998226656893E-2</c:v>
                </c:pt>
                <c:pt idx="12358">
                  <c:v>1.1845931950913864E-2</c:v>
                </c:pt>
                <c:pt idx="12359">
                  <c:v>1.2176955997446386E-2</c:v>
                </c:pt>
                <c:pt idx="12360">
                  <c:v>1.2106022273189417E-2</c:v>
                </c:pt>
                <c:pt idx="12361">
                  <c:v>1.1751353651904571E-2</c:v>
                </c:pt>
                <c:pt idx="12362">
                  <c:v>1.182228737616154E-2</c:v>
                </c:pt>
                <c:pt idx="12363">
                  <c:v>1.2106022273189417E-2</c:v>
                </c:pt>
                <c:pt idx="12364">
                  <c:v>1.2011443974180126E-2</c:v>
                </c:pt>
                <c:pt idx="12365">
                  <c:v>1.1656775352895278E-2</c:v>
                </c:pt>
                <c:pt idx="12366">
                  <c:v>1.1656775352895278E-2</c:v>
                </c:pt>
                <c:pt idx="12367">
                  <c:v>1.1893221100418509E-2</c:v>
                </c:pt>
                <c:pt idx="12368">
                  <c:v>1.1798642801409217E-2</c:v>
                </c:pt>
                <c:pt idx="12369">
                  <c:v>1.1562197053885986E-2</c:v>
                </c:pt>
                <c:pt idx="12370">
                  <c:v>1.151490790438134E-2</c:v>
                </c:pt>
                <c:pt idx="12371">
                  <c:v>1.1751353651904571E-2</c:v>
                </c:pt>
                <c:pt idx="12372">
                  <c:v>1.1727709077152247E-2</c:v>
                </c:pt>
                <c:pt idx="12373">
                  <c:v>1.1420329605372048E-2</c:v>
                </c:pt>
                <c:pt idx="12374">
                  <c:v>1.1420329605372048E-2</c:v>
                </c:pt>
                <c:pt idx="12375">
                  <c:v>1.1727709077152247E-2</c:v>
                </c:pt>
                <c:pt idx="12376">
                  <c:v>1.1704064502399924E-2</c:v>
                </c:pt>
                <c:pt idx="12377">
                  <c:v>1.151490790438134E-2</c:v>
                </c:pt>
                <c:pt idx="12378">
                  <c:v>1.1443974180124371E-2</c:v>
                </c:pt>
                <c:pt idx="12379">
                  <c:v>1.182228737616154E-2</c:v>
                </c:pt>
                <c:pt idx="12380">
                  <c:v>1.182228737616154E-2</c:v>
                </c:pt>
                <c:pt idx="12381">
                  <c:v>1.151490790438134E-2</c:v>
                </c:pt>
                <c:pt idx="12382">
                  <c:v>1.1443974180124371E-2</c:v>
                </c:pt>
                <c:pt idx="12383">
                  <c:v>1.1704064502399924E-2</c:v>
                </c:pt>
                <c:pt idx="12384">
                  <c:v>1.1680419927647602E-2</c:v>
                </c:pt>
                <c:pt idx="12385">
                  <c:v>1.1443974180124371E-2</c:v>
                </c:pt>
                <c:pt idx="12386">
                  <c:v>1.1396685030619724E-2</c:v>
                </c:pt>
                <c:pt idx="12387">
                  <c:v>1.182228737616154E-2</c:v>
                </c:pt>
                <c:pt idx="12388">
                  <c:v>1.1845931950913864E-2</c:v>
                </c:pt>
                <c:pt idx="12389">
                  <c:v>1.1562197053885986E-2</c:v>
                </c:pt>
                <c:pt idx="12390">
                  <c:v>1.151490790438134E-2</c:v>
                </c:pt>
                <c:pt idx="12391">
                  <c:v>1.1940510249923155E-2</c:v>
                </c:pt>
                <c:pt idx="12392">
                  <c:v>1.2011443974180126E-2</c:v>
                </c:pt>
                <c:pt idx="12393">
                  <c:v>1.182228737616154E-2</c:v>
                </c:pt>
                <c:pt idx="12394">
                  <c:v>1.1751353651904571E-2</c:v>
                </c:pt>
                <c:pt idx="12395">
                  <c:v>1.2035088548932447E-2</c:v>
                </c:pt>
                <c:pt idx="12396">
                  <c:v>1.2058733123684771E-2</c:v>
                </c:pt>
                <c:pt idx="12397">
                  <c:v>1.1798642801409217E-2</c:v>
                </c:pt>
                <c:pt idx="12398">
                  <c:v>1.1680419927647602E-2</c:v>
                </c:pt>
                <c:pt idx="12399">
                  <c:v>1.2082377698437095E-2</c:v>
                </c:pt>
                <c:pt idx="12400">
                  <c:v>1.2153311422694064E-2</c:v>
                </c:pt>
                <c:pt idx="12401">
                  <c:v>1.1940510249923155E-2</c:v>
                </c:pt>
                <c:pt idx="12402">
                  <c:v>1.1798642801409217E-2</c:v>
                </c:pt>
                <c:pt idx="12403">
                  <c:v>1.212966684794174E-2</c:v>
                </c:pt>
                <c:pt idx="12404">
                  <c:v>1.2224245146951033E-2</c:v>
                </c:pt>
                <c:pt idx="12405">
                  <c:v>1.2035088548932447E-2</c:v>
                </c:pt>
                <c:pt idx="12406">
                  <c:v>1.1940510249923155E-2</c:v>
                </c:pt>
                <c:pt idx="12407">
                  <c:v>1.2247889721703356E-2</c:v>
                </c:pt>
                <c:pt idx="12408">
                  <c:v>1.2342468020712647E-2</c:v>
                </c:pt>
                <c:pt idx="12409">
                  <c:v>1.2082377698437095E-2</c:v>
                </c:pt>
                <c:pt idx="12410">
                  <c:v>1.1964154824675478E-2</c:v>
                </c:pt>
                <c:pt idx="12411">
                  <c:v>1.2342468020712647E-2</c:v>
                </c:pt>
                <c:pt idx="12412">
                  <c:v>1.2555269193483556E-2</c:v>
                </c:pt>
                <c:pt idx="12413">
                  <c:v>1.2318823445960326E-2</c:v>
                </c:pt>
                <c:pt idx="12414">
                  <c:v>1.212966684794174E-2</c:v>
                </c:pt>
                <c:pt idx="12415">
                  <c:v>1.2413401744969618E-2</c:v>
                </c:pt>
                <c:pt idx="12416">
                  <c:v>1.2626202917740525E-2</c:v>
                </c:pt>
                <c:pt idx="12417">
                  <c:v>1.2484335469226587E-2</c:v>
                </c:pt>
                <c:pt idx="12418">
                  <c:v>1.2271534296455678E-2</c:v>
                </c:pt>
                <c:pt idx="12419">
                  <c:v>1.2460690894474264E-2</c:v>
                </c:pt>
                <c:pt idx="12420">
                  <c:v>1.2697136641997495E-2</c:v>
                </c:pt>
                <c:pt idx="12421">
                  <c:v>1.2555269193483556E-2</c:v>
                </c:pt>
                <c:pt idx="12422">
                  <c:v>1.2342468020712647E-2</c:v>
                </c:pt>
                <c:pt idx="12423">
                  <c:v>1.257891376823588E-2</c:v>
                </c:pt>
                <c:pt idx="12424">
                  <c:v>1.2839004090511433E-2</c:v>
                </c:pt>
                <c:pt idx="12425">
                  <c:v>1.2697136641997495E-2</c:v>
                </c:pt>
                <c:pt idx="12426">
                  <c:v>1.243704631972194E-2</c:v>
                </c:pt>
                <c:pt idx="12427">
                  <c:v>1.2720781216749818E-2</c:v>
                </c:pt>
                <c:pt idx="12428">
                  <c:v>1.2909937814768402E-2</c:v>
                </c:pt>
                <c:pt idx="12429">
                  <c:v>1.2815359515759111E-2</c:v>
                </c:pt>
                <c:pt idx="12430">
                  <c:v>1.2460690894474264E-2</c:v>
                </c:pt>
                <c:pt idx="12431">
                  <c:v>1.2791714941006787E-2</c:v>
                </c:pt>
                <c:pt idx="12432">
                  <c:v>1.3099094412786987E-2</c:v>
                </c:pt>
                <c:pt idx="12433">
                  <c:v>1.3004516113777695E-2</c:v>
                </c:pt>
                <c:pt idx="12434">
                  <c:v>1.2720781216749818E-2</c:v>
                </c:pt>
                <c:pt idx="12435">
                  <c:v>1.2909937814768402E-2</c:v>
                </c:pt>
                <c:pt idx="12436">
                  <c:v>1.3240961861300925E-2</c:v>
                </c:pt>
                <c:pt idx="12437">
                  <c:v>1.3170028137043956E-2</c:v>
                </c:pt>
                <c:pt idx="12438">
                  <c:v>1.288629324001608E-2</c:v>
                </c:pt>
                <c:pt idx="12439">
                  <c:v>1.3146383562291633E-2</c:v>
                </c:pt>
                <c:pt idx="12440">
                  <c:v>1.3453763034071831E-2</c:v>
                </c:pt>
                <c:pt idx="12441">
                  <c:v>1.3335540160310216E-2</c:v>
                </c:pt>
                <c:pt idx="12442">
                  <c:v>1.3004516113777695E-2</c:v>
                </c:pt>
                <c:pt idx="12443">
                  <c:v>1.3146383562291633E-2</c:v>
                </c:pt>
                <c:pt idx="12444">
                  <c:v>1.3406473884567185E-2</c:v>
                </c:pt>
                <c:pt idx="12445">
                  <c:v>1.3288251010805573E-2</c:v>
                </c:pt>
                <c:pt idx="12446">
                  <c:v>1.2957226964273049E-2</c:v>
                </c:pt>
                <c:pt idx="12447">
                  <c:v>1.3075449838034664E-2</c:v>
                </c:pt>
                <c:pt idx="12448">
                  <c:v>1.3359184735062538E-2</c:v>
                </c:pt>
                <c:pt idx="12449">
                  <c:v>1.3264606436053249E-2</c:v>
                </c:pt>
                <c:pt idx="12450">
                  <c:v>1.2933582389520725E-2</c:v>
                </c:pt>
                <c:pt idx="12451">
                  <c:v>1.2980871539025373E-2</c:v>
                </c:pt>
                <c:pt idx="12452">
                  <c:v>1.3217317286548604E-2</c:v>
                </c:pt>
                <c:pt idx="12453">
                  <c:v>1.3122738987539311E-2</c:v>
                </c:pt>
                <c:pt idx="12454">
                  <c:v>1.288629324001608E-2</c:v>
                </c:pt>
                <c:pt idx="12455">
                  <c:v>1.3099094412786987E-2</c:v>
                </c:pt>
                <c:pt idx="12456">
                  <c:v>1.3430118459319507E-2</c:v>
                </c:pt>
                <c:pt idx="12457">
                  <c:v>1.3311895585557893E-2</c:v>
                </c:pt>
                <c:pt idx="12458">
                  <c:v>1.2980871539025373E-2</c:v>
                </c:pt>
                <c:pt idx="12459">
                  <c:v>1.3028160688530018E-2</c:v>
                </c:pt>
                <c:pt idx="12460">
                  <c:v>1.3311895585557893E-2</c:v>
                </c:pt>
                <c:pt idx="12461">
                  <c:v>1.3406473884567185E-2</c:v>
                </c:pt>
                <c:pt idx="12462">
                  <c:v>1.3146383562291633E-2</c:v>
                </c:pt>
                <c:pt idx="12463">
                  <c:v>1.3217317286548604E-2</c:v>
                </c:pt>
                <c:pt idx="12464">
                  <c:v>1.35246967583288E-2</c:v>
                </c:pt>
                <c:pt idx="12465">
                  <c:v>1.3477407608824155E-2</c:v>
                </c:pt>
                <c:pt idx="12466">
                  <c:v>1.3122738987539311E-2</c:v>
                </c:pt>
                <c:pt idx="12467">
                  <c:v>1.3122738987539311E-2</c:v>
                </c:pt>
                <c:pt idx="12468">
                  <c:v>1.3548341333081124E-2</c:v>
                </c:pt>
                <c:pt idx="12469">
                  <c:v>1.3595630482585769E-2</c:v>
                </c:pt>
                <c:pt idx="12470">
                  <c:v>1.3288251010805573E-2</c:v>
                </c:pt>
                <c:pt idx="12471">
                  <c:v>1.3264606436053249E-2</c:v>
                </c:pt>
                <c:pt idx="12472">
                  <c:v>1.3642919632090416E-2</c:v>
                </c:pt>
                <c:pt idx="12473">
                  <c:v>1.3761142505852031E-2</c:v>
                </c:pt>
                <c:pt idx="12474">
                  <c:v>1.3430118459319507E-2</c:v>
                </c:pt>
                <c:pt idx="12475">
                  <c:v>1.3311895585557893E-2</c:v>
                </c:pt>
                <c:pt idx="12476">
                  <c:v>1.3595630482585769E-2</c:v>
                </c:pt>
                <c:pt idx="12477">
                  <c:v>1.3737497931099709E-2</c:v>
                </c:pt>
                <c:pt idx="12478">
                  <c:v>1.3501052183576478E-2</c:v>
                </c:pt>
                <c:pt idx="12479">
                  <c:v>1.3406473884567185E-2</c:v>
                </c:pt>
                <c:pt idx="12480">
                  <c:v>1.3737497931099709E-2</c:v>
                </c:pt>
                <c:pt idx="12481">
                  <c:v>1.3784787080604355E-2</c:v>
                </c:pt>
                <c:pt idx="12482">
                  <c:v>1.3453763034071831E-2</c:v>
                </c:pt>
                <c:pt idx="12483">
                  <c:v>1.3240961861300925E-2</c:v>
                </c:pt>
                <c:pt idx="12484">
                  <c:v>1.3571985907833447E-2</c:v>
                </c:pt>
                <c:pt idx="12485">
                  <c:v>1.3619275057338093E-2</c:v>
                </c:pt>
                <c:pt idx="12486">
                  <c:v>1.3430118459319507E-2</c:v>
                </c:pt>
                <c:pt idx="12487">
                  <c:v>1.3264606436053249E-2</c:v>
                </c:pt>
                <c:pt idx="12488">
                  <c:v>1.3595630482585769E-2</c:v>
                </c:pt>
                <c:pt idx="12489">
                  <c:v>1.3642919632090416E-2</c:v>
                </c:pt>
                <c:pt idx="12490">
                  <c:v>1.3430118459319507E-2</c:v>
                </c:pt>
                <c:pt idx="12491">
                  <c:v>1.3264606436053249E-2</c:v>
                </c:pt>
                <c:pt idx="12492">
                  <c:v>1.3619275057338093E-2</c:v>
                </c:pt>
                <c:pt idx="12493">
                  <c:v>1.3808431655356678E-2</c:v>
                </c:pt>
                <c:pt idx="12494">
                  <c:v>1.3619275057338093E-2</c:v>
                </c:pt>
                <c:pt idx="12495">
                  <c:v>1.3430118459319507E-2</c:v>
                </c:pt>
                <c:pt idx="12496">
                  <c:v>1.3737497931099709E-2</c:v>
                </c:pt>
                <c:pt idx="12497">
                  <c:v>1.3879365379613647E-2</c:v>
                </c:pt>
                <c:pt idx="12498">
                  <c:v>1.3642919632090416E-2</c:v>
                </c:pt>
                <c:pt idx="12499">
                  <c:v>1.3453763034071831E-2</c:v>
                </c:pt>
                <c:pt idx="12500">
                  <c:v>1.3737497931099709E-2</c:v>
                </c:pt>
                <c:pt idx="12501">
                  <c:v>1.3832076230109002E-2</c:v>
                </c:pt>
                <c:pt idx="12502">
                  <c:v>1.3595630482585769E-2</c:v>
                </c:pt>
                <c:pt idx="12503">
                  <c:v>1.3359184735062538E-2</c:v>
                </c:pt>
                <c:pt idx="12504">
                  <c:v>1.3595630482585769E-2</c:v>
                </c:pt>
                <c:pt idx="12505">
                  <c:v>1.3619275057338093E-2</c:v>
                </c:pt>
                <c:pt idx="12506">
                  <c:v>1.3359184735062538E-2</c:v>
                </c:pt>
                <c:pt idx="12507">
                  <c:v>1.3051805263282342E-2</c:v>
                </c:pt>
                <c:pt idx="12508">
                  <c:v>1.3335540160310216E-2</c:v>
                </c:pt>
                <c:pt idx="12509">
                  <c:v>1.3453763034071831E-2</c:v>
                </c:pt>
                <c:pt idx="12510">
                  <c:v>1.3264606436053249E-2</c:v>
                </c:pt>
                <c:pt idx="12511">
                  <c:v>1.3028160688530018E-2</c:v>
                </c:pt>
                <c:pt idx="12512">
                  <c:v>1.3335540160310216E-2</c:v>
                </c:pt>
                <c:pt idx="12513">
                  <c:v>1.3595630482585769E-2</c:v>
                </c:pt>
                <c:pt idx="12514">
                  <c:v>1.3406473884567185E-2</c:v>
                </c:pt>
                <c:pt idx="12515">
                  <c:v>1.3075449838034664E-2</c:v>
                </c:pt>
                <c:pt idx="12516">
                  <c:v>1.3288251010805573E-2</c:v>
                </c:pt>
                <c:pt idx="12517">
                  <c:v>1.3382829309814862E-2</c:v>
                </c:pt>
                <c:pt idx="12518">
                  <c:v>1.319367271179628E-2</c:v>
                </c:pt>
                <c:pt idx="12519">
                  <c:v>1.2862648665263756E-2</c:v>
                </c:pt>
                <c:pt idx="12520">
                  <c:v>1.3146383562291633E-2</c:v>
                </c:pt>
                <c:pt idx="12521">
                  <c:v>1.3311895585557893E-2</c:v>
                </c:pt>
                <c:pt idx="12522">
                  <c:v>1.3170028137043956E-2</c:v>
                </c:pt>
                <c:pt idx="12523">
                  <c:v>1.2791714941006787E-2</c:v>
                </c:pt>
                <c:pt idx="12524">
                  <c:v>1.3075449838034664E-2</c:v>
                </c:pt>
                <c:pt idx="12525">
                  <c:v>1.3288251010805573E-2</c:v>
                </c:pt>
                <c:pt idx="12526">
                  <c:v>1.3099094412786987E-2</c:v>
                </c:pt>
                <c:pt idx="12527">
                  <c:v>1.274442579150214E-2</c:v>
                </c:pt>
                <c:pt idx="12528">
                  <c:v>1.2957226964273049E-2</c:v>
                </c:pt>
                <c:pt idx="12529">
                  <c:v>1.3122738987539311E-2</c:v>
                </c:pt>
                <c:pt idx="12530">
                  <c:v>1.3004516113777695E-2</c:v>
                </c:pt>
                <c:pt idx="12531">
                  <c:v>1.2649847492492849E-2</c:v>
                </c:pt>
                <c:pt idx="12532">
                  <c:v>1.2839004090511433E-2</c:v>
                </c:pt>
                <c:pt idx="12533">
                  <c:v>1.3075449838034664E-2</c:v>
                </c:pt>
                <c:pt idx="12534">
                  <c:v>1.2980871539025373E-2</c:v>
                </c:pt>
                <c:pt idx="12535">
                  <c:v>1.2649847492492849E-2</c:v>
                </c:pt>
                <c:pt idx="12536">
                  <c:v>1.2980871539025373E-2</c:v>
                </c:pt>
                <c:pt idx="12537">
                  <c:v>1.3217317286548604E-2</c:v>
                </c:pt>
                <c:pt idx="12538">
                  <c:v>1.3099094412786987E-2</c:v>
                </c:pt>
                <c:pt idx="12539">
                  <c:v>1.2697136641997495E-2</c:v>
                </c:pt>
                <c:pt idx="12540">
                  <c:v>1.2768070366254464E-2</c:v>
                </c:pt>
                <c:pt idx="12541">
                  <c:v>1.3028160688530018E-2</c:v>
                </c:pt>
                <c:pt idx="12542">
                  <c:v>1.288629324001608E-2</c:v>
                </c:pt>
                <c:pt idx="12543">
                  <c:v>1.2460690894474264E-2</c:v>
                </c:pt>
                <c:pt idx="12544">
                  <c:v>1.2484335469226587E-2</c:v>
                </c:pt>
                <c:pt idx="12545">
                  <c:v>1.274442579150214E-2</c:v>
                </c:pt>
                <c:pt idx="12546">
                  <c:v>1.2649847492492849E-2</c:v>
                </c:pt>
                <c:pt idx="12547">
                  <c:v>1.2295178871208002E-2</c:v>
                </c:pt>
                <c:pt idx="12548">
                  <c:v>1.2318823445960326E-2</c:v>
                </c:pt>
                <c:pt idx="12549">
                  <c:v>1.2484335469226587E-2</c:v>
                </c:pt>
                <c:pt idx="12550">
                  <c:v>1.2413401744969618E-2</c:v>
                </c:pt>
                <c:pt idx="12551">
                  <c:v>1.2011443974180126E-2</c:v>
                </c:pt>
                <c:pt idx="12552">
                  <c:v>1.1964154824675478E-2</c:v>
                </c:pt>
                <c:pt idx="12553">
                  <c:v>1.2271534296455678E-2</c:v>
                </c:pt>
                <c:pt idx="12554">
                  <c:v>1.2295178871208002E-2</c:v>
                </c:pt>
                <c:pt idx="12555">
                  <c:v>1.2035088548932447E-2</c:v>
                </c:pt>
                <c:pt idx="12556">
                  <c:v>1.2035088548932447E-2</c:v>
                </c:pt>
                <c:pt idx="12557">
                  <c:v>1.2271534296455678E-2</c:v>
                </c:pt>
                <c:pt idx="12558">
                  <c:v>1.2271534296455678E-2</c:v>
                </c:pt>
                <c:pt idx="12559">
                  <c:v>1.2011443974180126E-2</c:v>
                </c:pt>
                <c:pt idx="12560">
                  <c:v>1.1987799399427802E-2</c:v>
                </c:pt>
                <c:pt idx="12561">
                  <c:v>1.2366112595464971E-2</c:v>
                </c:pt>
                <c:pt idx="12562">
                  <c:v>1.2342468020712647E-2</c:v>
                </c:pt>
                <c:pt idx="12563">
                  <c:v>1.1987799399427802E-2</c:v>
                </c:pt>
                <c:pt idx="12564">
                  <c:v>1.182228737616154E-2</c:v>
                </c:pt>
                <c:pt idx="12565">
                  <c:v>1.2035088548932447E-2</c:v>
                </c:pt>
                <c:pt idx="12566">
                  <c:v>1.2035088548932447E-2</c:v>
                </c:pt>
                <c:pt idx="12567">
                  <c:v>1.1680419927647602E-2</c:v>
                </c:pt>
                <c:pt idx="12568">
                  <c:v>1.1585841628638309E-2</c:v>
                </c:pt>
                <c:pt idx="12569">
                  <c:v>1.1916865675170833E-2</c:v>
                </c:pt>
                <c:pt idx="12570">
                  <c:v>1.1964154824675478E-2</c:v>
                </c:pt>
                <c:pt idx="12571">
                  <c:v>1.1656775352895278E-2</c:v>
                </c:pt>
                <c:pt idx="12572">
                  <c:v>1.1538552479133662E-2</c:v>
                </c:pt>
                <c:pt idx="12573">
                  <c:v>1.1916865675170833E-2</c:v>
                </c:pt>
                <c:pt idx="12574">
                  <c:v>1.1964154824675478E-2</c:v>
                </c:pt>
                <c:pt idx="12575">
                  <c:v>1.1680419927647602E-2</c:v>
                </c:pt>
                <c:pt idx="12576">
                  <c:v>1.1562197053885986E-2</c:v>
                </c:pt>
                <c:pt idx="12577">
                  <c:v>1.1916865675170833E-2</c:v>
                </c:pt>
                <c:pt idx="12578">
                  <c:v>1.1893221100418509E-2</c:v>
                </c:pt>
                <c:pt idx="12579">
                  <c:v>1.1609486203390631E-2</c:v>
                </c:pt>
                <c:pt idx="12580">
                  <c:v>1.13730404558674E-2</c:v>
                </c:pt>
                <c:pt idx="12581">
                  <c:v>1.1680419927647602E-2</c:v>
                </c:pt>
                <c:pt idx="12582">
                  <c:v>1.1727709077152247E-2</c:v>
                </c:pt>
                <c:pt idx="12583">
                  <c:v>1.1420329605372048E-2</c:v>
                </c:pt>
                <c:pt idx="12584">
                  <c:v>1.1183883857848817E-2</c:v>
                </c:pt>
                <c:pt idx="12585">
                  <c:v>1.1420329605372048E-2</c:v>
                </c:pt>
                <c:pt idx="12586">
                  <c:v>1.1467618754876693E-2</c:v>
                </c:pt>
                <c:pt idx="12587">
                  <c:v>1.1183883857848817E-2</c:v>
                </c:pt>
                <c:pt idx="12588">
                  <c:v>1.0947438110325586E-2</c:v>
                </c:pt>
                <c:pt idx="12589">
                  <c:v>1.1302106731610431E-2</c:v>
                </c:pt>
                <c:pt idx="12590">
                  <c:v>1.1420329605372048E-2</c:v>
                </c:pt>
                <c:pt idx="12591">
                  <c:v>1.1136594708344169E-2</c:v>
                </c:pt>
                <c:pt idx="12592">
                  <c:v>1.0805570661811648E-2</c:v>
                </c:pt>
                <c:pt idx="12593">
                  <c:v>1.1183883857848817E-2</c:v>
                </c:pt>
                <c:pt idx="12594">
                  <c:v>1.1231173007353462E-2</c:v>
                </c:pt>
                <c:pt idx="12595">
                  <c:v>1.1042016409334878E-2</c:v>
                </c:pt>
                <c:pt idx="12596">
                  <c:v>1.0734636937554679E-2</c:v>
                </c:pt>
                <c:pt idx="12597">
                  <c:v>1.0947438110325586E-2</c:v>
                </c:pt>
                <c:pt idx="12598">
                  <c:v>1.1042016409334878E-2</c:v>
                </c:pt>
                <c:pt idx="12599">
                  <c:v>1.0781926087059324E-2</c:v>
                </c:pt>
                <c:pt idx="12600">
                  <c:v>1.0450902040526802E-2</c:v>
                </c:pt>
                <c:pt idx="12601">
                  <c:v>1.0781926087059324E-2</c:v>
                </c:pt>
                <c:pt idx="12602">
                  <c:v>1.090014896082094E-2</c:v>
                </c:pt>
                <c:pt idx="12603">
                  <c:v>1.0663703213297709E-2</c:v>
                </c:pt>
                <c:pt idx="12604">
                  <c:v>1.028539001726054E-2</c:v>
                </c:pt>
                <c:pt idx="12605">
                  <c:v>1.0569124914288417E-2</c:v>
                </c:pt>
                <c:pt idx="12606">
                  <c:v>1.0734636937554679E-2</c:v>
                </c:pt>
                <c:pt idx="12607">
                  <c:v>1.059276948904074E-2</c:v>
                </c:pt>
                <c:pt idx="12608">
                  <c:v>1.0238100867755893E-2</c:v>
                </c:pt>
                <c:pt idx="12609">
                  <c:v>1.0545480339536093E-2</c:v>
                </c:pt>
                <c:pt idx="12610">
                  <c:v>1.0710992362802355E-2</c:v>
                </c:pt>
                <c:pt idx="12611">
                  <c:v>1.0569124914288417E-2</c:v>
                </c:pt>
                <c:pt idx="12612">
                  <c:v>1.021445629300357E-2</c:v>
                </c:pt>
                <c:pt idx="12613">
                  <c:v>1.0427257465774479E-2</c:v>
                </c:pt>
                <c:pt idx="12614">
                  <c:v>1.0616414063793064E-2</c:v>
                </c:pt>
                <c:pt idx="12615">
                  <c:v>1.0474546615279124E-2</c:v>
                </c:pt>
                <c:pt idx="12616">
                  <c:v>1.0167167143498924E-2</c:v>
                </c:pt>
                <c:pt idx="12617">
                  <c:v>1.0356323741517509E-2</c:v>
                </c:pt>
                <c:pt idx="12618">
                  <c:v>1.0569124914288417E-2</c:v>
                </c:pt>
                <c:pt idx="12619">
                  <c:v>1.0450902040526802E-2</c:v>
                </c:pt>
                <c:pt idx="12620">
                  <c:v>1.004894426973731E-2</c:v>
                </c:pt>
                <c:pt idx="12621">
                  <c:v>1.0119877993994279E-2</c:v>
                </c:pt>
                <c:pt idx="12622">
                  <c:v>1.0356323741517509E-2</c:v>
                </c:pt>
                <c:pt idx="12623">
                  <c:v>1.0261745442508217E-2</c:v>
                </c:pt>
                <c:pt idx="12624">
                  <c:v>9.9307213959756932E-3</c:v>
                </c:pt>
                <c:pt idx="12625">
                  <c:v>1.0025299694984986E-2</c:v>
                </c:pt>
                <c:pt idx="12626">
                  <c:v>1.0261745442508217E-2</c:v>
                </c:pt>
                <c:pt idx="12627">
                  <c:v>1.01435225687466E-2</c:v>
                </c:pt>
                <c:pt idx="12628">
                  <c:v>9.8124985222140769E-3</c:v>
                </c:pt>
                <c:pt idx="12629">
                  <c:v>9.9070768212233696E-3</c:v>
                </c:pt>
                <c:pt idx="12630">
                  <c:v>1.0190811718251248E-2</c:v>
                </c:pt>
                <c:pt idx="12631">
                  <c:v>1.0096233419241955E-2</c:v>
                </c:pt>
                <c:pt idx="12632">
                  <c:v>9.8361430969664005E-3</c:v>
                </c:pt>
                <c:pt idx="12633">
                  <c:v>9.8597876717187241E-3</c:v>
                </c:pt>
                <c:pt idx="12634">
                  <c:v>1.0119877993994279E-2</c:v>
                </c:pt>
                <c:pt idx="12635">
                  <c:v>1.004894426973731E-2</c:v>
                </c:pt>
                <c:pt idx="12636">
                  <c:v>9.6942756484524623E-3</c:v>
                </c:pt>
                <c:pt idx="12637">
                  <c:v>9.6233419241954932E-3</c:v>
                </c:pt>
                <c:pt idx="12638">
                  <c:v>9.9070768212233696E-3</c:v>
                </c:pt>
                <c:pt idx="12639">
                  <c:v>9.9543659707280168E-3</c:v>
                </c:pt>
                <c:pt idx="12640">
                  <c:v>9.6706310737001387E-3</c:v>
                </c:pt>
                <c:pt idx="12641">
                  <c:v>9.6942756484524623E-3</c:v>
                </c:pt>
                <c:pt idx="12642">
                  <c:v>1.0001655120232662E-2</c:v>
                </c:pt>
                <c:pt idx="12643">
                  <c:v>9.9307213959756932E-3</c:v>
                </c:pt>
                <c:pt idx="12644">
                  <c:v>9.6233419241954932E-3</c:v>
                </c:pt>
                <c:pt idx="12645">
                  <c:v>9.5760527746908478E-3</c:v>
                </c:pt>
                <c:pt idx="12646">
                  <c:v>9.8597876717187241E-3</c:v>
                </c:pt>
                <c:pt idx="12647">
                  <c:v>9.7179202232047859E-3</c:v>
                </c:pt>
                <c:pt idx="12648">
                  <c:v>9.3868961766722624E-3</c:v>
                </c:pt>
                <c:pt idx="12649">
                  <c:v>9.3396070271676169E-3</c:v>
                </c:pt>
                <c:pt idx="12650">
                  <c:v>9.6942756484524623E-3</c:v>
                </c:pt>
                <c:pt idx="12651">
                  <c:v>9.7179202232047859E-3</c:v>
                </c:pt>
                <c:pt idx="12652">
                  <c:v>9.4341853261769096E-3</c:v>
                </c:pt>
                <c:pt idx="12653">
                  <c:v>9.3159624524152933E-3</c:v>
                </c:pt>
                <c:pt idx="12654">
                  <c:v>9.6233419241954932E-3</c:v>
                </c:pt>
                <c:pt idx="12655">
                  <c:v>9.5760527746908478E-3</c:v>
                </c:pt>
                <c:pt idx="12656">
                  <c:v>9.2923178776629714E-3</c:v>
                </c:pt>
                <c:pt idx="12657">
                  <c:v>9.1740950039013551E-3</c:v>
                </c:pt>
                <c:pt idx="12658">
                  <c:v>9.5996973494431714E-3</c:v>
                </c:pt>
                <c:pt idx="12659">
                  <c:v>9.6233419241954932E-3</c:v>
                </c:pt>
                <c:pt idx="12660">
                  <c:v>9.4341853261769096E-3</c:v>
                </c:pt>
                <c:pt idx="12661">
                  <c:v>9.3159624524152933E-3</c:v>
                </c:pt>
                <c:pt idx="12662">
                  <c:v>9.6233419241954932E-3</c:v>
                </c:pt>
                <c:pt idx="12663">
                  <c:v>9.6469864989478151E-3</c:v>
                </c:pt>
                <c:pt idx="12664">
                  <c:v>9.3632516019199405E-3</c:v>
                </c:pt>
                <c:pt idx="12665">
                  <c:v>9.2450287281583242E-3</c:v>
                </c:pt>
                <c:pt idx="12666">
                  <c:v>9.6233419241954932E-3</c:v>
                </c:pt>
                <c:pt idx="12667">
                  <c:v>9.5760527746908478E-3</c:v>
                </c:pt>
                <c:pt idx="12668">
                  <c:v>9.3159624524152933E-3</c:v>
                </c:pt>
                <c:pt idx="12669">
                  <c:v>9.1504504291490315E-3</c:v>
                </c:pt>
                <c:pt idx="12670">
                  <c:v>9.4814744756815551E-3</c:v>
                </c:pt>
                <c:pt idx="12671">
                  <c:v>9.5051190504338787E-3</c:v>
                </c:pt>
                <c:pt idx="12672">
                  <c:v>9.2213841534060023E-3</c:v>
                </c:pt>
                <c:pt idx="12673">
                  <c:v>9.0322275553874169E-3</c:v>
                </c:pt>
                <c:pt idx="12674">
                  <c:v>9.3632516019199405E-3</c:v>
                </c:pt>
                <c:pt idx="12675">
                  <c:v>9.410540751424586E-3</c:v>
                </c:pt>
                <c:pt idx="12676">
                  <c:v>9.103161279644386E-3</c:v>
                </c:pt>
                <c:pt idx="12677">
                  <c:v>8.8667155321211551E-3</c:v>
                </c:pt>
                <c:pt idx="12678">
                  <c:v>9.2923178776629714E-3</c:v>
                </c:pt>
                <c:pt idx="12679">
                  <c:v>9.3632516019199405E-3</c:v>
                </c:pt>
                <c:pt idx="12680">
                  <c:v>9.1268058543967096E-3</c:v>
                </c:pt>
                <c:pt idx="12681">
                  <c:v>8.9376492563781242E-3</c:v>
                </c:pt>
                <c:pt idx="12682">
                  <c:v>9.2923178776629714E-3</c:v>
                </c:pt>
                <c:pt idx="12683">
                  <c:v>9.4341853261769096E-3</c:v>
                </c:pt>
                <c:pt idx="12684">
                  <c:v>9.1504504291490315E-3</c:v>
                </c:pt>
                <c:pt idx="12685">
                  <c:v>8.8903601068734787E-3</c:v>
                </c:pt>
                <c:pt idx="12686">
                  <c:v>9.2923178776629714E-3</c:v>
                </c:pt>
                <c:pt idx="12687">
                  <c:v>9.5287636251862023E-3</c:v>
                </c:pt>
                <c:pt idx="12688">
                  <c:v>9.2450287281583242E-3</c:v>
                </c:pt>
                <c:pt idx="12689">
                  <c:v>8.8903601068734787E-3</c:v>
                </c:pt>
                <c:pt idx="12690">
                  <c:v>9.1977395786536787E-3</c:v>
                </c:pt>
                <c:pt idx="12691">
                  <c:v>9.4578299009292332E-3</c:v>
                </c:pt>
                <c:pt idx="12692">
                  <c:v>9.2686733029106478E-3</c:v>
                </c:pt>
                <c:pt idx="12693">
                  <c:v>8.9612938311304478E-3</c:v>
                </c:pt>
                <c:pt idx="12694">
                  <c:v>9.1504504291490315E-3</c:v>
                </c:pt>
                <c:pt idx="12695">
                  <c:v>9.2923178776629714E-3</c:v>
                </c:pt>
                <c:pt idx="12696">
                  <c:v>9.0322275553874169E-3</c:v>
                </c:pt>
                <c:pt idx="12697">
                  <c:v>8.795781807864186E-3</c:v>
                </c:pt>
                <c:pt idx="12698">
                  <c:v>9.0558721301397405E-3</c:v>
                </c:pt>
                <c:pt idx="12699">
                  <c:v>9.3159624524152933E-3</c:v>
                </c:pt>
                <c:pt idx="12700">
                  <c:v>9.1268058543967096E-3</c:v>
                </c:pt>
                <c:pt idx="12701">
                  <c:v>8.8667155321211551E-3</c:v>
                </c:pt>
                <c:pt idx="12702">
                  <c:v>9.103161279644386E-3</c:v>
                </c:pt>
                <c:pt idx="12703">
                  <c:v>9.2686733029106478E-3</c:v>
                </c:pt>
                <c:pt idx="12704">
                  <c:v>9.0322275553874169E-3</c:v>
                </c:pt>
                <c:pt idx="12705">
                  <c:v>8.795781807864186E-3</c:v>
                </c:pt>
                <c:pt idx="12706">
                  <c:v>8.9849384058827697E-3</c:v>
                </c:pt>
                <c:pt idx="12707">
                  <c:v>9.1740950039013551E-3</c:v>
                </c:pt>
                <c:pt idx="12708">
                  <c:v>9.0085829806350933E-3</c:v>
                </c:pt>
                <c:pt idx="12709">
                  <c:v>8.7721372331118624E-3</c:v>
                </c:pt>
                <c:pt idx="12710">
                  <c:v>8.9612938311304478E-3</c:v>
                </c:pt>
                <c:pt idx="12711">
                  <c:v>9.2686733029106478E-3</c:v>
                </c:pt>
                <c:pt idx="12712">
                  <c:v>9.2450287281583242E-3</c:v>
                </c:pt>
                <c:pt idx="12713">
                  <c:v>8.9376492563781242E-3</c:v>
                </c:pt>
                <c:pt idx="12714">
                  <c:v>8.9849384058827697E-3</c:v>
                </c:pt>
                <c:pt idx="12715">
                  <c:v>9.2686733029106478E-3</c:v>
                </c:pt>
                <c:pt idx="12716">
                  <c:v>9.1268058543967096E-3</c:v>
                </c:pt>
                <c:pt idx="12717">
                  <c:v>8.7721372331118624E-3</c:v>
                </c:pt>
                <c:pt idx="12718">
                  <c:v>8.8903601068734787E-3</c:v>
                </c:pt>
                <c:pt idx="12719">
                  <c:v>9.1740950039013551E-3</c:v>
                </c:pt>
                <c:pt idx="12720">
                  <c:v>9.0322275553874169E-3</c:v>
                </c:pt>
                <c:pt idx="12721">
                  <c:v>8.7012035088548934E-3</c:v>
                </c:pt>
                <c:pt idx="12722">
                  <c:v>8.724848083607217E-3</c:v>
                </c:pt>
                <c:pt idx="12723">
                  <c:v>9.103161279644386E-3</c:v>
                </c:pt>
                <c:pt idx="12724">
                  <c:v>8.9849384058827697E-3</c:v>
                </c:pt>
                <c:pt idx="12725">
                  <c:v>8.6775589341025697E-3</c:v>
                </c:pt>
                <c:pt idx="12726">
                  <c:v>8.7721372331118624E-3</c:v>
                </c:pt>
                <c:pt idx="12727">
                  <c:v>9.1268058543967096E-3</c:v>
                </c:pt>
                <c:pt idx="12728">
                  <c:v>9.103161279644386E-3</c:v>
                </c:pt>
                <c:pt idx="12729">
                  <c:v>8.8194263826165079E-3</c:v>
                </c:pt>
                <c:pt idx="12730">
                  <c:v>8.8903601068734787E-3</c:v>
                </c:pt>
                <c:pt idx="12731">
                  <c:v>9.2686733029106478E-3</c:v>
                </c:pt>
                <c:pt idx="12732">
                  <c:v>9.1977395786536787E-3</c:v>
                </c:pt>
                <c:pt idx="12733">
                  <c:v>8.8194263826165079E-3</c:v>
                </c:pt>
                <c:pt idx="12734">
                  <c:v>8.7721372331118624E-3</c:v>
                </c:pt>
                <c:pt idx="12735">
                  <c:v>9.0322275553874169E-3</c:v>
                </c:pt>
                <c:pt idx="12736">
                  <c:v>9.0085829806350933E-3</c:v>
                </c:pt>
                <c:pt idx="12737">
                  <c:v>8.6775589341025697E-3</c:v>
                </c:pt>
                <c:pt idx="12738">
                  <c:v>8.6539143593502479E-3</c:v>
                </c:pt>
                <c:pt idx="12739">
                  <c:v>8.9849384058827697E-3</c:v>
                </c:pt>
                <c:pt idx="12740">
                  <c:v>8.8667155321211551E-3</c:v>
                </c:pt>
                <c:pt idx="12741">
                  <c:v>8.5593360603409552E-3</c:v>
                </c:pt>
                <c:pt idx="12742">
                  <c:v>8.5593360603409552E-3</c:v>
                </c:pt>
                <c:pt idx="12743">
                  <c:v>8.8903601068734787E-3</c:v>
                </c:pt>
                <c:pt idx="12744">
                  <c:v>8.9612938311304478E-3</c:v>
                </c:pt>
                <c:pt idx="12745">
                  <c:v>8.724848083607217E-3</c:v>
                </c:pt>
                <c:pt idx="12746">
                  <c:v>8.6539143593502479E-3</c:v>
                </c:pt>
                <c:pt idx="12747">
                  <c:v>9.0085829806350933E-3</c:v>
                </c:pt>
                <c:pt idx="12748">
                  <c:v>8.9849384058827697E-3</c:v>
                </c:pt>
                <c:pt idx="12749">
                  <c:v>8.6775589341025697E-3</c:v>
                </c:pt>
                <c:pt idx="12750">
                  <c:v>8.6302697845979243E-3</c:v>
                </c:pt>
                <c:pt idx="12751">
                  <c:v>8.9849384058827697E-3</c:v>
                </c:pt>
                <c:pt idx="12752">
                  <c:v>9.0085829806350933E-3</c:v>
                </c:pt>
                <c:pt idx="12753">
                  <c:v>8.6066252098456007E-3</c:v>
                </c:pt>
                <c:pt idx="12754">
                  <c:v>8.4647577613316625E-3</c:v>
                </c:pt>
                <c:pt idx="12755">
                  <c:v>8.7484926583595388E-3</c:v>
                </c:pt>
                <c:pt idx="12756">
                  <c:v>8.8194263826165079E-3</c:v>
                </c:pt>
                <c:pt idx="12757">
                  <c:v>8.582980635093277E-3</c:v>
                </c:pt>
                <c:pt idx="12758">
                  <c:v>8.4411131865793389E-3</c:v>
                </c:pt>
                <c:pt idx="12759">
                  <c:v>8.7484926583595388E-3</c:v>
                </c:pt>
                <c:pt idx="12760">
                  <c:v>8.9376492563781242E-3</c:v>
                </c:pt>
                <c:pt idx="12761">
                  <c:v>8.7012035088548934E-3</c:v>
                </c:pt>
                <c:pt idx="12762">
                  <c:v>8.5356914855886316E-3</c:v>
                </c:pt>
                <c:pt idx="12763">
                  <c:v>8.8903601068734787E-3</c:v>
                </c:pt>
                <c:pt idx="12764">
                  <c:v>8.9140046816258006E-3</c:v>
                </c:pt>
                <c:pt idx="12765">
                  <c:v>8.6539143593502479E-3</c:v>
                </c:pt>
                <c:pt idx="12766">
                  <c:v>8.5593360603409552E-3</c:v>
                </c:pt>
                <c:pt idx="12767">
                  <c:v>8.9140046816258006E-3</c:v>
                </c:pt>
                <c:pt idx="12768">
                  <c:v>8.9849384058827697E-3</c:v>
                </c:pt>
                <c:pt idx="12769">
                  <c:v>8.7721372331118624E-3</c:v>
                </c:pt>
                <c:pt idx="12770">
                  <c:v>8.4884023360839861E-3</c:v>
                </c:pt>
                <c:pt idx="12771">
                  <c:v>8.7012035088548934E-3</c:v>
                </c:pt>
                <c:pt idx="12772">
                  <c:v>8.8430709573688315E-3</c:v>
                </c:pt>
                <c:pt idx="12773">
                  <c:v>8.6539143593502479E-3</c:v>
                </c:pt>
                <c:pt idx="12774">
                  <c:v>8.4647577613316625E-3</c:v>
                </c:pt>
                <c:pt idx="12775">
                  <c:v>8.7012035088548934E-3</c:v>
                </c:pt>
                <c:pt idx="12776">
                  <c:v>8.7721372331118624E-3</c:v>
                </c:pt>
                <c:pt idx="12777">
                  <c:v>8.5593360603409552E-3</c:v>
                </c:pt>
                <c:pt idx="12778">
                  <c:v>8.2992457380654007E-3</c:v>
                </c:pt>
                <c:pt idx="12779">
                  <c:v>8.5593360603409552E-3</c:v>
                </c:pt>
                <c:pt idx="12780">
                  <c:v>8.724848083607217E-3</c:v>
                </c:pt>
                <c:pt idx="12781">
                  <c:v>8.512046910836308E-3</c:v>
                </c:pt>
                <c:pt idx="12782">
                  <c:v>8.2756011633130771E-3</c:v>
                </c:pt>
                <c:pt idx="12783">
                  <c:v>8.512046910836308E-3</c:v>
                </c:pt>
                <c:pt idx="12784">
                  <c:v>8.7012035088548934E-3</c:v>
                </c:pt>
                <c:pt idx="12785">
                  <c:v>8.4884023360839861E-3</c:v>
                </c:pt>
                <c:pt idx="12786">
                  <c:v>8.1573782895514625E-3</c:v>
                </c:pt>
                <c:pt idx="12787">
                  <c:v>8.2756011633130771E-3</c:v>
                </c:pt>
                <c:pt idx="12788">
                  <c:v>8.4411131865793389E-3</c:v>
                </c:pt>
                <c:pt idx="12789">
                  <c:v>8.2992457380654007E-3</c:v>
                </c:pt>
                <c:pt idx="12790">
                  <c:v>8.0864445652944934E-3</c:v>
                </c:pt>
                <c:pt idx="12791">
                  <c:v>8.2992457380654007E-3</c:v>
                </c:pt>
                <c:pt idx="12792">
                  <c:v>8.4647577613316625E-3</c:v>
                </c:pt>
                <c:pt idx="12793">
                  <c:v>8.2283120138084316E-3</c:v>
                </c:pt>
                <c:pt idx="12794">
                  <c:v>7.9682216915328789E-3</c:v>
                </c:pt>
                <c:pt idx="12795">
                  <c:v>8.1337337147991389E-3</c:v>
                </c:pt>
                <c:pt idx="12796">
                  <c:v>8.204667439056108E-3</c:v>
                </c:pt>
                <c:pt idx="12797">
                  <c:v>7.9682216915328789E-3</c:v>
                </c:pt>
                <c:pt idx="12798">
                  <c:v>7.5662639207433853E-3</c:v>
                </c:pt>
                <c:pt idx="12799">
                  <c:v>7.7317759440096471E-3</c:v>
                </c:pt>
                <c:pt idx="12800">
                  <c:v>7.9209325420282316E-3</c:v>
                </c:pt>
                <c:pt idx="12801">
                  <c:v>7.7317759440096471E-3</c:v>
                </c:pt>
                <c:pt idx="12802">
                  <c:v>7.3771073227248008E-3</c:v>
                </c:pt>
                <c:pt idx="12803">
                  <c:v>7.4480410469817699E-3</c:v>
                </c:pt>
                <c:pt idx="12804">
                  <c:v>7.6844867945050016E-3</c:v>
                </c:pt>
                <c:pt idx="12805">
                  <c:v>7.5189747712387399E-3</c:v>
                </c:pt>
                <c:pt idx="12806">
                  <c:v>7.1643061499538927E-3</c:v>
                </c:pt>
                <c:pt idx="12807">
                  <c:v>7.3298181732201545E-3</c:v>
                </c:pt>
                <c:pt idx="12808">
                  <c:v>7.660842219752678E-3</c:v>
                </c:pt>
                <c:pt idx="12809">
                  <c:v>7.5899084954957089E-3</c:v>
                </c:pt>
                <c:pt idx="12810">
                  <c:v>7.1643061499538927E-3</c:v>
                </c:pt>
                <c:pt idx="12811">
                  <c:v>7.1879507247062163E-3</c:v>
                </c:pt>
                <c:pt idx="12812">
                  <c:v>7.3534627479724781E-3</c:v>
                </c:pt>
                <c:pt idx="12813">
                  <c:v>7.1643061499538927E-3</c:v>
                </c:pt>
                <c:pt idx="12814">
                  <c:v>6.6914146549074309E-3</c:v>
                </c:pt>
                <c:pt idx="12815">
                  <c:v>6.7387038044120773E-3</c:v>
                </c:pt>
                <c:pt idx="12816">
                  <c:v>7.0460832761922772E-3</c:v>
                </c:pt>
                <c:pt idx="12817">
                  <c:v>6.9515049771829854E-3</c:v>
                </c:pt>
                <c:pt idx="12818">
                  <c:v>6.6677700801551082E-3</c:v>
                </c:pt>
                <c:pt idx="12819">
                  <c:v>6.6441255054027863E-3</c:v>
                </c:pt>
                <c:pt idx="12820">
                  <c:v>6.7859929539167236E-3</c:v>
                </c:pt>
                <c:pt idx="12821">
                  <c:v>6.6204809306504627E-3</c:v>
                </c:pt>
                <c:pt idx="12822">
                  <c:v>6.3131014588702627E-3</c:v>
                </c:pt>
                <c:pt idx="12823">
                  <c:v>6.3840351831272318E-3</c:v>
                </c:pt>
                <c:pt idx="12824">
                  <c:v>6.5495472063934936E-3</c:v>
                </c:pt>
                <c:pt idx="12825">
                  <c:v>6.4076797578795554E-3</c:v>
                </c:pt>
                <c:pt idx="12826">
                  <c:v>5.9347882628330928E-3</c:v>
                </c:pt>
                <c:pt idx="12827">
                  <c:v>5.8638545385761237E-3</c:v>
                </c:pt>
                <c:pt idx="12828">
                  <c:v>6.0530111365947083E-3</c:v>
                </c:pt>
                <c:pt idx="12829">
                  <c:v>5.9111436880807701E-3</c:v>
                </c:pt>
                <c:pt idx="12830">
                  <c:v>5.461896767786632E-3</c:v>
                </c:pt>
                <c:pt idx="12831">
                  <c:v>5.3436738940250165E-3</c:v>
                </c:pt>
                <c:pt idx="12832">
                  <c:v>5.461896767786632E-3</c:v>
                </c:pt>
                <c:pt idx="12833">
                  <c:v>5.2727401697680466E-3</c:v>
                </c:pt>
                <c:pt idx="12834">
                  <c:v>4.7998486747215857E-3</c:v>
                </c:pt>
                <c:pt idx="12835">
                  <c:v>4.6579812262076466E-3</c:v>
                </c:pt>
                <c:pt idx="12836">
                  <c:v>4.8234932494739076E-3</c:v>
                </c:pt>
                <c:pt idx="12837">
                  <c:v>4.7762040999692621E-3</c:v>
                </c:pt>
                <c:pt idx="12838">
                  <c:v>4.3033126049228003E-3</c:v>
                </c:pt>
                <c:pt idx="12839">
                  <c:v>4.0905114321518922E-3</c:v>
                </c:pt>
                <c:pt idx="12840">
                  <c:v>4.3506017544274467E-3</c:v>
                </c:pt>
                <c:pt idx="12841">
                  <c:v>4.3506017544274467E-3</c:v>
                </c:pt>
                <c:pt idx="12842">
                  <c:v>3.9486439836379549E-3</c:v>
                </c:pt>
                <c:pt idx="12843">
                  <c:v>3.6412645118577541E-3</c:v>
                </c:pt>
                <c:pt idx="12844">
                  <c:v>3.7358428108670468E-3</c:v>
                </c:pt>
                <c:pt idx="12845">
                  <c:v>3.5230416380961386E-3</c:v>
                </c:pt>
                <c:pt idx="12846">
                  <c:v>3.0974392925543237E-3</c:v>
                </c:pt>
                <c:pt idx="12847">
                  <c:v>2.8373489702787696E-3</c:v>
                </c:pt>
                <c:pt idx="12848">
                  <c:v>3.0028609935450314E-3</c:v>
                </c:pt>
                <c:pt idx="12849">
                  <c:v>2.8846381197834155E-3</c:v>
                </c:pt>
                <c:pt idx="12850">
                  <c:v>2.3644574752323083E-3</c:v>
                </c:pt>
                <c:pt idx="12851">
                  <c:v>2.0334334286997847E-3</c:v>
                </c:pt>
                <c:pt idx="12852">
                  <c:v>2.1753008772137233E-3</c:v>
                </c:pt>
                <c:pt idx="12853">
                  <c:v>1.9861442791951388E-3</c:v>
                </c:pt>
                <c:pt idx="12854">
                  <c:v>1.4896082093963541E-3</c:v>
                </c:pt>
                <c:pt idx="12855">
                  <c:v>1.0876504386068617E-3</c:v>
                </c:pt>
                <c:pt idx="12856">
                  <c:v>1.158584162863831E-3</c:v>
                </c:pt>
                <c:pt idx="12857">
                  <c:v>1.0403612891022155E-3</c:v>
                </c:pt>
                <c:pt idx="12858">
                  <c:v>5.2018064455110777E-4</c:v>
                </c:pt>
                <c:pt idx="12859">
                  <c:v>7.0933724256969238E-5</c:v>
                </c:pt>
                <c:pt idx="12860">
                  <c:v>2.128011727709077E-4</c:v>
                </c:pt>
                <c:pt idx="12861">
                  <c:v>7.0933724256969238E-5</c:v>
                </c:pt>
                <c:pt idx="12862">
                  <c:v>-4.256023455418154E-4</c:v>
                </c:pt>
                <c:pt idx="12863">
                  <c:v>-9.221384153406001E-4</c:v>
                </c:pt>
                <c:pt idx="12864">
                  <c:v>-8.7484926583595386E-4</c:v>
                </c:pt>
                <c:pt idx="12865">
                  <c:v>-1.0167167143498924E-3</c:v>
                </c:pt>
                <c:pt idx="12866">
                  <c:v>-1.5841865084056464E-3</c:v>
                </c:pt>
                <c:pt idx="12867">
                  <c:v>-2.0807225782044311E-3</c:v>
                </c:pt>
                <c:pt idx="12868">
                  <c:v>-2.1043671529567538E-3</c:v>
                </c:pt>
                <c:pt idx="12869">
                  <c:v>-2.3171683257276619E-3</c:v>
                </c:pt>
                <c:pt idx="12870">
                  <c:v>-2.9319272692880619E-3</c:v>
                </c:pt>
                <c:pt idx="12871">
                  <c:v>-3.570330787600785E-3</c:v>
                </c:pt>
                <c:pt idx="12872">
                  <c:v>-3.7121982361147236E-3</c:v>
                </c:pt>
                <c:pt idx="12873">
                  <c:v>-3.9013548341333085E-3</c:v>
                </c:pt>
                <c:pt idx="12874">
                  <c:v>-4.3742463291797694E-3</c:v>
                </c:pt>
                <c:pt idx="12875">
                  <c:v>-4.9890052727401693E-3</c:v>
                </c:pt>
                <c:pt idx="12876">
                  <c:v>-5.0599389969971393E-3</c:v>
                </c:pt>
                <c:pt idx="12877">
                  <c:v>-5.2490955950157238E-3</c:v>
                </c:pt>
                <c:pt idx="12878">
                  <c:v>-5.8638545385761237E-3</c:v>
                </c:pt>
                <c:pt idx="12879">
                  <c:v>-6.5495472063934936E-3</c:v>
                </c:pt>
                <c:pt idx="12880">
                  <c:v>-6.6441255054027863E-3</c:v>
                </c:pt>
                <c:pt idx="12881">
                  <c:v>-6.9042158276783391E-3</c:v>
                </c:pt>
                <c:pt idx="12882">
                  <c:v>-7.4716856217340935E-3</c:v>
                </c:pt>
                <c:pt idx="12883">
                  <c:v>-8.1337337147991389E-3</c:v>
                </c:pt>
                <c:pt idx="12884">
                  <c:v>-8.2519565885607535E-3</c:v>
                </c:pt>
                <c:pt idx="12885">
                  <c:v>-8.4884023360839861E-3</c:v>
                </c:pt>
                <c:pt idx="12886">
                  <c:v>-9.0322275553874169E-3</c:v>
                </c:pt>
                <c:pt idx="12887">
                  <c:v>-9.8124985222140769E-3</c:v>
                </c:pt>
                <c:pt idx="12888">
                  <c:v>-1.0096233419241955E-2</c:v>
                </c:pt>
                <c:pt idx="12889">
                  <c:v>-1.0309034592012862E-2</c:v>
                </c:pt>
                <c:pt idx="12890">
                  <c:v>-1.0971082685077909E-2</c:v>
                </c:pt>
                <c:pt idx="12891">
                  <c:v>-1.1798642801409217E-2</c:v>
                </c:pt>
                <c:pt idx="12892">
                  <c:v>-1.2058733123684771E-2</c:v>
                </c:pt>
                <c:pt idx="12893">
                  <c:v>-1.243704631972194E-2</c:v>
                </c:pt>
                <c:pt idx="12894">
                  <c:v>-1.3028160688530018E-2</c:v>
                </c:pt>
                <c:pt idx="12895">
                  <c:v>-1.3855720804861324E-2</c:v>
                </c:pt>
                <c:pt idx="12896">
                  <c:v>-1.4186744851393847E-2</c:v>
                </c:pt>
                <c:pt idx="12897">
                  <c:v>-1.4494124323174047E-2</c:v>
                </c:pt>
                <c:pt idx="12898">
                  <c:v>-1.5108883266734449E-2</c:v>
                </c:pt>
                <c:pt idx="12899">
                  <c:v>-1.6007377107322727E-2</c:v>
                </c:pt>
                <c:pt idx="12900">
                  <c:v>-1.6432979452864538E-2</c:v>
                </c:pt>
                <c:pt idx="12901">
                  <c:v>-1.674035892464474E-2</c:v>
                </c:pt>
                <c:pt idx="12902">
                  <c:v>-1.7473340741966756E-2</c:v>
                </c:pt>
                <c:pt idx="12903">
                  <c:v>-1.8395479157307357E-2</c:v>
                </c:pt>
                <c:pt idx="12904">
                  <c:v>-1.8844726077601497E-2</c:v>
                </c:pt>
                <c:pt idx="12905">
                  <c:v>-1.9270328423143308E-2</c:v>
                </c:pt>
                <c:pt idx="12906">
                  <c:v>-2.0026954815217646E-2</c:v>
                </c:pt>
                <c:pt idx="12907">
                  <c:v>-2.1020026954815217E-2</c:v>
                </c:pt>
                <c:pt idx="12908">
                  <c:v>-2.1469273875109357E-2</c:v>
                </c:pt>
                <c:pt idx="12909">
                  <c:v>-2.1753008772137233E-2</c:v>
                </c:pt>
                <c:pt idx="12910">
                  <c:v>-2.248599058945925E-2</c:v>
                </c:pt>
                <c:pt idx="12911">
                  <c:v>-2.3526351878561464E-2</c:v>
                </c:pt>
                <c:pt idx="12912">
                  <c:v>-2.4093821672617217E-2</c:v>
                </c:pt>
                <c:pt idx="12913">
                  <c:v>-2.4448490293902066E-2</c:v>
                </c:pt>
                <c:pt idx="12914">
                  <c:v>-2.5181472111224078E-2</c:v>
                </c:pt>
                <c:pt idx="12915">
                  <c:v>-2.6292767124583265E-2</c:v>
                </c:pt>
                <c:pt idx="12916">
                  <c:v>-2.7002104367152956E-2</c:v>
                </c:pt>
                <c:pt idx="12917">
                  <c:v>-2.7404062137942449E-2</c:v>
                </c:pt>
                <c:pt idx="12918">
                  <c:v>-2.8255266829026082E-2</c:v>
                </c:pt>
                <c:pt idx="12919">
                  <c:v>-2.9319272692880618E-2</c:v>
                </c:pt>
                <c:pt idx="12920">
                  <c:v>-3.0194121958716572E-2</c:v>
                </c:pt>
                <c:pt idx="12921">
                  <c:v>-3.0667013453763034E-2</c:v>
                </c:pt>
                <c:pt idx="12922">
                  <c:v>-3.1518218144846663E-2</c:v>
                </c:pt>
                <c:pt idx="12923">
                  <c:v>-3.2605868583453525E-2</c:v>
                </c:pt>
                <c:pt idx="12924">
                  <c:v>-3.3433428699784835E-2</c:v>
                </c:pt>
                <c:pt idx="12925">
                  <c:v>-3.3882675620078975E-2</c:v>
                </c:pt>
                <c:pt idx="12926">
                  <c:v>-3.4615657437400991E-2</c:v>
                </c:pt>
                <c:pt idx="12927">
                  <c:v>-3.5726952450760172E-2</c:v>
                </c:pt>
                <c:pt idx="12928">
                  <c:v>-3.6625446291348451E-2</c:v>
                </c:pt>
                <c:pt idx="12929">
                  <c:v>-3.7169271510651886E-2</c:v>
                </c:pt>
                <c:pt idx="12930">
                  <c:v>-3.8020476201735515E-2</c:v>
                </c:pt>
                <c:pt idx="12931">
                  <c:v>-3.9226349514103989E-2</c:v>
                </c:pt>
                <c:pt idx="12932">
                  <c:v>-4.0313999952710851E-2</c:v>
                </c:pt>
                <c:pt idx="12933">
                  <c:v>-4.083418059726196E-2</c:v>
                </c:pt>
                <c:pt idx="12934">
                  <c:v>-4.1638096138840938E-2</c:v>
                </c:pt>
                <c:pt idx="12935">
                  <c:v>-4.2820324876457094E-2</c:v>
                </c:pt>
                <c:pt idx="12936">
                  <c:v>-4.3860686165559312E-2</c:v>
                </c:pt>
                <c:pt idx="12937">
                  <c:v>-4.445180053436739E-2</c:v>
                </c:pt>
                <c:pt idx="12938">
                  <c:v>-4.5350294374955663E-2</c:v>
                </c:pt>
                <c:pt idx="12939">
                  <c:v>-4.657981226207647E-2</c:v>
                </c:pt>
                <c:pt idx="12940">
                  <c:v>-4.7738396424940301E-2</c:v>
                </c:pt>
                <c:pt idx="12941">
                  <c:v>-4.8376799943253015E-2</c:v>
                </c:pt>
                <c:pt idx="12942">
                  <c:v>-4.9275293783841302E-2</c:v>
                </c:pt>
                <c:pt idx="12943">
                  <c:v>-5.048116709620977E-2</c:v>
                </c:pt>
                <c:pt idx="12944">
                  <c:v>-5.1734329558082902E-2</c:v>
                </c:pt>
                <c:pt idx="12945">
                  <c:v>-5.2396377651147949E-2</c:v>
                </c:pt>
                <c:pt idx="12946">
                  <c:v>-5.3342160641240866E-2</c:v>
                </c:pt>
                <c:pt idx="12947">
                  <c:v>-5.4689901402123285E-2</c:v>
                </c:pt>
                <c:pt idx="12948">
                  <c:v>-5.5919419289244092E-2</c:v>
                </c:pt>
                <c:pt idx="12949">
                  <c:v>-5.6581467382309125E-2</c:v>
                </c:pt>
                <c:pt idx="12950">
                  <c:v>-5.750360579764973E-2</c:v>
                </c:pt>
                <c:pt idx="12951">
                  <c:v>-5.8709479110018212E-2</c:v>
                </c:pt>
                <c:pt idx="12952">
                  <c:v>-5.9938996997139012E-2</c:v>
                </c:pt>
                <c:pt idx="12953">
                  <c:v>-6.0624689664956377E-2</c:v>
                </c:pt>
                <c:pt idx="12954">
                  <c:v>-6.1546828080296982E-2</c:v>
                </c:pt>
                <c:pt idx="12955">
                  <c:v>-6.27999905421701E-2</c:v>
                </c:pt>
                <c:pt idx="12956">
                  <c:v>-6.4100442153547862E-2</c:v>
                </c:pt>
                <c:pt idx="12957">
                  <c:v>-6.4880713120374536E-2</c:v>
                </c:pt>
                <c:pt idx="12958">
                  <c:v>-6.5897429834724422E-2</c:v>
                </c:pt>
                <c:pt idx="12959">
                  <c:v>-6.7268815170359167E-2</c:v>
                </c:pt>
                <c:pt idx="12960">
                  <c:v>-6.8687489655498549E-2</c:v>
                </c:pt>
                <c:pt idx="12961">
                  <c:v>-6.9515049771829859E-2</c:v>
                </c:pt>
                <c:pt idx="12962">
                  <c:v>-7.0508121911427427E-2</c:v>
                </c:pt>
                <c:pt idx="12963">
                  <c:v>-7.178492894805287E-2</c:v>
                </c:pt>
                <c:pt idx="12964">
                  <c:v>-7.3227248007944584E-2</c:v>
                </c:pt>
                <c:pt idx="12965">
                  <c:v>-7.4149386423285182E-2</c:v>
                </c:pt>
                <c:pt idx="12966">
                  <c:v>-7.5095169413378099E-2</c:v>
                </c:pt>
                <c:pt idx="12967">
                  <c:v>-7.6348331875251224E-2</c:v>
                </c:pt>
                <c:pt idx="12968">
                  <c:v>-7.7790650935142938E-2</c:v>
                </c:pt>
                <c:pt idx="12969">
                  <c:v>-7.8570921901969598E-2</c:v>
                </c:pt>
                <c:pt idx="12970">
                  <c:v>-7.9540349466814833E-2</c:v>
                </c:pt>
                <c:pt idx="12971">
                  <c:v>-8.0817156503440291E-2</c:v>
                </c:pt>
                <c:pt idx="12972">
                  <c:v>-8.2283120138084323E-2</c:v>
                </c:pt>
                <c:pt idx="12973">
                  <c:v>-8.3087035679663301E-2</c:v>
                </c:pt>
                <c:pt idx="12974">
                  <c:v>-8.4032818669756218E-2</c:v>
                </c:pt>
                <c:pt idx="12975">
                  <c:v>-8.5309625706381675E-2</c:v>
                </c:pt>
                <c:pt idx="12976">
                  <c:v>-8.6799233915778026E-2</c:v>
                </c:pt>
                <c:pt idx="12977">
                  <c:v>-8.7815950630127912E-2</c:v>
                </c:pt>
                <c:pt idx="12978">
                  <c:v>-8.8785378194973161E-2</c:v>
                </c:pt>
                <c:pt idx="12979">
                  <c:v>-9.0085829806350937E-2</c:v>
                </c:pt>
                <c:pt idx="12980">
                  <c:v>-9.1551793440994969E-2</c:v>
                </c:pt>
                <c:pt idx="12981">
                  <c:v>-9.237935355732628E-2</c:v>
                </c:pt>
                <c:pt idx="12982">
                  <c:v>-9.320691367365759E-2</c:v>
                </c:pt>
                <c:pt idx="12983">
                  <c:v>-9.4436431560778383E-2</c:v>
                </c:pt>
                <c:pt idx="12984">
                  <c:v>-9.5949684344927053E-2</c:v>
                </c:pt>
                <c:pt idx="12985">
                  <c:v>-9.6871822760267665E-2</c:v>
                </c:pt>
                <c:pt idx="12986">
                  <c:v>-9.7723027451351294E-2</c:v>
                </c:pt>
                <c:pt idx="12987">
                  <c:v>-9.8999834487976737E-2</c:v>
                </c:pt>
                <c:pt idx="12988">
                  <c:v>-0.10044215354786845</c:v>
                </c:pt>
                <c:pt idx="12989">
                  <c:v>-0.10141158111271369</c:v>
                </c:pt>
                <c:pt idx="12990">
                  <c:v>-0.10231007495330197</c:v>
                </c:pt>
                <c:pt idx="12991">
                  <c:v>-0.10358688198992742</c:v>
                </c:pt>
                <c:pt idx="12992">
                  <c:v>-0.10507649019932376</c:v>
                </c:pt>
                <c:pt idx="12993">
                  <c:v>-0.10606956233892133</c:v>
                </c:pt>
                <c:pt idx="12994">
                  <c:v>-0.10687347788050031</c:v>
                </c:pt>
                <c:pt idx="12995">
                  <c:v>-0.10805570661811648</c:v>
                </c:pt>
                <c:pt idx="12996">
                  <c:v>-0.10949802567800819</c:v>
                </c:pt>
                <c:pt idx="12997">
                  <c:v>-0.11056203154186273</c:v>
                </c:pt>
                <c:pt idx="12998">
                  <c:v>-0.11131865793393707</c:v>
                </c:pt>
                <c:pt idx="12999">
                  <c:v>-0.11233537464828695</c:v>
                </c:pt>
                <c:pt idx="13000">
                  <c:v>-0.11368311540916937</c:v>
                </c:pt>
                <c:pt idx="13001">
                  <c:v>-0.1147471212730239</c:v>
                </c:pt>
                <c:pt idx="13002">
                  <c:v>-0.11543281394084128</c:v>
                </c:pt>
                <c:pt idx="13003">
                  <c:v>-0.11649681980469581</c:v>
                </c:pt>
                <c:pt idx="13004">
                  <c:v>-0.11789184971508287</c:v>
                </c:pt>
                <c:pt idx="13005">
                  <c:v>-0.11888492185468044</c:v>
                </c:pt>
                <c:pt idx="13006">
                  <c:v>-0.11961790367200247</c:v>
                </c:pt>
                <c:pt idx="13007">
                  <c:v>-0.12063462038635236</c:v>
                </c:pt>
                <c:pt idx="13008">
                  <c:v>-0.12191142742297779</c:v>
                </c:pt>
                <c:pt idx="13009">
                  <c:v>-0.12292814413732769</c:v>
                </c:pt>
                <c:pt idx="13010">
                  <c:v>-0.12356654765564042</c:v>
                </c:pt>
                <c:pt idx="13011">
                  <c:v>-0.12460690894474262</c:v>
                </c:pt>
                <c:pt idx="13012">
                  <c:v>-0.12586007140661576</c:v>
                </c:pt>
                <c:pt idx="13013">
                  <c:v>-0.12687678812096564</c:v>
                </c:pt>
                <c:pt idx="13014">
                  <c:v>-0.12749154706452606</c:v>
                </c:pt>
                <c:pt idx="13015">
                  <c:v>-0.12841368547986665</c:v>
                </c:pt>
                <c:pt idx="13016">
                  <c:v>-0.12954862506797815</c:v>
                </c:pt>
                <c:pt idx="13017">
                  <c:v>-0.1306126309318327</c:v>
                </c:pt>
                <c:pt idx="13018">
                  <c:v>-0.13120374530064077</c:v>
                </c:pt>
                <c:pt idx="13019">
                  <c:v>-0.13207859456647672</c:v>
                </c:pt>
                <c:pt idx="13020">
                  <c:v>-0.13323717872934054</c:v>
                </c:pt>
                <c:pt idx="13021">
                  <c:v>-0.13420660629418579</c:v>
                </c:pt>
                <c:pt idx="13022">
                  <c:v>-0.13463220863972761</c:v>
                </c:pt>
                <c:pt idx="13023">
                  <c:v>-0.13534154588229733</c:v>
                </c:pt>
                <c:pt idx="13024">
                  <c:v>-0.13640555174615185</c:v>
                </c:pt>
                <c:pt idx="13025">
                  <c:v>-0.13725675643723548</c:v>
                </c:pt>
                <c:pt idx="13026">
                  <c:v>-0.13765871420802497</c:v>
                </c:pt>
                <c:pt idx="13027">
                  <c:v>-0.13843898517485165</c:v>
                </c:pt>
                <c:pt idx="13028">
                  <c:v>-0.13947934646395385</c:v>
                </c:pt>
                <c:pt idx="13029">
                  <c:v>-0.14037784030454215</c:v>
                </c:pt>
                <c:pt idx="13030">
                  <c:v>-0.1407561535005793</c:v>
                </c:pt>
                <c:pt idx="13031">
                  <c:v>-0.14137091244413968</c:v>
                </c:pt>
                <c:pt idx="13032">
                  <c:v>-0.14226940628472798</c:v>
                </c:pt>
                <c:pt idx="13033">
                  <c:v>-0.14304967725155462</c:v>
                </c:pt>
                <c:pt idx="13034">
                  <c:v>-0.14333341214858253</c:v>
                </c:pt>
                <c:pt idx="13035">
                  <c:v>-0.14390088194263828</c:v>
                </c:pt>
                <c:pt idx="13036">
                  <c:v>-0.14472844205896959</c:v>
                </c:pt>
                <c:pt idx="13037">
                  <c:v>-0.14553235760054856</c:v>
                </c:pt>
                <c:pt idx="13038">
                  <c:v>-0.1457688033480718</c:v>
                </c:pt>
                <c:pt idx="13039">
                  <c:v>-0.14621805026836593</c:v>
                </c:pt>
                <c:pt idx="13040">
                  <c:v>-0.14702196580994492</c:v>
                </c:pt>
                <c:pt idx="13041">
                  <c:v>-0.14775494762726693</c:v>
                </c:pt>
                <c:pt idx="13042">
                  <c:v>-0.14794410422528551</c:v>
                </c:pt>
                <c:pt idx="13043">
                  <c:v>-0.14827512827181802</c:v>
                </c:pt>
                <c:pt idx="13044">
                  <c:v>-0.14900811008914003</c:v>
                </c:pt>
                <c:pt idx="13045">
                  <c:v>-0.14976473648121438</c:v>
                </c:pt>
                <c:pt idx="13046">
                  <c:v>-0.14985931478022368</c:v>
                </c:pt>
                <c:pt idx="13047">
                  <c:v>-0.15016669425200388</c:v>
                </c:pt>
                <c:pt idx="13048">
                  <c:v>-0.15078145319556427</c:v>
                </c:pt>
                <c:pt idx="13049">
                  <c:v>-0.15139621213912466</c:v>
                </c:pt>
                <c:pt idx="13050">
                  <c:v>-0.15139621213912466</c:v>
                </c:pt>
                <c:pt idx="13051">
                  <c:v>-0.15149079043813396</c:v>
                </c:pt>
                <c:pt idx="13052">
                  <c:v>-0.15198732650793276</c:v>
                </c:pt>
                <c:pt idx="13053">
                  <c:v>-0.15253115172723619</c:v>
                </c:pt>
                <c:pt idx="13054">
                  <c:v>-0.15250750715248387</c:v>
                </c:pt>
                <c:pt idx="13055">
                  <c:v>-0.15260208545149315</c:v>
                </c:pt>
                <c:pt idx="13056">
                  <c:v>-0.15302768779703499</c:v>
                </c:pt>
                <c:pt idx="13057">
                  <c:v>-0.15354786844158608</c:v>
                </c:pt>
                <c:pt idx="13058">
                  <c:v>-0.15350057929208144</c:v>
                </c:pt>
                <c:pt idx="13059">
                  <c:v>-0.15354786844158608</c:v>
                </c:pt>
                <c:pt idx="13060">
                  <c:v>-0.15385524791336627</c:v>
                </c:pt>
                <c:pt idx="13061">
                  <c:v>-0.15423356110940345</c:v>
                </c:pt>
                <c:pt idx="13062">
                  <c:v>-0.15411533823564183</c:v>
                </c:pt>
                <c:pt idx="13063">
                  <c:v>-0.15392618163762326</c:v>
                </c:pt>
                <c:pt idx="13064">
                  <c:v>-0.15416262738514647</c:v>
                </c:pt>
                <c:pt idx="13065">
                  <c:v>-0.15454094058118364</c:v>
                </c:pt>
                <c:pt idx="13066">
                  <c:v>-0.15442271770742202</c:v>
                </c:pt>
                <c:pt idx="13067">
                  <c:v>-0.15418627195989881</c:v>
                </c:pt>
                <c:pt idx="13068">
                  <c:v>-0.15435178398316504</c:v>
                </c:pt>
                <c:pt idx="13069">
                  <c:v>-0.15456458515593596</c:v>
                </c:pt>
                <c:pt idx="13070">
                  <c:v>-0.15435178398316504</c:v>
                </c:pt>
                <c:pt idx="13071">
                  <c:v>-0.15402075993663256</c:v>
                </c:pt>
                <c:pt idx="13072">
                  <c:v>-0.15409169366088951</c:v>
                </c:pt>
                <c:pt idx="13073">
                  <c:v>-0.15420991653465113</c:v>
                </c:pt>
                <c:pt idx="13074">
                  <c:v>-0.15383160333861395</c:v>
                </c:pt>
                <c:pt idx="13075">
                  <c:v>-0.15338235641831982</c:v>
                </c:pt>
                <c:pt idx="13076">
                  <c:v>-0.15331142269406284</c:v>
                </c:pt>
                <c:pt idx="13077">
                  <c:v>-0.15333506726881518</c:v>
                </c:pt>
                <c:pt idx="13078">
                  <c:v>-0.15295675407277801</c:v>
                </c:pt>
                <c:pt idx="13079">
                  <c:v>-0.15234199512921759</c:v>
                </c:pt>
                <c:pt idx="13080">
                  <c:v>-0.15220012768070368</c:v>
                </c:pt>
                <c:pt idx="13081">
                  <c:v>-0.15234199512921759</c:v>
                </c:pt>
                <c:pt idx="13082">
                  <c:v>-0.15189274820892348</c:v>
                </c:pt>
                <c:pt idx="13083">
                  <c:v>-0.15127798926536307</c:v>
                </c:pt>
                <c:pt idx="13084">
                  <c:v>-0.15106518809259217</c:v>
                </c:pt>
                <c:pt idx="13085">
                  <c:v>-0.15104154351783983</c:v>
                </c:pt>
                <c:pt idx="13086">
                  <c:v>-0.15061594117229801</c:v>
                </c:pt>
                <c:pt idx="13087">
                  <c:v>-0.1499775376539853</c:v>
                </c:pt>
                <c:pt idx="13088">
                  <c:v>-0.14967015818220511</c:v>
                </c:pt>
                <c:pt idx="13089">
                  <c:v>-0.14957557988319578</c:v>
                </c:pt>
                <c:pt idx="13090">
                  <c:v>-0.14903175466389237</c:v>
                </c:pt>
                <c:pt idx="13091">
                  <c:v>-0.14818054997280874</c:v>
                </c:pt>
                <c:pt idx="13092">
                  <c:v>-0.14770765847776227</c:v>
                </c:pt>
                <c:pt idx="13093">
                  <c:v>-0.14751850187974369</c:v>
                </c:pt>
                <c:pt idx="13094">
                  <c:v>-0.14697467666044026</c:v>
                </c:pt>
                <c:pt idx="13095">
                  <c:v>-0.14609982739460431</c:v>
                </c:pt>
                <c:pt idx="13096">
                  <c:v>-0.14562693589955786</c:v>
                </c:pt>
                <c:pt idx="13097">
                  <c:v>-0.14543777930153926</c:v>
                </c:pt>
                <c:pt idx="13098">
                  <c:v>-0.14482302035797887</c:v>
                </c:pt>
                <c:pt idx="13099">
                  <c:v>-0.14397181566689524</c:v>
                </c:pt>
                <c:pt idx="13100">
                  <c:v>-0.14340434587283948</c:v>
                </c:pt>
                <c:pt idx="13101">
                  <c:v>-0.14312061097581161</c:v>
                </c:pt>
                <c:pt idx="13102">
                  <c:v>-0.14250585203225122</c:v>
                </c:pt>
                <c:pt idx="13103">
                  <c:v>-0.14153642446740594</c:v>
                </c:pt>
                <c:pt idx="13104">
                  <c:v>-0.14082708722483628</c:v>
                </c:pt>
                <c:pt idx="13105">
                  <c:v>-0.14030690658028516</c:v>
                </c:pt>
                <c:pt idx="13106">
                  <c:v>-0.13969214763672477</c:v>
                </c:pt>
                <c:pt idx="13107">
                  <c:v>-0.1387227200718795</c:v>
                </c:pt>
                <c:pt idx="13108">
                  <c:v>-0.13796609367980517</c:v>
                </c:pt>
                <c:pt idx="13109">
                  <c:v>-0.13749320218475872</c:v>
                </c:pt>
                <c:pt idx="13110">
                  <c:v>-0.13683115409169366</c:v>
                </c:pt>
                <c:pt idx="13111">
                  <c:v>-0.13571985907833448</c:v>
                </c:pt>
                <c:pt idx="13112">
                  <c:v>-0.13484500981249853</c:v>
                </c:pt>
                <c:pt idx="13113">
                  <c:v>-0.13434847374269976</c:v>
                </c:pt>
                <c:pt idx="13114">
                  <c:v>-0.1336864256496347</c:v>
                </c:pt>
                <c:pt idx="13115">
                  <c:v>-0.13259877521102784</c:v>
                </c:pt>
                <c:pt idx="13116">
                  <c:v>-0.13177121509469653</c:v>
                </c:pt>
                <c:pt idx="13117">
                  <c:v>-0.13125103445014541</c:v>
                </c:pt>
                <c:pt idx="13118">
                  <c:v>-0.13047076348331876</c:v>
                </c:pt>
                <c:pt idx="13119">
                  <c:v>-0.12933582389520723</c:v>
                </c:pt>
                <c:pt idx="13120">
                  <c:v>-0.12839004090511433</c:v>
                </c:pt>
                <c:pt idx="13121">
                  <c:v>-0.12775163738680159</c:v>
                </c:pt>
                <c:pt idx="13122">
                  <c:v>-0.12701865556947958</c:v>
                </c:pt>
                <c:pt idx="13123">
                  <c:v>-0.12574184853285414</c:v>
                </c:pt>
                <c:pt idx="13124">
                  <c:v>-0.12470148724375192</c:v>
                </c:pt>
                <c:pt idx="13125">
                  <c:v>-0.12408672830019153</c:v>
                </c:pt>
                <c:pt idx="13126">
                  <c:v>-0.12333010190811719</c:v>
                </c:pt>
                <c:pt idx="13127">
                  <c:v>-0.12205329487149173</c:v>
                </c:pt>
                <c:pt idx="13128">
                  <c:v>-0.12106022273189417</c:v>
                </c:pt>
                <c:pt idx="13129">
                  <c:v>-0.12030359633981984</c:v>
                </c:pt>
                <c:pt idx="13130">
                  <c:v>-0.11959425909725013</c:v>
                </c:pt>
                <c:pt idx="13131">
                  <c:v>-0.11836474121012934</c:v>
                </c:pt>
                <c:pt idx="13132">
                  <c:v>-0.11727709077152247</c:v>
                </c:pt>
                <c:pt idx="13133">
                  <c:v>-0.11647317522994349</c:v>
                </c:pt>
                <c:pt idx="13134">
                  <c:v>-0.11562197053885985</c:v>
                </c:pt>
                <c:pt idx="13135">
                  <c:v>-0.11425058520322512</c:v>
                </c:pt>
                <c:pt idx="13136">
                  <c:v>-0.11311564561511361</c:v>
                </c:pt>
                <c:pt idx="13137">
                  <c:v>-0.1123826637977916</c:v>
                </c:pt>
                <c:pt idx="13138">
                  <c:v>-0.11160239283096493</c:v>
                </c:pt>
                <c:pt idx="13139">
                  <c:v>-0.11025465207008253</c:v>
                </c:pt>
                <c:pt idx="13140">
                  <c:v>-0.10902513418296171</c:v>
                </c:pt>
                <c:pt idx="13141">
                  <c:v>-0.10824486321613506</c:v>
                </c:pt>
                <c:pt idx="13142">
                  <c:v>-0.10748823682406072</c:v>
                </c:pt>
                <c:pt idx="13143">
                  <c:v>-0.10616414063793063</c:v>
                </c:pt>
                <c:pt idx="13144">
                  <c:v>-0.10491097817605752</c:v>
                </c:pt>
                <c:pt idx="13145">
                  <c:v>-0.10403612891022156</c:v>
                </c:pt>
                <c:pt idx="13146">
                  <c:v>-0.10330314709289953</c:v>
                </c:pt>
                <c:pt idx="13147">
                  <c:v>-0.10204998463102641</c:v>
                </c:pt>
                <c:pt idx="13148">
                  <c:v>-0.10074953301964865</c:v>
                </c:pt>
                <c:pt idx="13149">
                  <c:v>-9.9803750029555716E-2</c:v>
                </c:pt>
                <c:pt idx="13150">
                  <c:v>-9.8952545338472087E-2</c:v>
                </c:pt>
                <c:pt idx="13151">
                  <c:v>-9.7510226278580373E-2</c:v>
                </c:pt>
                <c:pt idx="13152">
                  <c:v>-9.6257063816707247E-2</c:v>
                </c:pt>
                <c:pt idx="13153">
                  <c:v>-9.5358569976118995E-2</c:v>
                </c:pt>
                <c:pt idx="13154">
                  <c:v>-9.4625588158796958E-2</c:v>
                </c:pt>
                <c:pt idx="13155">
                  <c:v>-9.3514293145437785E-2</c:v>
                </c:pt>
                <c:pt idx="13156">
                  <c:v>-9.2402998132078598E-2</c:v>
                </c:pt>
                <c:pt idx="13157">
                  <c:v>-9.1480859716738E-2</c:v>
                </c:pt>
                <c:pt idx="13158">
                  <c:v>-9.0747877899415977E-2</c:v>
                </c:pt>
                <c:pt idx="13159">
                  <c:v>-8.9494715437542866E-2</c:v>
                </c:pt>
                <c:pt idx="13160">
                  <c:v>-8.8170619251412771E-2</c:v>
                </c:pt>
                <c:pt idx="13161">
                  <c:v>-8.717754711181519E-2</c:v>
                </c:pt>
                <c:pt idx="13162">
                  <c:v>-8.6420920719740849E-2</c:v>
                </c:pt>
                <c:pt idx="13163">
                  <c:v>-8.5120469108363087E-2</c:v>
                </c:pt>
                <c:pt idx="13164">
                  <c:v>-8.3820017496985311E-2</c:v>
                </c:pt>
                <c:pt idx="13165">
                  <c:v>-8.3016101955406332E-2</c:v>
                </c:pt>
                <c:pt idx="13166">
                  <c:v>-8.2401343011845929E-2</c:v>
                </c:pt>
                <c:pt idx="13167">
                  <c:v>-8.1195469699477454E-2</c:v>
                </c:pt>
                <c:pt idx="13168">
                  <c:v>-7.9918662662852011E-2</c:v>
                </c:pt>
                <c:pt idx="13169">
                  <c:v>-7.897287967275908E-2</c:v>
                </c:pt>
                <c:pt idx="13170">
                  <c:v>-7.8263542430189389E-2</c:v>
                </c:pt>
                <c:pt idx="13171">
                  <c:v>-7.7104958267325566E-2</c:v>
                </c:pt>
                <c:pt idx="13172">
                  <c:v>-7.5828151230700108E-2</c:v>
                </c:pt>
                <c:pt idx="13173">
                  <c:v>-7.4811434516350223E-2</c:v>
                </c:pt>
                <c:pt idx="13174">
                  <c:v>-7.4102097273780532E-2</c:v>
                </c:pt>
                <c:pt idx="13175">
                  <c:v>-7.3038091409925995E-2</c:v>
                </c:pt>
                <c:pt idx="13176">
                  <c:v>-7.1737639798548219E-2</c:v>
                </c:pt>
                <c:pt idx="13177">
                  <c:v>-7.0768212233702971E-2</c:v>
                </c:pt>
                <c:pt idx="13178">
                  <c:v>-7.0058874991133294E-2</c:v>
                </c:pt>
                <c:pt idx="13179">
                  <c:v>-6.8971224552526425E-2</c:v>
                </c:pt>
                <c:pt idx="13180">
                  <c:v>-6.7765351240157951E-2</c:v>
                </c:pt>
                <c:pt idx="13181">
                  <c:v>-6.6866857399569671E-2</c:v>
                </c:pt>
                <c:pt idx="13182">
                  <c:v>-6.6181164731752298E-2</c:v>
                </c:pt>
                <c:pt idx="13183">
                  <c:v>-6.5093514293145444E-2</c:v>
                </c:pt>
                <c:pt idx="13184">
                  <c:v>-6.3840351831272318E-2</c:v>
                </c:pt>
                <c:pt idx="13185">
                  <c:v>-6.2894568841179402E-2</c:v>
                </c:pt>
                <c:pt idx="13186">
                  <c:v>-6.2232520748114348E-2</c:v>
                </c:pt>
                <c:pt idx="13187">
                  <c:v>-6.1310382332773743E-2</c:v>
                </c:pt>
                <c:pt idx="13188">
                  <c:v>-6.0151798169909919E-2</c:v>
                </c:pt>
                <c:pt idx="13189">
                  <c:v>-5.9300593478826283E-2</c:v>
                </c:pt>
                <c:pt idx="13190">
                  <c:v>-5.8685834535265886E-2</c:v>
                </c:pt>
                <c:pt idx="13191">
                  <c:v>-5.7716406970420638E-2</c:v>
                </c:pt>
                <c:pt idx="13192">
                  <c:v>-5.6510533658052163E-2</c:v>
                </c:pt>
                <c:pt idx="13193">
                  <c:v>-5.5612039817463883E-2</c:v>
                </c:pt>
                <c:pt idx="13194">
                  <c:v>-5.4973636299151162E-2</c:v>
                </c:pt>
                <c:pt idx="13195">
                  <c:v>-5.4004208734305913E-2</c:v>
                </c:pt>
                <c:pt idx="13196">
                  <c:v>-5.277469084718512E-2</c:v>
                </c:pt>
                <c:pt idx="13197">
                  <c:v>-5.1876197006596833E-2</c:v>
                </c:pt>
                <c:pt idx="13198">
                  <c:v>-5.1285082637788762E-2</c:v>
                </c:pt>
                <c:pt idx="13199">
                  <c:v>-5.0433877946705133E-2</c:v>
                </c:pt>
                <c:pt idx="13200">
                  <c:v>-4.9298938358593621E-2</c:v>
                </c:pt>
                <c:pt idx="13201">
                  <c:v>-4.8565956541271604E-2</c:v>
                </c:pt>
                <c:pt idx="13202">
                  <c:v>-4.8093065046225139E-2</c:v>
                </c:pt>
                <c:pt idx="13203">
                  <c:v>-4.7312794079398479E-2</c:v>
                </c:pt>
                <c:pt idx="13204">
                  <c:v>-4.6154209916534648E-2</c:v>
                </c:pt>
                <c:pt idx="13205">
                  <c:v>-4.5208426926441725E-2</c:v>
                </c:pt>
                <c:pt idx="13206">
                  <c:v>-4.4593667982881328E-2</c:v>
                </c:pt>
                <c:pt idx="13207">
                  <c:v>-4.3955264464568607E-2</c:v>
                </c:pt>
                <c:pt idx="13208">
                  <c:v>-4.2938547750218714E-2</c:v>
                </c:pt>
                <c:pt idx="13209">
                  <c:v>-4.206369848438276E-2</c:v>
                </c:pt>
                <c:pt idx="13210">
                  <c:v>-4.1472584115574682E-2</c:v>
                </c:pt>
                <c:pt idx="13211">
                  <c:v>-4.0857825172014278E-2</c:v>
                </c:pt>
                <c:pt idx="13212">
                  <c:v>-3.9888397607169036E-2</c:v>
                </c:pt>
                <c:pt idx="13213">
                  <c:v>-3.8989903766580757E-2</c:v>
                </c:pt>
                <c:pt idx="13214">
                  <c:v>-3.8446078547277322E-2</c:v>
                </c:pt>
                <c:pt idx="13215">
                  <c:v>-3.7760385879459957E-2</c:v>
                </c:pt>
                <c:pt idx="13216">
                  <c:v>-3.669638001560542E-2</c:v>
                </c:pt>
                <c:pt idx="13217">
                  <c:v>-3.5939753623531079E-2</c:v>
                </c:pt>
                <c:pt idx="13218">
                  <c:v>-3.5443217553732302E-2</c:v>
                </c:pt>
                <c:pt idx="13219">
                  <c:v>-3.4875747759676543E-2</c:v>
                </c:pt>
                <c:pt idx="13220">
                  <c:v>-3.3882675620078975E-2</c:v>
                </c:pt>
                <c:pt idx="13221">
                  <c:v>-3.307876007849999E-2</c:v>
                </c:pt>
                <c:pt idx="13222">
                  <c:v>-3.2653157732958175E-2</c:v>
                </c:pt>
                <c:pt idx="13223">
                  <c:v>-3.2251199962168686E-2</c:v>
                </c:pt>
                <c:pt idx="13224">
                  <c:v>-3.1234483247818787E-2</c:v>
                </c:pt>
                <c:pt idx="13225">
                  <c:v>-3.0454212280992127E-2</c:v>
                </c:pt>
                <c:pt idx="13226">
                  <c:v>-2.9981320785945665E-2</c:v>
                </c:pt>
                <c:pt idx="13227">
                  <c:v>-2.9508429290899203E-2</c:v>
                </c:pt>
                <c:pt idx="13228">
                  <c:v>-2.8539001726053958E-2</c:v>
                </c:pt>
                <c:pt idx="13229">
                  <c:v>-2.7758730759227294E-2</c:v>
                </c:pt>
                <c:pt idx="13230">
                  <c:v>-2.7262194689428511E-2</c:v>
                </c:pt>
                <c:pt idx="13231">
                  <c:v>-2.6907526068143662E-2</c:v>
                </c:pt>
                <c:pt idx="13232">
                  <c:v>-2.5961743078050745E-2</c:v>
                </c:pt>
                <c:pt idx="13233">
                  <c:v>-2.5205116685976404E-2</c:v>
                </c:pt>
                <c:pt idx="13234">
                  <c:v>-2.4755869765682264E-2</c:v>
                </c:pt>
                <c:pt idx="13235">
                  <c:v>-2.4448490293902066E-2</c:v>
                </c:pt>
                <c:pt idx="13236">
                  <c:v>-2.3597285602818433E-2</c:v>
                </c:pt>
                <c:pt idx="13237">
                  <c:v>-2.2840659210744095E-2</c:v>
                </c:pt>
                <c:pt idx="13238">
                  <c:v>-2.2438701439954602E-2</c:v>
                </c:pt>
                <c:pt idx="13239">
                  <c:v>-2.2154966542926726E-2</c:v>
                </c:pt>
                <c:pt idx="13240">
                  <c:v>-2.1351051001347741E-2</c:v>
                </c:pt>
                <c:pt idx="13241">
                  <c:v>-2.0618069184025724E-2</c:v>
                </c:pt>
                <c:pt idx="13242">
                  <c:v>-2.0239755987988557E-2</c:v>
                </c:pt>
                <c:pt idx="13243">
                  <c:v>-2.0050599389969972E-2</c:v>
                </c:pt>
                <c:pt idx="13244">
                  <c:v>-1.9341262147400277E-2</c:v>
                </c:pt>
                <c:pt idx="13245">
                  <c:v>-1.8702858629087556E-2</c:v>
                </c:pt>
                <c:pt idx="13246">
                  <c:v>-1.8371834582555032E-2</c:v>
                </c:pt>
                <c:pt idx="13247">
                  <c:v>-1.8229967134041094E-2</c:v>
                </c:pt>
                <c:pt idx="13248">
                  <c:v>-1.7520629891471403E-2</c:v>
                </c:pt>
                <c:pt idx="13249">
                  <c:v>-1.6882226373158678E-2</c:v>
                </c:pt>
                <c:pt idx="13250">
                  <c:v>-1.657484690137848E-2</c:v>
                </c:pt>
                <c:pt idx="13251">
                  <c:v>-1.6409334878112216E-2</c:v>
                </c:pt>
                <c:pt idx="13252">
                  <c:v>-1.5699997635542525E-2</c:v>
                </c:pt>
                <c:pt idx="13253">
                  <c:v>-1.4943371243468187E-2</c:v>
                </c:pt>
                <c:pt idx="13254">
                  <c:v>-1.458870262218334E-2</c:v>
                </c:pt>
                <c:pt idx="13255">
                  <c:v>-1.4565058047431016E-2</c:v>
                </c:pt>
                <c:pt idx="13256">
                  <c:v>-1.3950299103870616E-2</c:v>
                </c:pt>
                <c:pt idx="13257">
                  <c:v>-1.3288251010805573E-2</c:v>
                </c:pt>
                <c:pt idx="13258">
                  <c:v>-1.2957226964273049E-2</c:v>
                </c:pt>
                <c:pt idx="13259">
                  <c:v>-1.2839004090511433E-2</c:v>
                </c:pt>
                <c:pt idx="13260">
                  <c:v>-1.2271534296455678E-2</c:v>
                </c:pt>
                <c:pt idx="13261">
                  <c:v>-1.1798642801409217E-2</c:v>
                </c:pt>
                <c:pt idx="13262">
                  <c:v>-1.1562197053885986E-2</c:v>
                </c:pt>
                <c:pt idx="13263">
                  <c:v>-1.1467618754876693E-2</c:v>
                </c:pt>
                <c:pt idx="13264">
                  <c:v>-1.0876504386068617E-2</c:v>
                </c:pt>
                <c:pt idx="13265">
                  <c:v>-1.0261745442508217E-2</c:v>
                </c:pt>
                <c:pt idx="13266">
                  <c:v>-9.9307213959756932E-3</c:v>
                </c:pt>
                <c:pt idx="13267">
                  <c:v>-9.8124985222140769E-3</c:v>
                </c:pt>
                <c:pt idx="13268">
                  <c:v>-9.2923178776629714E-3</c:v>
                </c:pt>
                <c:pt idx="13269">
                  <c:v>-8.724848083607217E-3</c:v>
                </c:pt>
                <c:pt idx="13270">
                  <c:v>-8.4411131865793389E-3</c:v>
                </c:pt>
                <c:pt idx="13271">
                  <c:v>-8.5593360603409552E-3</c:v>
                </c:pt>
                <c:pt idx="13272">
                  <c:v>-8.2756011633130771E-3</c:v>
                </c:pt>
                <c:pt idx="13273">
                  <c:v>-7.6371976450003553E-3</c:v>
                </c:pt>
                <c:pt idx="13274">
                  <c:v>-7.4007518974771244E-3</c:v>
                </c:pt>
                <c:pt idx="13275">
                  <c:v>-7.4243964722294472E-3</c:v>
                </c:pt>
                <c:pt idx="13276">
                  <c:v>-7.0697278509446008E-3</c:v>
                </c:pt>
                <c:pt idx="13277">
                  <c:v>-6.5022580568888473E-3</c:v>
                </c:pt>
                <c:pt idx="13278">
                  <c:v>-6.2185231598609701E-3</c:v>
                </c:pt>
                <c:pt idx="13279">
                  <c:v>-6.3131014588702627E-3</c:v>
                </c:pt>
                <c:pt idx="13280">
                  <c:v>-6.0057219870900628E-3</c:v>
                </c:pt>
                <c:pt idx="13281">
                  <c:v>-5.3436738940250165E-3</c:v>
                </c:pt>
                <c:pt idx="13282">
                  <c:v>-5.0362944222448157E-3</c:v>
                </c:pt>
                <c:pt idx="13283">
                  <c:v>-5.1308727212541084E-3</c:v>
                </c:pt>
                <c:pt idx="13284">
                  <c:v>-4.9890052727401693E-3</c:v>
                </c:pt>
                <c:pt idx="13285">
                  <c:v>-4.4451800534367394E-3</c:v>
                </c:pt>
                <c:pt idx="13286">
                  <c:v>-4.1850897311611849E-3</c:v>
                </c:pt>
                <c:pt idx="13287">
                  <c:v>-4.256023455418154E-3</c:v>
                </c:pt>
                <c:pt idx="13288">
                  <c:v>-4.0905114321518922E-3</c:v>
                </c:pt>
                <c:pt idx="13289">
                  <c:v>-3.6176199371054313E-3</c:v>
                </c:pt>
                <c:pt idx="13290">
                  <c:v>-3.4521079138391695E-3</c:v>
                </c:pt>
                <c:pt idx="13291">
                  <c:v>-3.4993970633438154E-3</c:v>
                </c:pt>
                <c:pt idx="13292">
                  <c:v>-3.3811741895822E-3</c:v>
                </c:pt>
                <c:pt idx="13293">
                  <c:v>-2.8373489702787696E-3</c:v>
                </c:pt>
                <c:pt idx="13294">
                  <c:v>-2.6009032227555387E-3</c:v>
                </c:pt>
                <c:pt idx="13295">
                  <c:v>-2.695481521764831E-3</c:v>
                </c:pt>
                <c:pt idx="13296">
                  <c:v>-2.5299694984985696E-3</c:v>
                </c:pt>
                <c:pt idx="13297">
                  <c:v>-1.8442768306812002E-3</c:v>
                </c:pt>
                <c:pt idx="13298">
                  <c:v>-1.6078310831579695E-3</c:v>
                </c:pt>
                <c:pt idx="13299">
                  <c:v>-1.7969876811765541E-3</c:v>
                </c:pt>
                <c:pt idx="13300">
                  <c:v>-1.8442768306812002E-3</c:v>
                </c:pt>
                <c:pt idx="13301">
                  <c:v>-1.3477407608824155E-3</c:v>
                </c:pt>
                <c:pt idx="13302">
                  <c:v>-1.1822287376161541E-3</c:v>
                </c:pt>
                <c:pt idx="13303">
                  <c:v>-1.3713853356347387E-3</c:v>
                </c:pt>
                <c:pt idx="13304">
                  <c:v>-1.4423190598917078E-3</c:v>
                </c:pt>
                <c:pt idx="13305">
                  <c:v>-9.4578299009292317E-4</c:v>
                </c:pt>
                <c:pt idx="13306">
                  <c:v>-7.5662639207433853E-4</c:v>
                </c:pt>
                <c:pt idx="13307">
                  <c:v>-8.512046910836308E-4</c:v>
                </c:pt>
                <c:pt idx="13308">
                  <c:v>-9.4578299009292317E-4</c:v>
                </c:pt>
                <c:pt idx="13309">
                  <c:v>-3.7831319603716927E-4</c:v>
                </c:pt>
                <c:pt idx="13310">
                  <c:v>-1.4186744851393848E-4</c:v>
                </c:pt>
                <c:pt idx="13311">
                  <c:v>-1.8915659801858463E-4</c:v>
                </c:pt>
                <c:pt idx="13312">
                  <c:v>-2.128011727709077E-4</c:v>
                </c:pt>
                <c:pt idx="13313">
                  <c:v>1.8915659801858463E-4</c:v>
                </c:pt>
                <c:pt idx="13314">
                  <c:v>3.7831319603716927E-4</c:v>
                </c:pt>
                <c:pt idx="13315">
                  <c:v>3.0737947178020002E-4</c:v>
                </c:pt>
                <c:pt idx="13316">
                  <c:v>1.182228737616154E-4</c:v>
                </c:pt>
                <c:pt idx="13317">
                  <c:v>5.2018064455110777E-4</c:v>
                </c:pt>
                <c:pt idx="13318">
                  <c:v>7.5662639207433853E-4</c:v>
                </c:pt>
                <c:pt idx="13319">
                  <c:v>6.1475894356040003E-4</c:v>
                </c:pt>
                <c:pt idx="13320">
                  <c:v>3.3102404653252314E-4</c:v>
                </c:pt>
                <c:pt idx="13321">
                  <c:v>6.6204809306504627E-4</c:v>
                </c:pt>
                <c:pt idx="13322">
                  <c:v>8.9849384058827704E-4</c:v>
                </c:pt>
                <c:pt idx="13323">
                  <c:v>7.093372425696924E-4</c:v>
                </c:pt>
                <c:pt idx="13324">
                  <c:v>4.256023455418154E-4</c:v>
                </c:pt>
                <c:pt idx="13325">
                  <c:v>7.8027096682666171E-4</c:v>
                </c:pt>
                <c:pt idx="13326">
                  <c:v>9.9307213959756941E-4</c:v>
                </c:pt>
                <c:pt idx="13327">
                  <c:v>8.512046910836308E-4</c:v>
                </c:pt>
                <c:pt idx="13328">
                  <c:v>6.384035183127231E-4</c:v>
                </c:pt>
                <c:pt idx="13329">
                  <c:v>9.4578299009292317E-4</c:v>
                </c:pt>
                <c:pt idx="13330">
                  <c:v>1.158584162863831E-3</c:v>
                </c:pt>
                <c:pt idx="13331">
                  <c:v>9.9307213959756941E-4</c:v>
                </c:pt>
                <c:pt idx="13332">
                  <c:v>6.384035183127231E-4</c:v>
                </c:pt>
                <c:pt idx="13333">
                  <c:v>9.6942756484524634E-4</c:v>
                </c:pt>
                <c:pt idx="13334">
                  <c:v>1.2531624618731232E-3</c:v>
                </c:pt>
                <c:pt idx="13335">
                  <c:v>1.1349395881115078E-3</c:v>
                </c:pt>
                <c:pt idx="13336">
                  <c:v>7.5662639207433853E-4</c:v>
                </c:pt>
                <c:pt idx="13337">
                  <c:v>9.9307213959756941E-4</c:v>
                </c:pt>
                <c:pt idx="13338">
                  <c:v>1.2058733123684769E-3</c:v>
                </c:pt>
                <c:pt idx="13339">
                  <c:v>1.0167167143498924E-3</c:v>
                </c:pt>
                <c:pt idx="13340">
                  <c:v>7.093372425696924E-4</c:v>
                </c:pt>
                <c:pt idx="13341">
                  <c:v>9.221384153406001E-4</c:v>
                </c:pt>
                <c:pt idx="13342">
                  <c:v>1.158584162863831E-3</c:v>
                </c:pt>
                <c:pt idx="13343">
                  <c:v>1.0403612891022155E-3</c:v>
                </c:pt>
                <c:pt idx="13344">
                  <c:v>6.8569266781736934E-4</c:v>
                </c:pt>
                <c:pt idx="13345">
                  <c:v>8.2756011633130784E-4</c:v>
                </c:pt>
                <c:pt idx="13346">
                  <c:v>9.9307213959756941E-4</c:v>
                </c:pt>
                <c:pt idx="13347">
                  <c:v>8.512046910836308E-4</c:v>
                </c:pt>
                <c:pt idx="13348">
                  <c:v>4.0195777078949239E-4</c:v>
                </c:pt>
                <c:pt idx="13349">
                  <c:v>4.965360697987847E-4</c:v>
                </c:pt>
                <c:pt idx="13350">
                  <c:v>7.8027096682666171E-4</c:v>
                </c:pt>
                <c:pt idx="13351">
                  <c:v>6.1475894356040003E-4</c:v>
                </c:pt>
                <c:pt idx="13352">
                  <c:v>1.6551202326626157E-4</c:v>
                </c:pt>
                <c:pt idx="13353">
                  <c:v>1.4186744851393848E-4</c:v>
                </c:pt>
                <c:pt idx="13354">
                  <c:v>4.256023455418154E-4</c:v>
                </c:pt>
                <c:pt idx="13355">
                  <c:v>3.7831319603716927E-4</c:v>
                </c:pt>
                <c:pt idx="13356">
                  <c:v>-1.182228737616154E-4</c:v>
                </c:pt>
                <c:pt idx="13357">
                  <c:v>-1.182228737616154E-4</c:v>
                </c:pt>
                <c:pt idx="13358">
                  <c:v>4.7289149504646158E-5</c:v>
                </c:pt>
                <c:pt idx="13359">
                  <c:v>-1.4186744851393848E-4</c:v>
                </c:pt>
                <c:pt idx="13360">
                  <c:v>-4.965360697987847E-4</c:v>
                </c:pt>
                <c:pt idx="13361">
                  <c:v>-5.674697940557539E-4</c:v>
                </c:pt>
                <c:pt idx="13362">
                  <c:v>-3.3102404653252314E-4</c:v>
                </c:pt>
                <c:pt idx="13363">
                  <c:v>-4.7289149504646158E-4</c:v>
                </c:pt>
                <c:pt idx="13364">
                  <c:v>-8.7484926583595386E-4</c:v>
                </c:pt>
                <c:pt idx="13365">
                  <c:v>-9.9307213959756941E-4</c:v>
                </c:pt>
                <c:pt idx="13366">
                  <c:v>-8.7484926583595386E-4</c:v>
                </c:pt>
                <c:pt idx="13367">
                  <c:v>-1.1349395881115078E-3</c:v>
                </c:pt>
                <c:pt idx="13368">
                  <c:v>-1.6787648074149384E-3</c:v>
                </c:pt>
                <c:pt idx="13369">
                  <c:v>-1.9152105549381695E-3</c:v>
                </c:pt>
                <c:pt idx="13370">
                  <c:v>-1.6551202326626157E-3</c:v>
                </c:pt>
                <c:pt idx="13371">
                  <c:v>-1.7969876811765541E-3</c:v>
                </c:pt>
                <c:pt idx="13372">
                  <c:v>-2.1516563024614002E-3</c:v>
                </c:pt>
                <c:pt idx="13373">
                  <c:v>-2.3408129004799851E-3</c:v>
                </c:pt>
                <c:pt idx="13374">
                  <c:v>-2.2462346014706924E-3</c:v>
                </c:pt>
                <c:pt idx="13375">
                  <c:v>-2.4590357742416001E-3</c:v>
                </c:pt>
                <c:pt idx="13376">
                  <c:v>-2.8373489702787696E-3</c:v>
                </c:pt>
                <c:pt idx="13377">
                  <c:v>-3.0737947178020005E-3</c:v>
                </c:pt>
                <c:pt idx="13378">
                  <c:v>-2.9319272692880619E-3</c:v>
                </c:pt>
                <c:pt idx="13379">
                  <c:v>-3.1210838673066468E-3</c:v>
                </c:pt>
                <c:pt idx="13380">
                  <c:v>-3.6176199371054313E-3</c:v>
                </c:pt>
                <c:pt idx="13381">
                  <c:v>-3.8777102593809854E-3</c:v>
                </c:pt>
                <c:pt idx="13382">
                  <c:v>-3.7121982361147236E-3</c:v>
                </c:pt>
                <c:pt idx="13383">
                  <c:v>-3.9013548341333085E-3</c:v>
                </c:pt>
                <c:pt idx="13384">
                  <c:v>-4.4688246281890621E-3</c:v>
                </c:pt>
                <c:pt idx="13385">
                  <c:v>-4.8944269737308775E-3</c:v>
                </c:pt>
                <c:pt idx="13386">
                  <c:v>-4.7998486747215857E-3</c:v>
                </c:pt>
                <c:pt idx="13387">
                  <c:v>-5.1072281465017848E-3</c:v>
                </c:pt>
                <c:pt idx="13388">
                  <c:v>-5.6037642163005693E-3</c:v>
                </c:pt>
                <c:pt idx="13389">
                  <c:v>-5.9347882628330928E-3</c:v>
                </c:pt>
                <c:pt idx="13390">
                  <c:v>-5.8638545385761237E-3</c:v>
                </c:pt>
                <c:pt idx="13391">
                  <c:v>-6.1003002860993546E-3</c:v>
                </c:pt>
                <c:pt idx="13392">
                  <c:v>-6.6677700801551082E-3</c:v>
                </c:pt>
                <c:pt idx="13393">
                  <c:v>-7.0933724256969236E-3</c:v>
                </c:pt>
                <c:pt idx="13394">
                  <c:v>-6.9515049771829854E-3</c:v>
                </c:pt>
                <c:pt idx="13395">
                  <c:v>-7.1170170004492472E-3</c:v>
                </c:pt>
                <c:pt idx="13396">
                  <c:v>-7.5662639207433853E-3</c:v>
                </c:pt>
                <c:pt idx="13397">
                  <c:v>-8.0391554157898479E-3</c:v>
                </c:pt>
                <c:pt idx="13398">
                  <c:v>-7.9682216915328789E-3</c:v>
                </c:pt>
                <c:pt idx="13399">
                  <c:v>-8.2519565885607535E-3</c:v>
                </c:pt>
                <c:pt idx="13400">
                  <c:v>-8.8667155321211551E-3</c:v>
                </c:pt>
                <c:pt idx="13401">
                  <c:v>-9.5524081999385241E-3</c:v>
                </c:pt>
                <c:pt idx="13402">
                  <c:v>-9.5996973494431714E-3</c:v>
                </c:pt>
                <c:pt idx="13403">
                  <c:v>-9.8361430969664005E-3</c:v>
                </c:pt>
                <c:pt idx="13404">
                  <c:v>-1.0332679166765186E-2</c:v>
                </c:pt>
                <c:pt idx="13405">
                  <c:v>-1.090014896082094E-2</c:v>
                </c:pt>
                <c:pt idx="13406">
                  <c:v>-1.090014896082094E-2</c:v>
                </c:pt>
                <c:pt idx="13407">
                  <c:v>-1.1136594708344169E-2</c:v>
                </c:pt>
                <c:pt idx="13408">
                  <c:v>-1.1704064502399924E-2</c:v>
                </c:pt>
                <c:pt idx="13409">
                  <c:v>-1.2224245146951033E-2</c:v>
                </c:pt>
                <c:pt idx="13410">
                  <c:v>-1.2153311422694064E-2</c:v>
                </c:pt>
                <c:pt idx="13411">
                  <c:v>-1.2389757170217295E-2</c:v>
                </c:pt>
                <c:pt idx="13412">
                  <c:v>-1.2980871539025373E-2</c:v>
                </c:pt>
                <c:pt idx="13413">
                  <c:v>-1.3619275057338093E-2</c:v>
                </c:pt>
                <c:pt idx="13414">
                  <c:v>-1.366656420684274E-2</c:v>
                </c:pt>
                <c:pt idx="13415">
                  <c:v>-1.3926654529118293E-2</c:v>
                </c:pt>
                <c:pt idx="13416">
                  <c:v>-1.4565058047431016E-2</c:v>
                </c:pt>
                <c:pt idx="13417">
                  <c:v>-1.5298039864753032E-2</c:v>
                </c:pt>
                <c:pt idx="13418">
                  <c:v>-1.5510841037523941E-2</c:v>
                </c:pt>
                <c:pt idx="13419">
                  <c:v>-1.5770931359799494E-2</c:v>
                </c:pt>
                <c:pt idx="13420">
                  <c:v>-1.6432979452864538E-2</c:v>
                </c:pt>
                <c:pt idx="13421">
                  <c:v>-1.711867212068191E-2</c:v>
                </c:pt>
                <c:pt idx="13422">
                  <c:v>-1.7213250419691201E-2</c:v>
                </c:pt>
                <c:pt idx="13423">
                  <c:v>-1.7426051592462109E-2</c:v>
                </c:pt>
                <c:pt idx="13424">
                  <c:v>-1.7969876811765539E-2</c:v>
                </c:pt>
                <c:pt idx="13425">
                  <c:v>-1.8655569479582912E-2</c:v>
                </c:pt>
                <c:pt idx="13426">
                  <c:v>-1.8844726077601497E-2</c:v>
                </c:pt>
                <c:pt idx="13427">
                  <c:v>-1.9128460974629374E-2</c:v>
                </c:pt>
                <c:pt idx="13428">
                  <c:v>-1.974321991818977E-2</c:v>
                </c:pt>
                <c:pt idx="13429">
                  <c:v>-2.0428912586007139E-2</c:v>
                </c:pt>
                <c:pt idx="13430">
                  <c:v>-2.0689002908282694E-2</c:v>
                </c:pt>
                <c:pt idx="13431">
                  <c:v>-2.0901804081053604E-2</c:v>
                </c:pt>
                <c:pt idx="13432">
                  <c:v>-2.1516563024614004E-2</c:v>
                </c:pt>
                <c:pt idx="13433">
                  <c:v>-2.2320478566192986E-2</c:v>
                </c:pt>
                <c:pt idx="13434">
                  <c:v>-2.2604213463220862E-2</c:v>
                </c:pt>
                <c:pt idx="13435">
                  <c:v>-2.2675147187477832E-2</c:v>
                </c:pt>
                <c:pt idx="13436">
                  <c:v>-2.319532783202894E-2</c:v>
                </c:pt>
                <c:pt idx="13437">
                  <c:v>-2.3999243373607922E-2</c:v>
                </c:pt>
                <c:pt idx="13438">
                  <c:v>-2.4306622845388128E-2</c:v>
                </c:pt>
                <c:pt idx="13439">
                  <c:v>-2.4495779443406713E-2</c:v>
                </c:pt>
                <c:pt idx="13440">
                  <c:v>-2.5110538386967113E-2</c:v>
                </c:pt>
                <c:pt idx="13441">
                  <c:v>-2.5890809353793773E-2</c:v>
                </c:pt>
                <c:pt idx="13442">
                  <c:v>-2.6363700848840235E-2</c:v>
                </c:pt>
                <c:pt idx="13443">
                  <c:v>-2.6647435745868111E-2</c:v>
                </c:pt>
                <c:pt idx="13444">
                  <c:v>-2.7309483838933158E-2</c:v>
                </c:pt>
                <c:pt idx="13445">
                  <c:v>-2.8089754805759818E-2</c:v>
                </c:pt>
                <c:pt idx="13446">
                  <c:v>-2.8491712576549314E-2</c:v>
                </c:pt>
                <c:pt idx="13447">
                  <c:v>-2.8680869174567896E-2</c:v>
                </c:pt>
                <c:pt idx="13448">
                  <c:v>-2.9271983543375974E-2</c:v>
                </c:pt>
                <c:pt idx="13449">
                  <c:v>-3.0075899084954959E-2</c:v>
                </c:pt>
                <c:pt idx="13450">
                  <c:v>-3.0619724304258387E-2</c:v>
                </c:pt>
                <c:pt idx="13451">
                  <c:v>-3.0927103776038588E-2</c:v>
                </c:pt>
                <c:pt idx="13452">
                  <c:v>-3.1589151869103639E-2</c:v>
                </c:pt>
                <c:pt idx="13453">
                  <c:v>-3.2487645709691912E-2</c:v>
                </c:pt>
                <c:pt idx="13454">
                  <c:v>-3.2984181779490696E-2</c:v>
                </c:pt>
                <c:pt idx="13455">
                  <c:v>-3.3126049228004634E-2</c:v>
                </c:pt>
                <c:pt idx="13456">
                  <c:v>-3.3646229872555743E-2</c:v>
                </c:pt>
                <c:pt idx="13457">
                  <c:v>-3.4426500839382403E-2</c:v>
                </c:pt>
                <c:pt idx="13458">
                  <c:v>-3.4993970633438155E-2</c:v>
                </c:pt>
                <c:pt idx="13459">
                  <c:v>-3.5183127231456744E-2</c:v>
                </c:pt>
                <c:pt idx="13460">
                  <c:v>-3.5750597025512497E-2</c:v>
                </c:pt>
                <c:pt idx="13461">
                  <c:v>-3.6554512567091482E-2</c:v>
                </c:pt>
                <c:pt idx="13462">
                  <c:v>-3.7121982361147235E-2</c:v>
                </c:pt>
                <c:pt idx="13463">
                  <c:v>-3.7405717258175111E-2</c:v>
                </c:pt>
                <c:pt idx="13464">
                  <c:v>-3.7949542477478546E-2</c:v>
                </c:pt>
                <c:pt idx="13465">
                  <c:v>-3.8800747168562175E-2</c:v>
                </c:pt>
                <c:pt idx="13466">
                  <c:v>-3.9439150686874896E-2</c:v>
                </c:pt>
                <c:pt idx="13467">
                  <c:v>-3.9651951859645804E-2</c:v>
                </c:pt>
                <c:pt idx="13468">
                  <c:v>-4.0172132504196913E-2</c:v>
                </c:pt>
                <c:pt idx="13469">
                  <c:v>-4.1023337195280549E-2</c:v>
                </c:pt>
                <c:pt idx="13470">
                  <c:v>-4.1543517839831651E-2</c:v>
                </c:pt>
                <c:pt idx="13471">
                  <c:v>-4.1685385288345589E-2</c:v>
                </c:pt>
                <c:pt idx="13472">
                  <c:v>-4.2205565932896698E-2</c:v>
                </c:pt>
                <c:pt idx="13473">
                  <c:v>-4.3151348922989621E-2</c:v>
                </c:pt>
                <c:pt idx="13474">
                  <c:v>-4.3813397016054668E-2</c:v>
                </c:pt>
                <c:pt idx="13475">
                  <c:v>-4.3978909039320932E-2</c:v>
                </c:pt>
                <c:pt idx="13476">
                  <c:v>-4.4522734258624359E-2</c:v>
                </c:pt>
                <c:pt idx="13477">
                  <c:v>-4.5303005225451019E-2</c:v>
                </c:pt>
                <c:pt idx="13478">
                  <c:v>-4.5917764169011423E-2</c:v>
                </c:pt>
                <c:pt idx="13479">
                  <c:v>-4.6106920767030005E-2</c:v>
                </c:pt>
                <c:pt idx="13480">
                  <c:v>-4.6603456836828795E-2</c:v>
                </c:pt>
                <c:pt idx="13481">
                  <c:v>-4.7407372378407774E-2</c:v>
                </c:pt>
                <c:pt idx="13482">
                  <c:v>-4.8069420471472821E-2</c:v>
                </c:pt>
                <c:pt idx="13483">
                  <c:v>-4.8282221644243728E-2</c:v>
                </c:pt>
                <c:pt idx="13484">
                  <c:v>-4.8707823989785543E-2</c:v>
                </c:pt>
                <c:pt idx="13485">
                  <c:v>-4.953538410611686E-2</c:v>
                </c:pt>
                <c:pt idx="13486">
                  <c:v>-5.0292010498191188E-2</c:v>
                </c:pt>
                <c:pt idx="13487">
                  <c:v>-5.052845624571442E-2</c:v>
                </c:pt>
                <c:pt idx="13488">
                  <c:v>-5.1048636890265522E-2</c:v>
                </c:pt>
                <c:pt idx="13489">
                  <c:v>-5.1805263282339864E-2</c:v>
                </c:pt>
                <c:pt idx="13490">
                  <c:v>-5.2490955950157243E-2</c:v>
                </c:pt>
                <c:pt idx="13491">
                  <c:v>-5.2703757122928151E-2</c:v>
                </c:pt>
                <c:pt idx="13492">
                  <c:v>-5.3058425744212996E-2</c:v>
                </c:pt>
                <c:pt idx="13493">
                  <c:v>-5.3791407561535005E-2</c:v>
                </c:pt>
                <c:pt idx="13494">
                  <c:v>-5.4453455654600053E-2</c:v>
                </c:pt>
                <c:pt idx="13495">
                  <c:v>-5.4737190551627929E-2</c:v>
                </c:pt>
                <c:pt idx="13496">
                  <c:v>-5.5233726621426713E-2</c:v>
                </c:pt>
                <c:pt idx="13497">
                  <c:v>-5.6013997588253379E-2</c:v>
                </c:pt>
                <c:pt idx="13498">
                  <c:v>-5.6770623980327707E-2</c:v>
                </c:pt>
                <c:pt idx="13499">
                  <c:v>-5.6959780578346296E-2</c:v>
                </c:pt>
                <c:pt idx="13500">
                  <c:v>-5.7361738349135792E-2</c:v>
                </c:pt>
                <c:pt idx="13501">
                  <c:v>-5.8047431016953165E-2</c:v>
                </c:pt>
                <c:pt idx="13502">
                  <c:v>-5.8780412834275181E-2</c:v>
                </c:pt>
                <c:pt idx="13503">
                  <c:v>-5.8945924857541437E-2</c:v>
                </c:pt>
                <c:pt idx="13504">
                  <c:v>-5.9300593478826283E-2</c:v>
                </c:pt>
                <c:pt idx="13505">
                  <c:v>-6.0104509020405268E-2</c:v>
                </c:pt>
                <c:pt idx="13506">
                  <c:v>-6.0908424561984253E-2</c:v>
                </c:pt>
                <c:pt idx="13507">
                  <c:v>-6.1050292010498192E-2</c:v>
                </c:pt>
                <c:pt idx="13508">
                  <c:v>-6.1310382332773743E-2</c:v>
                </c:pt>
                <c:pt idx="13509">
                  <c:v>-6.1996075000591115E-2</c:v>
                </c:pt>
                <c:pt idx="13510">
                  <c:v>-6.2610833944151525E-2</c:v>
                </c:pt>
                <c:pt idx="13511">
                  <c:v>-6.2729056817913131E-2</c:v>
                </c:pt>
                <c:pt idx="13512">
                  <c:v>-6.2941857990684039E-2</c:v>
                </c:pt>
                <c:pt idx="13513">
                  <c:v>-6.3556616934244442E-2</c:v>
                </c:pt>
                <c:pt idx="13514">
                  <c:v>-6.4195020452557164E-2</c:v>
                </c:pt>
                <c:pt idx="13515">
                  <c:v>-6.4336887901071102E-2</c:v>
                </c:pt>
                <c:pt idx="13516">
                  <c:v>-6.4526044499089691E-2</c:v>
                </c:pt>
                <c:pt idx="13517">
                  <c:v>-6.514080344265008E-2</c:v>
                </c:pt>
                <c:pt idx="13518">
                  <c:v>-6.5873785259972104E-2</c:v>
                </c:pt>
                <c:pt idx="13519">
                  <c:v>-6.6062941857990692E-2</c:v>
                </c:pt>
                <c:pt idx="13520">
                  <c:v>-6.6181164731752298E-2</c:v>
                </c:pt>
                <c:pt idx="13521">
                  <c:v>-6.6677700801551082E-2</c:v>
                </c:pt>
                <c:pt idx="13522">
                  <c:v>-6.7339748894616122E-2</c:v>
                </c:pt>
                <c:pt idx="13523">
                  <c:v>-6.7481616343130074E-2</c:v>
                </c:pt>
                <c:pt idx="13524">
                  <c:v>-6.7576194642139362E-2</c:v>
                </c:pt>
                <c:pt idx="13525">
                  <c:v>-6.8001796987681176E-2</c:v>
                </c:pt>
                <c:pt idx="13526">
                  <c:v>-6.861655593124158E-2</c:v>
                </c:pt>
                <c:pt idx="13527">
                  <c:v>-6.8805712529260168E-2</c:v>
                </c:pt>
                <c:pt idx="13528">
                  <c:v>-6.8900290828269456E-2</c:v>
                </c:pt>
                <c:pt idx="13529">
                  <c:v>-6.9302248599058952E-2</c:v>
                </c:pt>
                <c:pt idx="13530">
                  <c:v>-6.9893362967867023E-2</c:v>
                </c:pt>
                <c:pt idx="13531">
                  <c:v>-7.0035230416380961E-2</c:v>
                </c:pt>
                <c:pt idx="13532">
                  <c:v>-7.0082519565885612E-2</c:v>
                </c:pt>
                <c:pt idx="13533">
                  <c:v>-7.0437188187170457E-2</c:v>
                </c:pt>
                <c:pt idx="13534">
                  <c:v>-7.1075591705483179E-2</c:v>
                </c:pt>
                <c:pt idx="13535">
                  <c:v>-7.1170170004492467E-2</c:v>
                </c:pt>
                <c:pt idx="13536">
                  <c:v>-7.1146525429740148E-2</c:v>
                </c:pt>
                <c:pt idx="13537">
                  <c:v>-7.1548483200529631E-2</c:v>
                </c:pt>
                <c:pt idx="13538">
                  <c:v>-7.2092308419833065E-2</c:v>
                </c:pt>
                <c:pt idx="13539">
                  <c:v>-7.2210531293594685E-2</c:v>
                </c:pt>
                <c:pt idx="13540">
                  <c:v>-7.2163242144090034E-2</c:v>
                </c:pt>
                <c:pt idx="13541">
                  <c:v>-7.2470621615870243E-2</c:v>
                </c:pt>
                <c:pt idx="13542">
                  <c:v>-7.3014446835173677E-2</c:v>
                </c:pt>
                <c:pt idx="13543">
                  <c:v>-7.3085380559430646E-2</c:v>
                </c:pt>
                <c:pt idx="13544">
                  <c:v>-7.2943513110916694E-2</c:v>
                </c:pt>
                <c:pt idx="13545">
                  <c:v>-7.3132669708935283E-2</c:v>
                </c:pt>
                <c:pt idx="13546">
                  <c:v>-7.3558272054477111E-2</c:v>
                </c:pt>
                <c:pt idx="13547">
                  <c:v>-7.3652850353486399E-2</c:v>
                </c:pt>
                <c:pt idx="13548">
                  <c:v>-7.3510982904972461E-2</c:v>
                </c:pt>
                <c:pt idx="13549">
                  <c:v>-7.3676494928238717E-2</c:v>
                </c:pt>
                <c:pt idx="13550">
                  <c:v>-7.4196675572789819E-2</c:v>
                </c:pt>
                <c:pt idx="13551">
                  <c:v>-7.424396472229447E-2</c:v>
                </c:pt>
                <c:pt idx="13552">
                  <c:v>-7.4078452699028213E-2</c:v>
                </c:pt>
                <c:pt idx="13553">
                  <c:v>-7.4173030998037501E-2</c:v>
                </c:pt>
                <c:pt idx="13554">
                  <c:v>-7.4574988768826997E-2</c:v>
                </c:pt>
                <c:pt idx="13555">
                  <c:v>-7.4622277918331648E-2</c:v>
                </c:pt>
                <c:pt idx="13556">
                  <c:v>-7.4291253871799121E-2</c:v>
                </c:pt>
                <c:pt idx="13557">
                  <c:v>-7.4267609297046788E-2</c:v>
                </c:pt>
                <c:pt idx="13558">
                  <c:v>-7.4551344194074665E-2</c:v>
                </c:pt>
                <c:pt idx="13559">
                  <c:v>-7.4574988768826997E-2</c:v>
                </c:pt>
                <c:pt idx="13560">
                  <c:v>-7.436218759605609E-2</c:v>
                </c:pt>
                <c:pt idx="13561">
                  <c:v>-7.4385832170808408E-2</c:v>
                </c:pt>
                <c:pt idx="13562">
                  <c:v>-7.478778994159789E-2</c:v>
                </c:pt>
                <c:pt idx="13563">
                  <c:v>-7.4835079091102555E-2</c:v>
                </c:pt>
                <c:pt idx="13564">
                  <c:v>-7.4504055044570014E-2</c:v>
                </c:pt>
                <c:pt idx="13565">
                  <c:v>-7.4456765895065377E-2</c:v>
                </c:pt>
                <c:pt idx="13566">
                  <c:v>-7.4764145366845572E-2</c:v>
                </c:pt>
                <c:pt idx="13567">
                  <c:v>-7.4811434516350223E-2</c:v>
                </c:pt>
                <c:pt idx="13568">
                  <c:v>-7.4433121320313059E-2</c:v>
                </c:pt>
                <c:pt idx="13569">
                  <c:v>-7.4409476745560726E-2</c:v>
                </c:pt>
                <c:pt idx="13570">
                  <c:v>-7.4622277918331648E-2</c:v>
                </c:pt>
                <c:pt idx="13571">
                  <c:v>-7.4669567067836284E-2</c:v>
                </c:pt>
                <c:pt idx="13572">
                  <c:v>-7.4196675572789819E-2</c:v>
                </c:pt>
                <c:pt idx="13573">
                  <c:v>-7.4078452699028213E-2</c:v>
                </c:pt>
                <c:pt idx="13574">
                  <c:v>-7.424396472229447E-2</c:v>
                </c:pt>
                <c:pt idx="13575">
                  <c:v>-7.4291253871799121E-2</c:v>
                </c:pt>
                <c:pt idx="13576">
                  <c:v>-7.3865651526257306E-2</c:v>
                </c:pt>
                <c:pt idx="13577">
                  <c:v>-7.3652850353486399E-2</c:v>
                </c:pt>
                <c:pt idx="13578">
                  <c:v>-7.3818362376752655E-2</c:v>
                </c:pt>
                <c:pt idx="13579">
                  <c:v>-7.3818362376752655E-2</c:v>
                </c:pt>
                <c:pt idx="13580">
                  <c:v>-7.334547088170619E-2</c:v>
                </c:pt>
                <c:pt idx="13581">
                  <c:v>-7.3061735984678314E-2</c:v>
                </c:pt>
                <c:pt idx="13582">
                  <c:v>-7.3061735984678314E-2</c:v>
                </c:pt>
                <c:pt idx="13583">
                  <c:v>-7.3014446835173677E-2</c:v>
                </c:pt>
                <c:pt idx="13584">
                  <c:v>-7.2494266190622561E-2</c:v>
                </c:pt>
                <c:pt idx="13585">
                  <c:v>-7.2139597569337716E-2</c:v>
                </c:pt>
                <c:pt idx="13586">
                  <c:v>-7.2115952994585383E-2</c:v>
                </c:pt>
                <c:pt idx="13587">
                  <c:v>-7.2045019270328428E-2</c:v>
                </c:pt>
                <c:pt idx="13588">
                  <c:v>-7.1524838625777312E-2</c:v>
                </c:pt>
                <c:pt idx="13589">
                  <c:v>-7.1241103728749436E-2</c:v>
                </c:pt>
                <c:pt idx="13590">
                  <c:v>-7.1288392878254087E-2</c:v>
                </c:pt>
                <c:pt idx="13591">
                  <c:v>-7.1359326602511056E-2</c:v>
                </c:pt>
                <c:pt idx="13592">
                  <c:v>-7.0744567658950652E-2</c:v>
                </c:pt>
                <c:pt idx="13593">
                  <c:v>-7.034260988816117E-2</c:v>
                </c:pt>
                <c:pt idx="13594">
                  <c:v>-7.0248031589151869E-2</c:v>
                </c:pt>
                <c:pt idx="13595">
                  <c:v>-7.010616414063793E-2</c:v>
                </c:pt>
                <c:pt idx="13596">
                  <c:v>-6.9538694346582178E-2</c:v>
                </c:pt>
                <c:pt idx="13597">
                  <c:v>-6.9207670300049651E-2</c:v>
                </c:pt>
                <c:pt idx="13598">
                  <c:v>-6.9160381150545E-2</c:v>
                </c:pt>
                <c:pt idx="13599">
                  <c:v>-6.9113092001040363E-2</c:v>
                </c:pt>
                <c:pt idx="13600">
                  <c:v>-6.849833305747996E-2</c:v>
                </c:pt>
                <c:pt idx="13601">
                  <c:v>-6.7978152412928858E-2</c:v>
                </c:pt>
                <c:pt idx="13602">
                  <c:v>-6.7859929539167238E-2</c:v>
                </c:pt>
                <c:pt idx="13603">
                  <c:v>-6.7812640389662587E-2</c:v>
                </c:pt>
                <c:pt idx="13604">
                  <c:v>-6.7126947721845229E-2</c:v>
                </c:pt>
                <c:pt idx="13605">
                  <c:v>-6.6535833353037144E-2</c:v>
                </c:pt>
                <c:pt idx="13606">
                  <c:v>-6.6370321329770887E-2</c:v>
                </c:pt>
                <c:pt idx="13607">
                  <c:v>-6.6323032180266236E-2</c:v>
                </c:pt>
                <c:pt idx="13608">
                  <c:v>-6.5684628661953515E-2</c:v>
                </c:pt>
                <c:pt idx="13609">
                  <c:v>-6.5211737166907049E-2</c:v>
                </c:pt>
                <c:pt idx="13610">
                  <c:v>-6.4998935994136156E-2</c:v>
                </c:pt>
                <c:pt idx="13611">
                  <c:v>-6.4833423970869886E-2</c:v>
                </c:pt>
                <c:pt idx="13612">
                  <c:v>-6.4218665027309496E-2</c:v>
                </c:pt>
                <c:pt idx="13613">
                  <c:v>-6.3627550658501397E-2</c:v>
                </c:pt>
                <c:pt idx="13614">
                  <c:v>-6.3343815761473521E-2</c:v>
                </c:pt>
                <c:pt idx="13615">
                  <c:v>-6.3201948312959597E-2</c:v>
                </c:pt>
                <c:pt idx="13616">
                  <c:v>-6.2492611070389892E-2</c:v>
                </c:pt>
                <c:pt idx="13617">
                  <c:v>-6.1877852126829502E-2</c:v>
                </c:pt>
                <c:pt idx="13618">
                  <c:v>-6.1594117229801626E-2</c:v>
                </c:pt>
                <c:pt idx="13619">
                  <c:v>-6.1475894356040013E-2</c:v>
                </c:pt>
                <c:pt idx="13620">
                  <c:v>-6.0766557113470308E-2</c:v>
                </c:pt>
                <c:pt idx="13621">
                  <c:v>-6.0080864445652943E-2</c:v>
                </c:pt>
                <c:pt idx="13622">
                  <c:v>-5.9726195824368097E-2</c:v>
                </c:pt>
                <c:pt idx="13623">
                  <c:v>-5.9560683801101841E-2</c:v>
                </c:pt>
                <c:pt idx="13624">
                  <c:v>-5.8898635708036794E-2</c:v>
                </c:pt>
                <c:pt idx="13625">
                  <c:v>-5.8165653890714777E-2</c:v>
                </c:pt>
                <c:pt idx="13626">
                  <c:v>-5.7858274418934576E-2</c:v>
                </c:pt>
                <c:pt idx="13627">
                  <c:v>-5.7692762395668312E-2</c:v>
                </c:pt>
                <c:pt idx="13628">
                  <c:v>-5.6959780578346296E-2</c:v>
                </c:pt>
                <c:pt idx="13629">
                  <c:v>-5.627408791052893E-2</c:v>
                </c:pt>
                <c:pt idx="13630">
                  <c:v>-5.5801196415482465E-2</c:v>
                </c:pt>
                <c:pt idx="13631">
                  <c:v>-5.5635684392216209E-2</c:v>
                </c:pt>
                <c:pt idx="13632">
                  <c:v>-5.5091859172912774E-2</c:v>
                </c:pt>
                <c:pt idx="13633">
                  <c:v>-5.4311588206086121E-2</c:v>
                </c:pt>
                <c:pt idx="13634">
                  <c:v>-5.3909630435296618E-2</c:v>
                </c:pt>
                <c:pt idx="13635">
                  <c:v>-5.3696829262525711E-2</c:v>
                </c:pt>
                <c:pt idx="13636">
                  <c:v>-5.3082070318965315E-2</c:v>
                </c:pt>
                <c:pt idx="13637">
                  <c:v>-5.2301799352138655E-2</c:v>
                </c:pt>
                <c:pt idx="13638">
                  <c:v>-5.1899841581349158E-2</c:v>
                </c:pt>
                <c:pt idx="13639">
                  <c:v>-5.175797413283522E-2</c:v>
                </c:pt>
                <c:pt idx="13640">
                  <c:v>-5.1095926039770173E-2</c:v>
                </c:pt>
                <c:pt idx="13641">
                  <c:v>-5.0268365923438862E-2</c:v>
                </c:pt>
                <c:pt idx="13642">
                  <c:v>-4.974818527888776E-2</c:v>
                </c:pt>
                <c:pt idx="13643">
                  <c:v>-4.9559028680869179E-2</c:v>
                </c:pt>
                <c:pt idx="13644">
                  <c:v>-4.8991558886813426E-2</c:v>
                </c:pt>
                <c:pt idx="13645">
                  <c:v>-4.814035419572979E-2</c:v>
                </c:pt>
                <c:pt idx="13646">
                  <c:v>-4.7667462700683332E-2</c:v>
                </c:pt>
                <c:pt idx="13647">
                  <c:v>-4.7431016953160092E-2</c:v>
                </c:pt>
                <c:pt idx="13648">
                  <c:v>-4.6981770032865959E-2</c:v>
                </c:pt>
                <c:pt idx="13649">
                  <c:v>-4.613056534178233E-2</c:v>
                </c:pt>
                <c:pt idx="13650">
                  <c:v>-4.5634029271983539E-2</c:v>
                </c:pt>
                <c:pt idx="13651">
                  <c:v>-4.5444872673964957E-2</c:v>
                </c:pt>
                <c:pt idx="13652">
                  <c:v>-4.4971981178918499E-2</c:v>
                </c:pt>
                <c:pt idx="13653">
                  <c:v>-4.4049842763577894E-2</c:v>
                </c:pt>
                <c:pt idx="13654">
                  <c:v>-4.3482372969522141E-2</c:v>
                </c:pt>
                <c:pt idx="13655">
                  <c:v>-4.3245927221998909E-2</c:v>
                </c:pt>
                <c:pt idx="13656">
                  <c:v>-4.284396945120942E-2</c:v>
                </c:pt>
                <c:pt idx="13657">
                  <c:v>-4.206369848438276E-2</c:v>
                </c:pt>
                <c:pt idx="13658">
                  <c:v>-4.1543517839831651E-2</c:v>
                </c:pt>
                <c:pt idx="13659">
                  <c:v>-4.1236138368051449E-2</c:v>
                </c:pt>
                <c:pt idx="13660">
                  <c:v>-4.0810536022509634E-2</c:v>
                </c:pt>
                <c:pt idx="13661">
                  <c:v>-3.9959331331426005E-2</c:v>
                </c:pt>
                <c:pt idx="13662">
                  <c:v>-3.9368216962617927E-2</c:v>
                </c:pt>
                <c:pt idx="13663">
                  <c:v>-3.9037192916085407E-2</c:v>
                </c:pt>
                <c:pt idx="13664">
                  <c:v>-3.8658879720048236E-2</c:v>
                </c:pt>
                <c:pt idx="13665">
                  <c:v>-3.7713096729955313E-2</c:v>
                </c:pt>
                <c:pt idx="13666">
                  <c:v>-3.714562693589956E-2</c:v>
                </c:pt>
                <c:pt idx="13667">
                  <c:v>-3.6932825763128653E-2</c:v>
                </c:pt>
                <c:pt idx="13668">
                  <c:v>-3.6649090866100777E-2</c:v>
                </c:pt>
                <c:pt idx="13669">
                  <c:v>-3.586881989927411E-2</c:v>
                </c:pt>
                <c:pt idx="13670">
                  <c:v>-3.5277705530466032E-2</c:v>
                </c:pt>
                <c:pt idx="13671">
                  <c:v>-3.5017615208190481E-2</c:v>
                </c:pt>
                <c:pt idx="13672">
                  <c:v>-3.4686591161657961E-2</c:v>
                </c:pt>
                <c:pt idx="13673">
                  <c:v>-3.3788097321069681E-2</c:v>
                </c:pt>
                <c:pt idx="13674">
                  <c:v>-3.3149693802756959E-2</c:v>
                </c:pt>
                <c:pt idx="13675">
                  <c:v>-3.2842314330976757E-2</c:v>
                </c:pt>
                <c:pt idx="13676">
                  <c:v>-3.2534934859196556E-2</c:v>
                </c:pt>
                <c:pt idx="13677">
                  <c:v>-3.1707374742865252E-2</c:v>
                </c:pt>
                <c:pt idx="13678">
                  <c:v>-3.1163549523561821E-2</c:v>
                </c:pt>
                <c:pt idx="13679">
                  <c:v>-3.0903459201286263E-2</c:v>
                </c:pt>
                <c:pt idx="13680">
                  <c:v>-3.0690658028515359E-2</c:v>
                </c:pt>
                <c:pt idx="13681">
                  <c:v>-2.9886742486936374E-2</c:v>
                </c:pt>
                <c:pt idx="13682">
                  <c:v>-2.9319272692880618E-2</c:v>
                </c:pt>
                <c:pt idx="13683">
                  <c:v>-2.9059182370605067E-2</c:v>
                </c:pt>
                <c:pt idx="13684">
                  <c:v>-2.8846381197834156E-2</c:v>
                </c:pt>
                <c:pt idx="13685">
                  <c:v>-2.8066110231007496E-2</c:v>
                </c:pt>
                <c:pt idx="13686">
                  <c:v>-2.7451351287447096E-2</c:v>
                </c:pt>
                <c:pt idx="13687">
                  <c:v>-2.7191260965171538E-2</c:v>
                </c:pt>
                <c:pt idx="13688">
                  <c:v>-2.7025748941905282E-2</c:v>
                </c:pt>
                <c:pt idx="13689">
                  <c:v>-2.6150899676069327E-2</c:v>
                </c:pt>
                <c:pt idx="13690">
                  <c:v>-2.5465207008251955E-2</c:v>
                </c:pt>
                <c:pt idx="13691">
                  <c:v>-2.5086893812214787E-2</c:v>
                </c:pt>
                <c:pt idx="13692">
                  <c:v>-2.4897737214196202E-2</c:v>
                </c:pt>
                <c:pt idx="13693">
                  <c:v>-2.4164755396874189E-2</c:v>
                </c:pt>
                <c:pt idx="13694">
                  <c:v>-2.3479062729056817E-2</c:v>
                </c:pt>
                <c:pt idx="13695">
                  <c:v>-2.3148038682524293E-2</c:v>
                </c:pt>
                <c:pt idx="13696">
                  <c:v>-2.302981580876268E-2</c:v>
                </c:pt>
                <c:pt idx="13697">
                  <c:v>-2.2320478566192986E-2</c:v>
                </c:pt>
                <c:pt idx="13698">
                  <c:v>-2.1729364197384912E-2</c:v>
                </c:pt>
                <c:pt idx="13699">
                  <c:v>-2.1516563024614004E-2</c:v>
                </c:pt>
                <c:pt idx="13700">
                  <c:v>-2.142198472560471E-2</c:v>
                </c:pt>
                <c:pt idx="13701">
                  <c:v>-2.0665358333530372E-2</c:v>
                </c:pt>
                <c:pt idx="13702">
                  <c:v>-1.9932376516208355E-2</c:v>
                </c:pt>
                <c:pt idx="13703">
                  <c:v>-1.9648641619180479E-2</c:v>
                </c:pt>
                <c:pt idx="13704">
                  <c:v>-1.9554063320171185E-2</c:v>
                </c:pt>
                <c:pt idx="13705">
                  <c:v>-1.896294895136311E-2</c:v>
                </c:pt>
                <c:pt idx="13706">
                  <c:v>-1.8324545433050388E-2</c:v>
                </c:pt>
                <c:pt idx="13707">
                  <c:v>-1.7969876811765539E-2</c:v>
                </c:pt>
                <c:pt idx="13708">
                  <c:v>-1.7851653938003927E-2</c:v>
                </c:pt>
                <c:pt idx="13709">
                  <c:v>-1.7213250419691201E-2</c:v>
                </c:pt>
                <c:pt idx="13710">
                  <c:v>-1.6503913177121507E-2</c:v>
                </c:pt>
                <c:pt idx="13711">
                  <c:v>-1.6243822854845956E-2</c:v>
                </c:pt>
                <c:pt idx="13712">
                  <c:v>-1.6172889130588987E-2</c:v>
                </c:pt>
                <c:pt idx="13713">
                  <c:v>-1.5629063911285556E-2</c:v>
                </c:pt>
                <c:pt idx="13714">
                  <c:v>-1.4943371243468187E-2</c:v>
                </c:pt>
                <c:pt idx="13715">
                  <c:v>-1.458870262218334E-2</c:v>
                </c:pt>
                <c:pt idx="13716">
                  <c:v>-1.4494124323174047E-2</c:v>
                </c:pt>
                <c:pt idx="13717">
                  <c:v>-1.4044877402879909E-2</c:v>
                </c:pt>
                <c:pt idx="13718">
                  <c:v>-1.3430118459319507E-2</c:v>
                </c:pt>
                <c:pt idx="13719">
                  <c:v>-1.319367271179628E-2</c:v>
                </c:pt>
                <c:pt idx="13720">
                  <c:v>-1.3122738987539311E-2</c:v>
                </c:pt>
                <c:pt idx="13721">
                  <c:v>-1.2673492067245171E-2</c:v>
                </c:pt>
                <c:pt idx="13722">
                  <c:v>-1.2011443974180126E-2</c:v>
                </c:pt>
                <c:pt idx="13723">
                  <c:v>-1.1680419927647602E-2</c:v>
                </c:pt>
                <c:pt idx="13724">
                  <c:v>-1.1633130778142955E-2</c:v>
                </c:pt>
                <c:pt idx="13725">
                  <c:v>-1.1207528432601139E-2</c:v>
                </c:pt>
                <c:pt idx="13726">
                  <c:v>-1.059276948904074E-2</c:v>
                </c:pt>
                <c:pt idx="13727">
                  <c:v>-1.0450902040526802E-2</c:v>
                </c:pt>
                <c:pt idx="13728">
                  <c:v>-1.0379968316269831E-2</c:v>
                </c:pt>
                <c:pt idx="13729">
                  <c:v>-9.9780105454803387E-3</c:v>
                </c:pt>
                <c:pt idx="13730">
                  <c:v>-9.2450287281583242E-3</c:v>
                </c:pt>
                <c:pt idx="13731">
                  <c:v>-9.0085829806350933E-3</c:v>
                </c:pt>
                <c:pt idx="13732">
                  <c:v>-8.9612938311304478E-3</c:v>
                </c:pt>
                <c:pt idx="13733">
                  <c:v>-8.724848083607217E-3</c:v>
                </c:pt>
                <c:pt idx="13734">
                  <c:v>-8.0391554157898479E-3</c:v>
                </c:pt>
                <c:pt idx="13735">
                  <c:v>-7.6844867945050016E-3</c:v>
                </c:pt>
                <c:pt idx="13736">
                  <c:v>-7.6844867945050016E-3</c:v>
                </c:pt>
                <c:pt idx="13737">
                  <c:v>-7.4007518974771244E-3</c:v>
                </c:pt>
                <c:pt idx="13738">
                  <c:v>-6.7387038044120773E-3</c:v>
                </c:pt>
                <c:pt idx="13739">
                  <c:v>-6.4313243326318782E-3</c:v>
                </c:pt>
                <c:pt idx="13740">
                  <c:v>-6.4076797578795554E-3</c:v>
                </c:pt>
                <c:pt idx="13741">
                  <c:v>-6.147589435604001E-3</c:v>
                </c:pt>
                <c:pt idx="13742">
                  <c:v>-5.532830492043601E-3</c:v>
                </c:pt>
                <c:pt idx="13743">
                  <c:v>-5.2018064455110775E-3</c:v>
                </c:pt>
                <c:pt idx="13744">
                  <c:v>-5.2018064455110775E-3</c:v>
                </c:pt>
                <c:pt idx="13745">
                  <c:v>-5.0362944222448157E-3</c:v>
                </c:pt>
                <c:pt idx="13746">
                  <c:v>-4.3506017544274467E-3</c:v>
                </c:pt>
                <c:pt idx="13747">
                  <c:v>-4.0668668573995695E-3</c:v>
                </c:pt>
                <c:pt idx="13748">
                  <c:v>-4.0432222826472467E-3</c:v>
                </c:pt>
                <c:pt idx="13749">
                  <c:v>-3.8540656846286622E-3</c:v>
                </c:pt>
                <c:pt idx="13750">
                  <c:v>-3.2393067410682623E-3</c:v>
                </c:pt>
                <c:pt idx="13751">
                  <c:v>-2.9082826945357387E-3</c:v>
                </c:pt>
                <c:pt idx="13752">
                  <c:v>-2.9792164187927082E-3</c:v>
                </c:pt>
                <c:pt idx="13753">
                  <c:v>-2.9792164187927082E-3</c:v>
                </c:pt>
                <c:pt idx="13754">
                  <c:v>-2.4117466247369538E-3</c:v>
                </c:pt>
                <c:pt idx="13755">
                  <c:v>-2.1516563024614002E-3</c:v>
                </c:pt>
                <c:pt idx="13756">
                  <c:v>-2.1989454519660465E-3</c:v>
                </c:pt>
                <c:pt idx="13757">
                  <c:v>-2.0334334286997847E-3</c:v>
                </c:pt>
                <c:pt idx="13758">
                  <c:v>-1.4186744851393848E-3</c:v>
                </c:pt>
                <c:pt idx="13759">
                  <c:v>-1.1112950133591848E-3</c:v>
                </c:pt>
                <c:pt idx="13760">
                  <c:v>-1.0876504386068617E-3</c:v>
                </c:pt>
                <c:pt idx="13761">
                  <c:v>-1.1112950133591848E-3</c:v>
                </c:pt>
                <c:pt idx="13762">
                  <c:v>-4.965360697987847E-4</c:v>
                </c:pt>
                <c:pt idx="13763">
                  <c:v>-2.6009032227555388E-4</c:v>
                </c:pt>
                <c:pt idx="13764">
                  <c:v>-4.0195777078949239E-4</c:v>
                </c:pt>
                <c:pt idx="13765">
                  <c:v>-4.0195777078949239E-4</c:v>
                </c:pt>
                <c:pt idx="13766">
                  <c:v>1.6551202326626157E-4</c:v>
                </c:pt>
                <c:pt idx="13767">
                  <c:v>4.965360697987847E-4</c:v>
                </c:pt>
                <c:pt idx="13768">
                  <c:v>4.965360697987847E-4</c:v>
                </c:pt>
                <c:pt idx="13769">
                  <c:v>5.2018064455110777E-4</c:v>
                </c:pt>
                <c:pt idx="13770">
                  <c:v>1.1112950133591848E-3</c:v>
                </c:pt>
                <c:pt idx="13771">
                  <c:v>1.4186744851393848E-3</c:v>
                </c:pt>
                <c:pt idx="13772">
                  <c:v>1.4186744851393848E-3</c:v>
                </c:pt>
                <c:pt idx="13773">
                  <c:v>1.3477407608824155E-3</c:v>
                </c:pt>
                <c:pt idx="13774">
                  <c:v>1.8442768306812002E-3</c:v>
                </c:pt>
                <c:pt idx="13775">
                  <c:v>2.128011727709077E-3</c:v>
                </c:pt>
                <c:pt idx="13776">
                  <c:v>2.0334334286997847E-3</c:v>
                </c:pt>
                <c:pt idx="13777">
                  <c:v>1.8679214054335234E-3</c:v>
                </c:pt>
                <c:pt idx="13778">
                  <c:v>2.3408129004799851E-3</c:v>
                </c:pt>
                <c:pt idx="13779">
                  <c:v>2.7191260965171542E-3</c:v>
                </c:pt>
                <c:pt idx="13780">
                  <c:v>2.7427706712694773E-3</c:v>
                </c:pt>
                <c:pt idx="13781">
                  <c:v>2.7191260965171542E-3</c:v>
                </c:pt>
                <c:pt idx="13782">
                  <c:v>3.2156621663159391E-3</c:v>
                </c:pt>
                <c:pt idx="13783">
                  <c:v>3.6412645118577541E-3</c:v>
                </c:pt>
                <c:pt idx="13784">
                  <c:v>3.6412645118577541E-3</c:v>
                </c:pt>
                <c:pt idx="13785">
                  <c:v>3.4757524885914927E-3</c:v>
                </c:pt>
                <c:pt idx="13786">
                  <c:v>3.8067765351240158E-3</c:v>
                </c:pt>
                <c:pt idx="13787">
                  <c:v>4.1378005816565385E-3</c:v>
                </c:pt>
                <c:pt idx="13788">
                  <c:v>4.019577707894924E-3</c:v>
                </c:pt>
                <c:pt idx="13789">
                  <c:v>3.8540656846286622E-3</c:v>
                </c:pt>
                <c:pt idx="13790">
                  <c:v>4.256023455418154E-3</c:v>
                </c:pt>
                <c:pt idx="13791">
                  <c:v>4.6106920767030012E-3</c:v>
                </c:pt>
                <c:pt idx="13792">
                  <c:v>4.6106920767030012E-3</c:v>
                </c:pt>
                <c:pt idx="13793">
                  <c:v>4.4215354786844158E-3</c:v>
                </c:pt>
                <c:pt idx="13794">
                  <c:v>4.705270375712293E-3</c:v>
                </c:pt>
                <c:pt idx="13795">
                  <c:v>5.1072281465017848E-3</c:v>
                </c:pt>
                <c:pt idx="13796">
                  <c:v>5.083583571749462E-3</c:v>
                </c:pt>
                <c:pt idx="13797">
                  <c:v>4.9180715484832003E-3</c:v>
                </c:pt>
                <c:pt idx="13798">
                  <c:v>5.1781618707587547E-3</c:v>
                </c:pt>
                <c:pt idx="13799">
                  <c:v>5.4855413425389547E-3</c:v>
                </c:pt>
                <c:pt idx="13800">
                  <c:v>5.4146076182819856E-3</c:v>
                </c:pt>
                <c:pt idx="13801">
                  <c:v>5.1308727212541084E-3</c:v>
                </c:pt>
                <c:pt idx="13802">
                  <c:v>5.4146076182819856E-3</c:v>
                </c:pt>
                <c:pt idx="13803">
                  <c:v>5.8874991133284465E-3</c:v>
                </c:pt>
                <c:pt idx="13804">
                  <c:v>5.8874991133284465E-3</c:v>
                </c:pt>
                <c:pt idx="13805">
                  <c:v>5.7929208143191547E-3</c:v>
                </c:pt>
                <c:pt idx="13806">
                  <c:v>6.0530111365947083E-3</c:v>
                </c:pt>
                <c:pt idx="13807">
                  <c:v>6.4076797578795554E-3</c:v>
                </c:pt>
                <c:pt idx="13808">
                  <c:v>6.4313243326318782E-3</c:v>
                </c:pt>
                <c:pt idx="13809">
                  <c:v>6.2658123093656164E-3</c:v>
                </c:pt>
                <c:pt idx="13810">
                  <c:v>6.4786134821365245E-3</c:v>
                </c:pt>
                <c:pt idx="13811">
                  <c:v>6.8569266781736927E-3</c:v>
                </c:pt>
                <c:pt idx="13812">
                  <c:v>6.8096375286690464E-3</c:v>
                </c:pt>
                <c:pt idx="13813">
                  <c:v>6.6204809306504627E-3</c:v>
                </c:pt>
                <c:pt idx="13814">
                  <c:v>6.83328210342137E-3</c:v>
                </c:pt>
                <c:pt idx="13815">
                  <c:v>7.2352398742108626E-3</c:v>
                </c:pt>
                <c:pt idx="13816">
                  <c:v>7.1879507247062163E-3</c:v>
                </c:pt>
                <c:pt idx="13817">
                  <c:v>6.9515049771829854E-3</c:v>
                </c:pt>
                <c:pt idx="13818">
                  <c:v>6.9987941266876309E-3</c:v>
                </c:pt>
                <c:pt idx="13819">
                  <c:v>7.4243964722294472E-3</c:v>
                </c:pt>
                <c:pt idx="13820">
                  <c:v>7.4953301964864162E-3</c:v>
                </c:pt>
                <c:pt idx="13821">
                  <c:v>7.2588844489631854E-3</c:v>
                </c:pt>
                <c:pt idx="13822">
                  <c:v>7.4007518974771244E-3</c:v>
                </c:pt>
                <c:pt idx="13823">
                  <c:v>7.8263542430189407E-3</c:v>
                </c:pt>
                <c:pt idx="13824">
                  <c:v>7.8972879672759098E-3</c:v>
                </c:pt>
                <c:pt idx="13825">
                  <c:v>7.7317759440096471E-3</c:v>
                </c:pt>
                <c:pt idx="13826">
                  <c:v>7.7554205187619707E-3</c:v>
                </c:pt>
                <c:pt idx="13827">
                  <c:v>8.1337337147991389E-3</c:v>
                </c:pt>
                <c:pt idx="13828">
                  <c:v>8.1573782895514625E-3</c:v>
                </c:pt>
                <c:pt idx="13829">
                  <c:v>7.9682216915328789E-3</c:v>
                </c:pt>
                <c:pt idx="13830">
                  <c:v>7.9918662662852007E-3</c:v>
                </c:pt>
                <c:pt idx="13831">
                  <c:v>8.3938240370746934E-3</c:v>
                </c:pt>
                <c:pt idx="13832">
                  <c:v>8.4647577613316625E-3</c:v>
                </c:pt>
                <c:pt idx="13833">
                  <c:v>8.2519565885607535E-3</c:v>
                </c:pt>
                <c:pt idx="13834">
                  <c:v>8.2519565885607535E-3</c:v>
                </c:pt>
                <c:pt idx="13835">
                  <c:v>8.6066252098456007E-3</c:v>
                </c:pt>
                <c:pt idx="13836">
                  <c:v>8.6775589341025697E-3</c:v>
                </c:pt>
                <c:pt idx="13837">
                  <c:v>8.4647577613316625E-3</c:v>
                </c:pt>
                <c:pt idx="13838">
                  <c:v>8.4647577613316625E-3</c:v>
                </c:pt>
                <c:pt idx="13839">
                  <c:v>8.7721372331118624E-3</c:v>
                </c:pt>
                <c:pt idx="13840">
                  <c:v>8.8667155321211551E-3</c:v>
                </c:pt>
                <c:pt idx="13841">
                  <c:v>8.6302697845979243E-3</c:v>
                </c:pt>
                <c:pt idx="13842">
                  <c:v>8.5593360603409552E-3</c:v>
                </c:pt>
                <c:pt idx="13843">
                  <c:v>8.9849384058827697E-3</c:v>
                </c:pt>
                <c:pt idx="13844">
                  <c:v>9.103161279644386E-3</c:v>
                </c:pt>
                <c:pt idx="13845">
                  <c:v>8.9376492563781242E-3</c:v>
                </c:pt>
                <c:pt idx="13846">
                  <c:v>8.7721372331118624E-3</c:v>
                </c:pt>
                <c:pt idx="13847">
                  <c:v>9.103161279644386E-3</c:v>
                </c:pt>
                <c:pt idx="13848">
                  <c:v>9.3159624524152933E-3</c:v>
                </c:pt>
                <c:pt idx="13849">
                  <c:v>9.0795167048920624E-3</c:v>
                </c:pt>
                <c:pt idx="13850">
                  <c:v>8.9140046816258006E-3</c:v>
                </c:pt>
                <c:pt idx="13851">
                  <c:v>9.2923178776629714E-3</c:v>
                </c:pt>
                <c:pt idx="13852">
                  <c:v>9.410540751424586E-3</c:v>
                </c:pt>
                <c:pt idx="13853">
                  <c:v>9.1977395786536787E-3</c:v>
                </c:pt>
                <c:pt idx="13854">
                  <c:v>9.1504504291490315E-3</c:v>
                </c:pt>
                <c:pt idx="13855">
                  <c:v>9.5524081999385241E-3</c:v>
                </c:pt>
                <c:pt idx="13856">
                  <c:v>9.6942756484524623E-3</c:v>
                </c:pt>
                <c:pt idx="13857">
                  <c:v>9.4814744756815551E-3</c:v>
                </c:pt>
                <c:pt idx="13858">
                  <c:v>9.2686733029106478E-3</c:v>
                </c:pt>
                <c:pt idx="13859">
                  <c:v>9.6469864989478151E-3</c:v>
                </c:pt>
                <c:pt idx="13860">
                  <c:v>9.9307213959756932E-3</c:v>
                </c:pt>
                <c:pt idx="13861">
                  <c:v>9.7652093727094314E-3</c:v>
                </c:pt>
                <c:pt idx="13862">
                  <c:v>9.5996973494431714E-3</c:v>
                </c:pt>
                <c:pt idx="13863">
                  <c:v>9.9070768212233696E-3</c:v>
                </c:pt>
                <c:pt idx="13864">
                  <c:v>1.004894426973731E-2</c:v>
                </c:pt>
                <c:pt idx="13865">
                  <c:v>9.9543659707280168E-3</c:v>
                </c:pt>
                <c:pt idx="13866">
                  <c:v>9.788853947461755E-3</c:v>
                </c:pt>
                <c:pt idx="13867">
                  <c:v>1.004894426973731E-2</c:v>
                </c:pt>
                <c:pt idx="13868">
                  <c:v>1.0167167143498924E-2</c:v>
                </c:pt>
                <c:pt idx="13869">
                  <c:v>1.004894426973731E-2</c:v>
                </c:pt>
                <c:pt idx="13870">
                  <c:v>9.8597876717187241E-3</c:v>
                </c:pt>
                <c:pt idx="13871">
                  <c:v>1.0167167143498924E-2</c:v>
                </c:pt>
                <c:pt idx="13872">
                  <c:v>1.0427257465774479E-2</c:v>
                </c:pt>
                <c:pt idx="13873">
                  <c:v>1.0261745442508217E-2</c:v>
                </c:pt>
                <c:pt idx="13874">
                  <c:v>1.0072588844489631E-2</c:v>
                </c:pt>
                <c:pt idx="13875">
                  <c:v>1.0261745442508217E-2</c:v>
                </c:pt>
                <c:pt idx="13876">
                  <c:v>1.0450902040526802E-2</c:v>
                </c:pt>
                <c:pt idx="13877">
                  <c:v>1.0261745442508217E-2</c:v>
                </c:pt>
                <c:pt idx="13878">
                  <c:v>9.9543659707280168E-3</c:v>
                </c:pt>
                <c:pt idx="13879">
                  <c:v>1.0167167143498924E-2</c:v>
                </c:pt>
                <c:pt idx="13880">
                  <c:v>1.0403612891022155E-2</c:v>
                </c:pt>
                <c:pt idx="13881">
                  <c:v>1.028539001726054E-2</c:v>
                </c:pt>
                <c:pt idx="13882">
                  <c:v>1.0119877993994279E-2</c:v>
                </c:pt>
                <c:pt idx="13883">
                  <c:v>1.0356323741517509E-2</c:v>
                </c:pt>
                <c:pt idx="13884">
                  <c:v>1.059276948904074E-2</c:v>
                </c:pt>
                <c:pt idx="13885">
                  <c:v>1.0474546615279124E-2</c:v>
                </c:pt>
                <c:pt idx="13886">
                  <c:v>1.01435225687466E-2</c:v>
                </c:pt>
                <c:pt idx="13887">
                  <c:v>1.0332679166765186E-2</c:v>
                </c:pt>
                <c:pt idx="13888">
                  <c:v>1.0616414063793064E-2</c:v>
                </c:pt>
                <c:pt idx="13889">
                  <c:v>1.0569124914288417E-2</c:v>
                </c:pt>
                <c:pt idx="13890">
                  <c:v>1.0261745442508217E-2</c:v>
                </c:pt>
                <c:pt idx="13891">
                  <c:v>1.0569124914288417E-2</c:v>
                </c:pt>
                <c:pt idx="13892">
                  <c:v>1.0876504386068617E-2</c:v>
                </c:pt>
                <c:pt idx="13893">
                  <c:v>1.0829215236563971E-2</c:v>
                </c:pt>
                <c:pt idx="13894">
                  <c:v>1.0545480339536093E-2</c:v>
                </c:pt>
                <c:pt idx="13895">
                  <c:v>1.0758281512307002E-2</c:v>
                </c:pt>
                <c:pt idx="13896">
                  <c:v>1.1065660984087202E-2</c:v>
                </c:pt>
                <c:pt idx="13897">
                  <c:v>1.1018371834582557E-2</c:v>
                </c:pt>
                <c:pt idx="13898">
                  <c:v>1.0734636937554679E-2</c:v>
                </c:pt>
                <c:pt idx="13899">
                  <c:v>1.0758281512307002E-2</c:v>
                </c:pt>
                <c:pt idx="13900">
                  <c:v>1.0947438110325586E-2</c:v>
                </c:pt>
                <c:pt idx="13901">
                  <c:v>1.0758281512307002E-2</c:v>
                </c:pt>
                <c:pt idx="13902">
                  <c:v>1.0427257465774479E-2</c:v>
                </c:pt>
                <c:pt idx="13903">
                  <c:v>1.059276948904074E-2</c:v>
                </c:pt>
                <c:pt idx="13904">
                  <c:v>1.0852859811316295E-2</c:v>
                </c:pt>
                <c:pt idx="13905">
                  <c:v>1.0781926087059324E-2</c:v>
                </c:pt>
                <c:pt idx="13906">
                  <c:v>1.0521835764783771E-2</c:v>
                </c:pt>
                <c:pt idx="13907">
                  <c:v>1.0640058638545386E-2</c:v>
                </c:pt>
                <c:pt idx="13908">
                  <c:v>1.090014896082094E-2</c:v>
                </c:pt>
                <c:pt idx="13909">
                  <c:v>1.0852859811316295E-2</c:v>
                </c:pt>
                <c:pt idx="13910">
                  <c:v>1.059276948904074E-2</c:v>
                </c:pt>
                <c:pt idx="13911">
                  <c:v>1.0805570661811648E-2</c:v>
                </c:pt>
                <c:pt idx="13912">
                  <c:v>1.1183883857848817E-2</c:v>
                </c:pt>
                <c:pt idx="13913">
                  <c:v>1.1160239283096493E-2</c:v>
                </c:pt>
                <c:pt idx="13914">
                  <c:v>1.0829215236563971E-2</c:v>
                </c:pt>
                <c:pt idx="13915">
                  <c:v>1.0876504386068617E-2</c:v>
                </c:pt>
                <c:pt idx="13916">
                  <c:v>1.1278462156858109E-2</c:v>
                </c:pt>
                <c:pt idx="13917">
                  <c:v>1.1302106731610431E-2</c:v>
                </c:pt>
                <c:pt idx="13918">
                  <c:v>1.0971082685077909E-2</c:v>
                </c:pt>
                <c:pt idx="13919">
                  <c:v>1.0923793535573264E-2</c:v>
                </c:pt>
                <c:pt idx="13920">
                  <c:v>1.1231173007353462E-2</c:v>
                </c:pt>
                <c:pt idx="13921">
                  <c:v>1.1207528432601139E-2</c:v>
                </c:pt>
                <c:pt idx="13922">
                  <c:v>1.090014896082094E-2</c:v>
                </c:pt>
                <c:pt idx="13923">
                  <c:v>1.0923793535573264E-2</c:v>
                </c:pt>
                <c:pt idx="13924">
                  <c:v>1.1325751306362755E-2</c:v>
                </c:pt>
                <c:pt idx="13925">
                  <c:v>1.1396685030619724E-2</c:v>
                </c:pt>
                <c:pt idx="13926">
                  <c:v>1.1136594708344169E-2</c:v>
                </c:pt>
                <c:pt idx="13927">
                  <c:v>1.1160239283096493E-2</c:v>
                </c:pt>
                <c:pt idx="13928">
                  <c:v>1.151490790438134E-2</c:v>
                </c:pt>
                <c:pt idx="13929">
                  <c:v>1.1585841628638309E-2</c:v>
                </c:pt>
                <c:pt idx="13930">
                  <c:v>1.1278462156858109E-2</c:v>
                </c:pt>
                <c:pt idx="13931">
                  <c:v>1.1231173007353462E-2</c:v>
                </c:pt>
                <c:pt idx="13932">
                  <c:v>1.1585841628638309E-2</c:v>
                </c:pt>
                <c:pt idx="13933">
                  <c:v>1.1609486203390631E-2</c:v>
                </c:pt>
                <c:pt idx="13934">
                  <c:v>1.1325751306362755E-2</c:v>
                </c:pt>
                <c:pt idx="13935">
                  <c:v>1.1183883857848817E-2</c:v>
                </c:pt>
                <c:pt idx="13936">
                  <c:v>1.1467618754876693E-2</c:v>
                </c:pt>
                <c:pt idx="13937">
                  <c:v>1.151490790438134E-2</c:v>
                </c:pt>
                <c:pt idx="13938">
                  <c:v>1.1254817582105786E-2</c:v>
                </c:pt>
                <c:pt idx="13939">
                  <c:v>1.1112950133591848E-2</c:v>
                </c:pt>
                <c:pt idx="13940">
                  <c:v>1.1420329605372048E-2</c:v>
                </c:pt>
                <c:pt idx="13941">
                  <c:v>1.151490790438134E-2</c:v>
                </c:pt>
                <c:pt idx="13942">
                  <c:v>1.1254817582105786E-2</c:v>
                </c:pt>
                <c:pt idx="13943">
                  <c:v>1.1042016409334878E-2</c:v>
                </c:pt>
                <c:pt idx="13944">
                  <c:v>1.13730404558674E-2</c:v>
                </c:pt>
                <c:pt idx="13945">
                  <c:v>1.1491263329629017E-2</c:v>
                </c:pt>
                <c:pt idx="13946">
                  <c:v>1.1302106731610431E-2</c:v>
                </c:pt>
                <c:pt idx="13947">
                  <c:v>1.1089305558839524E-2</c:v>
                </c:pt>
                <c:pt idx="13948">
                  <c:v>1.1420329605372048E-2</c:v>
                </c:pt>
                <c:pt idx="13949">
                  <c:v>1.151490790438134E-2</c:v>
                </c:pt>
                <c:pt idx="13950">
                  <c:v>1.1325751306362755E-2</c:v>
                </c:pt>
                <c:pt idx="13951">
                  <c:v>1.1207528432601139E-2</c:v>
                </c:pt>
                <c:pt idx="13952">
                  <c:v>1.1609486203390631E-2</c:v>
                </c:pt>
                <c:pt idx="13953">
                  <c:v>1.1704064502399924E-2</c:v>
                </c:pt>
                <c:pt idx="13954">
                  <c:v>1.1491263329629017E-2</c:v>
                </c:pt>
                <c:pt idx="13955">
                  <c:v>1.1231173007353462E-2</c:v>
                </c:pt>
                <c:pt idx="13956">
                  <c:v>1.151490790438134E-2</c:v>
                </c:pt>
                <c:pt idx="13957">
                  <c:v>1.1656775352895278E-2</c:v>
                </c:pt>
                <c:pt idx="13958">
                  <c:v>1.1467618754876693E-2</c:v>
                </c:pt>
                <c:pt idx="13959">
                  <c:v>1.1231173007353462E-2</c:v>
                </c:pt>
                <c:pt idx="13960">
                  <c:v>1.1491263329629017E-2</c:v>
                </c:pt>
                <c:pt idx="13961">
                  <c:v>1.1656775352895278E-2</c:v>
                </c:pt>
                <c:pt idx="13962">
                  <c:v>1.1491263329629017E-2</c:v>
                </c:pt>
                <c:pt idx="13963">
                  <c:v>1.1302106731610431E-2</c:v>
                </c:pt>
                <c:pt idx="13964">
                  <c:v>1.1585841628638309E-2</c:v>
                </c:pt>
                <c:pt idx="13965">
                  <c:v>1.1751353651904571E-2</c:v>
                </c:pt>
                <c:pt idx="13966">
                  <c:v>1.151490790438134E-2</c:v>
                </c:pt>
                <c:pt idx="13967">
                  <c:v>1.1302106731610431E-2</c:v>
                </c:pt>
                <c:pt idx="13968">
                  <c:v>1.1609486203390631E-2</c:v>
                </c:pt>
                <c:pt idx="13969">
                  <c:v>1.1798642801409217E-2</c:v>
                </c:pt>
                <c:pt idx="13970">
                  <c:v>1.1680419927647602E-2</c:v>
                </c:pt>
                <c:pt idx="13971">
                  <c:v>1.13730404558674E-2</c:v>
                </c:pt>
                <c:pt idx="13972">
                  <c:v>1.1633130778142955E-2</c:v>
                </c:pt>
                <c:pt idx="13973">
                  <c:v>1.1916865675170833E-2</c:v>
                </c:pt>
                <c:pt idx="13974">
                  <c:v>1.182228737616154E-2</c:v>
                </c:pt>
                <c:pt idx="13975">
                  <c:v>1.1562197053885986E-2</c:v>
                </c:pt>
                <c:pt idx="13976">
                  <c:v>1.1751353651904571E-2</c:v>
                </c:pt>
                <c:pt idx="13977">
                  <c:v>1.2058733123684771E-2</c:v>
                </c:pt>
                <c:pt idx="13978">
                  <c:v>1.1893221100418509E-2</c:v>
                </c:pt>
                <c:pt idx="13979">
                  <c:v>1.1609486203390631E-2</c:v>
                </c:pt>
                <c:pt idx="13980">
                  <c:v>1.1774998226656893E-2</c:v>
                </c:pt>
                <c:pt idx="13981">
                  <c:v>1.2058733123684771E-2</c:v>
                </c:pt>
                <c:pt idx="13982">
                  <c:v>1.1893221100418509E-2</c:v>
                </c:pt>
                <c:pt idx="13983">
                  <c:v>1.1656775352895278E-2</c:v>
                </c:pt>
                <c:pt idx="13984">
                  <c:v>1.182228737616154E-2</c:v>
                </c:pt>
                <c:pt idx="13985">
                  <c:v>1.1964154824675478E-2</c:v>
                </c:pt>
                <c:pt idx="13986">
                  <c:v>1.182228737616154E-2</c:v>
                </c:pt>
                <c:pt idx="13987">
                  <c:v>1.1538552479133662E-2</c:v>
                </c:pt>
                <c:pt idx="13988">
                  <c:v>1.1562197053885986E-2</c:v>
                </c:pt>
                <c:pt idx="13989">
                  <c:v>1.1916865675170833E-2</c:v>
                </c:pt>
                <c:pt idx="13990">
                  <c:v>1.1916865675170833E-2</c:v>
                </c:pt>
                <c:pt idx="13991">
                  <c:v>1.1562197053885986E-2</c:v>
                </c:pt>
                <c:pt idx="13992">
                  <c:v>1.1680419927647602E-2</c:v>
                </c:pt>
                <c:pt idx="13993">
                  <c:v>1.2035088548932447E-2</c:v>
                </c:pt>
                <c:pt idx="13994">
                  <c:v>1.1987799399427802E-2</c:v>
                </c:pt>
                <c:pt idx="13995">
                  <c:v>1.1704064502399924E-2</c:v>
                </c:pt>
                <c:pt idx="13996">
                  <c:v>1.1704064502399924E-2</c:v>
                </c:pt>
                <c:pt idx="13997">
                  <c:v>1.1940510249923155E-2</c:v>
                </c:pt>
                <c:pt idx="13998">
                  <c:v>1.1893221100418509E-2</c:v>
                </c:pt>
                <c:pt idx="13999">
                  <c:v>1.1491263329629017E-2</c:v>
                </c:pt>
                <c:pt idx="14000">
                  <c:v>1.1420329605372048E-2</c:v>
                </c:pt>
                <c:pt idx="14001">
                  <c:v>1.1774998226656893E-2</c:v>
                </c:pt>
                <c:pt idx="14002">
                  <c:v>1.1798642801409217E-2</c:v>
                </c:pt>
                <c:pt idx="14003">
                  <c:v>1.1562197053885986E-2</c:v>
                </c:pt>
                <c:pt idx="14004">
                  <c:v>1.151490790438134E-2</c:v>
                </c:pt>
                <c:pt idx="14005">
                  <c:v>1.1869576525666186E-2</c:v>
                </c:pt>
                <c:pt idx="14006">
                  <c:v>1.1893221100418509E-2</c:v>
                </c:pt>
                <c:pt idx="14007">
                  <c:v>1.1633130778142955E-2</c:v>
                </c:pt>
                <c:pt idx="14008">
                  <c:v>1.1585841628638309E-2</c:v>
                </c:pt>
                <c:pt idx="14009">
                  <c:v>1.1964154824675478E-2</c:v>
                </c:pt>
                <c:pt idx="14010">
                  <c:v>1.2011443974180126E-2</c:v>
                </c:pt>
                <c:pt idx="14011">
                  <c:v>1.1727709077152247E-2</c:v>
                </c:pt>
                <c:pt idx="14012">
                  <c:v>1.1609486203390631E-2</c:v>
                </c:pt>
                <c:pt idx="14013">
                  <c:v>1.1893221100418509E-2</c:v>
                </c:pt>
                <c:pt idx="14014">
                  <c:v>1.1916865675170833E-2</c:v>
                </c:pt>
                <c:pt idx="14015">
                  <c:v>1.1633130778142955E-2</c:v>
                </c:pt>
                <c:pt idx="14016">
                  <c:v>1.1420329605372048E-2</c:v>
                </c:pt>
                <c:pt idx="14017">
                  <c:v>1.1704064502399924E-2</c:v>
                </c:pt>
                <c:pt idx="14018">
                  <c:v>1.1727709077152247E-2</c:v>
                </c:pt>
                <c:pt idx="14019">
                  <c:v>1.1420329605372048E-2</c:v>
                </c:pt>
                <c:pt idx="14020">
                  <c:v>1.13730404558674E-2</c:v>
                </c:pt>
                <c:pt idx="14021">
                  <c:v>1.1727709077152247E-2</c:v>
                </c:pt>
                <c:pt idx="14022">
                  <c:v>1.1845931950913864E-2</c:v>
                </c:pt>
                <c:pt idx="14023">
                  <c:v>1.1609486203390631E-2</c:v>
                </c:pt>
                <c:pt idx="14024">
                  <c:v>1.1420329605372048E-2</c:v>
                </c:pt>
                <c:pt idx="14025">
                  <c:v>1.1751353651904571E-2</c:v>
                </c:pt>
                <c:pt idx="14026">
                  <c:v>1.1964154824675478E-2</c:v>
                </c:pt>
                <c:pt idx="14027">
                  <c:v>1.1798642801409217E-2</c:v>
                </c:pt>
                <c:pt idx="14028">
                  <c:v>1.1585841628638309E-2</c:v>
                </c:pt>
                <c:pt idx="14029">
                  <c:v>1.1940510249923155E-2</c:v>
                </c:pt>
                <c:pt idx="14030">
                  <c:v>1.2082377698437095E-2</c:v>
                </c:pt>
                <c:pt idx="14031">
                  <c:v>1.1893221100418509E-2</c:v>
                </c:pt>
                <c:pt idx="14032">
                  <c:v>1.1633130778142955E-2</c:v>
                </c:pt>
                <c:pt idx="14033">
                  <c:v>1.1893221100418509E-2</c:v>
                </c:pt>
                <c:pt idx="14034">
                  <c:v>1.1964154824675478E-2</c:v>
                </c:pt>
                <c:pt idx="14035">
                  <c:v>1.1774998226656893E-2</c:v>
                </c:pt>
                <c:pt idx="14036">
                  <c:v>1.151490790438134E-2</c:v>
                </c:pt>
                <c:pt idx="14037">
                  <c:v>1.1845931950913864E-2</c:v>
                </c:pt>
                <c:pt idx="14038">
                  <c:v>1.1964154824675478E-2</c:v>
                </c:pt>
                <c:pt idx="14039">
                  <c:v>1.1774998226656893E-2</c:v>
                </c:pt>
                <c:pt idx="14040">
                  <c:v>1.1633130778142955E-2</c:v>
                </c:pt>
                <c:pt idx="14041">
                  <c:v>1.2035088548932447E-2</c:v>
                </c:pt>
                <c:pt idx="14042">
                  <c:v>1.2176955997446386E-2</c:v>
                </c:pt>
                <c:pt idx="14043">
                  <c:v>1.1940510249923155E-2</c:v>
                </c:pt>
                <c:pt idx="14044">
                  <c:v>1.1680419927647602E-2</c:v>
                </c:pt>
                <c:pt idx="14045">
                  <c:v>1.2011443974180126E-2</c:v>
                </c:pt>
                <c:pt idx="14046">
                  <c:v>1.2271534296455678E-2</c:v>
                </c:pt>
                <c:pt idx="14047">
                  <c:v>1.2200600572198709E-2</c:v>
                </c:pt>
                <c:pt idx="14048">
                  <c:v>1.1916865675170833E-2</c:v>
                </c:pt>
                <c:pt idx="14049">
                  <c:v>1.2247889721703356E-2</c:v>
                </c:pt>
                <c:pt idx="14050">
                  <c:v>1.2484335469226587E-2</c:v>
                </c:pt>
                <c:pt idx="14051">
                  <c:v>1.2295178871208002E-2</c:v>
                </c:pt>
                <c:pt idx="14052">
                  <c:v>1.1916865675170833E-2</c:v>
                </c:pt>
                <c:pt idx="14053">
                  <c:v>1.212966684794174E-2</c:v>
                </c:pt>
                <c:pt idx="14054">
                  <c:v>1.2366112595464971E-2</c:v>
                </c:pt>
                <c:pt idx="14055">
                  <c:v>1.2176955997446386E-2</c:v>
                </c:pt>
                <c:pt idx="14056">
                  <c:v>1.1845931950913864E-2</c:v>
                </c:pt>
                <c:pt idx="14057">
                  <c:v>1.1987799399427802E-2</c:v>
                </c:pt>
                <c:pt idx="14058">
                  <c:v>1.2153311422694064E-2</c:v>
                </c:pt>
                <c:pt idx="14059">
                  <c:v>1.2082377698437095E-2</c:v>
                </c:pt>
                <c:pt idx="14060">
                  <c:v>1.1727709077152247E-2</c:v>
                </c:pt>
                <c:pt idx="14061">
                  <c:v>1.1893221100418509E-2</c:v>
                </c:pt>
                <c:pt idx="14062">
                  <c:v>1.2153311422694064E-2</c:v>
                </c:pt>
                <c:pt idx="14063">
                  <c:v>1.2058733123684771E-2</c:v>
                </c:pt>
                <c:pt idx="14064">
                  <c:v>1.1774998226656893E-2</c:v>
                </c:pt>
                <c:pt idx="14065">
                  <c:v>1.2035088548932447E-2</c:v>
                </c:pt>
                <c:pt idx="14066">
                  <c:v>1.2342468020712647E-2</c:v>
                </c:pt>
                <c:pt idx="14067">
                  <c:v>1.2295178871208002E-2</c:v>
                </c:pt>
                <c:pt idx="14068">
                  <c:v>1.1940510249923155E-2</c:v>
                </c:pt>
                <c:pt idx="14069">
                  <c:v>1.2011443974180126E-2</c:v>
                </c:pt>
                <c:pt idx="14070">
                  <c:v>1.2271534296455678E-2</c:v>
                </c:pt>
                <c:pt idx="14071">
                  <c:v>1.2200600572198709E-2</c:v>
                </c:pt>
                <c:pt idx="14072">
                  <c:v>1.182228737616154E-2</c:v>
                </c:pt>
                <c:pt idx="14073">
                  <c:v>1.1916865675170833E-2</c:v>
                </c:pt>
                <c:pt idx="14074">
                  <c:v>1.2176955997446386E-2</c:v>
                </c:pt>
                <c:pt idx="14075">
                  <c:v>1.2153311422694064E-2</c:v>
                </c:pt>
                <c:pt idx="14076">
                  <c:v>1.1774998226656893E-2</c:v>
                </c:pt>
                <c:pt idx="14077">
                  <c:v>1.1916865675170833E-2</c:v>
                </c:pt>
                <c:pt idx="14078">
                  <c:v>1.2271534296455678E-2</c:v>
                </c:pt>
                <c:pt idx="14079">
                  <c:v>1.2224245146951033E-2</c:v>
                </c:pt>
                <c:pt idx="14080">
                  <c:v>1.1893221100418509E-2</c:v>
                </c:pt>
                <c:pt idx="14081">
                  <c:v>1.1869576525666186E-2</c:v>
                </c:pt>
                <c:pt idx="14082">
                  <c:v>1.2200600572198709E-2</c:v>
                </c:pt>
                <c:pt idx="14083">
                  <c:v>1.2176955997446386E-2</c:v>
                </c:pt>
                <c:pt idx="14084">
                  <c:v>1.1869576525666186E-2</c:v>
                </c:pt>
                <c:pt idx="14085">
                  <c:v>1.1893221100418509E-2</c:v>
                </c:pt>
                <c:pt idx="14086">
                  <c:v>1.2200600572198709E-2</c:v>
                </c:pt>
                <c:pt idx="14087">
                  <c:v>1.2247889721703356E-2</c:v>
                </c:pt>
                <c:pt idx="14088">
                  <c:v>1.1987799399427802E-2</c:v>
                </c:pt>
                <c:pt idx="14089">
                  <c:v>1.1987799399427802E-2</c:v>
                </c:pt>
                <c:pt idx="14090">
                  <c:v>1.2389757170217295E-2</c:v>
                </c:pt>
                <c:pt idx="14091">
                  <c:v>1.243704631972194E-2</c:v>
                </c:pt>
                <c:pt idx="14092">
                  <c:v>1.2106022273189417E-2</c:v>
                </c:pt>
                <c:pt idx="14093">
                  <c:v>1.2058733123684771E-2</c:v>
                </c:pt>
                <c:pt idx="14094">
                  <c:v>1.2366112595464971E-2</c:v>
                </c:pt>
                <c:pt idx="14095">
                  <c:v>1.2484335469226587E-2</c:v>
                </c:pt>
                <c:pt idx="14096">
                  <c:v>1.2247889721703356E-2</c:v>
                </c:pt>
                <c:pt idx="14097">
                  <c:v>1.2082377698437095E-2</c:v>
                </c:pt>
                <c:pt idx="14098">
                  <c:v>1.2507980043978909E-2</c:v>
                </c:pt>
                <c:pt idx="14099">
                  <c:v>1.2555269193483556E-2</c:v>
                </c:pt>
                <c:pt idx="14100">
                  <c:v>1.2247889721703356E-2</c:v>
                </c:pt>
                <c:pt idx="14101">
                  <c:v>1.2058733123684771E-2</c:v>
                </c:pt>
                <c:pt idx="14102">
                  <c:v>1.2342468020712647E-2</c:v>
                </c:pt>
                <c:pt idx="14103">
                  <c:v>1.2413401744969618E-2</c:v>
                </c:pt>
                <c:pt idx="14104">
                  <c:v>1.2200600572198709E-2</c:v>
                </c:pt>
                <c:pt idx="14105">
                  <c:v>1.2035088548932447E-2</c:v>
                </c:pt>
                <c:pt idx="14106">
                  <c:v>1.2389757170217295E-2</c:v>
                </c:pt>
                <c:pt idx="14107">
                  <c:v>1.2413401744969618E-2</c:v>
                </c:pt>
                <c:pt idx="14108">
                  <c:v>1.2176955997446386E-2</c:v>
                </c:pt>
                <c:pt idx="14109">
                  <c:v>1.2082377698437095E-2</c:v>
                </c:pt>
                <c:pt idx="14110">
                  <c:v>1.2460690894474264E-2</c:v>
                </c:pt>
                <c:pt idx="14111">
                  <c:v>1.2484335469226587E-2</c:v>
                </c:pt>
                <c:pt idx="14112">
                  <c:v>1.2224245146951033E-2</c:v>
                </c:pt>
                <c:pt idx="14113">
                  <c:v>1.1987799399427802E-2</c:v>
                </c:pt>
                <c:pt idx="14114">
                  <c:v>1.2318823445960326E-2</c:v>
                </c:pt>
                <c:pt idx="14115">
                  <c:v>1.2366112595464971E-2</c:v>
                </c:pt>
                <c:pt idx="14116">
                  <c:v>1.2247889721703356E-2</c:v>
                </c:pt>
                <c:pt idx="14117">
                  <c:v>1.2011443974180126E-2</c:v>
                </c:pt>
                <c:pt idx="14118">
                  <c:v>1.2342468020712647E-2</c:v>
                </c:pt>
                <c:pt idx="14119">
                  <c:v>1.2413401744969618E-2</c:v>
                </c:pt>
                <c:pt idx="14120">
                  <c:v>1.2247889721703356E-2</c:v>
                </c:pt>
                <c:pt idx="14121">
                  <c:v>1.1940510249923155E-2</c:v>
                </c:pt>
                <c:pt idx="14122">
                  <c:v>1.2366112595464971E-2</c:v>
                </c:pt>
                <c:pt idx="14123">
                  <c:v>1.2507980043978909E-2</c:v>
                </c:pt>
                <c:pt idx="14124">
                  <c:v>1.2271534296455678E-2</c:v>
                </c:pt>
                <c:pt idx="14125">
                  <c:v>1.2035088548932447E-2</c:v>
                </c:pt>
                <c:pt idx="14126">
                  <c:v>1.2366112595464971E-2</c:v>
                </c:pt>
                <c:pt idx="14127">
                  <c:v>1.2531624618731233E-2</c:v>
                </c:pt>
                <c:pt idx="14128">
                  <c:v>1.2318823445960326E-2</c:v>
                </c:pt>
                <c:pt idx="14129">
                  <c:v>1.2011443974180126E-2</c:v>
                </c:pt>
                <c:pt idx="14130">
                  <c:v>1.2295178871208002E-2</c:v>
                </c:pt>
                <c:pt idx="14131">
                  <c:v>1.2507980043978909E-2</c:v>
                </c:pt>
                <c:pt idx="14132">
                  <c:v>1.2318823445960326E-2</c:v>
                </c:pt>
                <c:pt idx="14133">
                  <c:v>1.2011443974180126E-2</c:v>
                </c:pt>
                <c:pt idx="14134">
                  <c:v>1.2318823445960326E-2</c:v>
                </c:pt>
                <c:pt idx="14135">
                  <c:v>1.2531624618731233E-2</c:v>
                </c:pt>
                <c:pt idx="14136">
                  <c:v>1.2413401744969618E-2</c:v>
                </c:pt>
                <c:pt idx="14137">
                  <c:v>1.2106022273189417E-2</c:v>
                </c:pt>
                <c:pt idx="14138">
                  <c:v>1.2366112595464971E-2</c:v>
                </c:pt>
                <c:pt idx="14139">
                  <c:v>1.2507980043978909E-2</c:v>
                </c:pt>
                <c:pt idx="14140">
                  <c:v>1.2389757170217295E-2</c:v>
                </c:pt>
                <c:pt idx="14141">
                  <c:v>1.2035088548932447E-2</c:v>
                </c:pt>
                <c:pt idx="14142">
                  <c:v>1.2295178871208002E-2</c:v>
                </c:pt>
                <c:pt idx="14143">
                  <c:v>1.2460690894474264E-2</c:v>
                </c:pt>
                <c:pt idx="14144">
                  <c:v>1.243704631972194E-2</c:v>
                </c:pt>
                <c:pt idx="14145">
                  <c:v>1.2153311422694064E-2</c:v>
                </c:pt>
                <c:pt idx="14146">
                  <c:v>1.2318823445960326E-2</c:v>
                </c:pt>
                <c:pt idx="14147">
                  <c:v>1.2531624618731233E-2</c:v>
                </c:pt>
                <c:pt idx="14148">
                  <c:v>1.243704631972194E-2</c:v>
                </c:pt>
                <c:pt idx="14149">
                  <c:v>1.2176955997446386E-2</c:v>
                </c:pt>
                <c:pt idx="14150">
                  <c:v>1.2342468020712647E-2</c:v>
                </c:pt>
                <c:pt idx="14151">
                  <c:v>1.2555269193483556E-2</c:v>
                </c:pt>
                <c:pt idx="14152">
                  <c:v>1.243704631972194E-2</c:v>
                </c:pt>
                <c:pt idx="14153">
                  <c:v>1.2106022273189417E-2</c:v>
                </c:pt>
                <c:pt idx="14154">
                  <c:v>1.2247889721703356E-2</c:v>
                </c:pt>
                <c:pt idx="14155">
                  <c:v>1.257891376823588E-2</c:v>
                </c:pt>
                <c:pt idx="14156">
                  <c:v>1.2460690894474264E-2</c:v>
                </c:pt>
                <c:pt idx="14157">
                  <c:v>1.2153311422694064E-2</c:v>
                </c:pt>
                <c:pt idx="14158">
                  <c:v>1.2295178871208002E-2</c:v>
                </c:pt>
                <c:pt idx="14159">
                  <c:v>1.2602558342988202E-2</c:v>
                </c:pt>
                <c:pt idx="14160">
                  <c:v>1.2507980043978909E-2</c:v>
                </c:pt>
                <c:pt idx="14161">
                  <c:v>1.2224245146951033E-2</c:v>
                </c:pt>
                <c:pt idx="14162">
                  <c:v>1.2247889721703356E-2</c:v>
                </c:pt>
                <c:pt idx="14163">
                  <c:v>1.2507980043978909E-2</c:v>
                </c:pt>
                <c:pt idx="14164">
                  <c:v>1.2389757170217295E-2</c:v>
                </c:pt>
                <c:pt idx="14165">
                  <c:v>1.2082377698437095E-2</c:v>
                </c:pt>
                <c:pt idx="14166">
                  <c:v>1.2153311422694064E-2</c:v>
                </c:pt>
                <c:pt idx="14167">
                  <c:v>1.257891376823588E-2</c:v>
                </c:pt>
                <c:pt idx="14168">
                  <c:v>1.2649847492492849E-2</c:v>
                </c:pt>
                <c:pt idx="14169">
                  <c:v>1.2389757170217295E-2</c:v>
                </c:pt>
                <c:pt idx="14170">
                  <c:v>1.243704631972194E-2</c:v>
                </c:pt>
                <c:pt idx="14171">
                  <c:v>1.2768070366254464E-2</c:v>
                </c:pt>
                <c:pt idx="14172">
                  <c:v>1.2697136641997495E-2</c:v>
                </c:pt>
                <c:pt idx="14173">
                  <c:v>1.2366112595464971E-2</c:v>
                </c:pt>
                <c:pt idx="14174">
                  <c:v>1.2295178871208002E-2</c:v>
                </c:pt>
                <c:pt idx="14175">
                  <c:v>1.2649847492492849E-2</c:v>
                </c:pt>
                <c:pt idx="14176">
                  <c:v>1.257891376823588E-2</c:v>
                </c:pt>
                <c:pt idx="14177">
                  <c:v>1.2224245146951033E-2</c:v>
                </c:pt>
                <c:pt idx="14178">
                  <c:v>1.2176955997446386E-2</c:v>
                </c:pt>
                <c:pt idx="14179">
                  <c:v>1.2649847492492849E-2</c:v>
                </c:pt>
                <c:pt idx="14180">
                  <c:v>1.2673492067245171E-2</c:v>
                </c:pt>
                <c:pt idx="14181">
                  <c:v>1.2413401744969618E-2</c:v>
                </c:pt>
                <c:pt idx="14182">
                  <c:v>1.2342468020712647E-2</c:v>
                </c:pt>
                <c:pt idx="14183">
                  <c:v>1.274442579150214E-2</c:v>
                </c:pt>
                <c:pt idx="14184">
                  <c:v>1.2768070366254464E-2</c:v>
                </c:pt>
                <c:pt idx="14185">
                  <c:v>1.2389757170217295E-2</c:v>
                </c:pt>
                <c:pt idx="14186">
                  <c:v>1.2247889721703356E-2</c:v>
                </c:pt>
                <c:pt idx="14187">
                  <c:v>1.2673492067245171E-2</c:v>
                </c:pt>
                <c:pt idx="14188">
                  <c:v>1.2697136641997495E-2</c:v>
                </c:pt>
                <c:pt idx="14189">
                  <c:v>1.2413401744969618E-2</c:v>
                </c:pt>
                <c:pt idx="14190">
                  <c:v>1.2366112595464971E-2</c:v>
                </c:pt>
                <c:pt idx="14191">
                  <c:v>1.2839004090511433E-2</c:v>
                </c:pt>
                <c:pt idx="14192">
                  <c:v>1.2933582389520725E-2</c:v>
                </c:pt>
                <c:pt idx="14193">
                  <c:v>1.2649847492492849E-2</c:v>
                </c:pt>
                <c:pt idx="14194">
                  <c:v>1.2484335469226587E-2</c:v>
                </c:pt>
                <c:pt idx="14195">
                  <c:v>1.2791714941006787E-2</c:v>
                </c:pt>
                <c:pt idx="14196">
                  <c:v>1.2768070366254464E-2</c:v>
                </c:pt>
                <c:pt idx="14197">
                  <c:v>1.2555269193483556E-2</c:v>
                </c:pt>
                <c:pt idx="14198">
                  <c:v>1.2413401744969618E-2</c:v>
                </c:pt>
                <c:pt idx="14199">
                  <c:v>1.274442579150214E-2</c:v>
                </c:pt>
                <c:pt idx="14200">
                  <c:v>1.274442579150214E-2</c:v>
                </c:pt>
                <c:pt idx="14201">
                  <c:v>1.2531624618731233E-2</c:v>
                </c:pt>
                <c:pt idx="14202">
                  <c:v>1.2342468020712647E-2</c:v>
                </c:pt>
                <c:pt idx="14203">
                  <c:v>1.2720781216749818E-2</c:v>
                </c:pt>
                <c:pt idx="14204">
                  <c:v>1.274442579150214E-2</c:v>
                </c:pt>
                <c:pt idx="14205">
                  <c:v>1.2507980043978909E-2</c:v>
                </c:pt>
                <c:pt idx="14206">
                  <c:v>1.2271534296455678E-2</c:v>
                </c:pt>
                <c:pt idx="14207">
                  <c:v>1.2649847492492849E-2</c:v>
                </c:pt>
                <c:pt idx="14208">
                  <c:v>1.2839004090511433E-2</c:v>
                </c:pt>
                <c:pt idx="14209">
                  <c:v>1.2673492067245171E-2</c:v>
                </c:pt>
                <c:pt idx="14210">
                  <c:v>1.2484335469226587E-2</c:v>
                </c:pt>
                <c:pt idx="14211">
                  <c:v>1.2791714941006787E-2</c:v>
                </c:pt>
                <c:pt idx="14212">
                  <c:v>1.2791714941006787E-2</c:v>
                </c:pt>
                <c:pt idx="14213">
                  <c:v>1.2531624618731233E-2</c:v>
                </c:pt>
                <c:pt idx="14214">
                  <c:v>1.2271534296455678E-2</c:v>
                </c:pt>
                <c:pt idx="14215">
                  <c:v>1.257891376823588E-2</c:v>
                </c:pt>
                <c:pt idx="14216">
                  <c:v>1.2673492067245171E-2</c:v>
                </c:pt>
                <c:pt idx="14217">
                  <c:v>1.2507980043978909E-2</c:v>
                </c:pt>
                <c:pt idx="14218">
                  <c:v>1.2271534296455678E-2</c:v>
                </c:pt>
                <c:pt idx="14219">
                  <c:v>1.257891376823588E-2</c:v>
                </c:pt>
                <c:pt idx="14220">
                  <c:v>1.2791714941006787E-2</c:v>
                </c:pt>
                <c:pt idx="14221">
                  <c:v>1.257891376823588E-2</c:v>
                </c:pt>
                <c:pt idx="14222">
                  <c:v>1.2247889721703356E-2</c:v>
                </c:pt>
                <c:pt idx="14223">
                  <c:v>1.2460690894474264E-2</c:v>
                </c:pt>
                <c:pt idx="14224">
                  <c:v>1.2626202917740525E-2</c:v>
                </c:pt>
                <c:pt idx="14225">
                  <c:v>1.2555269193483556E-2</c:v>
                </c:pt>
                <c:pt idx="14226">
                  <c:v>1.2342468020712647E-2</c:v>
                </c:pt>
                <c:pt idx="14227">
                  <c:v>1.2555269193483556E-2</c:v>
                </c:pt>
                <c:pt idx="14228">
                  <c:v>1.2791714941006787E-2</c:v>
                </c:pt>
                <c:pt idx="14229">
                  <c:v>1.274442579150214E-2</c:v>
                </c:pt>
                <c:pt idx="14230">
                  <c:v>1.2484335469226587E-2</c:v>
                </c:pt>
                <c:pt idx="14231">
                  <c:v>1.274442579150214E-2</c:v>
                </c:pt>
                <c:pt idx="14232">
                  <c:v>1.2980871539025373E-2</c:v>
                </c:pt>
                <c:pt idx="14233">
                  <c:v>1.2791714941006787E-2</c:v>
                </c:pt>
                <c:pt idx="14234">
                  <c:v>1.2484335469226587E-2</c:v>
                </c:pt>
                <c:pt idx="14235">
                  <c:v>1.2720781216749818E-2</c:v>
                </c:pt>
                <c:pt idx="14236">
                  <c:v>1.3028160688530018E-2</c:v>
                </c:pt>
                <c:pt idx="14237">
                  <c:v>1.288629324001608E-2</c:v>
                </c:pt>
                <c:pt idx="14238">
                  <c:v>1.2555269193483556E-2</c:v>
                </c:pt>
                <c:pt idx="14239">
                  <c:v>1.274442579150214E-2</c:v>
                </c:pt>
                <c:pt idx="14240">
                  <c:v>1.3028160688530018E-2</c:v>
                </c:pt>
                <c:pt idx="14241">
                  <c:v>1.288629324001608E-2</c:v>
                </c:pt>
                <c:pt idx="14242">
                  <c:v>1.2531624618731233E-2</c:v>
                </c:pt>
                <c:pt idx="14243">
                  <c:v>1.2602558342988202E-2</c:v>
                </c:pt>
                <c:pt idx="14244">
                  <c:v>1.2933582389520725E-2</c:v>
                </c:pt>
                <c:pt idx="14245">
                  <c:v>1.2839004090511433E-2</c:v>
                </c:pt>
                <c:pt idx="14246">
                  <c:v>1.257891376823588E-2</c:v>
                </c:pt>
                <c:pt idx="14247">
                  <c:v>1.2720781216749818E-2</c:v>
                </c:pt>
                <c:pt idx="14248">
                  <c:v>1.3004516113777695E-2</c:v>
                </c:pt>
                <c:pt idx="14249">
                  <c:v>1.2862648665263756E-2</c:v>
                </c:pt>
                <c:pt idx="14250">
                  <c:v>1.2555269193483556E-2</c:v>
                </c:pt>
                <c:pt idx="14251">
                  <c:v>1.2602558342988202E-2</c:v>
                </c:pt>
                <c:pt idx="14252">
                  <c:v>1.2933582389520725E-2</c:v>
                </c:pt>
                <c:pt idx="14253">
                  <c:v>1.288629324001608E-2</c:v>
                </c:pt>
                <c:pt idx="14254">
                  <c:v>1.2531624618731233E-2</c:v>
                </c:pt>
                <c:pt idx="14255">
                  <c:v>1.2507980043978909E-2</c:v>
                </c:pt>
                <c:pt idx="14256">
                  <c:v>1.2791714941006787E-2</c:v>
                </c:pt>
                <c:pt idx="14257">
                  <c:v>1.2649847492492849E-2</c:v>
                </c:pt>
                <c:pt idx="14258">
                  <c:v>1.2342468020712647E-2</c:v>
                </c:pt>
                <c:pt idx="14259">
                  <c:v>1.2389757170217295E-2</c:v>
                </c:pt>
                <c:pt idx="14260">
                  <c:v>1.2697136641997495E-2</c:v>
                </c:pt>
                <c:pt idx="14261">
                  <c:v>1.2697136641997495E-2</c:v>
                </c:pt>
                <c:pt idx="14262">
                  <c:v>1.2413401744969618E-2</c:v>
                </c:pt>
                <c:pt idx="14263">
                  <c:v>1.2389757170217295E-2</c:v>
                </c:pt>
                <c:pt idx="14264">
                  <c:v>1.274442579150214E-2</c:v>
                </c:pt>
                <c:pt idx="14265">
                  <c:v>1.2791714941006787E-2</c:v>
                </c:pt>
                <c:pt idx="14266">
                  <c:v>1.2507980043978909E-2</c:v>
                </c:pt>
                <c:pt idx="14267">
                  <c:v>1.2389757170217295E-2</c:v>
                </c:pt>
                <c:pt idx="14268">
                  <c:v>1.2697136641997495E-2</c:v>
                </c:pt>
                <c:pt idx="14269">
                  <c:v>1.2673492067245171E-2</c:v>
                </c:pt>
                <c:pt idx="14270">
                  <c:v>1.2484335469226587E-2</c:v>
                </c:pt>
                <c:pt idx="14271">
                  <c:v>1.2531624618731233E-2</c:v>
                </c:pt>
                <c:pt idx="14272">
                  <c:v>1.2980871539025373E-2</c:v>
                </c:pt>
                <c:pt idx="14273">
                  <c:v>1.2957226964273049E-2</c:v>
                </c:pt>
                <c:pt idx="14274">
                  <c:v>1.2697136641997495E-2</c:v>
                </c:pt>
                <c:pt idx="14275">
                  <c:v>1.2602558342988202E-2</c:v>
                </c:pt>
                <c:pt idx="14276">
                  <c:v>1.2957226964273049E-2</c:v>
                </c:pt>
                <c:pt idx="14277">
                  <c:v>1.2909937814768402E-2</c:v>
                </c:pt>
                <c:pt idx="14278">
                  <c:v>1.257891376823588E-2</c:v>
                </c:pt>
                <c:pt idx="14279">
                  <c:v>1.2460690894474264E-2</c:v>
                </c:pt>
                <c:pt idx="14280">
                  <c:v>1.2839004090511433E-2</c:v>
                </c:pt>
                <c:pt idx="14281">
                  <c:v>1.2933582389520725E-2</c:v>
                </c:pt>
                <c:pt idx="14282">
                  <c:v>1.2697136641997495E-2</c:v>
                </c:pt>
                <c:pt idx="14283">
                  <c:v>1.2555269193483556E-2</c:v>
                </c:pt>
                <c:pt idx="14284">
                  <c:v>1.2909937814768402E-2</c:v>
                </c:pt>
                <c:pt idx="14285">
                  <c:v>1.2980871539025373E-2</c:v>
                </c:pt>
                <c:pt idx="14286">
                  <c:v>1.2697136641997495E-2</c:v>
                </c:pt>
                <c:pt idx="14287">
                  <c:v>1.2602558342988202E-2</c:v>
                </c:pt>
                <c:pt idx="14288">
                  <c:v>1.2933582389520725E-2</c:v>
                </c:pt>
                <c:pt idx="14289">
                  <c:v>1.3051805263282342E-2</c:v>
                </c:pt>
                <c:pt idx="14290">
                  <c:v>1.2768070366254464E-2</c:v>
                </c:pt>
                <c:pt idx="14291">
                  <c:v>1.2626202917740525E-2</c:v>
                </c:pt>
                <c:pt idx="14292">
                  <c:v>1.2933582389520725E-2</c:v>
                </c:pt>
                <c:pt idx="14293">
                  <c:v>1.3146383562291633E-2</c:v>
                </c:pt>
                <c:pt idx="14294">
                  <c:v>1.2909937814768402E-2</c:v>
                </c:pt>
                <c:pt idx="14295">
                  <c:v>1.2626202917740525E-2</c:v>
                </c:pt>
                <c:pt idx="14296">
                  <c:v>1.2957226964273049E-2</c:v>
                </c:pt>
                <c:pt idx="14297">
                  <c:v>1.3099094412786987E-2</c:v>
                </c:pt>
                <c:pt idx="14298">
                  <c:v>1.2815359515759111E-2</c:v>
                </c:pt>
                <c:pt idx="14299">
                  <c:v>1.2507980043978909E-2</c:v>
                </c:pt>
                <c:pt idx="14300">
                  <c:v>1.274442579150214E-2</c:v>
                </c:pt>
                <c:pt idx="14301">
                  <c:v>1.2839004090511433E-2</c:v>
                </c:pt>
                <c:pt idx="14302">
                  <c:v>1.2626202917740525E-2</c:v>
                </c:pt>
                <c:pt idx="14303">
                  <c:v>1.2460690894474264E-2</c:v>
                </c:pt>
                <c:pt idx="14304">
                  <c:v>1.2768070366254464E-2</c:v>
                </c:pt>
                <c:pt idx="14305">
                  <c:v>1.2933582389520725E-2</c:v>
                </c:pt>
                <c:pt idx="14306">
                  <c:v>1.2720781216749818E-2</c:v>
                </c:pt>
                <c:pt idx="14307">
                  <c:v>1.2460690894474264E-2</c:v>
                </c:pt>
                <c:pt idx="14308">
                  <c:v>1.2720781216749818E-2</c:v>
                </c:pt>
                <c:pt idx="14309">
                  <c:v>1.2957226964273049E-2</c:v>
                </c:pt>
                <c:pt idx="14310">
                  <c:v>1.2768070366254464E-2</c:v>
                </c:pt>
                <c:pt idx="14311">
                  <c:v>1.2602558342988202E-2</c:v>
                </c:pt>
                <c:pt idx="14312">
                  <c:v>1.2839004090511433E-2</c:v>
                </c:pt>
                <c:pt idx="14313">
                  <c:v>1.2980871539025373E-2</c:v>
                </c:pt>
                <c:pt idx="14314">
                  <c:v>1.2791714941006787E-2</c:v>
                </c:pt>
                <c:pt idx="14315">
                  <c:v>1.2531624618731233E-2</c:v>
                </c:pt>
                <c:pt idx="14316">
                  <c:v>1.2768070366254464E-2</c:v>
                </c:pt>
                <c:pt idx="14317">
                  <c:v>1.2957226964273049E-2</c:v>
                </c:pt>
                <c:pt idx="14318">
                  <c:v>1.2768070366254464E-2</c:v>
                </c:pt>
                <c:pt idx="14319">
                  <c:v>1.2531624618731233E-2</c:v>
                </c:pt>
                <c:pt idx="14320">
                  <c:v>1.274442579150214E-2</c:v>
                </c:pt>
                <c:pt idx="14321">
                  <c:v>1.2909937814768402E-2</c:v>
                </c:pt>
                <c:pt idx="14322">
                  <c:v>1.2673492067245171E-2</c:v>
                </c:pt>
                <c:pt idx="14323">
                  <c:v>1.2366112595464971E-2</c:v>
                </c:pt>
                <c:pt idx="14324">
                  <c:v>1.257891376823588E-2</c:v>
                </c:pt>
                <c:pt idx="14325">
                  <c:v>1.2768070366254464E-2</c:v>
                </c:pt>
                <c:pt idx="14326">
                  <c:v>1.2602558342988202E-2</c:v>
                </c:pt>
                <c:pt idx="14327">
                  <c:v>1.2413401744969618E-2</c:v>
                </c:pt>
                <c:pt idx="14328">
                  <c:v>1.2697136641997495E-2</c:v>
                </c:pt>
                <c:pt idx="14329">
                  <c:v>1.2909937814768402E-2</c:v>
                </c:pt>
                <c:pt idx="14330">
                  <c:v>1.2720781216749818E-2</c:v>
                </c:pt>
                <c:pt idx="14331">
                  <c:v>1.2366112595464971E-2</c:v>
                </c:pt>
                <c:pt idx="14332">
                  <c:v>1.2484335469226587E-2</c:v>
                </c:pt>
                <c:pt idx="14333">
                  <c:v>1.2791714941006787E-2</c:v>
                </c:pt>
                <c:pt idx="14334">
                  <c:v>1.2720781216749818E-2</c:v>
                </c:pt>
                <c:pt idx="14335">
                  <c:v>1.2484335469226587E-2</c:v>
                </c:pt>
                <c:pt idx="14336">
                  <c:v>1.2673492067245171E-2</c:v>
                </c:pt>
                <c:pt idx="14337">
                  <c:v>1.2933582389520725E-2</c:v>
                </c:pt>
                <c:pt idx="14338">
                  <c:v>1.2839004090511433E-2</c:v>
                </c:pt>
                <c:pt idx="14339">
                  <c:v>1.2484335469226587E-2</c:v>
                </c:pt>
                <c:pt idx="14340">
                  <c:v>1.257891376823588E-2</c:v>
                </c:pt>
                <c:pt idx="14341">
                  <c:v>1.2839004090511433E-2</c:v>
                </c:pt>
                <c:pt idx="14342">
                  <c:v>1.274442579150214E-2</c:v>
                </c:pt>
                <c:pt idx="14343">
                  <c:v>1.2413401744969618E-2</c:v>
                </c:pt>
                <c:pt idx="14344">
                  <c:v>1.2602558342988202E-2</c:v>
                </c:pt>
                <c:pt idx="14345">
                  <c:v>1.288629324001608E-2</c:v>
                </c:pt>
                <c:pt idx="14346">
                  <c:v>1.2815359515759111E-2</c:v>
                </c:pt>
                <c:pt idx="14347">
                  <c:v>1.2555269193483556E-2</c:v>
                </c:pt>
                <c:pt idx="14348">
                  <c:v>1.2673492067245171E-2</c:v>
                </c:pt>
                <c:pt idx="14349">
                  <c:v>1.2980871539025373E-2</c:v>
                </c:pt>
                <c:pt idx="14350">
                  <c:v>1.2909937814768402E-2</c:v>
                </c:pt>
                <c:pt idx="14351">
                  <c:v>1.2602558342988202E-2</c:v>
                </c:pt>
                <c:pt idx="14352">
                  <c:v>1.2649847492492849E-2</c:v>
                </c:pt>
                <c:pt idx="14353">
                  <c:v>1.2957226964273049E-2</c:v>
                </c:pt>
                <c:pt idx="14354">
                  <c:v>1.2957226964273049E-2</c:v>
                </c:pt>
                <c:pt idx="14355">
                  <c:v>1.2602558342988202E-2</c:v>
                </c:pt>
                <c:pt idx="14356">
                  <c:v>1.2531624618731233E-2</c:v>
                </c:pt>
                <c:pt idx="14357">
                  <c:v>1.2862648665263756E-2</c:v>
                </c:pt>
                <c:pt idx="14358">
                  <c:v>1.2933582389520725E-2</c:v>
                </c:pt>
                <c:pt idx="14359">
                  <c:v>1.2673492067245171E-2</c:v>
                </c:pt>
                <c:pt idx="14360">
                  <c:v>1.2673492067245171E-2</c:v>
                </c:pt>
                <c:pt idx="14361">
                  <c:v>1.2980871539025373E-2</c:v>
                </c:pt>
                <c:pt idx="14362">
                  <c:v>1.2957226964273049E-2</c:v>
                </c:pt>
                <c:pt idx="14363">
                  <c:v>1.257891376823588E-2</c:v>
                </c:pt>
                <c:pt idx="14364">
                  <c:v>1.257891376823588E-2</c:v>
                </c:pt>
                <c:pt idx="14365">
                  <c:v>1.2862648665263756E-2</c:v>
                </c:pt>
                <c:pt idx="14366">
                  <c:v>1.288629324001608E-2</c:v>
                </c:pt>
                <c:pt idx="14367">
                  <c:v>1.2649847492492849E-2</c:v>
                </c:pt>
                <c:pt idx="14368">
                  <c:v>1.2602558342988202E-2</c:v>
                </c:pt>
                <c:pt idx="14369">
                  <c:v>1.2933582389520725E-2</c:v>
                </c:pt>
                <c:pt idx="14370">
                  <c:v>1.2980871539025373E-2</c:v>
                </c:pt>
                <c:pt idx="14371">
                  <c:v>1.2697136641997495E-2</c:v>
                </c:pt>
                <c:pt idx="14372">
                  <c:v>1.2697136641997495E-2</c:v>
                </c:pt>
                <c:pt idx="14373">
                  <c:v>1.3075449838034664E-2</c:v>
                </c:pt>
                <c:pt idx="14374">
                  <c:v>1.3099094412786987E-2</c:v>
                </c:pt>
                <c:pt idx="14375">
                  <c:v>1.274442579150214E-2</c:v>
                </c:pt>
                <c:pt idx="14376">
                  <c:v>1.2555269193483556E-2</c:v>
                </c:pt>
                <c:pt idx="14377">
                  <c:v>1.2791714941006787E-2</c:v>
                </c:pt>
                <c:pt idx="14378">
                  <c:v>1.2862648665263756E-2</c:v>
                </c:pt>
                <c:pt idx="14379">
                  <c:v>1.2673492067245171E-2</c:v>
                </c:pt>
                <c:pt idx="14380">
                  <c:v>1.2555269193483556E-2</c:v>
                </c:pt>
                <c:pt idx="14381">
                  <c:v>1.2862648665263756E-2</c:v>
                </c:pt>
                <c:pt idx="14382">
                  <c:v>1.2862648665263756E-2</c:v>
                </c:pt>
                <c:pt idx="14383">
                  <c:v>1.2649847492492849E-2</c:v>
                </c:pt>
                <c:pt idx="14384">
                  <c:v>1.2555269193483556E-2</c:v>
                </c:pt>
                <c:pt idx="14385">
                  <c:v>1.288629324001608E-2</c:v>
                </c:pt>
                <c:pt idx="14386">
                  <c:v>1.2957226964273049E-2</c:v>
                </c:pt>
                <c:pt idx="14387">
                  <c:v>1.2673492067245171E-2</c:v>
                </c:pt>
                <c:pt idx="14388">
                  <c:v>1.2413401744969618E-2</c:v>
                </c:pt>
                <c:pt idx="14389">
                  <c:v>1.2815359515759111E-2</c:v>
                </c:pt>
                <c:pt idx="14390">
                  <c:v>1.288629324001608E-2</c:v>
                </c:pt>
                <c:pt idx="14391">
                  <c:v>1.2602558342988202E-2</c:v>
                </c:pt>
                <c:pt idx="14392">
                  <c:v>1.2342468020712647E-2</c:v>
                </c:pt>
                <c:pt idx="14393">
                  <c:v>1.2673492067245171E-2</c:v>
                </c:pt>
                <c:pt idx="14394">
                  <c:v>1.2839004090511433E-2</c:v>
                </c:pt>
                <c:pt idx="14395">
                  <c:v>1.2626202917740525E-2</c:v>
                </c:pt>
                <c:pt idx="14396">
                  <c:v>1.2366112595464971E-2</c:v>
                </c:pt>
                <c:pt idx="14397">
                  <c:v>1.274442579150214E-2</c:v>
                </c:pt>
                <c:pt idx="14398">
                  <c:v>1.2957226964273049E-2</c:v>
                </c:pt>
                <c:pt idx="14399">
                  <c:v>1.2697136641997495E-2</c:v>
                </c:pt>
                <c:pt idx="14400">
                  <c:v>1.2389757170217295E-2</c:v>
                </c:pt>
                <c:pt idx="14401">
                  <c:v>1.2673492067245171E-2</c:v>
                </c:pt>
                <c:pt idx="14402">
                  <c:v>1.2862648665263756E-2</c:v>
                </c:pt>
                <c:pt idx="14403">
                  <c:v>1.2791714941006787E-2</c:v>
                </c:pt>
                <c:pt idx="14404">
                  <c:v>1.2531624618731233E-2</c:v>
                </c:pt>
                <c:pt idx="14405">
                  <c:v>1.274442579150214E-2</c:v>
                </c:pt>
                <c:pt idx="14406">
                  <c:v>1.3004516113777695E-2</c:v>
                </c:pt>
                <c:pt idx="14407">
                  <c:v>1.2815359515759111E-2</c:v>
                </c:pt>
                <c:pt idx="14408">
                  <c:v>1.2413401744969618E-2</c:v>
                </c:pt>
                <c:pt idx="14409">
                  <c:v>1.2697136641997495E-2</c:v>
                </c:pt>
                <c:pt idx="14410">
                  <c:v>1.2957226964273049E-2</c:v>
                </c:pt>
                <c:pt idx="14411">
                  <c:v>1.2862648665263756E-2</c:v>
                </c:pt>
                <c:pt idx="14412">
                  <c:v>1.257891376823588E-2</c:v>
                </c:pt>
                <c:pt idx="14413">
                  <c:v>1.288629324001608E-2</c:v>
                </c:pt>
                <c:pt idx="14414">
                  <c:v>1.3099094412786987E-2</c:v>
                </c:pt>
                <c:pt idx="14415">
                  <c:v>1.2933582389520725E-2</c:v>
                </c:pt>
                <c:pt idx="14416">
                  <c:v>1.2531624618731233E-2</c:v>
                </c:pt>
                <c:pt idx="14417">
                  <c:v>1.2909937814768402E-2</c:v>
                </c:pt>
                <c:pt idx="14418">
                  <c:v>1.3075449838034664E-2</c:v>
                </c:pt>
                <c:pt idx="14419">
                  <c:v>1.288629324001608E-2</c:v>
                </c:pt>
                <c:pt idx="14420">
                  <c:v>1.2555269193483556E-2</c:v>
                </c:pt>
                <c:pt idx="14421">
                  <c:v>1.274442579150214E-2</c:v>
                </c:pt>
                <c:pt idx="14422">
                  <c:v>1.3004516113777695E-2</c:v>
                </c:pt>
                <c:pt idx="14423">
                  <c:v>1.2933582389520725E-2</c:v>
                </c:pt>
                <c:pt idx="14424">
                  <c:v>1.2626202917740525E-2</c:v>
                </c:pt>
                <c:pt idx="14425">
                  <c:v>1.2791714941006787E-2</c:v>
                </c:pt>
                <c:pt idx="14426">
                  <c:v>1.3004516113777695E-2</c:v>
                </c:pt>
                <c:pt idx="14427">
                  <c:v>1.288629324001608E-2</c:v>
                </c:pt>
                <c:pt idx="14428">
                  <c:v>1.2555269193483556E-2</c:v>
                </c:pt>
                <c:pt idx="14429">
                  <c:v>1.2768070366254464E-2</c:v>
                </c:pt>
                <c:pt idx="14430">
                  <c:v>1.3099094412786987E-2</c:v>
                </c:pt>
                <c:pt idx="14431">
                  <c:v>1.3075449838034664E-2</c:v>
                </c:pt>
                <c:pt idx="14432">
                  <c:v>1.2815359515759111E-2</c:v>
                </c:pt>
                <c:pt idx="14433">
                  <c:v>1.3004516113777695E-2</c:v>
                </c:pt>
                <c:pt idx="14434">
                  <c:v>1.3288251010805573E-2</c:v>
                </c:pt>
                <c:pt idx="14435">
                  <c:v>1.319367271179628E-2</c:v>
                </c:pt>
                <c:pt idx="14436">
                  <c:v>1.2768070366254464E-2</c:v>
                </c:pt>
                <c:pt idx="14437">
                  <c:v>1.2815359515759111E-2</c:v>
                </c:pt>
                <c:pt idx="14438">
                  <c:v>1.3075449838034664E-2</c:v>
                </c:pt>
                <c:pt idx="14439">
                  <c:v>1.3004516113777695E-2</c:v>
                </c:pt>
                <c:pt idx="14440">
                  <c:v>1.2697136641997495E-2</c:v>
                </c:pt>
                <c:pt idx="14441">
                  <c:v>1.274442579150214E-2</c:v>
                </c:pt>
                <c:pt idx="14442">
                  <c:v>1.3075449838034664E-2</c:v>
                </c:pt>
                <c:pt idx="14443">
                  <c:v>1.3051805263282342E-2</c:v>
                </c:pt>
                <c:pt idx="14444">
                  <c:v>1.2697136641997495E-2</c:v>
                </c:pt>
                <c:pt idx="14445">
                  <c:v>1.2673492067245171E-2</c:v>
                </c:pt>
                <c:pt idx="14446">
                  <c:v>1.2980871539025373E-2</c:v>
                </c:pt>
                <c:pt idx="14447">
                  <c:v>1.3051805263282342E-2</c:v>
                </c:pt>
                <c:pt idx="14448">
                  <c:v>1.2839004090511433E-2</c:v>
                </c:pt>
                <c:pt idx="14449">
                  <c:v>1.2791714941006787E-2</c:v>
                </c:pt>
                <c:pt idx="14450">
                  <c:v>1.3099094412786987E-2</c:v>
                </c:pt>
                <c:pt idx="14451">
                  <c:v>1.3122738987539311E-2</c:v>
                </c:pt>
                <c:pt idx="14452">
                  <c:v>1.2862648665263756E-2</c:v>
                </c:pt>
                <c:pt idx="14453">
                  <c:v>1.2768070366254464E-2</c:v>
                </c:pt>
                <c:pt idx="14454">
                  <c:v>1.3051805263282342E-2</c:v>
                </c:pt>
                <c:pt idx="14455">
                  <c:v>1.3051805263282342E-2</c:v>
                </c:pt>
                <c:pt idx="14456">
                  <c:v>1.2697136641997495E-2</c:v>
                </c:pt>
                <c:pt idx="14457">
                  <c:v>1.2673492067245171E-2</c:v>
                </c:pt>
                <c:pt idx="14458">
                  <c:v>1.3075449838034664E-2</c:v>
                </c:pt>
                <c:pt idx="14459">
                  <c:v>1.3004516113777695E-2</c:v>
                </c:pt>
                <c:pt idx="14460">
                  <c:v>1.2720781216749818E-2</c:v>
                </c:pt>
                <c:pt idx="14461">
                  <c:v>1.2602558342988202E-2</c:v>
                </c:pt>
                <c:pt idx="14462">
                  <c:v>1.2980871539025373E-2</c:v>
                </c:pt>
                <c:pt idx="14463">
                  <c:v>1.3004516113777695E-2</c:v>
                </c:pt>
                <c:pt idx="14464">
                  <c:v>1.2697136641997495E-2</c:v>
                </c:pt>
                <c:pt idx="14465">
                  <c:v>1.2507980043978909E-2</c:v>
                </c:pt>
                <c:pt idx="14466">
                  <c:v>1.2815359515759111E-2</c:v>
                </c:pt>
                <c:pt idx="14467">
                  <c:v>1.2839004090511433E-2</c:v>
                </c:pt>
                <c:pt idx="14468">
                  <c:v>1.2649847492492849E-2</c:v>
                </c:pt>
                <c:pt idx="14469">
                  <c:v>1.2507980043978909E-2</c:v>
                </c:pt>
                <c:pt idx="14470">
                  <c:v>1.288629324001608E-2</c:v>
                </c:pt>
                <c:pt idx="14471">
                  <c:v>1.2957226964273049E-2</c:v>
                </c:pt>
                <c:pt idx="14472">
                  <c:v>1.2697136641997495E-2</c:v>
                </c:pt>
                <c:pt idx="14473">
                  <c:v>1.2507980043978909E-2</c:v>
                </c:pt>
                <c:pt idx="14474">
                  <c:v>1.2909937814768402E-2</c:v>
                </c:pt>
                <c:pt idx="14475">
                  <c:v>1.3004516113777695E-2</c:v>
                </c:pt>
                <c:pt idx="14476">
                  <c:v>1.2720781216749818E-2</c:v>
                </c:pt>
                <c:pt idx="14477">
                  <c:v>1.2507980043978909E-2</c:v>
                </c:pt>
                <c:pt idx="14478">
                  <c:v>1.2933582389520725E-2</c:v>
                </c:pt>
                <c:pt idx="14479">
                  <c:v>1.3099094412786987E-2</c:v>
                </c:pt>
                <c:pt idx="14480">
                  <c:v>1.2909937814768402E-2</c:v>
                </c:pt>
                <c:pt idx="14481">
                  <c:v>1.2602558342988202E-2</c:v>
                </c:pt>
                <c:pt idx="14482">
                  <c:v>1.2933582389520725E-2</c:v>
                </c:pt>
                <c:pt idx="14483">
                  <c:v>1.2980871539025373E-2</c:v>
                </c:pt>
                <c:pt idx="14484">
                  <c:v>1.2815359515759111E-2</c:v>
                </c:pt>
                <c:pt idx="14485">
                  <c:v>1.257891376823588E-2</c:v>
                </c:pt>
                <c:pt idx="14486">
                  <c:v>1.288629324001608E-2</c:v>
                </c:pt>
                <c:pt idx="14487">
                  <c:v>1.3051805263282342E-2</c:v>
                </c:pt>
                <c:pt idx="14488">
                  <c:v>1.2957226964273049E-2</c:v>
                </c:pt>
                <c:pt idx="14489">
                  <c:v>1.2697136641997495E-2</c:v>
                </c:pt>
                <c:pt idx="14490">
                  <c:v>1.2980871539025373E-2</c:v>
                </c:pt>
                <c:pt idx="14491">
                  <c:v>1.3122738987539311E-2</c:v>
                </c:pt>
                <c:pt idx="14492">
                  <c:v>1.2957226964273049E-2</c:v>
                </c:pt>
                <c:pt idx="14493">
                  <c:v>1.2602558342988202E-2</c:v>
                </c:pt>
                <c:pt idx="14494">
                  <c:v>1.288629324001608E-2</c:v>
                </c:pt>
                <c:pt idx="14495">
                  <c:v>1.3051805263282342E-2</c:v>
                </c:pt>
                <c:pt idx="14496">
                  <c:v>1.2815359515759111E-2</c:v>
                </c:pt>
                <c:pt idx="14497">
                  <c:v>1.2460690894474264E-2</c:v>
                </c:pt>
                <c:pt idx="14498">
                  <c:v>1.2791714941006787E-2</c:v>
                </c:pt>
                <c:pt idx="14499">
                  <c:v>1.3051805263282342E-2</c:v>
                </c:pt>
                <c:pt idx="14500">
                  <c:v>1.2862648665263756E-2</c:v>
                </c:pt>
                <c:pt idx="14501">
                  <c:v>1.2484335469226587E-2</c:v>
                </c:pt>
                <c:pt idx="14502">
                  <c:v>1.2815359515759111E-2</c:v>
                </c:pt>
                <c:pt idx="14503">
                  <c:v>1.3051805263282342E-2</c:v>
                </c:pt>
                <c:pt idx="14504">
                  <c:v>1.288629324001608E-2</c:v>
                </c:pt>
                <c:pt idx="14505">
                  <c:v>1.2555269193483556E-2</c:v>
                </c:pt>
                <c:pt idx="14506">
                  <c:v>1.2768070366254464E-2</c:v>
                </c:pt>
                <c:pt idx="14507">
                  <c:v>1.3051805263282342E-2</c:v>
                </c:pt>
                <c:pt idx="14508">
                  <c:v>1.2957226964273049E-2</c:v>
                </c:pt>
                <c:pt idx="14509">
                  <c:v>1.2697136641997495E-2</c:v>
                </c:pt>
                <c:pt idx="14510">
                  <c:v>1.2933582389520725E-2</c:v>
                </c:pt>
                <c:pt idx="14511">
                  <c:v>1.3217317286548604E-2</c:v>
                </c:pt>
                <c:pt idx="14512">
                  <c:v>1.3075449838034664E-2</c:v>
                </c:pt>
                <c:pt idx="14513">
                  <c:v>1.2768070366254464E-2</c:v>
                </c:pt>
                <c:pt idx="14514">
                  <c:v>1.2980871539025373E-2</c:v>
                </c:pt>
                <c:pt idx="14515">
                  <c:v>1.319367271179628E-2</c:v>
                </c:pt>
                <c:pt idx="14516">
                  <c:v>1.3122738987539311E-2</c:v>
                </c:pt>
                <c:pt idx="14517">
                  <c:v>1.2768070366254464E-2</c:v>
                </c:pt>
                <c:pt idx="14518">
                  <c:v>1.2909937814768402E-2</c:v>
                </c:pt>
                <c:pt idx="14519">
                  <c:v>1.3122738987539311E-2</c:v>
                </c:pt>
                <c:pt idx="14520">
                  <c:v>1.3028160688530018E-2</c:v>
                </c:pt>
                <c:pt idx="14521">
                  <c:v>1.2697136641997495E-2</c:v>
                </c:pt>
                <c:pt idx="14522">
                  <c:v>1.2791714941006787E-2</c:v>
                </c:pt>
                <c:pt idx="14523">
                  <c:v>1.3122738987539311E-2</c:v>
                </c:pt>
                <c:pt idx="14524">
                  <c:v>1.3075449838034664E-2</c:v>
                </c:pt>
                <c:pt idx="14525">
                  <c:v>1.2697136641997495E-2</c:v>
                </c:pt>
                <c:pt idx="14526">
                  <c:v>1.2697136641997495E-2</c:v>
                </c:pt>
                <c:pt idx="14527">
                  <c:v>1.3004516113777695E-2</c:v>
                </c:pt>
                <c:pt idx="14528">
                  <c:v>1.2980871539025373E-2</c:v>
                </c:pt>
                <c:pt idx="14529">
                  <c:v>1.274442579150214E-2</c:v>
                </c:pt>
                <c:pt idx="14530">
                  <c:v>1.2815359515759111E-2</c:v>
                </c:pt>
                <c:pt idx="14531">
                  <c:v>1.3170028137043956E-2</c:v>
                </c:pt>
                <c:pt idx="14532">
                  <c:v>1.3099094412786987E-2</c:v>
                </c:pt>
                <c:pt idx="14533">
                  <c:v>1.2768070366254464E-2</c:v>
                </c:pt>
                <c:pt idx="14534">
                  <c:v>1.2839004090511433E-2</c:v>
                </c:pt>
                <c:pt idx="14535">
                  <c:v>1.3264606436053249E-2</c:v>
                </c:pt>
                <c:pt idx="14536">
                  <c:v>1.319367271179628E-2</c:v>
                </c:pt>
                <c:pt idx="14537">
                  <c:v>1.2909937814768402E-2</c:v>
                </c:pt>
                <c:pt idx="14538">
                  <c:v>1.2839004090511433E-2</c:v>
                </c:pt>
                <c:pt idx="14539">
                  <c:v>1.3240961861300925E-2</c:v>
                </c:pt>
                <c:pt idx="14540">
                  <c:v>1.3264606436053249E-2</c:v>
                </c:pt>
                <c:pt idx="14541">
                  <c:v>1.3075449838034664E-2</c:v>
                </c:pt>
                <c:pt idx="14542">
                  <c:v>1.3028160688530018E-2</c:v>
                </c:pt>
                <c:pt idx="14543">
                  <c:v>1.3382829309814862E-2</c:v>
                </c:pt>
                <c:pt idx="14544">
                  <c:v>1.3311895585557893E-2</c:v>
                </c:pt>
                <c:pt idx="14545">
                  <c:v>1.3004516113777695E-2</c:v>
                </c:pt>
                <c:pt idx="14546">
                  <c:v>1.2957226964273049E-2</c:v>
                </c:pt>
                <c:pt idx="14547">
                  <c:v>1.3311895585557893E-2</c:v>
                </c:pt>
                <c:pt idx="14548">
                  <c:v>1.3288251010805573E-2</c:v>
                </c:pt>
                <c:pt idx="14549">
                  <c:v>1.2980871539025373E-2</c:v>
                </c:pt>
                <c:pt idx="14550">
                  <c:v>1.288629324001608E-2</c:v>
                </c:pt>
                <c:pt idx="14551">
                  <c:v>1.3240961861300925E-2</c:v>
                </c:pt>
                <c:pt idx="14552">
                  <c:v>1.319367271179628E-2</c:v>
                </c:pt>
                <c:pt idx="14553">
                  <c:v>1.288629324001608E-2</c:v>
                </c:pt>
                <c:pt idx="14554">
                  <c:v>1.2720781216749818E-2</c:v>
                </c:pt>
                <c:pt idx="14555">
                  <c:v>1.3122738987539311E-2</c:v>
                </c:pt>
                <c:pt idx="14556">
                  <c:v>1.3146383562291633E-2</c:v>
                </c:pt>
                <c:pt idx="14557">
                  <c:v>1.288629324001608E-2</c:v>
                </c:pt>
                <c:pt idx="14558">
                  <c:v>1.2697136641997495E-2</c:v>
                </c:pt>
                <c:pt idx="14559">
                  <c:v>1.3122738987539311E-2</c:v>
                </c:pt>
                <c:pt idx="14560">
                  <c:v>1.3240961861300925E-2</c:v>
                </c:pt>
                <c:pt idx="14561">
                  <c:v>1.2980871539025373E-2</c:v>
                </c:pt>
                <c:pt idx="14562">
                  <c:v>1.2649847492492849E-2</c:v>
                </c:pt>
                <c:pt idx="14563">
                  <c:v>1.2933582389520725E-2</c:v>
                </c:pt>
                <c:pt idx="14564">
                  <c:v>1.3004516113777695E-2</c:v>
                </c:pt>
                <c:pt idx="14565">
                  <c:v>1.2768070366254464E-2</c:v>
                </c:pt>
                <c:pt idx="14566">
                  <c:v>1.2531624618731233E-2</c:v>
                </c:pt>
                <c:pt idx="14567">
                  <c:v>1.2980871539025373E-2</c:v>
                </c:pt>
                <c:pt idx="14568">
                  <c:v>1.3146383562291633E-2</c:v>
                </c:pt>
                <c:pt idx="14569">
                  <c:v>1.2909937814768402E-2</c:v>
                </c:pt>
                <c:pt idx="14570">
                  <c:v>1.274442579150214E-2</c:v>
                </c:pt>
                <c:pt idx="14571">
                  <c:v>1.3146383562291633E-2</c:v>
                </c:pt>
                <c:pt idx="14572">
                  <c:v>1.3264606436053249E-2</c:v>
                </c:pt>
                <c:pt idx="14573">
                  <c:v>1.3051805263282342E-2</c:v>
                </c:pt>
                <c:pt idx="14574">
                  <c:v>1.2791714941006787E-2</c:v>
                </c:pt>
                <c:pt idx="14575">
                  <c:v>1.3146383562291633E-2</c:v>
                </c:pt>
                <c:pt idx="14576">
                  <c:v>1.3311895585557893E-2</c:v>
                </c:pt>
                <c:pt idx="14577">
                  <c:v>1.3028160688530018E-2</c:v>
                </c:pt>
                <c:pt idx="14578">
                  <c:v>1.2791714941006787E-2</c:v>
                </c:pt>
                <c:pt idx="14579">
                  <c:v>1.3146383562291633E-2</c:v>
                </c:pt>
                <c:pt idx="14580">
                  <c:v>1.3240961861300925E-2</c:v>
                </c:pt>
                <c:pt idx="14581">
                  <c:v>1.3028160688530018E-2</c:v>
                </c:pt>
                <c:pt idx="14582">
                  <c:v>1.2720781216749818E-2</c:v>
                </c:pt>
                <c:pt idx="14583">
                  <c:v>1.2957226964273049E-2</c:v>
                </c:pt>
                <c:pt idx="14584">
                  <c:v>1.3122738987539311E-2</c:v>
                </c:pt>
                <c:pt idx="14585">
                  <c:v>1.2933582389520725E-2</c:v>
                </c:pt>
                <c:pt idx="14586">
                  <c:v>1.2673492067245171E-2</c:v>
                </c:pt>
                <c:pt idx="14587">
                  <c:v>1.2980871539025373E-2</c:v>
                </c:pt>
                <c:pt idx="14588">
                  <c:v>1.3240961861300925E-2</c:v>
                </c:pt>
                <c:pt idx="14589">
                  <c:v>1.3099094412786987E-2</c:v>
                </c:pt>
                <c:pt idx="14590">
                  <c:v>1.2791714941006787E-2</c:v>
                </c:pt>
                <c:pt idx="14591">
                  <c:v>1.2980871539025373E-2</c:v>
                </c:pt>
                <c:pt idx="14592">
                  <c:v>1.3170028137043956E-2</c:v>
                </c:pt>
                <c:pt idx="14593">
                  <c:v>1.3146383562291633E-2</c:v>
                </c:pt>
                <c:pt idx="14594">
                  <c:v>1.2909937814768402E-2</c:v>
                </c:pt>
                <c:pt idx="14595">
                  <c:v>1.3099094412786987E-2</c:v>
                </c:pt>
                <c:pt idx="14596">
                  <c:v>1.3382829309814862E-2</c:v>
                </c:pt>
                <c:pt idx="14597">
                  <c:v>1.3170028137043956E-2</c:v>
                </c:pt>
                <c:pt idx="14598">
                  <c:v>1.2815359515759111E-2</c:v>
                </c:pt>
                <c:pt idx="14599">
                  <c:v>1.2980871539025373E-2</c:v>
                </c:pt>
                <c:pt idx="14600">
                  <c:v>1.319367271179628E-2</c:v>
                </c:pt>
                <c:pt idx="14601">
                  <c:v>1.3099094412786987E-2</c:v>
                </c:pt>
                <c:pt idx="14602">
                  <c:v>1.2839004090511433E-2</c:v>
                </c:pt>
                <c:pt idx="14603">
                  <c:v>1.288629324001608E-2</c:v>
                </c:pt>
                <c:pt idx="14604">
                  <c:v>1.3146383562291633E-2</c:v>
                </c:pt>
                <c:pt idx="14605">
                  <c:v>1.3075449838034664E-2</c:v>
                </c:pt>
                <c:pt idx="14606">
                  <c:v>1.2815359515759111E-2</c:v>
                </c:pt>
                <c:pt idx="14607">
                  <c:v>1.2909937814768402E-2</c:v>
                </c:pt>
                <c:pt idx="14608">
                  <c:v>1.3170028137043956E-2</c:v>
                </c:pt>
                <c:pt idx="14609">
                  <c:v>1.3099094412786987E-2</c:v>
                </c:pt>
                <c:pt idx="14610">
                  <c:v>1.2862648665263756E-2</c:v>
                </c:pt>
                <c:pt idx="14611">
                  <c:v>1.2957226964273049E-2</c:v>
                </c:pt>
                <c:pt idx="14612">
                  <c:v>1.3264606436053249E-2</c:v>
                </c:pt>
                <c:pt idx="14613">
                  <c:v>1.3170028137043956E-2</c:v>
                </c:pt>
                <c:pt idx="14614">
                  <c:v>1.288629324001608E-2</c:v>
                </c:pt>
                <c:pt idx="14615">
                  <c:v>1.2862648665263756E-2</c:v>
                </c:pt>
                <c:pt idx="14616">
                  <c:v>1.3217317286548604E-2</c:v>
                </c:pt>
                <c:pt idx="14617">
                  <c:v>1.319367271179628E-2</c:v>
                </c:pt>
                <c:pt idx="14618">
                  <c:v>1.2933582389520725E-2</c:v>
                </c:pt>
                <c:pt idx="14619">
                  <c:v>1.2957226964273049E-2</c:v>
                </c:pt>
                <c:pt idx="14620">
                  <c:v>1.3335540160310216E-2</c:v>
                </c:pt>
                <c:pt idx="14621">
                  <c:v>1.3288251010805573E-2</c:v>
                </c:pt>
                <c:pt idx="14622">
                  <c:v>1.3004516113777695E-2</c:v>
                </c:pt>
                <c:pt idx="14623">
                  <c:v>1.3004516113777695E-2</c:v>
                </c:pt>
                <c:pt idx="14624">
                  <c:v>1.3406473884567185E-2</c:v>
                </c:pt>
                <c:pt idx="14625">
                  <c:v>1.3382829309814862E-2</c:v>
                </c:pt>
                <c:pt idx="14626">
                  <c:v>1.3122738987539311E-2</c:v>
                </c:pt>
                <c:pt idx="14627">
                  <c:v>1.3051805263282342E-2</c:v>
                </c:pt>
                <c:pt idx="14628">
                  <c:v>1.3453763034071831E-2</c:v>
                </c:pt>
                <c:pt idx="14629">
                  <c:v>1.3406473884567185E-2</c:v>
                </c:pt>
                <c:pt idx="14630">
                  <c:v>1.3122738987539311E-2</c:v>
                </c:pt>
                <c:pt idx="14631">
                  <c:v>1.3170028137043956E-2</c:v>
                </c:pt>
                <c:pt idx="14632">
                  <c:v>1.3477407608824155E-2</c:v>
                </c:pt>
                <c:pt idx="14633">
                  <c:v>1.3453763034071831E-2</c:v>
                </c:pt>
                <c:pt idx="14634">
                  <c:v>1.3099094412786987E-2</c:v>
                </c:pt>
                <c:pt idx="14635">
                  <c:v>1.3099094412786987E-2</c:v>
                </c:pt>
                <c:pt idx="14636">
                  <c:v>1.3359184735062538E-2</c:v>
                </c:pt>
                <c:pt idx="14637">
                  <c:v>1.3382829309814862E-2</c:v>
                </c:pt>
                <c:pt idx="14638">
                  <c:v>1.3122738987539311E-2</c:v>
                </c:pt>
                <c:pt idx="14639">
                  <c:v>1.3028160688530018E-2</c:v>
                </c:pt>
                <c:pt idx="14640">
                  <c:v>1.3335540160310216E-2</c:v>
                </c:pt>
                <c:pt idx="14641">
                  <c:v>1.3288251010805573E-2</c:v>
                </c:pt>
                <c:pt idx="14642">
                  <c:v>1.2980871539025373E-2</c:v>
                </c:pt>
                <c:pt idx="14643">
                  <c:v>1.2933582389520725E-2</c:v>
                </c:pt>
                <c:pt idx="14644">
                  <c:v>1.3311895585557893E-2</c:v>
                </c:pt>
                <c:pt idx="14645">
                  <c:v>1.3311895585557893E-2</c:v>
                </c:pt>
                <c:pt idx="14646">
                  <c:v>1.3099094412786987E-2</c:v>
                </c:pt>
                <c:pt idx="14647">
                  <c:v>1.2980871539025373E-2</c:v>
                </c:pt>
                <c:pt idx="14648">
                  <c:v>1.3311895585557893E-2</c:v>
                </c:pt>
                <c:pt idx="14649">
                  <c:v>1.3359184735062538E-2</c:v>
                </c:pt>
                <c:pt idx="14650">
                  <c:v>1.3099094412786987E-2</c:v>
                </c:pt>
                <c:pt idx="14651">
                  <c:v>1.2957226964273049E-2</c:v>
                </c:pt>
                <c:pt idx="14652">
                  <c:v>1.3288251010805573E-2</c:v>
                </c:pt>
                <c:pt idx="14653">
                  <c:v>1.3288251010805573E-2</c:v>
                </c:pt>
                <c:pt idx="14654">
                  <c:v>1.3028160688530018E-2</c:v>
                </c:pt>
                <c:pt idx="14655">
                  <c:v>1.2839004090511433E-2</c:v>
                </c:pt>
                <c:pt idx="14656">
                  <c:v>1.3122738987539311E-2</c:v>
                </c:pt>
                <c:pt idx="14657">
                  <c:v>1.3311895585557893E-2</c:v>
                </c:pt>
                <c:pt idx="14658">
                  <c:v>1.3051805263282342E-2</c:v>
                </c:pt>
                <c:pt idx="14659">
                  <c:v>1.2909937814768402E-2</c:v>
                </c:pt>
                <c:pt idx="14660">
                  <c:v>1.3170028137043956E-2</c:v>
                </c:pt>
                <c:pt idx="14661">
                  <c:v>1.3288251010805573E-2</c:v>
                </c:pt>
                <c:pt idx="14662">
                  <c:v>1.3028160688530018E-2</c:v>
                </c:pt>
                <c:pt idx="14663">
                  <c:v>1.2791714941006787E-2</c:v>
                </c:pt>
                <c:pt idx="14664">
                  <c:v>1.3122738987539311E-2</c:v>
                </c:pt>
                <c:pt idx="14665">
                  <c:v>1.3288251010805573E-2</c:v>
                </c:pt>
                <c:pt idx="14666">
                  <c:v>1.3075449838034664E-2</c:v>
                </c:pt>
                <c:pt idx="14667">
                  <c:v>1.2933582389520725E-2</c:v>
                </c:pt>
                <c:pt idx="14668">
                  <c:v>1.319367271179628E-2</c:v>
                </c:pt>
                <c:pt idx="14669">
                  <c:v>1.3311895585557893E-2</c:v>
                </c:pt>
                <c:pt idx="14670">
                  <c:v>1.3099094412786987E-2</c:v>
                </c:pt>
                <c:pt idx="14671">
                  <c:v>1.288629324001608E-2</c:v>
                </c:pt>
                <c:pt idx="14672">
                  <c:v>1.319367271179628E-2</c:v>
                </c:pt>
                <c:pt idx="14673">
                  <c:v>1.3430118459319507E-2</c:v>
                </c:pt>
                <c:pt idx="14674">
                  <c:v>1.3217317286548604E-2</c:v>
                </c:pt>
                <c:pt idx="14675">
                  <c:v>1.3004516113777695E-2</c:v>
                </c:pt>
                <c:pt idx="14676">
                  <c:v>1.319367271179628E-2</c:v>
                </c:pt>
                <c:pt idx="14677">
                  <c:v>1.3382829309814862E-2</c:v>
                </c:pt>
                <c:pt idx="14678">
                  <c:v>1.3240961861300925E-2</c:v>
                </c:pt>
                <c:pt idx="14679">
                  <c:v>1.3028160688530018E-2</c:v>
                </c:pt>
                <c:pt idx="14680">
                  <c:v>1.3240961861300925E-2</c:v>
                </c:pt>
                <c:pt idx="14681">
                  <c:v>1.3430118459319507E-2</c:v>
                </c:pt>
                <c:pt idx="14682">
                  <c:v>1.3240961861300925E-2</c:v>
                </c:pt>
                <c:pt idx="14683">
                  <c:v>1.3051805263282342E-2</c:v>
                </c:pt>
                <c:pt idx="14684">
                  <c:v>1.3335540160310216E-2</c:v>
                </c:pt>
                <c:pt idx="14685">
                  <c:v>1.3571985907833447E-2</c:v>
                </c:pt>
                <c:pt idx="14686">
                  <c:v>1.3477407608824155E-2</c:v>
                </c:pt>
                <c:pt idx="14687">
                  <c:v>1.3146383562291633E-2</c:v>
                </c:pt>
                <c:pt idx="14688">
                  <c:v>1.3288251010805573E-2</c:v>
                </c:pt>
                <c:pt idx="14689">
                  <c:v>1.3548341333081124E-2</c:v>
                </c:pt>
                <c:pt idx="14690">
                  <c:v>1.3406473884567185E-2</c:v>
                </c:pt>
                <c:pt idx="14691">
                  <c:v>1.3099094412786987E-2</c:v>
                </c:pt>
                <c:pt idx="14692">
                  <c:v>1.3240961861300925E-2</c:v>
                </c:pt>
                <c:pt idx="14693">
                  <c:v>1.3430118459319507E-2</c:v>
                </c:pt>
                <c:pt idx="14694">
                  <c:v>1.319367271179628E-2</c:v>
                </c:pt>
                <c:pt idx="14695">
                  <c:v>1.2909937814768402E-2</c:v>
                </c:pt>
                <c:pt idx="14696">
                  <c:v>1.3028160688530018E-2</c:v>
                </c:pt>
                <c:pt idx="14697">
                  <c:v>1.3217317286548604E-2</c:v>
                </c:pt>
                <c:pt idx="14698">
                  <c:v>1.3170028137043956E-2</c:v>
                </c:pt>
                <c:pt idx="14699">
                  <c:v>1.2933582389520725E-2</c:v>
                </c:pt>
                <c:pt idx="14700">
                  <c:v>1.319367271179628E-2</c:v>
                </c:pt>
                <c:pt idx="14701">
                  <c:v>1.3453763034071831E-2</c:v>
                </c:pt>
                <c:pt idx="14702">
                  <c:v>1.3311895585557893E-2</c:v>
                </c:pt>
                <c:pt idx="14703">
                  <c:v>1.3004516113777695E-2</c:v>
                </c:pt>
                <c:pt idx="14704">
                  <c:v>1.3146383562291633E-2</c:v>
                </c:pt>
                <c:pt idx="14705">
                  <c:v>1.3453763034071831E-2</c:v>
                </c:pt>
                <c:pt idx="14706">
                  <c:v>1.3406473884567185E-2</c:v>
                </c:pt>
                <c:pt idx="14707">
                  <c:v>1.3146383562291633E-2</c:v>
                </c:pt>
                <c:pt idx="14708">
                  <c:v>1.3264606436053249E-2</c:v>
                </c:pt>
                <c:pt idx="14709">
                  <c:v>1.3571985907833447E-2</c:v>
                </c:pt>
                <c:pt idx="14710">
                  <c:v>1.35246967583288E-2</c:v>
                </c:pt>
                <c:pt idx="14711">
                  <c:v>1.3240961861300925E-2</c:v>
                </c:pt>
                <c:pt idx="14712">
                  <c:v>1.3335540160310216E-2</c:v>
                </c:pt>
                <c:pt idx="14713">
                  <c:v>1.3642919632090416E-2</c:v>
                </c:pt>
                <c:pt idx="14714">
                  <c:v>1.3501052183576478E-2</c:v>
                </c:pt>
                <c:pt idx="14715">
                  <c:v>1.3146383562291633E-2</c:v>
                </c:pt>
                <c:pt idx="14716">
                  <c:v>1.3146383562291633E-2</c:v>
                </c:pt>
                <c:pt idx="14717">
                  <c:v>1.3335540160310216E-2</c:v>
                </c:pt>
                <c:pt idx="14718">
                  <c:v>1.3240961861300925E-2</c:v>
                </c:pt>
                <c:pt idx="14719">
                  <c:v>1.2909937814768402E-2</c:v>
                </c:pt>
                <c:pt idx="14720">
                  <c:v>1.3004516113777695E-2</c:v>
                </c:pt>
                <c:pt idx="14721">
                  <c:v>1.3335540160310216E-2</c:v>
                </c:pt>
                <c:pt idx="14722">
                  <c:v>1.3382829309814862E-2</c:v>
                </c:pt>
                <c:pt idx="14723">
                  <c:v>1.3028160688530018E-2</c:v>
                </c:pt>
                <c:pt idx="14724">
                  <c:v>1.3075449838034664E-2</c:v>
                </c:pt>
                <c:pt idx="14725">
                  <c:v>1.3453763034071831E-2</c:v>
                </c:pt>
                <c:pt idx="14726">
                  <c:v>1.3430118459319507E-2</c:v>
                </c:pt>
                <c:pt idx="14727">
                  <c:v>1.3075449838034664E-2</c:v>
                </c:pt>
                <c:pt idx="14728">
                  <c:v>1.3051805263282342E-2</c:v>
                </c:pt>
                <c:pt idx="14729">
                  <c:v>1.3477407608824155E-2</c:v>
                </c:pt>
                <c:pt idx="14730">
                  <c:v>1.3548341333081124E-2</c:v>
                </c:pt>
                <c:pt idx="14731">
                  <c:v>1.3217317286548604E-2</c:v>
                </c:pt>
                <c:pt idx="14732">
                  <c:v>1.3146383562291633E-2</c:v>
                </c:pt>
                <c:pt idx="14733">
                  <c:v>1.3382829309814862E-2</c:v>
                </c:pt>
                <c:pt idx="14734">
                  <c:v>1.3359184735062538E-2</c:v>
                </c:pt>
                <c:pt idx="14735">
                  <c:v>1.3004516113777695E-2</c:v>
                </c:pt>
                <c:pt idx="14736">
                  <c:v>1.288629324001608E-2</c:v>
                </c:pt>
                <c:pt idx="14737">
                  <c:v>1.319367271179628E-2</c:v>
                </c:pt>
                <c:pt idx="14738">
                  <c:v>1.3217317286548604E-2</c:v>
                </c:pt>
                <c:pt idx="14739">
                  <c:v>1.3051805263282342E-2</c:v>
                </c:pt>
                <c:pt idx="14740">
                  <c:v>1.2909937814768402E-2</c:v>
                </c:pt>
                <c:pt idx="14741">
                  <c:v>1.3146383562291633E-2</c:v>
                </c:pt>
                <c:pt idx="14742">
                  <c:v>1.3217317286548604E-2</c:v>
                </c:pt>
                <c:pt idx="14743">
                  <c:v>1.2980871539025373E-2</c:v>
                </c:pt>
                <c:pt idx="14744">
                  <c:v>1.288629324001608E-2</c:v>
                </c:pt>
                <c:pt idx="14745">
                  <c:v>1.319367271179628E-2</c:v>
                </c:pt>
                <c:pt idx="14746">
                  <c:v>1.3311895585557893E-2</c:v>
                </c:pt>
                <c:pt idx="14747">
                  <c:v>1.3075449838034664E-2</c:v>
                </c:pt>
                <c:pt idx="14748">
                  <c:v>1.2933582389520725E-2</c:v>
                </c:pt>
                <c:pt idx="14749">
                  <c:v>1.3240961861300925E-2</c:v>
                </c:pt>
                <c:pt idx="14750">
                  <c:v>1.3335540160310216E-2</c:v>
                </c:pt>
                <c:pt idx="14751">
                  <c:v>1.3075449838034664E-2</c:v>
                </c:pt>
                <c:pt idx="14752">
                  <c:v>1.2839004090511433E-2</c:v>
                </c:pt>
                <c:pt idx="14753">
                  <c:v>1.3099094412786987E-2</c:v>
                </c:pt>
                <c:pt idx="14754">
                  <c:v>1.319367271179628E-2</c:v>
                </c:pt>
                <c:pt idx="14755">
                  <c:v>1.2957226964273049E-2</c:v>
                </c:pt>
                <c:pt idx="14756">
                  <c:v>1.2768070366254464E-2</c:v>
                </c:pt>
                <c:pt idx="14757">
                  <c:v>1.3099094412786987E-2</c:v>
                </c:pt>
                <c:pt idx="14758">
                  <c:v>1.3264606436053249E-2</c:v>
                </c:pt>
                <c:pt idx="14759">
                  <c:v>1.3028160688530018E-2</c:v>
                </c:pt>
                <c:pt idx="14760">
                  <c:v>1.2815359515759111E-2</c:v>
                </c:pt>
                <c:pt idx="14761">
                  <c:v>1.3146383562291633E-2</c:v>
                </c:pt>
                <c:pt idx="14762">
                  <c:v>1.3240961861300925E-2</c:v>
                </c:pt>
                <c:pt idx="14763">
                  <c:v>1.3122738987539311E-2</c:v>
                </c:pt>
                <c:pt idx="14764">
                  <c:v>1.2862648665263756E-2</c:v>
                </c:pt>
                <c:pt idx="14765">
                  <c:v>1.3264606436053249E-2</c:v>
                </c:pt>
                <c:pt idx="14766">
                  <c:v>1.3453763034071831E-2</c:v>
                </c:pt>
                <c:pt idx="14767">
                  <c:v>1.3335540160310216E-2</c:v>
                </c:pt>
                <c:pt idx="14768">
                  <c:v>1.3051805263282342E-2</c:v>
                </c:pt>
                <c:pt idx="14769">
                  <c:v>1.3359184735062538E-2</c:v>
                </c:pt>
                <c:pt idx="14770">
                  <c:v>1.3501052183576478E-2</c:v>
                </c:pt>
                <c:pt idx="14771">
                  <c:v>1.3217317286548604E-2</c:v>
                </c:pt>
                <c:pt idx="14772">
                  <c:v>1.2839004090511433E-2</c:v>
                </c:pt>
                <c:pt idx="14773">
                  <c:v>1.3170028137043956E-2</c:v>
                </c:pt>
                <c:pt idx="14774">
                  <c:v>1.3406473884567185E-2</c:v>
                </c:pt>
                <c:pt idx="14775">
                  <c:v>1.3264606436053249E-2</c:v>
                </c:pt>
                <c:pt idx="14776">
                  <c:v>1.2957226964273049E-2</c:v>
                </c:pt>
                <c:pt idx="14777">
                  <c:v>1.3288251010805573E-2</c:v>
                </c:pt>
                <c:pt idx="14778">
                  <c:v>1.3501052183576478E-2</c:v>
                </c:pt>
                <c:pt idx="14779">
                  <c:v>1.3311895585557893E-2</c:v>
                </c:pt>
                <c:pt idx="14780">
                  <c:v>1.3028160688530018E-2</c:v>
                </c:pt>
                <c:pt idx="14781">
                  <c:v>1.3335540160310216E-2</c:v>
                </c:pt>
                <c:pt idx="14782">
                  <c:v>1.3642919632090416E-2</c:v>
                </c:pt>
                <c:pt idx="14783">
                  <c:v>1.3548341333081124E-2</c:v>
                </c:pt>
                <c:pt idx="14784">
                  <c:v>1.3240961861300925E-2</c:v>
                </c:pt>
                <c:pt idx="14785">
                  <c:v>1.3453763034071831E-2</c:v>
                </c:pt>
                <c:pt idx="14786">
                  <c:v>1.3690208781595062E-2</c:v>
                </c:pt>
                <c:pt idx="14787">
                  <c:v>1.3619275057338093E-2</c:v>
                </c:pt>
                <c:pt idx="14788">
                  <c:v>1.3264606436053249E-2</c:v>
                </c:pt>
                <c:pt idx="14789">
                  <c:v>1.3406473884567185E-2</c:v>
                </c:pt>
                <c:pt idx="14790">
                  <c:v>1.366656420684274E-2</c:v>
                </c:pt>
                <c:pt idx="14791">
                  <c:v>1.3713853356347385E-2</c:v>
                </c:pt>
                <c:pt idx="14792">
                  <c:v>1.3359184735062538E-2</c:v>
                </c:pt>
                <c:pt idx="14793">
                  <c:v>1.3477407608824155E-2</c:v>
                </c:pt>
                <c:pt idx="14794">
                  <c:v>1.3784787080604355E-2</c:v>
                </c:pt>
                <c:pt idx="14795">
                  <c:v>1.3690208781595062E-2</c:v>
                </c:pt>
                <c:pt idx="14796">
                  <c:v>1.3382829309814862E-2</c:v>
                </c:pt>
                <c:pt idx="14797">
                  <c:v>1.3430118459319507E-2</c:v>
                </c:pt>
                <c:pt idx="14798">
                  <c:v>1.3595630482585769E-2</c:v>
                </c:pt>
                <c:pt idx="14799">
                  <c:v>1.3595630482585769E-2</c:v>
                </c:pt>
                <c:pt idx="14800">
                  <c:v>1.3264606436053249E-2</c:v>
                </c:pt>
                <c:pt idx="14801">
                  <c:v>1.3335540160310216E-2</c:v>
                </c:pt>
                <c:pt idx="14802">
                  <c:v>1.3690208781595062E-2</c:v>
                </c:pt>
                <c:pt idx="14803">
                  <c:v>1.3595630482585769E-2</c:v>
                </c:pt>
                <c:pt idx="14804">
                  <c:v>1.3288251010805573E-2</c:v>
                </c:pt>
                <c:pt idx="14805">
                  <c:v>1.3359184735062538E-2</c:v>
                </c:pt>
                <c:pt idx="14806">
                  <c:v>1.366656420684274E-2</c:v>
                </c:pt>
                <c:pt idx="14807">
                  <c:v>1.3713853356347385E-2</c:v>
                </c:pt>
                <c:pt idx="14808">
                  <c:v>1.3359184735062538E-2</c:v>
                </c:pt>
                <c:pt idx="14809">
                  <c:v>1.3264606436053249E-2</c:v>
                </c:pt>
                <c:pt idx="14810">
                  <c:v>1.3571985907833447E-2</c:v>
                </c:pt>
                <c:pt idx="14811">
                  <c:v>1.3595630482585769E-2</c:v>
                </c:pt>
                <c:pt idx="14812">
                  <c:v>1.3288251010805573E-2</c:v>
                </c:pt>
                <c:pt idx="14813">
                  <c:v>1.3264606436053249E-2</c:v>
                </c:pt>
                <c:pt idx="14814">
                  <c:v>1.3737497931099709E-2</c:v>
                </c:pt>
                <c:pt idx="14815">
                  <c:v>1.3832076230109002E-2</c:v>
                </c:pt>
                <c:pt idx="14816">
                  <c:v>1.3595630482585769E-2</c:v>
                </c:pt>
                <c:pt idx="14817">
                  <c:v>1.3501052183576478E-2</c:v>
                </c:pt>
                <c:pt idx="14818">
                  <c:v>1.3855720804861324E-2</c:v>
                </c:pt>
                <c:pt idx="14819">
                  <c:v>1.3808431655356678E-2</c:v>
                </c:pt>
                <c:pt idx="14820">
                  <c:v>1.3430118459319507E-2</c:v>
                </c:pt>
                <c:pt idx="14821">
                  <c:v>1.3359184735062538E-2</c:v>
                </c:pt>
                <c:pt idx="14822">
                  <c:v>1.3737497931099709E-2</c:v>
                </c:pt>
                <c:pt idx="14823">
                  <c:v>1.3737497931099709E-2</c:v>
                </c:pt>
                <c:pt idx="14824">
                  <c:v>1.3359184735062538E-2</c:v>
                </c:pt>
                <c:pt idx="14825">
                  <c:v>1.3217317286548604E-2</c:v>
                </c:pt>
                <c:pt idx="14826">
                  <c:v>1.3619275057338093E-2</c:v>
                </c:pt>
                <c:pt idx="14827">
                  <c:v>1.3690208781595062E-2</c:v>
                </c:pt>
                <c:pt idx="14828">
                  <c:v>1.3406473884567185E-2</c:v>
                </c:pt>
                <c:pt idx="14829">
                  <c:v>1.3311895585557893E-2</c:v>
                </c:pt>
                <c:pt idx="14830">
                  <c:v>1.3619275057338093E-2</c:v>
                </c:pt>
                <c:pt idx="14831">
                  <c:v>1.3571985907833447E-2</c:v>
                </c:pt>
                <c:pt idx="14832">
                  <c:v>1.3311895585557893E-2</c:v>
                </c:pt>
                <c:pt idx="14833">
                  <c:v>1.3122738987539311E-2</c:v>
                </c:pt>
                <c:pt idx="14834">
                  <c:v>1.35246967583288E-2</c:v>
                </c:pt>
                <c:pt idx="14835">
                  <c:v>1.3571985907833447E-2</c:v>
                </c:pt>
                <c:pt idx="14836">
                  <c:v>1.3359184735062538E-2</c:v>
                </c:pt>
                <c:pt idx="14837">
                  <c:v>1.3217317286548604E-2</c:v>
                </c:pt>
                <c:pt idx="14838">
                  <c:v>1.3595630482585769E-2</c:v>
                </c:pt>
                <c:pt idx="14839">
                  <c:v>1.3619275057338093E-2</c:v>
                </c:pt>
                <c:pt idx="14840">
                  <c:v>1.3288251010805573E-2</c:v>
                </c:pt>
                <c:pt idx="14841">
                  <c:v>1.3028160688530018E-2</c:v>
                </c:pt>
                <c:pt idx="14842">
                  <c:v>1.3359184735062538E-2</c:v>
                </c:pt>
                <c:pt idx="14843">
                  <c:v>1.3477407608824155E-2</c:v>
                </c:pt>
                <c:pt idx="14844">
                  <c:v>1.319367271179628E-2</c:v>
                </c:pt>
                <c:pt idx="14845">
                  <c:v>1.3004516113777695E-2</c:v>
                </c:pt>
                <c:pt idx="14846">
                  <c:v>1.35246967583288E-2</c:v>
                </c:pt>
                <c:pt idx="14847">
                  <c:v>1.3690208781595062E-2</c:v>
                </c:pt>
                <c:pt idx="14848">
                  <c:v>1.3430118459319507E-2</c:v>
                </c:pt>
                <c:pt idx="14849">
                  <c:v>1.3146383562291633E-2</c:v>
                </c:pt>
                <c:pt idx="14850">
                  <c:v>1.3501052183576478E-2</c:v>
                </c:pt>
                <c:pt idx="14851">
                  <c:v>1.3642919632090416E-2</c:v>
                </c:pt>
                <c:pt idx="14852">
                  <c:v>1.3477407608824155E-2</c:v>
                </c:pt>
                <c:pt idx="14853">
                  <c:v>1.319367271179628E-2</c:v>
                </c:pt>
                <c:pt idx="14854">
                  <c:v>1.3501052183576478E-2</c:v>
                </c:pt>
                <c:pt idx="14855">
                  <c:v>1.366656420684274E-2</c:v>
                </c:pt>
                <c:pt idx="14856">
                  <c:v>1.3571985907833447E-2</c:v>
                </c:pt>
                <c:pt idx="14857">
                  <c:v>1.3311895585557893E-2</c:v>
                </c:pt>
                <c:pt idx="14858">
                  <c:v>1.3571985907833447E-2</c:v>
                </c:pt>
                <c:pt idx="14859">
                  <c:v>1.3761142505852031E-2</c:v>
                </c:pt>
                <c:pt idx="14860">
                  <c:v>1.3548341333081124E-2</c:v>
                </c:pt>
                <c:pt idx="14861">
                  <c:v>1.3170028137043956E-2</c:v>
                </c:pt>
                <c:pt idx="14862">
                  <c:v>1.3453763034071831E-2</c:v>
                </c:pt>
                <c:pt idx="14863">
                  <c:v>1.3642919632090416E-2</c:v>
                </c:pt>
                <c:pt idx="14864">
                  <c:v>1.35246967583288E-2</c:v>
                </c:pt>
                <c:pt idx="14865">
                  <c:v>1.3288251010805573E-2</c:v>
                </c:pt>
                <c:pt idx="14866">
                  <c:v>1.3571985907833447E-2</c:v>
                </c:pt>
                <c:pt idx="14867">
                  <c:v>1.3713853356347385E-2</c:v>
                </c:pt>
                <c:pt idx="14868">
                  <c:v>1.3501052183576478E-2</c:v>
                </c:pt>
                <c:pt idx="14869">
                  <c:v>1.3240961861300925E-2</c:v>
                </c:pt>
                <c:pt idx="14870">
                  <c:v>1.3477407608824155E-2</c:v>
                </c:pt>
                <c:pt idx="14871">
                  <c:v>1.3690208781595062E-2</c:v>
                </c:pt>
                <c:pt idx="14872">
                  <c:v>1.3595630482585769E-2</c:v>
                </c:pt>
                <c:pt idx="14873">
                  <c:v>1.3335540160310216E-2</c:v>
                </c:pt>
                <c:pt idx="14874">
                  <c:v>1.3501052183576478E-2</c:v>
                </c:pt>
                <c:pt idx="14875">
                  <c:v>1.3690208781595062E-2</c:v>
                </c:pt>
                <c:pt idx="14876">
                  <c:v>1.3571985907833447E-2</c:v>
                </c:pt>
                <c:pt idx="14877">
                  <c:v>1.3217317286548604E-2</c:v>
                </c:pt>
                <c:pt idx="14878">
                  <c:v>1.3406473884567185E-2</c:v>
                </c:pt>
                <c:pt idx="14879">
                  <c:v>1.366656420684274E-2</c:v>
                </c:pt>
                <c:pt idx="14880">
                  <c:v>1.3501052183576478E-2</c:v>
                </c:pt>
                <c:pt idx="14881">
                  <c:v>1.3170028137043956E-2</c:v>
                </c:pt>
                <c:pt idx="14882">
                  <c:v>1.3335540160310216E-2</c:v>
                </c:pt>
                <c:pt idx="14883">
                  <c:v>1.3619275057338093E-2</c:v>
                </c:pt>
                <c:pt idx="14884">
                  <c:v>1.3548341333081124E-2</c:v>
                </c:pt>
                <c:pt idx="14885">
                  <c:v>1.3264606436053249E-2</c:v>
                </c:pt>
                <c:pt idx="14886">
                  <c:v>1.3288251010805573E-2</c:v>
                </c:pt>
                <c:pt idx="14887">
                  <c:v>1.3571985907833447E-2</c:v>
                </c:pt>
                <c:pt idx="14888">
                  <c:v>1.35246967583288E-2</c:v>
                </c:pt>
                <c:pt idx="14889">
                  <c:v>1.3264606436053249E-2</c:v>
                </c:pt>
                <c:pt idx="14890">
                  <c:v>1.3335540160310216E-2</c:v>
                </c:pt>
                <c:pt idx="14891">
                  <c:v>1.3619275057338093E-2</c:v>
                </c:pt>
                <c:pt idx="14892">
                  <c:v>1.35246967583288E-2</c:v>
                </c:pt>
                <c:pt idx="14893">
                  <c:v>1.3264606436053249E-2</c:v>
                </c:pt>
                <c:pt idx="14894">
                  <c:v>1.3335540160310216E-2</c:v>
                </c:pt>
                <c:pt idx="14895">
                  <c:v>1.3713853356347385E-2</c:v>
                </c:pt>
                <c:pt idx="14896">
                  <c:v>1.3690208781595062E-2</c:v>
                </c:pt>
                <c:pt idx="14897">
                  <c:v>1.3382829309814862E-2</c:v>
                </c:pt>
                <c:pt idx="14898">
                  <c:v>1.3382829309814862E-2</c:v>
                </c:pt>
                <c:pt idx="14899">
                  <c:v>1.3761142505852031E-2</c:v>
                </c:pt>
                <c:pt idx="14900">
                  <c:v>1.3713853356347385E-2</c:v>
                </c:pt>
                <c:pt idx="14901">
                  <c:v>1.3406473884567185E-2</c:v>
                </c:pt>
                <c:pt idx="14902">
                  <c:v>1.3288251010805573E-2</c:v>
                </c:pt>
                <c:pt idx="14903">
                  <c:v>1.3595630482585769E-2</c:v>
                </c:pt>
                <c:pt idx="14904">
                  <c:v>1.3548341333081124E-2</c:v>
                </c:pt>
                <c:pt idx="14905">
                  <c:v>1.3099094412786987E-2</c:v>
                </c:pt>
                <c:pt idx="14906">
                  <c:v>1.2933582389520725E-2</c:v>
                </c:pt>
                <c:pt idx="14907">
                  <c:v>1.3335540160310216E-2</c:v>
                </c:pt>
                <c:pt idx="14908">
                  <c:v>1.3382829309814862E-2</c:v>
                </c:pt>
                <c:pt idx="14909">
                  <c:v>1.3146383562291633E-2</c:v>
                </c:pt>
                <c:pt idx="14910">
                  <c:v>1.3099094412786987E-2</c:v>
                </c:pt>
                <c:pt idx="14911">
                  <c:v>1.3430118459319507E-2</c:v>
                </c:pt>
                <c:pt idx="14912">
                  <c:v>1.3477407608824155E-2</c:v>
                </c:pt>
                <c:pt idx="14913">
                  <c:v>1.319367271179628E-2</c:v>
                </c:pt>
                <c:pt idx="14914">
                  <c:v>1.3217317286548604E-2</c:v>
                </c:pt>
                <c:pt idx="14915">
                  <c:v>1.3619275057338093E-2</c:v>
                </c:pt>
                <c:pt idx="14916">
                  <c:v>1.3642919632090416E-2</c:v>
                </c:pt>
                <c:pt idx="14917">
                  <c:v>1.3477407608824155E-2</c:v>
                </c:pt>
                <c:pt idx="14918">
                  <c:v>1.3359184735062538E-2</c:v>
                </c:pt>
                <c:pt idx="14919">
                  <c:v>1.3713853356347385E-2</c:v>
                </c:pt>
                <c:pt idx="14920">
                  <c:v>1.3713853356347385E-2</c:v>
                </c:pt>
                <c:pt idx="14921">
                  <c:v>1.3477407608824155E-2</c:v>
                </c:pt>
                <c:pt idx="14922">
                  <c:v>1.3311895585557893E-2</c:v>
                </c:pt>
                <c:pt idx="14923">
                  <c:v>1.3690208781595062E-2</c:v>
                </c:pt>
                <c:pt idx="14924">
                  <c:v>1.3761142505852031E-2</c:v>
                </c:pt>
                <c:pt idx="14925">
                  <c:v>1.3571985907833447E-2</c:v>
                </c:pt>
                <c:pt idx="14926">
                  <c:v>1.3311895585557893E-2</c:v>
                </c:pt>
                <c:pt idx="14927">
                  <c:v>1.3690208781595062E-2</c:v>
                </c:pt>
                <c:pt idx="14928">
                  <c:v>1.3808431655356678E-2</c:v>
                </c:pt>
                <c:pt idx="14929">
                  <c:v>1.3619275057338093E-2</c:v>
                </c:pt>
                <c:pt idx="14930">
                  <c:v>1.3406473884567185E-2</c:v>
                </c:pt>
                <c:pt idx="14931">
                  <c:v>1.3784787080604355E-2</c:v>
                </c:pt>
                <c:pt idx="14932">
                  <c:v>1.3784787080604355E-2</c:v>
                </c:pt>
                <c:pt idx="14933">
                  <c:v>1.3501052183576478E-2</c:v>
                </c:pt>
                <c:pt idx="14934">
                  <c:v>1.3240961861300925E-2</c:v>
                </c:pt>
                <c:pt idx="14935">
                  <c:v>1.3619275057338093E-2</c:v>
                </c:pt>
                <c:pt idx="14936">
                  <c:v>1.3690208781595062E-2</c:v>
                </c:pt>
                <c:pt idx="14937">
                  <c:v>1.3453763034071831E-2</c:v>
                </c:pt>
                <c:pt idx="14938">
                  <c:v>1.3217317286548604E-2</c:v>
                </c:pt>
                <c:pt idx="14939">
                  <c:v>1.3571985907833447E-2</c:v>
                </c:pt>
                <c:pt idx="14940">
                  <c:v>1.3761142505852031E-2</c:v>
                </c:pt>
                <c:pt idx="14941">
                  <c:v>1.3571985907833447E-2</c:v>
                </c:pt>
                <c:pt idx="14942">
                  <c:v>1.3311895585557893E-2</c:v>
                </c:pt>
                <c:pt idx="14943">
                  <c:v>1.366656420684274E-2</c:v>
                </c:pt>
                <c:pt idx="14944">
                  <c:v>1.3832076230109002E-2</c:v>
                </c:pt>
                <c:pt idx="14945">
                  <c:v>1.3642919632090416E-2</c:v>
                </c:pt>
                <c:pt idx="14946">
                  <c:v>1.3359184735062538E-2</c:v>
                </c:pt>
                <c:pt idx="14947">
                  <c:v>1.3571985907833447E-2</c:v>
                </c:pt>
                <c:pt idx="14948">
                  <c:v>1.3761142505852031E-2</c:v>
                </c:pt>
                <c:pt idx="14949">
                  <c:v>1.3571985907833447E-2</c:v>
                </c:pt>
                <c:pt idx="14950">
                  <c:v>1.3359184735062538E-2</c:v>
                </c:pt>
                <c:pt idx="14951">
                  <c:v>1.3619275057338093E-2</c:v>
                </c:pt>
                <c:pt idx="14952">
                  <c:v>1.3832076230109002E-2</c:v>
                </c:pt>
                <c:pt idx="14953">
                  <c:v>1.3642919632090416E-2</c:v>
                </c:pt>
                <c:pt idx="14954">
                  <c:v>1.3382829309814862E-2</c:v>
                </c:pt>
                <c:pt idx="14955">
                  <c:v>1.3548341333081124E-2</c:v>
                </c:pt>
                <c:pt idx="14956">
                  <c:v>1.3761142505852031E-2</c:v>
                </c:pt>
                <c:pt idx="14957">
                  <c:v>1.3690208781595062E-2</c:v>
                </c:pt>
                <c:pt idx="14958">
                  <c:v>1.3359184735062538E-2</c:v>
                </c:pt>
                <c:pt idx="14959">
                  <c:v>1.35246967583288E-2</c:v>
                </c:pt>
                <c:pt idx="14960">
                  <c:v>1.3737497931099709E-2</c:v>
                </c:pt>
                <c:pt idx="14961">
                  <c:v>1.3619275057338093E-2</c:v>
                </c:pt>
                <c:pt idx="14962">
                  <c:v>1.3288251010805573E-2</c:v>
                </c:pt>
                <c:pt idx="14963">
                  <c:v>1.3453763034071831E-2</c:v>
                </c:pt>
                <c:pt idx="14964">
                  <c:v>1.3761142505852031E-2</c:v>
                </c:pt>
                <c:pt idx="14965">
                  <c:v>1.3642919632090416E-2</c:v>
                </c:pt>
                <c:pt idx="14966">
                  <c:v>1.3406473884567185E-2</c:v>
                </c:pt>
                <c:pt idx="14967">
                  <c:v>1.3571985907833447E-2</c:v>
                </c:pt>
                <c:pt idx="14968">
                  <c:v>1.3832076230109002E-2</c:v>
                </c:pt>
                <c:pt idx="14969">
                  <c:v>1.366656420684274E-2</c:v>
                </c:pt>
                <c:pt idx="14970">
                  <c:v>1.3382829309814862E-2</c:v>
                </c:pt>
                <c:pt idx="14971">
                  <c:v>1.3595630482585769E-2</c:v>
                </c:pt>
                <c:pt idx="14972">
                  <c:v>1.3926654529118293E-2</c:v>
                </c:pt>
                <c:pt idx="14973">
                  <c:v>1.3832076230109002E-2</c:v>
                </c:pt>
                <c:pt idx="14974">
                  <c:v>1.3453763034071831E-2</c:v>
                </c:pt>
                <c:pt idx="14975">
                  <c:v>1.3595630482585769E-2</c:v>
                </c:pt>
                <c:pt idx="14976">
                  <c:v>1.3926654529118293E-2</c:v>
                </c:pt>
                <c:pt idx="14977">
                  <c:v>1.3784787080604355E-2</c:v>
                </c:pt>
                <c:pt idx="14978">
                  <c:v>1.3453763034071831E-2</c:v>
                </c:pt>
                <c:pt idx="14979">
                  <c:v>1.3501052183576478E-2</c:v>
                </c:pt>
                <c:pt idx="14980">
                  <c:v>1.3784787080604355E-2</c:v>
                </c:pt>
                <c:pt idx="14981">
                  <c:v>1.3690208781595062E-2</c:v>
                </c:pt>
                <c:pt idx="14982">
                  <c:v>1.3430118459319507E-2</c:v>
                </c:pt>
                <c:pt idx="14983">
                  <c:v>1.3501052183576478E-2</c:v>
                </c:pt>
                <c:pt idx="14984">
                  <c:v>1.3761142505852031E-2</c:v>
                </c:pt>
                <c:pt idx="14985">
                  <c:v>1.366656420684274E-2</c:v>
                </c:pt>
                <c:pt idx="14986">
                  <c:v>1.3430118459319507E-2</c:v>
                </c:pt>
                <c:pt idx="14987">
                  <c:v>1.35246967583288E-2</c:v>
                </c:pt>
                <c:pt idx="14988">
                  <c:v>1.3855720804861324E-2</c:v>
                </c:pt>
                <c:pt idx="14989">
                  <c:v>1.3832076230109002E-2</c:v>
                </c:pt>
                <c:pt idx="14990">
                  <c:v>1.35246967583288E-2</c:v>
                </c:pt>
                <c:pt idx="14991">
                  <c:v>1.3501052183576478E-2</c:v>
                </c:pt>
                <c:pt idx="14992">
                  <c:v>1.3855720804861324E-2</c:v>
                </c:pt>
                <c:pt idx="14993">
                  <c:v>1.3903009954365971E-2</c:v>
                </c:pt>
                <c:pt idx="14994">
                  <c:v>1.3642919632090416E-2</c:v>
                </c:pt>
                <c:pt idx="14995">
                  <c:v>1.3595630482585769E-2</c:v>
                </c:pt>
                <c:pt idx="14996">
                  <c:v>1.3903009954365971E-2</c:v>
                </c:pt>
                <c:pt idx="14997">
                  <c:v>1.3879365379613647E-2</c:v>
                </c:pt>
                <c:pt idx="14998">
                  <c:v>1.3595630482585769E-2</c:v>
                </c:pt>
                <c:pt idx="14999">
                  <c:v>1.3501052183576478E-2</c:v>
                </c:pt>
                <c:pt idx="15000">
                  <c:v>1.3808431655356678E-2</c:v>
                </c:pt>
                <c:pt idx="15001">
                  <c:v>1.3761142505852031E-2</c:v>
                </c:pt>
                <c:pt idx="15002">
                  <c:v>1.3406473884567185E-2</c:v>
                </c:pt>
                <c:pt idx="15003">
                  <c:v>1.3311895585557893E-2</c:v>
                </c:pt>
                <c:pt idx="15004">
                  <c:v>1.366656420684274E-2</c:v>
                </c:pt>
                <c:pt idx="15005">
                  <c:v>1.3713853356347385E-2</c:v>
                </c:pt>
                <c:pt idx="15006">
                  <c:v>1.3501052183576478E-2</c:v>
                </c:pt>
                <c:pt idx="15007">
                  <c:v>1.3406473884567185E-2</c:v>
                </c:pt>
                <c:pt idx="15008">
                  <c:v>1.3690208781595062E-2</c:v>
                </c:pt>
                <c:pt idx="15009">
                  <c:v>1.3642919632090416E-2</c:v>
                </c:pt>
                <c:pt idx="15010">
                  <c:v>1.3382829309814862E-2</c:v>
                </c:pt>
                <c:pt idx="15011">
                  <c:v>1.3359184735062538E-2</c:v>
                </c:pt>
                <c:pt idx="15012">
                  <c:v>1.3713853356347385E-2</c:v>
                </c:pt>
                <c:pt idx="15013">
                  <c:v>1.3761142505852031E-2</c:v>
                </c:pt>
                <c:pt idx="15014">
                  <c:v>1.3477407608824155E-2</c:v>
                </c:pt>
                <c:pt idx="15015">
                  <c:v>1.3311895585557893E-2</c:v>
                </c:pt>
                <c:pt idx="15016">
                  <c:v>1.3713853356347385E-2</c:v>
                </c:pt>
                <c:pt idx="15017">
                  <c:v>1.3761142505852031E-2</c:v>
                </c:pt>
                <c:pt idx="15018">
                  <c:v>1.3477407608824155E-2</c:v>
                </c:pt>
                <c:pt idx="15019">
                  <c:v>1.3335540160310216E-2</c:v>
                </c:pt>
                <c:pt idx="15020">
                  <c:v>1.3642919632090416E-2</c:v>
                </c:pt>
                <c:pt idx="15021">
                  <c:v>1.3855720804861324E-2</c:v>
                </c:pt>
                <c:pt idx="15022">
                  <c:v>1.3548341333081124E-2</c:v>
                </c:pt>
                <c:pt idx="15023">
                  <c:v>1.3406473884567185E-2</c:v>
                </c:pt>
                <c:pt idx="15024">
                  <c:v>1.3737497931099709E-2</c:v>
                </c:pt>
                <c:pt idx="15025">
                  <c:v>1.3808431655356678E-2</c:v>
                </c:pt>
                <c:pt idx="15026">
                  <c:v>1.3571985907833447E-2</c:v>
                </c:pt>
                <c:pt idx="15027">
                  <c:v>1.3311895585557893E-2</c:v>
                </c:pt>
                <c:pt idx="15028">
                  <c:v>1.3619275057338093E-2</c:v>
                </c:pt>
                <c:pt idx="15029">
                  <c:v>1.3832076230109002E-2</c:v>
                </c:pt>
                <c:pt idx="15030">
                  <c:v>1.3690208781595062E-2</c:v>
                </c:pt>
                <c:pt idx="15031">
                  <c:v>1.3477407608824155E-2</c:v>
                </c:pt>
                <c:pt idx="15032">
                  <c:v>1.3784787080604355E-2</c:v>
                </c:pt>
                <c:pt idx="15033">
                  <c:v>1.3879365379613647E-2</c:v>
                </c:pt>
                <c:pt idx="15034">
                  <c:v>1.3619275057338093E-2</c:v>
                </c:pt>
                <c:pt idx="15035">
                  <c:v>1.3335540160310216E-2</c:v>
                </c:pt>
                <c:pt idx="15036">
                  <c:v>1.3595630482585769E-2</c:v>
                </c:pt>
                <c:pt idx="15037">
                  <c:v>1.3808431655356678E-2</c:v>
                </c:pt>
                <c:pt idx="15038">
                  <c:v>1.366656420684274E-2</c:v>
                </c:pt>
                <c:pt idx="15039">
                  <c:v>1.3406473884567185E-2</c:v>
                </c:pt>
                <c:pt idx="15040">
                  <c:v>1.3642919632090416E-2</c:v>
                </c:pt>
                <c:pt idx="15041">
                  <c:v>1.3808431655356678E-2</c:v>
                </c:pt>
                <c:pt idx="15042">
                  <c:v>1.3595630482585769E-2</c:v>
                </c:pt>
                <c:pt idx="15043">
                  <c:v>1.3335540160310216E-2</c:v>
                </c:pt>
                <c:pt idx="15044">
                  <c:v>1.3548341333081124E-2</c:v>
                </c:pt>
                <c:pt idx="15045">
                  <c:v>1.3713853356347385E-2</c:v>
                </c:pt>
                <c:pt idx="15046">
                  <c:v>1.3571985907833447E-2</c:v>
                </c:pt>
                <c:pt idx="15047">
                  <c:v>1.3264606436053249E-2</c:v>
                </c:pt>
                <c:pt idx="15048">
                  <c:v>1.3453763034071831E-2</c:v>
                </c:pt>
                <c:pt idx="15049">
                  <c:v>1.366656420684274E-2</c:v>
                </c:pt>
                <c:pt idx="15050">
                  <c:v>1.35246967583288E-2</c:v>
                </c:pt>
                <c:pt idx="15051">
                  <c:v>1.3264606436053249E-2</c:v>
                </c:pt>
                <c:pt idx="15052">
                  <c:v>1.3477407608824155E-2</c:v>
                </c:pt>
                <c:pt idx="15053">
                  <c:v>1.3761142505852031E-2</c:v>
                </c:pt>
                <c:pt idx="15054">
                  <c:v>1.3642919632090416E-2</c:v>
                </c:pt>
                <c:pt idx="15055">
                  <c:v>1.3335540160310216E-2</c:v>
                </c:pt>
                <c:pt idx="15056">
                  <c:v>1.3453763034071831E-2</c:v>
                </c:pt>
                <c:pt idx="15057">
                  <c:v>1.3713853356347385E-2</c:v>
                </c:pt>
                <c:pt idx="15058">
                  <c:v>1.366656420684274E-2</c:v>
                </c:pt>
                <c:pt idx="15059">
                  <c:v>1.3430118459319507E-2</c:v>
                </c:pt>
                <c:pt idx="15060">
                  <c:v>1.3548341333081124E-2</c:v>
                </c:pt>
                <c:pt idx="15061">
                  <c:v>1.3879365379613647E-2</c:v>
                </c:pt>
                <c:pt idx="15062">
                  <c:v>1.3808431655356678E-2</c:v>
                </c:pt>
                <c:pt idx="15063">
                  <c:v>1.3406473884567185E-2</c:v>
                </c:pt>
                <c:pt idx="15064">
                  <c:v>1.3501052183576478E-2</c:v>
                </c:pt>
                <c:pt idx="15065">
                  <c:v>1.3713853356347385E-2</c:v>
                </c:pt>
                <c:pt idx="15066">
                  <c:v>1.3713853356347385E-2</c:v>
                </c:pt>
                <c:pt idx="15067">
                  <c:v>1.3430118459319507E-2</c:v>
                </c:pt>
                <c:pt idx="15068">
                  <c:v>1.35246967583288E-2</c:v>
                </c:pt>
                <c:pt idx="15069">
                  <c:v>1.3808431655356678E-2</c:v>
                </c:pt>
                <c:pt idx="15070">
                  <c:v>1.3690208781595062E-2</c:v>
                </c:pt>
                <c:pt idx="15071">
                  <c:v>1.3406473884567185E-2</c:v>
                </c:pt>
                <c:pt idx="15072">
                  <c:v>1.3453763034071831E-2</c:v>
                </c:pt>
                <c:pt idx="15073">
                  <c:v>1.366656420684274E-2</c:v>
                </c:pt>
                <c:pt idx="15074">
                  <c:v>1.3595630482585769E-2</c:v>
                </c:pt>
                <c:pt idx="15075">
                  <c:v>1.3264606436053249E-2</c:v>
                </c:pt>
                <c:pt idx="15076">
                  <c:v>1.3382829309814862E-2</c:v>
                </c:pt>
                <c:pt idx="15077">
                  <c:v>1.3737497931099709E-2</c:v>
                </c:pt>
                <c:pt idx="15078">
                  <c:v>1.3761142505852031E-2</c:v>
                </c:pt>
                <c:pt idx="15079">
                  <c:v>1.3430118459319507E-2</c:v>
                </c:pt>
                <c:pt idx="15080">
                  <c:v>1.3430118459319507E-2</c:v>
                </c:pt>
                <c:pt idx="15081">
                  <c:v>1.3737497931099709E-2</c:v>
                </c:pt>
                <c:pt idx="15082">
                  <c:v>1.3808431655356678E-2</c:v>
                </c:pt>
                <c:pt idx="15083">
                  <c:v>1.3477407608824155E-2</c:v>
                </c:pt>
                <c:pt idx="15084">
                  <c:v>1.3477407608824155E-2</c:v>
                </c:pt>
                <c:pt idx="15085">
                  <c:v>1.3713853356347385E-2</c:v>
                </c:pt>
                <c:pt idx="15086">
                  <c:v>1.366656420684274E-2</c:v>
                </c:pt>
                <c:pt idx="15087">
                  <c:v>1.3382829309814862E-2</c:v>
                </c:pt>
                <c:pt idx="15088">
                  <c:v>1.3382829309814862E-2</c:v>
                </c:pt>
                <c:pt idx="15089">
                  <c:v>1.3713853356347385E-2</c:v>
                </c:pt>
                <c:pt idx="15090">
                  <c:v>1.3832076230109002E-2</c:v>
                </c:pt>
                <c:pt idx="15091">
                  <c:v>1.3595630482585769E-2</c:v>
                </c:pt>
                <c:pt idx="15092">
                  <c:v>1.3477407608824155E-2</c:v>
                </c:pt>
                <c:pt idx="15093">
                  <c:v>1.3761142505852031E-2</c:v>
                </c:pt>
                <c:pt idx="15094">
                  <c:v>1.3808431655356678E-2</c:v>
                </c:pt>
                <c:pt idx="15095">
                  <c:v>1.35246967583288E-2</c:v>
                </c:pt>
                <c:pt idx="15096">
                  <c:v>1.3477407608824155E-2</c:v>
                </c:pt>
                <c:pt idx="15097">
                  <c:v>1.3784787080604355E-2</c:v>
                </c:pt>
                <c:pt idx="15098">
                  <c:v>1.3926654529118293E-2</c:v>
                </c:pt>
                <c:pt idx="15099">
                  <c:v>1.3690208781595062E-2</c:v>
                </c:pt>
                <c:pt idx="15100">
                  <c:v>1.35246967583288E-2</c:v>
                </c:pt>
                <c:pt idx="15101">
                  <c:v>1.3832076230109002E-2</c:v>
                </c:pt>
                <c:pt idx="15102">
                  <c:v>1.397394367862294E-2</c:v>
                </c:pt>
                <c:pt idx="15103">
                  <c:v>1.3713853356347385E-2</c:v>
                </c:pt>
                <c:pt idx="15104">
                  <c:v>1.3548341333081124E-2</c:v>
                </c:pt>
                <c:pt idx="15105">
                  <c:v>1.3808431655356678E-2</c:v>
                </c:pt>
                <c:pt idx="15106">
                  <c:v>1.3832076230109002E-2</c:v>
                </c:pt>
                <c:pt idx="15107">
                  <c:v>1.3571985907833447E-2</c:v>
                </c:pt>
                <c:pt idx="15108">
                  <c:v>1.3453763034071831E-2</c:v>
                </c:pt>
                <c:pt idx="15109">
                  <c:v>1.3761142505852031E-2</c:v>
                </c:pt>
                <c:pt idx="15110">
                  <c:v>1.3879365379613647E-2</c:v>
                </c:pt>
                <c:pt idx="15111">
                  <c:v>1.3642919632090416E-2</c:v>
                </c:pt>
                <c:pt idx="15112">
                  <c:v>1.3453763034071831E-2</c:v>
                </c:pt>
                <c:pt idx="15113">
                  <c:v>1.3761142505852031E-2</c:v>
                </c:pt>
                <c:pt idx="15114">
                  <c:v>1.397394367862294E-2</c:v>
                </c:pt>
                <c:pt idx="15115">
                  <c:v>1.3832076230109002E-2</c:v>
                </c:pt>
                <c:pt idx="15116">
                  <c:v>1.3619275057338093E-2</c:v>
                </c:pt>
                <c:pt idx="15117">
                  <c:v>1.3903009954365971E-2</c:v>
                </c:pt>
                <c:pt idx="15118">
                  <c:v>1.3950299103870616E-2</c:v>
                </c:pt>
                <c:pt idx="15119">
                  <c:v>1.366656420684274E-2</c:v>
                </c:pt>
                <c:pt idx="15120">
                  <c:v>1.3430118459319507E-2</c:v>
                </c:pt>
                <c:pt idx="15121">
                  <c:v>1.3761142505852031E-2</c:v>
                </c:pt>
                <c:pt idx="15122">
                  <c:v>1.3950299103870616E-2</c:v>
                </c:pt>
                <c:pt idx="15123">
                  <c:v>1.3832076230109002E-2</c:v>
                </c:pt>
                <c:pt idx="15124">
                  <c:v>1.3571985907833447E-2</c:v>
                </c:pt>
                <c:pt idx="15125">
                  <c:v>1.3855720804861324E-2</c:v>
                </c:pt>
                <c:pt idx="15126">
                  <c:v>1.397394367862294E-2</c:v>
                </c:pt>
                <c:pt idx="15127">
                  <c:v>1.3761142505852031E-2</c:v>
                </c:pt>
                <c:pt idx="15128">
                  <c:v>1.35246967583288E-2</c:v>
                </c:pt>
                <c:pt idx="15129">
                  <c:v>1.3832076230109002E-2</c:v>
                </c:pt>
                <c:pt idx="15130">
                  <c:v>1.397394367862294E-2</c:v>
                </c:pt>
                <c:pt idx="15131">
                  <c:v>1.3832076230109002E-2</c:v>
                </c:pt>
                <c:pt idx="15132">
                  <c:v>1.3548341333081124E-2</c:v>
                </c:pt>
                <c:pt idx="15133">
                  <c:v>1.3808431655356678E-2</c:v>
                </c:pt>
                <c:pt idx="15134">
                  <c:v>1.4044877402879909E-2</c:v>
                </c:pt>
                <c:pt idx="15135">
                  <c:v>1.3879365379613647E-2</c:v>
                </c:pt>
                <c:pt idx="15136">
                  <c:v>1.3548341333081124E-2</c:v>
                </c:pt>
                <c:pt idx="15137">
                  <c:v>1.3713853356347385E-2</c:v>
                </c:pt>
                <c:pt idx="15138">
                  <c:v>1.3879365379613647E-2</c:v>
                </c:pt>
                <c:pt idx="15139">
                  <c:v>1.3690208781595062E-2</c:v>
                </c:pt>
                <c:pt idx="15140">
                  <c:v>1.3453763034071831E-2</c:v>
                </c:pt>
                <c:pt idx="15141">
                  <c:v>1.3713853356347385E-2</c:v>
                </c:pt>
                <c:pt idx="15142">
                  <c:v>1.3879365379613647E-2</c:v>
                </c:pt>
                <c:pt idx="15143">
                  <c:v>1.3784787080604355E-2</c:v>
                </c:pt>
                <c:pt idx="15144">
                  <c:v>1.3477407608824155E-2</c:v>
                </c:pt>
                <c:pt idx="15145">
                  <c:v>1.3690208781595062E-2</c:v>
                </c:pt>
                <c:pt idx="15146">
                  <c:v>1.3879365379613647E-2</c:v>
                </c:pt>
                <c:pt idx="15147">
                  <c:v>1.3761142505852031E-2</c:v>
                </c:pt>
                <c:pt idx="15148">
                  <c:v>1.3406473884567185E-2</c:v>
                </c:pt>
                <c:pt idx="15149">
                  <c:v>1.366656420684274E-2</c:v>
                </c:pt>
                <c:pt idx="15150">
                  <c:v>1.3926654529118293E-2</c:v>
                </c:pt>
                <c:pt idx="15151">
                  <c:v>1.3855720804861324E-2</c:v>
                </c:pt>
                <c:pt idx="15152">
                  <c:v>1.3430118459319507E-2</c:v>
                </c:pt>
                <c:pt idx="15153">
                  <c:v>1.3548341333081124E-2</c:v>
                </c:pt>
                <c:pt idx="15154">
                  <c:v>1.3808431655356678E-2</c:v>
                </c:pt>
                <c:pt idx="15155">
                  <c:v>1.3784787080604355E-2</c:v>
                </c:pt>
                <c:pt idx="15156">
                  <c:v>1.3501052183576478E-2</c:v>
                </c:pt>
                <c:pt idx="15157">
                  <c:v>1.3737497931099709E-2</c:v>
                </c:pt>
                <c:pt idx="15158">
                  <c:v>1.3997588253375262E-2</c:v>
                </c:pt>
                <c:pt idx="15159">
                  <c:v>1.3926654529118293E-2</c:v>
                </c:pt>
                <c:pt idx="15160">
                  <c:v>1.3595630482585769E-2</c:v>
                </c:pt>
                <c:pt idx="15161">
                  <c:v>1.366656420684274E-2</c:v>
                </c:pt>
                <c:pt idx="15162">
                  <c:v>1.3832076230109002E-2</c:v>
                </c:pt>
                <c:pt idx="15163">
                  <c:v>1.3808431655356678E-2</c:v>
                </c:pt>
                <c:pt idx="15164">
                  <c:v>1.3430118459319507E-2</c:v>
                </c:pt>
                <c:pt idx="15165">
                  <c:v>1.35246967583288E-2</c:v>
                </c:pt>
                <c:pt idx="15166">
                  <c:v>1.3926654529118293E-2</c:v>
                </c:pt>
                <c:pt idx="15167">
                  <c:v>1.4021232828127585E-2</c:v>
                </c:pt>
                <c:pt idx="15168">
                  <c:v>1.3690208781595062E-2</c:v>
                </c:pt>
                <c:pt idx="15169">
                  <c:v>1.3690208781595062E-2</c:v>
                </c:pt>
                <c:pt idx="15170">
                  <c:v>1.4068521977632233E-2</c:v>
                </c:pt>
                <c:pt idx="15171">
                  <c:v>1.4021232828127585E-2</c:v>
                </c:pt>
                <c:pt idx="15172">
                  <c:v>1.3690208781595062E-2</c:v>
                </c:pt>
                <c:pt idx="15173">
                  <c:v>1.3690208781595062E-2</c:v>
                </c:pt>
                <c:pt idx="15174">
                  <c:v>1.4044877402879909E-2</c:v>
                </c:pt>
                <c:pt idx="15175">
                  <c:v>1.4068521977632233E-2</c:v>
                </c:pt>
                <c:pt idx="15176">
                  <c:v>1.3855720804861324E-2</c:v>
                </c:pt>
                <c:pt idx="15177">
                  <c:v>1.3879365379613647E-2</c:v>
                </c:pt>
                <c:pt idx="15178">
                  <c:v>1.4139455701889202E-2</c:v>
                </c:pt>
                <c:pt idx="15179">
                  <c:v>1.4092166552384554E-2</c:v>
                </c:pt>
                <c:pt idx="15180">
                  <c:v>1.3761142505852031E-2</c:v>
                </c:pt>
                <c:pt idx="15181">
                  <c:v>1.3713853356347385E-2</c:v>
                </c:pt>
                <c:pt idx="15182">
                  <c:v>1.3997588253375262E-2</c:v>
                </c:pt>
                <c:pt idx="15183">
                  <c:v>1.3997588253375262E-2</c:v>
                </c:pt>
                <c:pt idx="15184">
                  <c:v>1.366656420684274E-2</c:v>
                </c:pt>
                <c:pt idx="15185">
                  <c:v>1.3595630482585769E-2</c:v>
                </c:pt>
                <c:pt idx="15186">
                  <c:v>1.3950299103870616E-2</c:v>
                </c:pt>
                <c:pt idx="15187">
                  <c:v>1.4021232828127585E-2</c:v>
                </c:pt>
                <c:pt idx="15188">
                  <c:v>1.3737497931099709E-2</c:v>
                </c:pt>
                <c:pt idx="15189">
                  <c:v>1.3595630482585769E-2</c:v>
                </c:pt>
                <c:pt idx="15190">
                  <c:v>1.3997588253375262E-2</c:v>
                </c:pt>
                <c:pt idx="15191">
                  <c:v>1.4068521977632233E-2</c:v>
                </c:pt>
                <c:pt idx="15192">
                  <c:v>1.3808431655356678E-2</c:v>
                </c:pt>
                <c:pt idx="15193">
                  <c:v>1.3642919632090416E-2</c:v>
                </c:pt>
                <c:pt idx="15194">
                  <c:v>1.3997588253375262E-2</c:v>
                </c:pt>
                <c:pt idx="15195">
                  <c:v>1.4068521977632233E-2</c:v>
                </c:pt>
                <c:pt idx="15196">
                  <c:v>1.3784787080604355E-2</c:v>
                </c:pt>
                <c:pt idx="15197">
                  <c:v>1.35246967583288E-2</c:v>
                </c:pt>
                <c:pt idx="15198">
                  <c:v>1.3926654529118293E-2</c:v>
                </c:pt>
                <c:pt idx="15199">
                  <c:v>1.3997588253375262E-2</c:v>
                </c:pt>
                <c:pt idx="15200">
                  <c:v>1.3737497931099709E-2</c:v>
                </c:pt>
                <c:pt idx="15201">
                  <c:v>1.3548341333081124E-2</c:v>
                </c:pt>
                <c:pt idx="15202">
                  <c:v>1.3903009954365971E-2</c:v>
                </c:pt>
                <c:pt idx="15203">
                  <c:v>1.3879365379613647E-2</c:v>
                </c:pt>
                <c:pt idx="15204">
                  <c:v>1.3619275057338093E-2</c:v>
                </c:pt>
                <c:pt idx="15205">
                  <c:v>1.3430118459319507E-2</c:v>
                </c:pt>
                <c:pt idx="15206">
                  <c:v>1.3832076230109002E-2</c:v>
                </c:pt>
                <c:pt idx="15207">
                  <c:v>1.3997588253375262E-2</c:v>
                </c:pt>
                <c:pt idx="15208">
                  <c:v>1.3784787080604355E-2</c:v>
                </c:pt>
                <c:pt idx="15209">
                  <c:v>1.35246967583288E-2</c:v>
                </c:pt>
                <c:pt idx="15210">
                  <c:v>1.3855720804861324E-2</c:v>
                </c:pt>
                <c:pt idx="15211">
                  <c:v>1.3926654529118293E-2</c:v>
                </c:pt>
                <c:pt idx="15212">
                  <c:v>1.366656420684274E-2</c:v>
                </c:pt>
                <c:pt idx="15213">
                  <c:v>1.3406473884567185E-2</c:v>
                </c:pt>
                <c:pt idx="15214">
                  <c:v>1.3808431655356678E-2</c:v>
                </c:pt>
                <c:pt idx="15215">
                  <c:v>1.3926654529118293E-2</c:v>
                </c:pt>
                <c:pt idx="15216">
                  <c:v>1.3761142505852031E-2</c:v>
                </c:pt>
                <c:pt idx="15217">
                  <c:v>1.35246967583288E-2</c:v>
                </c:pt>
                <c:pt idx="15218">
                  <c:v>1.3903009954365971E-2</c:v>
                </c:pt>
                <c:pt idx="15219">
                  <c:v>1.4021232828127585E-2</c:v>
                </c:pt>
                <c:pt idx="15220">
                  <c:v>1.3855720804861324E-2</c:v>
                </c:pt>
                <c:pt idx="15221">
                  <c:v>1.3642919632090416E-2</c:v>
                </c:pt>
                <c:pt idx="15222">
                  <c:v>1.4021232828127585E-2</c:v>
                </c:pt>
                <c:pt idx="15223">
                  <c:v>1.4234034000898494E-2</c:v>
                </c:pt>
                <c:pt idx="15224">
                  <c:v>1.3997588253375262E-2</c:v>
                </c:pt>
                <c:pt idx="15225">
                  <c:v>1.3713853356347385E-2</c:v>
                </c:pt>
                <c:pt idx="15226">
                  <c:v>1.4044877402879909E-2</c:v>
                </c:pt>
                <c:pt idx="15227">
                  <c:v>1.4234034000898494E-2</c:v>
                </c:pt>
                <c:pt idx="15228">
                  <c:v>1.4068521977632233E-2</c:v>
                </c:pt>
                <c:pt idx="15229">
                  <c:v>1.3713853356347385E-2</c:v>
                </c:pt>
                <c:pt idx="15230">
                  <c:v>1.3950299103870616E-2</c:v>
                </c:pt>
                <c:pt idx="15231">
                  <c:v>1.4092166552384554E-2</c:v>
                </c:pt>
                <c:pt idx="15232">
                  <c:v>1.3926654529118293E-2</c:v>
                </c:pt>
                <c:pt idx="15233">
                  <c:v>1.3642919632090416E-2</c:v>
                </c:pt>
                <c:pt idx="15234">
                  <c:v>1.3903009954365971E-2</c:v>
                </c:pt>
                <c:pt idx="15235">
                  <c:v>1.4210389426146171E-2</c:v>
                </c:pt>
                <c:pt idx="15236">
                  <c:v>1.4115811127136878E-2</c:v>
                </c:pt>
                <c:pt idx="15237">
                  <c:v>1.3737497931099709E-2</c:v>
                </c:pt>
                <c:pt idx="15238">
                  <c:v>1.3879365379613647E-2</c:v>
                </c:pt>
                <c:pt idx="15239">
                  <c:v>1.4139455701889202E-2</c:v>
                </c:pt>
                <c:pt idx="15240">
                  <c:v>1.4044877402879909E-2</c:v>
                </c:pt>
                <c:pt idx="15241">
                  <c:v>1.3713853356347385E-2</c:v>
                </c:pt>
                <c:pt idx="15242">
                  <c:v>1.3855720804861324E-2</c:v>
                </c:pt>
                <c:pt idx="15243">
                  <c:v>1.4163100276641524E-2</c:v>
                </c:pt>
                <c:pt idx="15244">
                  <c:v>1.4044877402879909E-2</c:v>
                </c:pt>
                <c:pt idx="15245">
                  <c:v>1.3737497931099709E-2</c:v>
                </c:pt>
                <c:pt idx="15246">
                  <c:v>1.3879365379613647E-2</c:v>
                </c:pt>
                <c:pt idx="15247">
                  <c:v>1.4210389426146171E-2</c:v>
                </c:pt>
                <c:pt idx="15248">
                  <c:v>1.4092166552384554E-2</c:v>
                </c:pt>
                <c:pt idx="15249">
                  <c:v>1.3713853356347385E-2</c:v>
                </c:pt>
                <c:pt idx="15250">
                  <c:v>1.3737497931099709E-2</c:v>
                </c:pt>
                <c:pt idx="15251">
                  <c:v>1.3997588253375262E-2</c:v>
                </c:pt>
                <c:pt idx="15252">
                  <c:v>1.3950299103870616E-2</c:v>
                </c:pt>
                <c:pt idx="15253">
                  <c:v>1.366656420684274E-2</c:v>
                </c:pt>
                <c:pt idx="15254">
                  <c:v>1.3713853356347385E-2</c:v>
                </c:pt>
                <c:pt idx="15255">
                  <c:v>1.4068521977632233E-2</c:v>
                </c:pt>
                <c:pt idx="15256">
                  <c:v>1.3997588253375262E-2</c:v>
                </c:pt>
                <c:pt idx="15257">
                  <c:v>1.366656420684274E-2</c:v>
                </c:pt>
                <c:pt idx="15258">
                  <c:v>1.3713853356347385E-2</c:v>
                </c:pt>
                <c:pt idx="15259">
                  <c:v>1.4115811127136878E-2</c:v>
                </c:pt>
                <c:pt idx="15260">
                  <c:v>1.4115811127136878E-2</c:v>
                </c:pt>
                <c:pt idx="15261">
                  <c:v>1.3808431655356678E-2</c:v>
                </c:pt>
                <c:pt idx="15262">
                  <c:v>1.3737497931099709E-2</c:v>
                </c:pt>
                <c:pt idx="15263">
                  <c:v>1.4044877402879909E-2</c:v>
                </c:pt>
                <c:pt idx="15264">
                  <c:v>1.4044877402879909E-2</c:v>
                </c:pt>
                <c:pt idx="15265">
                  <c:v>1.3737497931099709E-2</c:v>
                </c:pt>
                <c:pt idx="15266">
                  <c:v>1.3713853356347385E-2</c:v>
                </c:pt>
                <c:pt idx="15267">
                  <c:v>1.4139455701889202E-2</c:v>
                </c:pt>
                <c:pt idx="15268">
                  <c:v>1.4163100276641524E-2</c:v>
                </c:pt>
                <c:pt idx="15269">
                  <c:v>1.3926654529118293E-2</c:v>
                </c:pt>
                <c:pt idx="15270">
                  <c:v>1.3855720804861324E-2</c:v>
                </c:pt>
                <c:pt idx="15271">
                  <c:v>1.4186744851393847E-2</c:v>
                </c:pt>
                <c:pt idx="15272">
                  <c:v>1.4115811127136878E-2</c:v>
                </c:pt>
                <c:pt idx="15273">
                  <c:v>1.3808431655356678E-2</c:v>
                </c:pt>
                <c:pt idx="15274">
                  <c:v>1.3713853356347385E-2</c:v>
                </c:pt>
                <c:pt idx="15275">
                  <c:v>1.4115811127136878E-2</c:v>
                </c:pt>
                <c:pt idx="15276">
                  <c:v>1.4115811127136878E-2</c:v>
                </c:pt>
                <c:pt idx="15277">
                  <c:v>1.3832076230109002E-2</c:v>
                </c:pt>
                <c:pt idx="15278">
                  <c:v>1.3690208781595062E-2</c:v>
                </c:pt>
                <c:pt idx="15279">
                  <c:v>1.4044877402879909E-2</c:v>
                </c:pt>
                <c:pt idx="15280">
                  <c:v>1.4044877402879909E-2</c:v>
                </c:pt>
                <c:pt idx="15281">
                  <c:v>1.3737497931099709E-2</c:v>
                </c:pt>
                <c:pt idx="15282">
                  <c:v>1.3595630482585769E-2</c:v>
                </c:pt>
                <c:pt idx="15283">
                  <c:v>1.3997588253375262E-2</c:v>
                </c:pt>
                <c:pt idx="15284">
                  <c:v>1.3950299103870616E-2</c:v>
                </c:pt>
                <c:pt idx="15285">
                  <c:v>1.3690208781595062E-2</c:v>
                </c:pt>
                <c:pt idx="15286">
                  <c:v>1.3501052183576478E-2</c:v>
                </c:pt>
                <c:pt idx="15287">
                  <c:v>1.3903009954365971E-2</c:v>
                </c:pt>
                <c:pt idx="15288">
                  <c:v>1.4021232828127585E-2</c:v>
                </c:pt>
                <c:pt idx="15289">
                  <c:v>1.3832076230109002E-2</c:v>
                </c:pt>
                <c:pt idx="15290">
                  <c:v>1.366656420684274E-2</c:v>
                </c:pt>
                <c:pt idx="15291">
                  <c:v>1.4068521977632233E-2</c:v>
                </c:pt>
                <c:pt idx="15292">
                  <c:v>1.4186744851393847E-2</c:v>
                </c:pt>
                <c:pt idx="15293">
                  <c:v>1.397394367862294E-2</c:v>
                </c:pt>
                <c:pt idx="15294">
                  <c:v>1.3737497931099709E-2</c:v>
                </c:pt>
                <c:pt idx="15295">
                  <c:v>1.4092166552384554E-2</c:v>
                </c:pt>
                <c:pt idx="15296">
                  <c:v>1.4257678575650816E-2</c:v>
                </c:pt>
                <c:pt idx="15297">
                  <c:v>1.4092166552384554E-2</c:v>
                </c:pt>
                <c:pt idx="15298">
                  <c:v>1.3879365379613647E-2</c:v>
                </c:pt>
                <c:pt idx="15299">
                  <c:v>1.4234034000898494E-2</c:v>
                </c:pt>
                <c:pt idx="15300">
                  <c:v>1.4352256874660109E-2</c:v>
                </c:pt>
                <c:pt idx="15301">
                  <c:v>1.4068521977632233E-2</c:v>
                </c:pt>
                <c:pt idx="15302">
                  <c:v>1.3737497931099709E-2</c:v>
                </c:pt>
                <c:pt idx="15303">
                  <c:v>1.4044877402879909E-2</c:v>
                </c:pt>
                <c:pt idx="15304">
                  <c:v>1.4163100276641524E-2</c:v>
                </c:pt>
                <c:pt idx="15305">
                  <c:v>1.397394367862294E-2</c:v>
                </c:pt>
                <c:pt idx="15306">
                  <c:v>1.3761142505852031E-2</c:v>
                </c:pt>
                <c:pt idx="15307">
                  <c:v>1.4044877402879909E-2</c:v>
                </c:pt>
                <c:pt idx="15308">
                  <c:v>1.4234034000898494E-2</c:v>
                </c:pt>
                <c:pt idx="15309">
                  <c:v>1.4044877402879909E-2</c:v>
                </c:pt>
                <c:pt idx="15310">
                  <c:v>1.3713853356347385E-2</c:v>
                </c:pt>
                <c:pt idx="15311">
                  <c:v>1.3926654529118293E-2</c:v>
                </c:pt>
                <c:pt idx="15312">
                  <c:v>1.4139455701889202E-2</c:v>
                </c:pt>
                <c:pt idx="15313">
                  <c:v>1.3950299103870616E-2</c:v>
                </c:pt>
                <c:pt idx="15314">
                  <c:v>1.3642919632090416E-2</c:v>
                </c:pt>
                <c:pt idx="15315">
                  <c:v>1.3903009954365971E-2</c:v>
                </c:pt>
                <c:pt idx="15316">
                  <c:v>1.4186744851393847E-2</c:v>
                </c:pt>
                <c:pt idx="15317">
                  <c:v>1.4115811127136878E-2</c:v>
                </c:pt>
                <c:pt idx="15318">
                  <c:v>1.3879365379613647E-2</c:v>
                </c:pt>
                <c:pt idx="15319">
                  <c:v>1.4092166552384554E-2</c:v>
                </c:pt>
                <c:pt idx="15320">
                  <c:v>1.4304967725155463E-2</c:v>
                </c:pt>
                <c:pt idx="15321">
                  <c:v>1.4139455701889202E-2</c:v>
                </c:pt>
                <c:pt idx="15322">
                  <c:v>1.3950299103870616E-2</c:v>
                </c:pt>
                <c:pt idx="15323">
                  <c:v>1.4163100276641524E-2</c:v>
                </c:pt>
                <c:pt idx="15324">
                  <c:v>1.4423190598917078E-2</c:v>
                </c:pt>
                <c:pt idx="15325">
                  <c:v>1.428132315040314E-2</c:v>
                </c:pt>
                <c:pt idx="15326">
                  <c:v>1.3950299103870616E-2</c:v>
                </c:pt>
                <c:pt idx="15327">
                  <c:v>1.4068521977632233E-2</c:v>
                </c:pt>
                <c:pt idx="15328">
                  <c:v>1.4328612299907785E-2</c:v>
                </c:pt>
                <c:pt idx="15329">
                  <c:v>1.4139455701889202E-2</c:v>
                </c:pt>
                <c:pt idx="15330">
                  <c:v>1.3737497931099709E-2</c:v>
                </c:pt>
                <c:pt idx="15331">
                  <c:v>1.3832076230109002E-2</c:v>
                </c:pt>
                <c:pt idx="15332">
                  <c:v>1.4115811127136878E-2</c:v>
                </c:pt>
                <c:pt idx="15333">
                  <c:v>1.397394367862294E-2</c:v>
                </c:pt>
                <c:pt idx="15334">
                  <c:v>1.3690208781595062E-2</c:v>
                </c:pt>
                <c:pt idx="15335">
                  <c:v>1.3761142505852031E-2</c:v>
                </c:pt>
                <c:pt idx="15336">
                  <c:v>1.4092166552384554E-2</c:v>
                </c:pt>
                <c:pt idx="15337">
                  <c:v>1.4068521977632233E-2</c:v>
                </c:pt>
                <c:pt idx="15338">
                  <c:v>1.3713853356347385E-2</c:v>
                </c:pt>
                <c:pt idx="15339">
                  <c:v>1.3855720804861324E-2</c:v>
                </c:pt>
                <c:pt idx="15340">
                  <c:v>1.4115811127136878E-2</c:v>
                </c:pt>
                <c:pt idx="15341">
                  <c:v>1.4044877402879909E-2</c:v>
                </c:pt>
                <c:pt idx="15342">
                  <c:v>1.3784787080604355E-2</c:v>
                </c:pt>
                <c:pt idx="15343">
                  <c:v>1.3832076230109002E-2</c:v>
                </c:pt>
                <c:pt idx="15344">
                  <c:v>1.4092166552384554E-2</c:v>
                </c:pt>
                <c:pt idx="15345">
                  <c:v>1.4092166552384554E-2</c:v>
                </c:pt>
                <c:pt idx="15346">
                  <c:v>1.3832076230109002E-2</c:v>
                </c:pt>
                <c:pt idx="15347">
                  <c:v>1.3926654529118293E-2</c:v>
                </c:pt>
                <c:pt idx="15348">
                  <c:v>1.4186744851393847E-2</c:v>
                </c:pt>
                <c:pt idx="15349">
                  <c:v>1.4115811127136878E-2</c:v>
                </c:pt>
                <c:pt idx="15350">
                  <c:v>1.3808431655356678E-2</c:v>
                </c:pt>
                <c:pt idx="15351">
                  <c:v>1.3713853356347385E-2</c:v>
                </c:pt>
                <c:pt idx="15352">
                  <c:v>1.4092166552384554E-2</c:v>
                </c:pt>
                <c:pt idx="15353">
                  <c:v>1.4044877402879909E-2</c:v>
                </c:pt>
                <c:pt idx="15354">
                  <c:v>1.3808431655356678E-2</c:v>
                </c:pt>
                <c:pt idx="15355">
                  <c:v>1.3737497931099709E-2</c:v>
                </c:pt>
                <c:pt idx="15356">
                  <c:v>1.4068521977632233E-2</c:v>
                </c:pt>
                <c:pt idx="15357">
                  <c:v>1.4068521977632233E-2</c:v>
                </c:pt>
                <c:pt idx="15358">
                  <c:v>1.3761142505852031E-2</c:v>
                </c:pt>
                <c:pt idx="15359">
                  <c:v>1.3713853356347385E-2</c:v>
                </c:pt>
                <c:pt idx="15360">
                  <c:v>1.4021232828127585E-2</c:v>
                </c:pt>
                <c:pt idx="15361">
                  <c:v>1.4044877402879909E-2</c:v>
                </c:pt>
                <c:pt idx="15362">
                  <c:v>1.3784787080604355E-2</c:v>
                </c:pt>
                <c:pt idx="15363">
                  <c:v>1.3713853356347385E-2</c:v>
                </c:pt>
                <c:pt idx="15364">
                  <c:v>1.4115811127136878E-2</c:v>
                </c:pt>
                <c:pt idx="15365">
                  <c:v>1.4115811127136878E-2</c:v>
                </c:pt>
                <c:pt idx="15366">
                  <c:v>1.3832076230109002E-2</c:v>
                </c:pt>
                <c:pt idx="15367">
                  <c:v>1.366656420684274E-2</c:v>
                </c:pt>
                <c:pt idx="15368">
                  <c:v>1.397394367862294E-2</c:v>
                </c:pt>
                <c:pt idx="15369">
                  <c:v>1.3997588253375262E-2</c:v>
                </c:pt>
                <c:pt idx="15370">
                  <c:v>1.3737497931099709E-2</c:v>
                </c:pt>
                <c:pt idx="15371">
                  <c:v>1.3619275057338093E-2</c:v>
                </c:pt>
                <c:pt idx="15372">
                  <c:v>1.397394367862294E-2</c:v>
                </c:pt>
                <c:pt idx="15373">
                  <c:v>1.4115811127136878E-2</c:v>
                </c:pt>
                <c:pt idx="15374">
                  <c:v>1.3808431655356678E-2</c:v>
                </c:pt>
                <c:pt idx="15375">
                  <c:v>1.366656420684274E-2</c:v>
                </c:pt>
                <c:pt idx="15376">
                  <c:v>1.3950299103870616E-2</c:v>
                </c:pt>
                <c:pt idx="15377">
                  <c:v>1.4068521977632233E-2</c:v>
                </c:pt>
                <c:pt idx="15378">
                  <c:v>1.3784787080604355E-2</c:v>
                </c:pt>
                <c:pt idx="15379">
                  <c:v>1.3571985907833447E-2</c:v>
                </c:pt>
                <c:pt idx="15380">
                  <c:v>1.3855720804861324E-2</c:v>
                </c:pt>
                <c:pt idx="15381">
                  <c:v>1.3879365379613647E-2</c:v>
                </c:pt>
                <c:pt idx="15382">
                  <c:v>1.3642919632090416E-2</c:v>
                </c:pt>
                <c:pt idx="15383">
                  <c:v>1.3501052183576478E-2</c:v>
                </c:pt>
                <c:pt idx="15384">
                  <c:v>1.3855720804861324E-2</c:v>
                </c:pt>
                <c:pt idx="15385">
                  <c:v>1.3903009954365971E-2</c:v>
                </c:pt>
                <c:pt idx="15386">
                  <c:v>1.366656420684274E-2</c:v>
                </c:pt>
                <c:pt idx="15387">
                  <c:v>1.3501052183576478E-2</c:v>
                </c:pt>
                <c:pt idx="15388">
                  <c:v>1.3784787080604355E-2</c:v>
                </c:pt>
                <c:pt idx="15389">
                  <c:v>1.3950299103870616E-2</c:v>
                </c:pt>
                <c:pt idx="15390">
                  <c:v>1.3690208781595062E-2</c:v>
                </c:pt>
                <c:pt idx="15391">
                  <c:v>1.3453763034071831E-2</c:v>
                </c:pt>
                <c:pt idx="15392">
                  <c:v>1.3761142505852031E-2</c:v>
                </c:pt>
                <c:pt idx="15393">
                  <c:v>1.4021232828127585E-2</c:v>
                </c:pt>
                <c:pt idx="15394">
                  <c:v>1.3855720804861324E-2</c:v>
                </c:pt>
                <c:pt idx="15395">
                  <c:v>1.3571985907833447E-2</c:v>
                </c:pt>
                <c:pt idx="15396">
                  <c:v>1.3808431655356678E-2</c:v>
                </c:pt>
                <c:pt idx="15397">
                  <c:v>1.3903009954365971E-2</c:v>
                </c:pt>
                <c:pt idx="15398">
                  <c:v>1.3737497931099709E-2</c:v>
                </c:pt>
                <c:pt idx="15399">
                  <c:v>1.3571985907833447E-2</c:v>
                </c:pt>
                <c:pt idx="15400">
                  <c:v>1.3784787080604355E-2</c:v>
                </c:pt>
                <c:pt idx="15401">
                  <c:v>1.4021232828127585E-2</c:v>
                </c:pt>
                <c:pt idx="15402">
                  <c:v>1.3903009954365971E-2</c:v>
                </c:pt>
                <c:pt idx="15403">
                  <c:v>1.3713853356347385E-2</c:v>
                </c:pt>
                <c:pt idx="15404">
                  <c:v>1.397394367862294E-2</c:v>
                </c:pt>
                <c:pt idx="15405">
                  <c:v>1.4092166552384554E-2</c:v>
                </c:pt>
                <c:pt idx="15406">
                  <c:v>1.3855720804861324E-2</c:v>
                </c:pt>
                <c:pt idx="15407">
                  <c:v>1.3571985907833447E-2</c:v>
                </c:pt>
                <c:pt idx="15408">
                  <c:v>1.3832076230109002E-2</c:v>
                </c:pt>
                <c:pt idx="15409">
                  <c:v>1.4044877402879909E-2</c:v>
                </c:pt>
                <c:pt idx="15410">
                  <c:v>1.3950299103870616E-2</c:v>
                </c:pt>
                <c:pt idx="15411">
                  <c:v>1.3690208781595062E-2</c:v>
                </c:pt>
                <c:pt idx="15412">
                  <c:v>1.397394367862294E-2</c:v>
                </c:pt>
                <c:pt idx="15413">
                  <c:v>1.4139455701889202E-2</c:v>
                </c:pt>
                <c:pt idx="15414">
                  <c:v>1.3997588253375262E-2</c:v>
                </c:pt>
                <c:pt idx="15415">
                  <c:v>1.3690208781595062E-2</c:v>
                </c:pt>
                <c:pt idx="15416">
                  <c:v>1.3926654529118293E-2</c:v>
                </c:pt>
                <c:pt idx="15417">
                  <c:v>1.4257678575650816E-2</c:v>
                </c:pt>
                <c:pt idx="15418">
                  <c:v>1.4115811127136878E-2</c:v>
                </c:pt>
                <c:pt idx="15419">
                  <c:v>1.3784787080604355E-2</c:v>
                </c:pt>
                <c:pt idx="15420">
                  <c:v>1.3950299103870616E-2</c:v>
                </c:pt>
                <c:pt idx="15421">
                  <c:v>1.4115811127136878E-2</c:v>
                </c:pt>
                <c:pt idx="15422">
                  <c:v>1.4021232828127585E-2</c:v>
                </c:pt>
                <c:pt idx="15423">
                  <c:v>1.3690208781595062E-2</c:v>
                </c:pt>
                <c:pt idx="15424">
                  <c:v>1.3832076230109002E-2</c:v>
                </c:pt>
                <c:pt idx="15425">
                  <c:v>1.4021232828127585E-2</c:v>
                </c:pt>
                <c:pt idx="15426">
                  <c:v>1.3926654529118293E-2</c:v>
                </c:pt>
                <c:pt idx="15427">
                  <c:v>1.3619275057338093E-2</c:v>
                </c:pt>
                <c:pt idx="15428">
                  <c:v>1.3784787080604355E-2</c:v>
                </c:pt>
                <c:pt idx="15429">
                  <c:v>1.4021232828127585E-2</c:v>
                </c:pt>
                <c:pt idx="15430">
                  <c:v>1.3926654529118293E-2</c:v>
                </c:pt>
                <c:pt idx="15431">
                  <c:v>1.366656420684274E-2</c:v>
                </c:pt>
                <c:pt idx="15432">
                  <c:v>1.3761142505852031E-2</c:v>
                </c:pt>
                <c:pt idx="15433">
                  <c:v>1.4044877402879909E-2</c:v>
                </c:pt>
                <c:pt idx="15434">
                  <c:v>1.3903009954365971E-2</c:v>
                </c:pt>
                <c:pt idx="15435">
                  <c:v>1.3619275057338093E-2</c:v>
                </c:pt>
                <c:pt idx="15436">
                  <c:v>1.3713853356347385E-2</c:v>
                </c:pt>
                <c:pt idx="15437">
                  <c:v>1.4021232828127585E-2</c:v>
                </c:pt>
                <c:pt idx="15438">
                  <c:v>1.3950299103870616E-2</c:v>
                </c:pt>
                <c:pt idx="15439">
                  <c:v>1.3595630482585769E-2</c:v>
                </c:pt>
                <c:pt idx="15440">
                  <c:v>1.3713853356347385E-2</c:v>
                </c:pt>
                <c:pt idx="15441">
                  <c:v>1.4092166552384554E-2</c:v>
                </c:pt>
                <c:pt idx="15442">
                  <c:v>1.4115811127136878E-2</c:v>
                </c:pt>
                <c:pt idx="15443">
                  <c:v>1.3737497931099709E-2</c:v>
                </c:pt>
                <c:pt idx="15444">
                  <c:v>1.3855720804861324E-2</c:v>
                </c:pt>
                <c:pt idx="15445">
                  <c:v>1.4163100276641524E-2</c:v>
                </c:pt>
                <c:pt idx="15446">
                  <c:v>1.4115811127136878E-2</c:v>
                </c:pt>
                <c:pt idx="15447">
                  <c:v>1.3784787080604355E-2</c:v>
                </c:pt>
                <c:pt idx="15448">
                  <c:v>1.3855720804861324E-2</c:v>
                </c:pt>
                <c:pt idx="15449">
                  <c:v>1.4092166552384554E-2</c:v>
                </c:pt>
                <c:pt idx="15450">
                  <c:v>1.4092166552384554E-2</c:v>
                </c:pt>
                <c:pt idx="15451">
                  <c:v>1.3761142505852031E-2</c:v>
                </c:pt>
                <c:pt idx="15452">
                  <c:v>1.3737497931099709E-2</c:v>
                </c:pt>
                <c:pt idx="15453">
                  <c:v>1.4068521977632233E-2</c:v>
                </c:pt>
                <c:pt idx="15454">
                  <c:v>1.4163100276641524E-2</c:v>
                </c:pt>
                <c:pt idx="15455">
                  <c:v>1.3903009954365971E-2</c:v>
                </c:pt>
                <c:pt idx="15456">
                  <c:v>1.3903009954365971E-2</c:v>
                </c:pt>
                <c:pt idx="15457">
                  <c:v>1.4399546024164754E-2</c:v>
                </c:pt>
                <c:pt idx="15458">
                  <c:v>1.4446835173669402E-2</c:v>
                </c:pt>
                <c:pt idx="15459">
                  <c:v>1.4115811127136878E-2</c:v>
                </c:pt>
                <c:pt idx="15460">
                  <c:v>1.3950299103870616E-2</c:v>
                </c:pt>
                <c:pt idx="15461">
                  <c:v>1.4210389426146171E-2</c:v>
                </c:pt>
                <c:pt idx="15462">
                  <c:v>1.4257678575650816E-2</c:v>
                </c:pt>
                <c:pt idx="15463">
                  <c:v>1.3926654529118293E-2</c:v>
                </c:pt>
                <c:pt idx="15464">
                  <c:v>1.3690208781595062E-2</c:v>
                </c:pt>
                <c:pt idx="15465">
                  <c:v>1.3997588253375262E-2</c:v>
                </c:pt>
                <c:pt idx="15466">
                  <c:v>1.4044877402879909E-2</c:v>
                </c:pt>
                <c:pt idx="15467">
                  <c:v>1.3761142505852031E-2</c:v>
                </c:pt>
                <c:pt idx="15468">
                  <c:v>1.366656420684274E-2</c:v>
                </c:pt>
                <c:pt idx="15469">
                  <c:v>1.397394367862294E-2</c:v>
                </c:pt>
                <c:pt idx="15470">
                  <c:v>1.4115811127136878E-2</c:v>
                </c:pt>
                <c:pt idx="15471">
                  <c:v>1.3903009954365971E-2</c:v>
                </c:pt>
                <c:pt idx="15472">
                  <c:v>1.3761142505852031E-2</c:v>
                </c:pt>
                <c:pt idx="15473">
                  <c:v>1.4139455701889202E-2</c:v>
                </c:pt>
                <c:pt idx="15474">
                  <c:v>1.4257678575650816E-2</c:v>
                </c:pt>
                <c:pt idx="15475">
                  <c:v>1.4021232828127585E-2</c:v>
                </c:pt>
                <c:pt idx="15476">
                  <c:v>1.3761142505852031E-2</c:v>
                </c:pt>
                <c:pt idx="15477">
                  <c:v>1.4092166552384554E-2</c:v>
                </c:pt>
                <c:pt idx="15478">
                  <c:v>1.4210389426146171E-2</c:v>
                </c:pt>
                <c:pt idx="15479">
                  <c:v>1.3903009954365971E-2</c:v>
                </c:pt>
                <c:pt idx="15480">
                  <c:v>1.366656420684274E-2</c:v>
                </c:pt>
                <c:pt idx="15481">
                  <c:v>1.3926654529118293E-2</c:v>
                </c:pt>
                <c:pt idx="15482">
                  <c:v>1.4092166552384554E-2</c:v>
                </c:pt>
                <c:pt idx="15483">
                  <c:v>1.3926654529118293E-2</c:v>
                </c:pt>
                <c:pt idx="15484">
                  <c:v>1.3737497931099709E-2</c:v>
                </c:pt>
                <c:pt idx="15485">
                  <c:v>1.4021232828127585E-2</c:v>
                </c:pt>
                <c:pt idx="15486">
                  <c:v>1.4186744851393847E-2</c:v>
                </c:pt>
                <c:pt idx="15487">
                  <c:v>1.4044877402879909E-2</c:v>
                </c:pt>
                <c:pt idx="15488">
                  <c:v>1.3832076230109002E-2</c:v>
                </c:pt>
                <c:pt idx="15489">
                  <c:v>1.4115811127136878E-2</c:v>
                </c:pt>
                <c:pt idx="15490">
                  <c:v>1.4234034000898494E-2</c:v>
                </c:pt>
                <c:pt idx="15491">
                  <c:v>1.397394367862294E-2</c:v>
                </c:pt>
                <c:pt idx="15492">
                  <c:v>1.3619275057338093E-2</c:v>
                </c:pt>
                <c:pt idx="15493">
                  <c:v>1.3903009954365971E-2</c:v>
                </c:pt>
                <c:pt idx="15494">
                  <c:v>1.4068521977632233E-2</c:v>
                </c:pt>
                <c:pt idx="15495">
                  <c:v>1.3926654529118293E-2</c:v>
                </c:pt>
                <c:pt idx="15496">
                  <c:v>1.366656420684274E-2</c:v>
                </c:pt>
                <c:pt idx="15497">
                  <c:v>1.3903009954365971E-2</c:v>
                </c:pt>
                <c:pt idx="15498">
                  <c:v>1.4068521977632233E-2</c:v>
                </c:pt>
                <c:pt idx="15499">
                  <c:v>1.3903009954365971E-2</c:v>
                </c:pt>
                <c:pt idx="15500">
                  <c:v>1.3619275057338093E-2</c:v>
                </c:pt>
                <c:pt idx="15501">
                  <c:v>1.3879365379613647E-2</c:v>
                </c:pt>
                <c:pt idx="15502">
                  <c:v>1.4092166552384554E-2</c:v>
                </c:pt>
                <c:pt idx="15503">
                  <c:v>1.3926654529118293E-2</c:v>
                </c:pt>
                <c:pt idx="15504">
                  <c:v>1.3595630482585769E-2</c:v>
                </c:pt>
                <c:pt idx="15505">
                  <c:v>1.3808431655356678E-2</c:v>
                </c:pt>
                <c:pt idx="15506">
                  <c:v>1.397394367862294E-2</c:v>
                </c:pt>
                <c:pt idx="15507">
                  <c:v>1.3808431655356678E-2</c:v>
                </c:pt>
                <c:pt idx="15508">
                  <c:v>1.3477407608824155E-2</c:v>
                </c:pt>
                <c:pt idx="15509">
                  <c:v>1.3761142505852031E-2</c:v>
                </c:pt>
                <c:pt idx="15510">
                  <c:v>1.397394367862294E-2</c:v>
                </c:pt>
                <c:pt idx="15511">
                  <c:v>1.3832076230109002E-2</c:v>
                </c:pt>
                <c:pt idx="15512">
                  <c:v>1.3571985907833447E-2</c:v>
                </c:pt>
                <c:pt idx="15513">
                  <c:v>1.3832076230109002E-2</c:v>
                </c:pt>
                <c:pt idx="15514">
                  <c:v>1.4115811127136878E-2</c:v>
                </c:pt>
                <c:pt idx="15515">
                  <c:v>1.4044877402879909E-2</c:v>
                </c:pt>
                <c:pt idx="15516">
                  <c:v>1.3690208781595062E-2</c:v>
                </c:pt>
                <c:pt idx="15517">
                  <c:v>1.3903009954365971E-2</c:v>
                </c:pt>
                <c:pt idx="15518">
                  <c:v>1.4210389426146171E-2</c:v>
                </c:pt>
                <c:pt idx="15519">
                  <c:v>1.4186744851393847E-2</c:v>
                </c:pt>
                <c:pt idx="15520">
                  <c:v>1.3879365379613647E-2</c:v>
                </c:pt>
                <c:pt idx="15521">
                  <c:v>1.4021232828127585E-2</c:v>
                </c:pt>
                <c:pt idx="15522">
                  <c:v>1.428132315040314E-2</c:v>
                </c:pt>
                <c:pt idx="15523">
                  <c:v>1.4234034000898494E-2</c:v>
                </c:pt>
                <c:pt idx="15524">
                  <c:v>1.3903009954365971E-2</c:v>
                </c:pt>
                <c:pt idx="15525">
                  <c:v>1.3950299103870616E-2</c:v>
                </c:pt>
                <c:pt idx="15526">
                  <c:v>1.428132315040314E-2</c:v>
                </c:pt>
                <c:pt idx="15527">
                  <c:v>1.4257678575650816E-2</c:v>
                </c:pt>
                <c:pt idx="15528">
                  <c:v>1.3903009954365971E-2</c:v>
                </c:pt>
                <c:pt idx="15529">
                  <c:v>1.397394367862294E-2</c:v>
                </c:pt>
                <c:pt idx="15530">
                  <c:v>1.4139455701889202E-2</c:v>
                </c:pt>
                <c:pt idx="15531">
                  <c:v>1.4092166552384554E-2</c:v>
                </c:pt>
                <c:pt idx="15532">
                  <c:v>1.3761142505852031E-2</c:v>
                </c:pt>
                <c:pt idx="15533">
                  <c:v>1.3832076230109002E-2</c:v>
                </c:pt>
                <c:pt idx="15534">
                  <c:v>1.4163100276641524E-2</c:v>
                </c:pt>
                <c:pt idx="15535">
                  <c:v>1.4139455701889202E-2</c:v>
                </c:pt>
                <c:pt idx="15536">
                  <c:v>1.3761142505852031E-2</c:v>
                </c:pt>
                <c:pt idx="15537">
                  <c:v>1.3808431655356678E-2</c:v>
                </c:pt>
                <c:pt idx="15538">
                  <c:v>1.4186744851393847E-2</c:v>
                </c:pt>
                <c:pt idx="15539">
                  <c:v>1.4234034000898494E-2</c:v>
                </c:pt>
                <c:pt idx="15540">
                  <c:v>1.3926654529118293E-2</c:v>
                </c:pt>
                <c:pt idx="15541">
                  <c:v>1.3855720804861324E-2</c:v>
                </c:pt>
                <c:pt idx="15542">
                  <c:v>1.4163100276641524E-2</c:v>
                </c:pt>
                <c:pt idx="15543">
                  <c:v>1.4092166552384554E-2</c:v>
                </c:pt>
                <c:pt idx="15544">
                  <c:v>1.3737497931099709E-2</c:v>
                </c:pt>
                <c:pt idx="15545">
                  <c:v>1.3737497931099709E-2</c:v>
                </c:pt>
                <c:pt idx="15546">
                  <c:v>1.4092166552384554E-2</c:v>
                </c:pt>
                <c:pt idx="15547">
                  <c:v>1.4163100276641524E-2</c:v>
                </c:pt>
                <c:pt idx="15548">
                  <c:v>1.3926654529118293E-2</c:v>
                </c:pt>
                <c:pt idx="15549">
                  <c:v>1.3855720804861324E-2</c:v>
                </c:pt>
                <c:pt idx="15550">
                  <c:v>1.4234034000898494E-2</c:v>
                </c:pt>
                <c:pt idx="15551">
                  <c:v>1.4257678575650816E-2</c:v>
                </c:pt>
                <c:pt idx="15552">
                  <c:v>1.3926654529118293E-2</c:v>
                </c:pt>
                <c:pt idx="15553">
                  <c:v>1.3832076230109002E-2</c:v>
                </c:pt>
                <c:pt idx="15554">
                  <c:v>1.4210389426146171E-2</c:v>
                </c:pt>
                <c:pt idx="15555">
                  <c:v>1.4304967725155463E-2</c:v>
                </c:pt>
                <c:pt idx="15556">
                  <c:v>1.3997588253375262E-2</c:v>
                </c:pt>
                <c:pt idx="15557">
                  <c:v>1.3832076230109002E-2</c:v>
                </c:pt>
                <c:pt idx="15558">
                  <c:v>1.4234034000898494E-2</c:v>
                </c:pt>
                <c:pt idx="15559">
                  <c:v>1.4328612299907785E-2</c:v>
                </c:pt>
                <c:pt idx="15560">
                  <c:v>1.4068521977632233E-2</c:v>
                </c:pt>
                <c:pt idx="15561">
                  <c:v>1.3808431655356678E-2</c:v>
                </c:pt>
                <c:pt idx="15562">
                  <c:v>1.4092166552384554E-2</c:v>
                </c:pt>
                <c:pt idx="15563">
                  <c:v>1.4186744851393847E-2</c:v>
                </c:pt>
                <c:pt idx="15564">
                  <c:v>1.3950299103870616E-2</c:v>
                </c:pt>
                <c:pt idx="15565">
                  <c:v>1.3713853356347385E-2</c:v>
                </c:pt>
                <c:pt idx="15566">
                  <c:v>1.4092166552384554E-2</c:v>
                </c:pt>
                <c:pt idx="15567">
                  <c:v>1.4210389426146171E-2</c:v>
                </c:pt>
                <c:pt idx="15568">
                  <c:v>1.3997588253375262E-2</c:v>
                </c:pt>
                <c:pt idx="15569">
                  <c:v>1.3737497931099709E-2</c:v>
                </c:pt>
                <c:pt idx="15570">
                  <c:v>1.4115811127136878E-2</c:v>
                </c:pt>
                <c:pt idx="15571">
                  <c:v>1.4186744851393847E-2</c:v>
                </c:pt>
                <c:pt idx="15572">
                  <c:v>1.3997588253375262E-2</c:v>
                </c:pt>
                <c:pt idx="15573">
                  <c:v>1.3784787080604355E-2</c:v>
                </c:pt>
                <c:pt idx="15574">
                  <c:v>1.4115811127136878E-2</c:v>
                </c:pt>
                <c:pt idx="15575">
                  <c:v>1.4257678575650816E-2</c:v>
                </c:pt>
                <c:pt idx="15576">
                  <c:v>1.4068521977632233E-2</c:v>
                </c:pt>
                <c:pt idx="15577">
                  <c:v>1.3784787080604355E-2</c:v>
                </c:pt>
                <c:pt idx="15578">
                  <c:v>1.4044877402879909E-2</c:v>
                </c:pt>
                <c:pt idx="15579">
                  <c:v>1.4115811127136878E-2</c:v>
                </c:pt>
                <c:pt idx="15580">
                  <c:v>1.3903009954365971E-2</c:v>
                </c:pt>
                <c:pt idx="15581">
                  <c:v>1.3571985907833447E-2</c:v>
                </c:pt>
                <c:pt idx="15582">
                  <c:v>1.3926654529118293E-2</c:v>
                </c:pt>
                <c:pt idx="15583">
                  <c:v>1.4115811127136878E-2</c:v>
                </c:pt>
                <c:pt idx="15584">
                  <c:v>1.3950299103870616E-2</c:v>
                </c:pt>
                <c:pt idx="15585">
                  <c:v>1.366656420684274E-2</c:v>
                </c:pt>
                <c:pt idx="15586">
                  <c:v>1.3997588253375262E-2</c:v>
                </c:pt>
                <c:pt idx="15587">
                  <c:v>1.4139455701889202E-2</c:v>
                </c:pt>
                <c:pt idx="15588">
                  <c:v>1.3926654529118293E-2</c:v>
                </c:pt>
                <c:pt idx="15589">
                  <c:v>1.366656420684274E-2</c:v>
                </c:pt>
                <c:pt idx="15590">
                  <c:v>1.3997588253375262E-2</c:v>
                </c:pt>
                <c:pt idx="15591">
                  <c:v>1.4257678575650816E-2</c:v>
                </c:pt>
                <c:pt idx="15592">
                  <c:v>1.4115811127136878E-2</c:v>
                </c:pt>
                <c:pt idx="15593">
                  <c:v>1.3737497931099709E-2</c:v>
                </c:pt>
                <c:pt idx="15594">
                  <c:v>1.3997588253375262E-2</c:v>
                </c:pt>
                <c:pt idx="15595">
                  <c:v>1.428132315040314E-2</c:v>
                </c:pt>
                <c:pt idx="15596">
                  <c:v>1.4139455701889202E-2</c:v>
                </c:pt>
                <c:pt idx="15597">
                  <c:v>1.3832076230109002E-2</c:v>
                </c:pt>
                <c:pt idx="15598">
                  <c:v>1.4068521977632233E-2</c:v>
                </c:pt>
                <c:pt idx="15599">
                  <c:v>1.4328612299907785E-2</c:v>
                </c:pt>
                <c:pt idx="15600">
                  <c:v>1.4234034000898494E-2</c:v>
                </c:pt>
                <c:pt idx="15601">
                  <c:v>1.3926654529118293E-2</c:v>
                </c:pt>
                <c:pt idx="15602">
                  <c:v>1.4139455701889202E-2</c:v>
                </c:pt>
                <c:pt idx="15603">
                  <c:v>1.4375901449412433E-2</c:v>
                </c:pt>
                <c:pt idx="15604">
                  <c:v>1.4234034000898494E-2</c:v>
                </c:pt>
                <c:pt idx="15605">
                  <c:v>1.3879365379613647E-2</c:v>
                </c:pt>
                <c:pt idx="15606">
                  <c:v>1.3997588253375262E-2</c:v>
                </c:pt>
                <c:pt idx="15607">
                  <c:v>1.4234034000898494E-2</c:v>
                </c:pt>
                <c:pt idx="15608">
                  <c:v>1.4115811127136878E-2</c:v>
                </c:pt>
                <c:pt idx="15609">
                  <c:v>1.3761142505852031E-2</c:v>
                </c:pt>
                <c:pt idx="15610">
                  <c:v>1.3879365379613647E-2</c:v>
                </c:pt>
                <c:pt idx="15611">
                  <c:v>1.4186744851393847E-2</c:v>
                </c:pt>
                <c:pt idx="15612">
                  <c:v>1.4186744851393847E-2</c:v>
                </c:pt>
                <c:pt idx="15613">
                  <c:v>1.3903009954365971E-2</c:v>
                </c:pt>
                <c:pt idx="15614">
                  <c:v>1.397394367862294E-2</c:v>
                </c:pt>
                <c:pt idx="15615">
                  <c:v>1.4186744851393847E-2</c:v>
                </c:pt>
                <c:pt idx="15616">
                  <c:v>1.4044877402879909E-2</c:v>
                </c:pt>
                <c:pt idx="15617">
                  <c:v>1.3713853356347385E-2</c:v>
                </c:pt>
                <c:pt idx="15618">
                  <c:v>1.3832076230109002E-2</c:v>
                </c:pt>
                <c:pt idx="15619">
                  <c:v>1.4210389426146171E-2</c:v>
                </c:pt>
                <c:pt idx="15620">
                  <c:v>1.4210389426146171E-2</c:v>
                </c:pt>
                <c:pt idx="15621">
                  <c:v>1.3879365379613647E-2</c:v>
                </c:pt>
                <c:pt idx="15622">
                  <c:v>1.3926654529118293E-2</c:v>
                </c:pt>
                <c:pt idx="15623">
                  <c:v>1.4234034000898494E-2</c:v>
                </c:pt>
                <c:pt idx="15624">
                  <c:v>1.4210389426146171E-2</c:v>
                </c:pt>
                <c:pt idx="15625">
                  <c:v>1.3879365379613647E-2</c:v>
                </c:pt>
                <c:pt idx="15626">
                  <c:v>1.3855720804861324E-2</c:v>
                </c:pt>
                <c:pt idx="15627">
                  <c:v>1.4186744851393847E-2</c:v>
                </c:pt>
                <c:pt idx="15628">
                  <c:v>1.4234034000898494E-2</c:v>
                </c:pt>
                <c:pt idx="15629">
                  <c:v>1.3950299103870616E-2</c:v>
                </c:pt>
                <c:pt idx="15630">
                  <c:v>1.3926654529118293E-2</c:v>
                </c:pt>
                <c:pt idx="15631">
                  <c:v>1.4328612299907785E-2</c:v>
                </c:pt>
                <c:pt idx="15632">
                  <c:v>1.4375901449412433E-2</c:v>
                </c:pt>
                <c:pt idx="15633">
                  <c:v>1.4044877402879909E-2</c:v>
                </c:pt>
                <c:pt idx="15634">
                  <c:v>1.3903009954365971E-2</c:v>
                </c:pt>
                <c:pt idx="15635">
                  <c:v>1.4234034000898494E-2</c:v>
                </c:pt>
                <c:pt idx="15636">
                  <c:v>1.4210389426146171E-2</c:v>
                </c:pt>
                <c:pt idx="15637">
                  <c:v>1.3879365379613647E-2</c:v>
                </c:pt>
                <c:pt idx="15638">
                  <c:v>1.366656420684274E-2</c:v>
                </c:pt>
                <c:pt idx="15639">
                  <c:v>1.3997588253375262E-2</c:v>
                </c:pt>
                <c:pt idx="15640">
                  <c:v>1.4021232828127585E-2</c:v>
                </c:pt>
                <c:pt idx="15641">
                  <c:v>1.3737497931099709E-2</c:v>
                </c:pt>
                <c:pt idx="15642">
                  <c:v>1.3571985907833447E-2</c:v>
                </c:pt>
                <c:pt idx="15643">
                  <c:v>1.3950299103870616E-2</c:v>
                </c:pt>
                <c:pt idx="15644">
                  <c:v>1.4139455701889202E-2</c:v>
                </c:pt>
                <c:pt idx="15645">
                  <c:v>1.3950299103870616E-2</c:v>
                </c:pt>
                <c:pt idx="15646">
                  <c:v>1.3761142505852031E-2</c:v>
                </c:pt>
                <c:pt idx="15647">
                  <c:v>1.4139455701889202E-2</c:v>
                </c:pt>
                <c:pt idx="15648">
                  <c:v>1.4210389426146171E-2</c:v>
                </c:pt>
                <c:pt idx="15649">
                  <c:v>1.3950299103870616E-2</c:v>
                </c:pt>
                <c:pt idx="15650">
                  <c:v>1.3808431655356678E-2</c:v>
                </c:pt>
                <c:pt idx="15651">
                  <c:v>1.4257678575650816E-2</c:v>
                </c:pt>
                <c:pt idx="15652">
                  <c:v>1.4328612299907785E-2</c:v>
                </c:pt>
                <c:pt idx="15653">
                  <c:v>1.4021232828127585E-2</c:v>
                </c:pt>
                <c:pt idx="15654">
                  <c:v>1.3784787080604355E-2</c:v>
                </c:pt>
                <c:pt idx="15655">
                  <c:v>1.4186744851393847E-2</c:v>
                </c:pt>
                <c:pt idx="15656">
                  <c:v>1.4352256874660109E-2</c:v>
                </c:pt>
                <c:pt idx="15657">
                  <c:v>1.4139455701889202E-2</c:v>
                </c:pt>
                <c:pt idx="15658">
                  <c:v>1.3832076230109002E-2</c:v>
                </c:pt>
                <c:pt idx="15659">
                  <c:v>1.4139455701889202E-2</c:v>
                </c:pt>
                <c:pt idx="15660">
                  <c:v>1.4186744851393847E-2</c:v>
                </c:pt>
                <c:pt idx="15661">
                  <c:v>1.397394367862294E-2</c:v>
                </c:pt>
                <c:pt idx="15662">
                  <c:v>1.3713853356347385E-2</c:v>
                </c:pt>
                <c:pt idx="15663">
                  <c:v>1.4068521977632233E-2</c:v>
                </c:pt>
                <c:pt idx="15664">
                  <c:v>1.4210389426146171E-2</c:v>
                </c:pt>
                <c:pt idx="15665">
                  <c:v>1.4044877402879909E-2</c:v>
                </c:pt>
                <c:pt idx="15666">
                  <c:v>1.3855720804861324E-2</c:v>
                </c:pt>
                <c:pt idx="15667">
                  <c:v>1.4186744851393847E-2</c:v>
                </c:pt>
                <c:pt idx="15668">
                  <c:v>1.4304967725155463E-2</c:v>
                </c:pt>
                <c:pt idx="15669">
                  <c:v>1.4163100276641524E-2</c:v>
                </c:pt>
                <c:pt idx="15670">
                  <c:v>1.3879365379613647E-2</c:v>
                </c:pt>
                <c:pt idx="15671">
                  <c:v>1.4210389426146171E-2</c:v>
                </c:pt>
                <c:pt idx="15672">
                  <c:v>1.4352256874660109E-2</c:v>
                </c:pt>
                <c:pt idx="15673">
                  <c:v>1.4163100276641524E-2</c:v>
                </c:pt>
                <c:pt idx="15674">
                  <c:v>1.3903009954365971E-2</c:v>
                </c:pt>
                <c:pt idx="15675">
                  <c:v>1.4210389426146171E-2</c:v>
                </c:pt>
                <c:pt idx="15676">
                  <c:v>1.4399546024164754E-2</c:v>
                </c:pt>
                <c:pt idx="15677">
                  <c:v>1.428132315040314E-2</c:v>
                </c:pt>
                <c:pt idx="15678">
                  <c:v>1.3997588253375262E-2</c:v>
                </c:pt>
                <c:pt idx="15679">
                  <c:v>1.4163100276641524E-2</c:v>
                </c:pt>
                <c:pt idx="15680">
                  <c:v>1.4328612299907785E-2</c:v>
                </c:pt>
                <c:pt idx="15681">
                  <c:v>1.4139455701889202E-2</c:v>
                </c:pt>
                <c:pt idx="15682">
                  <c:v>1.3903009954365971E-2</c:v>
                </c:pt>
                <c:pt idx="15683">
                  <c:v>1.4139455701889202E-2</c:v>
                </c:pt>
                <c:pt idx="15684">
                  <c:v>1.4399546024164754E-2</c:v>
                </c:pt>
                <c:pt idx="15685">
                  <c:v>1.4304967725155463E-2</c:v>
                </c:pt>
                <c:pt idx="15686">
                  <c:v>1.4021232828127585E-2</c:v>
                </c:pt>
                <c:pt idx="15687">
                  <c:v>1.4210389426146171E-2</c:v>
                </c:pt>
                <c:pt idx="15688">
                  <c:v>1.4470479748421725E-2</c:v>
                </c:pt>
                <c:pt idx="15689">
                  <c:v>1.428132315040314E-2</c:v>
                </c:pt>
                <c:pt idx="15690">
                  <c:v>1.3997588253375262E-2</c:v>
                </c:pt>
                <c:pt idx="15691">
                  <c:v>1.4092166552384554E-2</c:v>
                </c:pt>
                <c:pt idx="15692">
                  <c:v>1.4352256874660109E-2</c:v>
                </c:pt>
                <c:pt idx="15693">
                  <c:v>1.428132315040314E-2</c:v>
                </c:pt>
                <c:pt idx="15694">
                  <c:v>1.4021232828127585E-2</c:v>
                </c:pt>
                <c:pt idx="15695">
                  <c:v>1.4163100276641524E-2</c:v>
                </c:pt>
                <c:pt idx="15696">
                  <c:v>1.4470479748421725E-2</c:v>
                </c:pt>
                <c:pt idx="15697">
                  <c:v>1.4352256874660109E-2</c:v>
                </c:pt>
                <c:pt idx="15698">
                  <c:v>1.4092166552384554E-2</c:v>
                </c:pt>
                <c:pt idx="15699">
                  <c:v>1.4210389426146171E-2</c:v>
                </c:pt>
                <c:pt idx="15700">
                  <c:v>1.4565058047431016E-2</c:v>
                </c:pt>
                <c:pt idx="15701">
                  <c:v>1.4423190598917078E-2</c:v>
                </c:pt>
                <c:pt idx="15702">
                  <c:v>1.4139455701889202E-2</c:v>
                </c:pt>
                <c:pt idx="15703">
                  <c:v>1.4139455701889202E-2</c:v>
                </c:pt>
                <c:pt idx="15704">
                  <c:v>1.4399546024164754E-2</c:v>
                </c:pt>
                <c:pt idx="15705">
                  <c:v>1.428132315040314E-2</c:v>
                </c:pt>
                <c:pt idx="15706">
                  <c:v>1.4021232828127585E-2</c:v>
                </c:pt>
                <c:pt idx="15707">
                  <c:v>1.4068521977632233E-2</c:v>
                </c:pt>
                <c:pt idx="15708">
                  <c:v>1.4328612299907785E-2</c:v>
                </c:pt>
                <c:pt idx="15709">
                  <c:v>1.4234034000898494E-2</c:v>
                </c:pt>
                <c:pt idx="15710">
                  <c:v>1.3950299103870616E-2</c:v>
                </c:pt>
                <c:pt idx="15711">
                  <c:v>1.3926654529118293E-2</c:v>
                </c:pt>
                <c:pt idx="15712">
                  <c:v>1.4304967725155463E-2</c:v>
                </c:pt>
                <c:pt idx="15713">
                  <c:v>1.4304967725155463E-2</c:v>
                </c:pt>
                <c:pt idx="15714">
                  <c:v>1.4021232828127585E-2</c:v>
                </c:pt>
                <c:pt idx="15715">
                  <c:v>1.4021232828127585E-2</c:v>
                </c:pt>
                <c:pt idx="15716">
                  <c:v>1.428132315040314E-2</c:v>
                </c:pt>
                <c:pt idx="15717">
                  <c:v>1.4210389426146171E-2</c:v>
                </c:pt>
                <c:pt idx="15718">
                  <c:v>1.3879365379613647E-2</c:v>
                </c:pt>
                <c:pt idx="15719">
                  <c:v>1.3855720804861324E-2</c:v>
                </c:pt>
                <c:pt idx="15720">
                  <c:v>1.4234034000898494E-2</c:v>
                </c:pt>
                <c:pt idx="15721">
                  <c:v>1.4257678575650816E-2</c:v>
                </c:pt>
                <c:pt idx="15722">
                  <c:v>1.3903009954365971E-2</c:v>
                </c:pt>
                <c:pt idx="15723">
                  <c:v>1.3832076230109002E-2</c:v>
                </c:pt>
                <c:pt idx="15724">
                  <c:v>1.4186744851393847E-2</c:v>
                </c:pt>
                <c:pt idx="15725">
                  <c:v>1.4186744851393847E-2</c:v>
                </c:pt>
                <c:pt idx="15726">
                  <c:v>1.3879365379613647E-2</c:v>
                </c:pt>
                <c:pt idx="15727">
                  <c:v>1.3808431655356678E-2</c:v>
                </c:pt>
                <c:pt idx="15728">
                  <c:v>1.4186744851393847E-2</c:v>
                </c:pt>
                <c:pt idx="15729">
                  <c:v>1.4163100276641524E-2</c:v>
                </c:pt>
                <c:pt idx="15730">
                  <c:v>1.3903009954365971E-2</c:v>
                </c:pt>
                <c:pt idx="15731">
                  <c:v>1.3784787080604355E-2</c:v>
                </c:pt>
                <c:pt idx="15732">
                  <c:v>1.4234034000898494E-2</c:v>
                </c:pt>
                <c:pt idx="15733">
                  <c:v>1.4234034000898494E-2</c:v>
                </c:pt>
                <c:pt idx="15734">
                  <c:v>1.397394367862294E-2</c:v>
                </c:pt>
                <c:pt idx="15735">
                  <c:v>1.3950299103870616E-2</c:v>
                </c:pt>
                <c:pt idx="15736">
                  <c:v>1.4257678575650816E-2</c:v>
                </c:pt>
                <c:pt idx="15737">
                  <c:v>1.4257678575650816E-2</c:v>
                </c:pt>
                <c:pt idx="15738">
                  <c:v>1.397394367862294E-2</c:v>
                </c:pt>
                <c:pt idx="15739">
                  <c:v>1.3761142505852031E-2</c:v>
                </c:pt>
                <c:pt idx="15740">
                  <c:v>1.4068521977632233E-2</c:v>
                </c:pt>
                <c:pt idx="15741">
                  <c:v>1.4163100276641524E-2</c:v>
                </c:pt>
                <c:pt idx="15742">
                  <c:v>1.3950299103870616E-2</c:v>
                </c:pt>
                <c:pt idx="15743">
                  <c:v>1.3737497931099709E-2</c:v>
                </c:pt>
                <c:pt idx="15744">
                  <c:v>1.4092166552384554E-2</c:v>
                </c:pt>
                <c:pt idx="15745">
                  <c:v>1.4234034000898494E-2</c:v>
                </c:pt>
                <c:pt idx="15746">
                  <c:v>1.4044877402879909E-2</c:v>
                </c:pt>
                <c:pt idx="15747">
                  <c:v>1.3808431655356678E-2</c:v>
                </c:pt>
                <c:pt idx="15748">
                  <c:v>1.4092166552384554E-2</c:v>
                </c:pt>
                <c:pt idx="15749">
                  <c:v>1.4210389426146171E-2</c:v>
                </c:pt>
                <c:pt idx="15750">
                  <c:v>1.3950299103870616E-2</c:v>
                </c:pt>
                <c:pt idx="15751">
                  <c:v>1.3761142505852031E-2</c:v>
                </c:pt>
                <c:pt idx="15752">
                  <c:v>1.4163100276641524E-2</c:v>
                </c:pt>
                <c:pt idx="15753">
                  <c:v>1.428132315040314E-2</c:v>
                </c:pt>
                <c:pt idx="15754">
                  <c:v>1.4021232828127585E-2</c:v>
                </c:pt>
                <c:pt idx="15755">
                  <c:v>1.3855720804861324E-2</c:v>
                </c:pt>
                <c:pt idx="15756">
                  <c:v>1.4234034000898494E-2</c:v>
                </c:pt>
                <c:pt idx="15757">
                  <c:v>1.4399546024164754E-2</c:v>
                </c:pt>
                <c:pt idx="15758">
                  <c:v>1.4163100276641524E-2</c:v>
                </c:pt>
                <c:pt idx="15759">
                  <c:v>1.3855720804861324E-2</c:v>
                </c:pt>
                <c:pt idx="15760">
                  <c:v>1.4139455701889202E-2</c:v>
                </c:pt>
                <c:pt idx="15761">
                  <c:v>1.4257678575650816E-2</c:v>
                </c:pt>
                <c:pt idx="15762">
                  <c:v>1.4234034000898494E-2</c:v>
                </c:pt>
                <c:pt idx="15763">
                  <c:v>1.4021232828127585E-2</c:v>
                </c:pt>
                <c:pt idx="15764">
                  <c:v>1.4234034000898494E-2</c:v>
                </c:pt>
                <c:pt idx="15765">
                  <c:v>1.4399546024164754E-2</c:v>
                </c:pt>
                <c:pt idx="15766">
                  <c:v>1.4257678575650816E-2</c:v>
                </c:pt>
                <c:pt idx="15767">
                  <c:v>1.4092166552384554E-2</c:v>
                </c:pt>
                <c:pt idx="15768">
                  <c:v>1.4328612299907785E-2</c:v>
                </c:pt>
                <c:pt idx="15769">
                  <c:v>1.4423190598917078E-2</c:v>
                </c:pt>
                <c:pt idx="15770">
                  <c:v>1.4234034000898494E-2</c:v>
                </c:pt>
                <c:pt idx="15771">
                  <c:v>1.4044877402879909E-2</c:v>
                </c:pt>
                <c:pt idx="15772">
                  <c:v>1.4257678575650816E-2</c:v>
                </c:pt>
                <c:pt idx="15773">
                  <c:v>1.4470479748421725E-2</c:v>
                </c:pt>
                <c:pt idx="15774">
                  <c:v>1.4304967725155463E-2</c:v>
                </c:pt>
                <c:pt idx="15775">
                  <c:v>1.397394367862294E-2</c:v>
                </c:pt>
                <c:pt idx="15776">
                  <c:v>1.4115811127136878E-2</c:v>
                </c:pt>
                <c:pt idx="15777">
                  <c:v>1.4304967725155463E-2</c:v>
                </c:pt>
                <c:pt idx="15778">
                  <c:v>1.4163100276641524E-2</c:v>
                </c:pt>
                <c:pt idx="15779">
                  <c:v>1.3879365379613647E-2</c:v>
                </c:pt>
                <c:pt idx="15780">
                  <c:v>1.4092166552384554E-2</c:v>
                </c:pt>
                <c:pt idx="15781">
                  <c:v>1.4375901449412433E-2</c:v>
                </c:pt>
                <c:pt idx="15782">
                  <c:v>1.4186744851393847E-2</c:v>
                </c:pt>
                <c:pt idx="15783">
                  <c:v>1.3926654529118293E-2</c:v>
                </c:pt>
                <c:pt idx="15784">
                  <c:v>1.4092166552384554E-2</c:v>
                </c:pt>
                <c:pt idx="15785">
                  <c:v>1.4352256874660109E-2</c:v>
                </c:pt>
                <c:pt idx="15786">
                  <c:v>1.4186744851393847E-2</c:v>
                </c:pt>
                <c:pt idx="15787">
                  <c:v>1.3761142505852031E-2</c:v>
                </c:pt>
                <c:pt idx="15788">
                  <c:v>1.3879365379613647E-2</c:v>
                </c:pt>
                <c:pt idx="15789">
                  <c:v>1.4186744851393847E-2</c:v>
                </c:pt>
                <c:pt idx="15790">
                  <c:v>1.4092166552384554E-2</c:v>
                </c:pt>
                <c:pt idx="15791">
                  <c:v>1.3808431655356678E-2</c:v>
                </c:pt>
                <c:pt idx="15792">
                  <c:v>1.4044877402879909E-2</c:v>
                </c:pt>
                <c:pt idx="15793">
                  <c:v>1.4304967725155463E-2</c:v>
                </c:pt>
                <c:pt idx="15794">
                  <c:v>1.4139455701889202E-2</c:v>
                </c:pt>
                <c:pt idx="15795">
                  <c:v>1.3784787080604355E-2</c:v>
                </c:pt>
                <c:pt idx="15796">
                  <c:v>1.3832076230109002E-2</c:v>
                </c:pt>
                <c:pt idx="15797">
                  <c:v>1.4044877402879909E-2</c:v>
                </c:pt>
                <c:pt idx="15798">
                  <c:v>1.4021232828127585E-2</c:v>
                </c:pt>
                <c:pt idx="15799">
                  <c:v>1.3761142505852031E-2</c:v>
                </c:pt>
                <c:pt idx="15800">
                  <c:v>1.3926654529118293E-2</c:v>
                </c:pt>
                <c:pt idx="15801">
                  <c:v>1.4234034000898494E-2</c:v>
                </c:pt>
                <c:pt idx="15802">
                  <c:v>1.4163100276641524E-2</c:v>
                </c:pt>
                <c:pt idx="15803">
                  <c:v>1.3808431655356678E-2</c:v>
                </c:pt>
                <c:pt idx="15804">
                  <c:v>1.3855720804861324E-2</c:v>
                </c:pt>
                <c:pt idx="15805">
                  <c:v>1.4163100276641524E-2</c:v>
                </c:pt>
                <c:pt idx="15806">
                  <c:v>1.4139455701889202E-2</c:v>
                </c:pt>
                <c:pt idx="15807">
                  <c:v>1.3903009954365971E-2</c:v>
                </c:pt>
                <c:pt idx="15808">
                  <c:v>1.3997588253375262E-2</c:v>
                </c:pt>
                <c:pt idx="15809">
                  <c:v>1.4210389426146171E-2</c:v>
                </c:pt>
                <c:pt idx="15810">
                  <c:v>1.4210389426146171E-2</c:v>
                </c:pt>
                <c:pt idx="15811">
                  <c:v>1.3903009954365971E-2</c:v>
                </c:pt>
                <c:pt idx="15812">
                  <c:v>1.397394367862294E-2</c:v>
                </c:pt>
                <c:pt idx="15813">
                  <c:v>1.4352256874660109E-2</c:v>
                </c:pt>
                <c:pt idx="15814">
                  <c:v>1.4257678575650816E-2</c:v>
                </c:pt>
                <c:pt idx="15815">
                  <c:v>1.3926654529118293E-2</c:v>
                </c:pt>
                <c:pt idx="15816">
                  <c:v>1.3926654529118293E-2</c:v>
                </c:pt>
                <c:pt idx="15817">
                  <c:v>1.4234034000898494E-2</c:v>
                </c:pt>
                <c:pt idx="15818">
                  <c:v>1.4210389426146171E-2</c:v>
                </c:pt>
                <c:pt idx="15819">
                  <c:v>1.3879365379613647E-2</c:v>
                </c:pt>
                <c:pt idx="15820">
                  <c:v>1.3832076230109002E-2</c:v>
                </c:pt>
                <c:pt idx="15821">
                  <c:v>1.4115811127136878E-2</c:v>
                </c:pt>
                <c:pt idx="15822">
                  <c:v>1.4163100276641524E-2</c:v>
                </c:pt>
                <c:pt idx="15823">
                  <c:v>1.3808431655356678E-2</c:v>
                </c:pt>
                <c:pt idx="15824">
                  <c:v>1.366656420684274E-2</c:v>
                </c:pt>
                <c:pt idx="15825">
                  <c:v>1.3997588253375262E-2</c:v>
                </c:pt>
                <c:pt idx="15826">
                  <c:v>1.4021232828127585E-2</c:v>
                </c:pt>
                <c:pt idx="15827">
                  <c:v>1.3737497931099709E-2</c:v>
                </c:pt>
                <c:pt idx="15828">
                  <c:v>1.3737497931099709E-2</c:v>
                </c:pt>
                <c:pt idx="15829">
                  <c:v>1.4115811127136878E-2</c:v>
                </c:pt>
                <c:pt idx="15830">
                  <c:v>1.4210389426146171E-2</c:v>
                </c:pt>
                <c:pt idx="15831">
                  <c:v>1.3926654529118293E-2</c:v>
                </c:pt>
                <c:pt idx="15832">
                  <c:v>1.3808431655356678E-2</c:v>
                </c:pt>
                <c:pt idx="15833">
                  <c:v>1.4115811127136878E-2</c:v>
                </c:pt>
                <c:pt idx="15834">
                  <c:v>1.4139455701889202E-2</c:v>
                </c:pt>
                <c:pt idx="15835">
                  <c:v>1.3879365379613647E-2</c:v>
                </c:pt>
                <c:pt idx="15836">
                  <c:v>1.3737497931099709E-2</c:v>
                </c:pt>
                <c:pt idx="15837">
                  <c:v>1.4139455701889202E-2</c:v>
                </c:pt>
                <c:pt idx="15838">
                  <c:v>1.4328612299907785E-2</c:v>
                </c:pt>
                <c:pt idx="15839">
                  <c:v>1.4092166552384554E-2</c:v>
                </c:pt>
                <c:pt idx="15840">
                  <c:v>1.3855720804861324E-2</c:v>
                </c:pt>
                <c:pt idx="15841">
                  <c:v>1.4139455701889202E-2</c:v>
                </c:pt>
                <c:pt idx="15842">
                  <c:v>1.4304967725155463E-2</c:v>
                </c:pt>
                <c:pt idx="15843">
                  <c:v>1.4021232828127585E-2</c:v>
                </c:pt>
                <c:pt idx="15844">
                  <c:v>1.3713853356347385E-2</c:v>
                </c:pt>
                <c:pt idx="15845">
                  <c:v>1.3997588253375262E-2</c:v>
                </c:pt>
                <c:pt idx="15846">
                  <c:v>1.4092166552384554E-2</c:v>
                </c:pt>
                <c:pt idx="15847">
                  <c:v>1.3855720804861324E-2</c:v>
                </c:pt>
                <c:pt idx="15848">
                  <c:v>1.366656420684274E-2</c:v>
                </c:pt>
                <c:pt idx="15849">
                  <c:v>1.3997588253375262E-2</c:v>
                </c:pt>
                <c:pt idx="15850">
                  <c:v>1.4139455701889202E-2</c:v>
                </c:pt>
                <c:pt idx="15851">
                  <c:v>1.3879365379613647E-2</c:v>
                </c:pt>
                <c:pt idx="15852">
                  <c:v>1.3642919632090416E-2</c:v>
                </c:pt>
                <c:pt idx="15853">
                  <c:v>1.3903009954365971E-2</c:v>
                </c:pt>
                <c:pt idx="15854">
                  <c:v>1.4068521977632233E-2</c:v>
                </c:pt>
                <c:pt idx="15855">
                  <c:v>1.397394367862294E-2</c:v>
                </c:pt>
                <c:pt idx="15856">
                  <c:v>1.3713853356347385E-2</c:v>
                </c:pt>
                <c:pt idx="15857">
                  <c:v>1.4068521977632233E-2</c:v>
                </c:pt>
                <c:pt idx="15858">
                  <c:v>1.4210389426146171E-2</c:v>
                </c:pt>
                <c:pt idx="15859">
                  <c:v>1.3997588253375262E-2</c:v>
                </c:pt>
                <c:pt idx="15860">
                  <c:v>1.3619275057338093E-2</c:v>
                </c:pt>
                <c:pt idx="15861">
                  <c:v>1.397394367862294E-2</c:v>
                </c:pt>
                <c:pt idx="15862">
                  <c:v>1.4234034000898494E-2</c:v>
                </c:pt>
                <c:pt idx="15863">
                  <c:v>1.4068521977632233E-2</c:v>
                </c:pt>
                <c:pt idx="15864">
                  <c:v>1.3713853356347385E-2</c:v>
                </c:pt>
                <c:pt idx="15865">
                  <c:v>1.3997588253375262E-2</c:v>
                </c:pt>
                <c:pt idx="15866">
                  <c:v>1.4234034000898494E-2</c:v>
                </c:pt>
                <c:pt idx="15867">
                  <c:v>1.4163100276641524E-2</c:v>
                </c:pt>
                <c:pt idx="15868">
                  <c:v>1.3832076230109002E-2</c:v>
                </c:pt>
                <c:pt idx="15869">
                  <c:v>1.4021232828127585E-2</c:v>
                </c:pt>
                <c:pt idx="15870">
                  <c:v>1.4234034000898494E-2</c:v>
                </c:pt>
                <c:pt idx="15871">
                  <c:v>1.4115811127136878E-2</c:v>
                </c:pt>
                <c:pt idx="15872">
                  <c:v>1.3784787080604355E-2</c:v>
                </c:pt>
                <c:pt idx="15873">
                  <c:v>1.3997588253375262E-2</c:v>
                </c:pt>
                <c:pt idx="15874">
                  <c:v>1.4092166552384554E-2</c:v>
                </c:pt>
                <c:pt idx="15875">
                  <c:v>1.397394367862294E-2</c:v>
                </c:pt>
                <c:pt idx="15876">
                  <c:v>1.3737497931099709E-2</c:v>
                </c:pt>
                <c:pt idx="15877">
                  <c:v>1.3950299103870616E-2</c:v>
                </c:pt>
                <c:pt idx="15878">
                  <c:v>1.4210389426146171E-2</c:v>
                </c:pt>
                <c:pt idx="15879">
                  <c:v>1.4115811127136878E-2</c:v>
                </c:pt>
                <c:pt idx="15880">
                  <c:v>1.3713853356347385E-2</c:v>
                </c:pt>
                <c:pt idx="15881">
                  <c:v>1.3879365379613647E-2</c:v>
                </c:pt>
                <c:pt idx="15882">
                  <c:v>1.4068521977632233E-2</c:v>
                </c:pt>
                <c:pt idx="15883">
                  <c:v>1.397394367862294E-2</c:v>
                </c:pt>
                <c:pt idx="15884">
                  <c:v>1.3619275057338093E-2</c:v>
                </c:pt>
                <c:pt idx="15885">
                  <c:v>1.3761142505852031E-2</c:v>
                </c:pt>
                <c:pt idx="15886">
                  <c:v>1.3997588253375262E-2</c:v>
                </c:pt>
                <c:pt idx="15887">
                  <c:v>1.4021232828127585E-2</c:v>
                </c:pt>
                <c:pt idx="15888">
                  <c:v>1.3737497931099709E-2</c:v>
                </c:pt>
                <c:pt idx="15889">
                  <c:v>1.3879365379613647E-2</c:v>
                </c:pt>
                <c:pt idx="15890">
                  <c:v>1.4163100276641524E-2</c:v>
                </c:pt>
                <c:pt idx="15891">
                  <c:v>1.4092166552384554E-2</c:v>
                </c:pt>
                <c:pt idx="15892">
                  <c:v>1.3761142505852031E-2</c:v>
                </c:pt>
                <c:pt idx="15893">
                  <c:v>1.3808431655356678E-2</c:v>
                </c:pt>
                <c:pt idx="15894">
                  <c:v>1.4092166552384554E-2</c:v>
                </c:pt>
                <c:pt idx="15895">
                  <c:v>1.4092166552384554E-2</c:v>
                </c:pt>
                <c:pt idx="15896">
                  <c:v>1.3713853356347385E-2</c:v>
                </c:pt>
                <c:pt idx="15897">
                  <c:v>1.3761142505852031E-2</c:v>
                </c:pt>
                <c:pt idx="15898">
                  <c:v>1.4163100276641524E-2</c:v>
                </c:pt>
                <c:pt idx="15899">
                  <c:v>1.4163100276641524E-2</c:v>
                </c:pt>
                <c:pt idx="15900">
                  <c:v>1.3808431655356678E-2</c:v>
                </c:pt>
                <c:pt idx="15901">
                  <c:v>1.3784787080604355E-2</c:v>
                </c:pt>
                <c:pt idx="15902">
                  <c:v>1.4068521977632233E-2</c:v>
                </c:pt>
                <c:pt idx="15903">
                  <c:v>1.4115811127136878E-2</c:v>
                </c:pt>
                <c:pt idx="15904">
                  <c:v>1.3855720804861324E-2</c:v>
                </c:pt>
                <c:pt idx="15905">
                  <c:v>1.3879365379613647E-2</c:v>
                </c:pt>
                <c:pt idx="15906">
                  <c:v>1.428132315040314E-2</c:v>
                </c:pt>
                <c:pt idx="15907">
                  <c:v>1.428132315040314E-2</c:v>
                </c:pt>
                <c:pt idx="15908">
                  <c:v>1.3926654529118293E-2</c:v>
                </c:pt>
                <c:pt idx="15909">
                  <c:v>1.3784787080604355E-2</c:v>
                </c:pt>
                <c:pt idx="15910">
                  <c:v>1.4115811127136878E-2</c:v>
                </c:pt>
                <c:pt idx="15911">
                  <c:v>1.4186744851393847E-2</c:v>
                </c:pt>
                <c:pt idx="15912">
                  <c:v>1.3903009954365971E-2</c:v>
                </c:pt>
                <c:pt idx="15913">
                  <c:v>1.3761142505852031E-2</c:v>
                </c:pt>
                <c:pt idx="15914">
                  <c:v>1.4115811127136878E-2</c:v>
                </c:pt>
                <c:pt idx="15915">
                  <c:v>1.4139455701889202E-2</c:v>
                </c:pt>
                <c:pt idx="15916">
                  <c:v>1.3855720804861324E-2</c:v>
                </c:pt>
                <c:pt idx="15917">
                  <c:v>1.3713853356347385E-2</c:v>
                </c:pt>
                <c:pt idx="15918">
                  <c:v>1.4068521977632233E-2</c:v>
                </c:pt>
                <c:pt idx="15919">
                  <c:v>1.4139455701889202E-2</c:v>
                </c:pt>
                <c:pt idx="15920">
                  <c:v>1.3997588253375262E-2</c:v>
                </c:pt>
                <c:pt idx="15921">
                  <c:v>1.3808431655356678E-2</c:v>
                </c:pt>
                <c:pt idx="15922">
                  <c:v>1.4068521977632233E-2</c:v>
                </c:pt>
                <c:pt idx="15923">
                  <c:v>1.4163100276641524E-2</c:v>
                </c:pt>
                <c:pt idx="15924">
                  <c:v>1.3926654529118293E-2</c:v>
                </c:pt>
                <c:pt idx="15925">
                  <c:v>1.3690208781595062E-2</c:v>
                </c:pt>
                <c:pt idx="15926">
                  <c:v>1.4068521977632233E-2</c:v>
                </c:pt>
                <c:pt idx="15927">
                  <c:v>1.4139455701889202E-2</c:v>
                </c:pt>
                <c:pt idx="15928">
                  <c:v>1.3879365379613647E-2</c:v>
                </c:pt>
                <c:pt idx="15929">
                  <c:v>1.3713853356347385E-2</c:v>
                </c:pt>
                <c:pt idx="15930">
                  <c:v>1.4021232828127585E-2</c:v>
                </c:pt>
                <c:pt idx="15931">
                  <c:v>1.4163100276641524E-2</c:v>
                </c:pt>
                <c:pt idx="15932">
                  <c:v>1.3950299103870616E-2</c:v>
                </c:pt>
                <c:pt idx="15933">
                  <c:v>1.3784787080604355E-2</c:v>
                </c:pt>
                <c:pt idx="15934">
                  <c:v>1.4234034000898494E-2</c:v>
                </c:pt>
                <c:pt idx="15935">
                  <c:v>1.4399546024164754E-2</c:v>
                </c:pt>
                <c:pt idx="15936">
                  <c:v>1.4139455701889202E-2</c:v>
                </c:pt>
                <c:pt idx="15937">
                  <c:v>1.3855720804861324E-2</c:v>
                </c:pt>
                <c:pt idx="15938">
                  <c:v>1.4186744851393847E-2</c:v>
                </c:pt>
                <c:pt idx="15939">
                  <c:v>1.4234034000898494E-2</c:v>
                </c:pt>
                <c:pt idx="15940">
                  <c:v>1.4044877402879909E-2</c:v>
                </c:pt>
                <c:pt idx="15941">
                  <c:v>1.3784787080604355E-2</c:v>
                </c:pt>
                <c:pt idx="15942">
                  <c:v>1.4139455701889202E-2</c:v>
                </c:pt>
                <c:pt idx="15943">
                  <c:v>1.4257678575650816E-2</c:v>
                </c:pt>
                <c:pt idx="15944">
                  <c:v>1.4068521977632233E-2</c:v>
                </c:pt>
                <c:pt idx="15945">
                  <c:v>1.3784787080604355E-2</c:v>
                </c:pt>
                <c:pt idx="15946">
                  <c:v>1.4115811127136878E-2</c:v>
                </c:pt>
                <c:pt idx="15947">
                  <c:v>1.4304967725155463E-2</c:v>
                </c:pt>
                <c:pt idx="15948">
                  <c:v>1.4068521977632233E-2</c:v>
                </c:pt>
                <c:pt idx="15949">
                  <c:v>1.366656420684274E-2</c:v>
                </c:pt>
                <c:pt idx="15950">
                  <c:v>1.397394367862294E-2</c:v>
                </c:pt>
                <c:pt idx="15951">
                  <c:v>1.4163100276641524E-2</c:v>
                </c:pt>
                <c:pt idx="15952">
                  <c:v>1.3997588253375262E-2</c:v>
                </c:pt>
                <c:pt idx="15953">
                  <c:v>1.3690208781595062E-2</c:v>
                </c:pt>
                <c:pt idx="15954">
                  <c:v>1.3926654529118293E-2</c:v>
                </c:pt>
                <c:pt idx="15955">
                  <c:v>1.4115811127136878E-2</c:v>
                </c:pt>
                <c:pt idx="15956">
                  <c:v>1.3997588253375262E-2</c:v>
                </c:pt>
                <c:pt idx="15957">
                  <c:v>1.3713853356347385E-2</c:v>
                </c:pt>
                <c:pt idx="15958">
                  <c:v>1.4021232828127585E-2</c:v>
                </c:pt>
                <c:pt idx="15959">
                  <c:v>1.4304967725155463E-2</c:v>
                </c:pt>
                <c:pt idx="15960">
                  <c:v>1.4257678575650816E-2</c:v>
                </c:pt>
                <c:pt idx="15961">
                  <c:v>1.3926654529118293E-2</c:v>
                </c:pt>
                <c:pt idx="15962">
                  <c:v>1.4139455701889202E-2</c:v>
                </c:pt>
                <c:pt idx="15963">
                  <c:v>1.4375901449412433E-2</c:v>
                </c:pt>
                <c:pt idx="15964">
                  <c:v>1.4186744851393847E-2</c:v>
                </c:pt>
                <c:pt idx="15965">
                  <c:v>1.3832076230109002E-2</c:v>
                </c:pt>
                <c:pt idx="15966">
                  <c:v>1.4068521977632233E-2</c:v>
                </c:pt>
                <c:pt idx="15967">
                  <c:v>1.4352256874660109E-2</c:v>
                </c:pt>
                <c:pt idx="15968">
                  <c:v>1.4139455701889202E-2</c:v>
                </c:pt>
                <c:pt idx="15969">
                  <c:v>1.3737497931099709E-2</c:v>
                </c:pt>
                <c:pt idx="15970">
                  <c:v>1.3855720804861324E-2</c:v>
                </c:pt>
                <c:pt idx="15971">
                  <c:v>1.4163100276641524E-2</c:v>
                </c:pt>
                <c:pt idx="15972">
                  <c:v>1.4092166552384554E-2</c:v>
                </c:pt>
                <c:pt idx="15973">
                  <c:v>1.3832076230109002E-2</c:v>
                </c:pt>
                <c:pt idx="15974">
                  <c:v>1.3950299103870616E-2</c:v>
                </c:pt>
                <c:pt idx="15975">
                  <c:v>1.4210389426146171E-2</c:v>
                </c:pt>
                <c:pt idx="15976">
                  <c:v>1.4115811127136878E-2</c:v>
                </c:pt>
                <c:pt idx="15977">
                  <c:v>1.3784787080604355E-2</c:v>
                </c:pt>
                <c:pt idx="15978">
                  <c:v>1.3950299103870616E-2</c:v>
                </c:pt>
                <c:pt idx="15979">
                  <c:v>1.4234034000898494E-2</c:v>
                </c:pt>
                <c:pt idx="15980">
                  <c:v>1.4092166552384554E-2</c:v>
                </c:pt>
                <c:pt idx="15981">
                  <c:v>1.3737497931099709E-2</c:v>
                </c:pt>
                <c:pt idx="15982">
                  <c:v>1.3808431655356678E-2</c:v>
                </c:pt>
                <c:pt idx="15983">
                  <c:v>1.4115811127136878E-2</c:v>
                </c:pt>
                <c:pt idx="15984">
                  <c:v>1.4139455701889202E-2</c:v>
                </c:pt>
                <c:pt idx="15985">
                  <c:v>1.3832076230109002E-2</c:v>
                </c:pt>
                <c:pt idx="15986">
                  <c:v>1.3926654529118293E-2</c:v>
                </c:pt>
                <c:pt idx="15987">
                  <c:v>1.4375901449412433E-2</c:v>
                </c:pt>
                <c:pt idx="15988">
                  <c:v>1.4304967725155463E-2</c:v>
                </c:pt>
                <c:pt idx="15989">
                  <c:v>1.3926654529118293E-2</c:v>
                </c:pt>
                <c:pt idx="15990">
                  <c:v>1.3879365379613647E-2</c:v>
                </c:pt>
                <c:pt idx="15991">
                  <c:v>1.4234034000898494E-2</c:v>
                </c:pt>
                <c:pt idx="15992">
                  <c:v>1.4257678575650816E-2</c:v>
                </c:pt>
                <c:pt idx="15993">
                  <c:v>1.3997588253375262E-2</c:v>
                </c:pt>
                <c:pt idx="15994">
                  <c:v>1.4021232828127585E-2</c:v>
                </c:pt>
                <c:pt idx="15995">
                  <c:v>1.4375901449412433E-2</c:v>
                </c:pt>
                <c:pt idx="15996">
                  <c:v>1.4375901449412433E-2</c:v>
                </c:pt>
                <c:pt idx="15997">
                  <c:v>1.4139455701889202E-2</c:v>
                </c:pt>
                <c:pt idx="15998">
                  <c:v>1.4021232828127585E-2</c:v>
                </c:pt>
                <c:pt idx="15999">
                  <c:v>1.4375901449412433E-2</c:v>
                </c:pt>
                <c:pt idx="16000">
                  <c:v>1.4423190598917078E-2</c:v>
                </c:pt>
                <c:pt idx="16001">
                  <c:v>1.4210389426146171E-2</c:v>
                </c:pt>
                <c:pt idx="16002">
                  <c:v>1.4044877402879909E-2</c:v>
                </c:pt>
                <c:pt idx="16003">
                  <c:v>1.4423190598917078E-2</c:v>
                </c:pt>
                <c:pt idx="16004">
                  <c:v>1.4446835173669402E-2</c:v>
                </c:pt>
                <c:pt idx="16005">
                  <c:v>1.4115811127136878E-2</c:v>
                </c:pt>
                <c:pt idx="16006">
                  <c:v>1.3926654529118293E-2</c:v>
                </c:pt>
                <c:pt idx="16007">
                  <c:v>1.4304967725155463E-2</c:v>
                </c:pt>
                <c:pt idx="16008">
                  <c:v>1.4375901449412433E-2</c:v>
                </c:pt>
                <c:pt idx="16009">
                  <c:v>1.4163100276641524E-2</c:v>
                </c:pt>
                <c:pt idx="16010">
                  <c:v>1.397394367862294E-2</c:v>
                </c:pt>
                <c:pt idx="16011">
                  <c:v>1.4257678575650816E-2</c:v>
                </c:pt>
                <c:pt idx="16012">
                  <c:v>1.4257678575650816E-2</c:v>
                </c:pt>
                <c:pt idx="16013">
                  <c:v>1.4068521977632233E-2</c:v>
                </c:pt>
                <c:pt idx="16014">
                  <c:v>1.3855720804861324E-2</c:v>
                </c:pt>
                <c:pt idx="16015">
                  <c:v>1.4234034000898494E-2</c:v>
                </c:pt>
                <c:pt idx="16016">
                  <c:v>1.428132315040314E-2</c:v>
                </c:pt>
                <c:pt idx="16017">
                  <c:v>1.3997588253375262E-2</c:v>
                </c:pt>
                <c:pt idx="16018">
                  <c:v>1.3761142505852031E-2</c:v>
                </c:pt>
                <c:pt idx="16019">
                  <c:v>1.4044877402879909E-2</c:v>
                </c:pt>
                <c:pt idx="16020">
                  <c:v>1.4186744851393847E-2</c:v>
                </c:pt>
                <c:pt idx="16021">
                  <c:v>1.4044877402879909E-2</c:v>
                </c:pt>
                <c:pt idx="16022">
                  <c:v>1.3950299103870616E-2</c:v>
                </c:pt>
                <c:pt idx="16023">
                  <c:v>1.4304967725155463E-2</c:v>
                </c:pt>
                <c:pt idx="16024">
                  <c:v>1.4375901449412433E-2</c:v>
                </c:pt>
                <c:pt idx="16025">
                  <c:v>1.4115811127136878E-2</c:v>
                </c:pt>
                <c:pt idx="16026">
                  <c:v>1.3855720804861324E-2</c:v>
                </c:pt>
                <c:pt idx="16027">
                  <c:v>1.4186744851393847E-2</c:v>
                </c:pt>
                <c:pt idx="16028">
                  <c:v>1.428132315040314E-2</c:v>
                </c:pt>
                <c:pt idx="16029">
                  <c:v>1.4092166552384554E-2</c:v>
                </c:pt>
                <c:pt idx="16030">
                  <c:v>1.3879365379613647E-2</c:v>
                </c:pt>
                <c:pt idx="16031">
                  <c:v>1.4186744851393847E-2</c:v>
                </c:pt>
                <c:pt idx="16032">
                  <c:v>1.4304967725155463E-2</c:v>
                </c:pt>
                <c:pt idx="16033">
                  <c:v>1.4044877402879909E-2</c:v>
                </c:pt>
                <c:pt idx="16034">
                  <c:v>1.3713853356347385E-2</c:v>
                </c:pt>
                <c:pt idx="16035">
                  <c:v>1.3950299103870616E-2</c:v>
                </c:pt>
                <c:pt idx="16036">
                  <c:v>1.4163100276641524E-2</c:v>
                </c:pt>
                <c:pt idx="16037">
                  <c:v>1.3926654529118293E-2</c:v>
                </c:pt>
                <c:pt idx="16038">
                  <c:v>1.3571985907833447E-2</c:v>
                </c:pt>
                <c:pt idx="16039">
                  <c:v>1.3784787080604355E-2</c:v>
                </c:pt>
                <c:pt idx="16040">
                  <c:v>1.4021232828127585E-2</c:v>
                </c:pt>
                <c:pt idx="16041">
                  <c:v>1.3879365379613647E-2</c:v>
                </c:pt>
                <c:pt idx="16042">
                  <c:v>1.3642919632090416E-2</c:v>
                </c:pt>
                <c:pt idx="16043">
                  <c:v>1.3926654529118293E-2</c:v>
                </c:pt>
                <c:pt idx="16044">
                  <c:v>1.4210389426146171E-2</c:v>
                </c:pt>
                <c:pt idx="16045">
                  <c:v>1.4139455701889202E-2</c:v>
                </c:pt>
                <c:pt idx="16046">
                  <c:v>1.3903009954365971E-2</c:v>
                </c:pt>
                <c:pt idx="16047">
                  <c:v>1.4115811127136878E-2</c:v>
                </c:pt>
                <c:pt idx="16048">
                  <c:v>1.4375901449412433E-2</c:v>
                </c:pt>
                <c:pt idx="16049">
                  <c:v>1.4234034000898494E-2</c:v>
                </c:pt>
                <c:pt idx="16050">
                  <c:v>1.3950299103870616E-2</c:v>
                </c:pt>
                <c:pt idx="16051">
                  <c:v>1.4115811127136878E-2</c:v>
                </c:pt>
                <c:pt idx="16052">
                  <c:v>1.4399546024164754E-2</c:v>
                </c:pt>
                <c:pt idx="16053">
                  <c:v>1.4257678575650816E-2</c:v>
                </c:pt>
                <c:pt idx="16054">
                  <c:v>1.3950299103870616E-2</c:v>
                </c:pt>
                <c:pt idx="16055">
                  <c:v>1.4092166552384554E-2</c:v>
                </c:pt>
                <c:pt idx="16056">
                  <c:v>1.4375901449412433E-2</c:v>
                </c:pt>
                <c:pt idx="16057">
                  <c:v>1.4304967725155463E-2</c:v>
                </c:pt>
                <c:pt idx="16058">
                  <c:v>1.4044877402879909E-2</c:v>
                </c:pt>
                <c:pt idx="16059">
                  <c:v>1.4115811127136878E-2</c:v>
                </c:pt>
                <c:pt idx="16060">
                  <c:v>1.4423190598917078E-2</c:v>
                </c:pt>
                <c:pt idx="16061">
                  <c:v>1.4328612299907785E-2</c:v>
                </c:pt>
                <c:pt idx="16062">
                  <c:v>1.4068521977632233E-2</c:v>
                </c:pt>
                <c:pt idx="16063">
                  <c:v>1.4210389426146171E-2</c:v>
                </c:pt>
                <c:pt idx="16064">
                  <c:v>1.4541413472678694E-2</c:v>
                </c:pt>
                <c:pt idx="16065">
                  <c:v>1.4375901449412433E-2</c:v>
                </c:pt>
                <c:pt idx="16066">
                  <c:v>1.4021232828127585E-2</c:v>
                </c:pt>
                <c:pt idx="16067">
                  <c:v>1.4115811127136878E-2</c:v>
                </c:pt>
                <c:pt idx="16068">
                  <c:v>1.4375901449412433E-2</c:v>
                </c:pt>
                <c:pt idx="16069">
                  <c:v>1.428132315040314E-2</c:v>
                </c:pt>
                <c:pt idx="16070">
                  <c:v>1.4044877402879909E-2</c:v>
                </c:pt>
                <c:pt idx="16071">
                  <c:v>1.4092166552384554E-2</c:v>
                </c:pt>
                <c:pt idx="16072">
                  <c:v>1.4423190598917078E-2</c:v>
                </c:pt>
                <c:pt idx="16073">
                  <c:v>1.4304967725155463E-2</c:v>
                </c:pt>
                <c:pt idx="16074">
                  <c:v>1.4021232828127585E-2</c:v>
                </c:pt>
                <c:pt idx="16075">
                  <c:v>1.4021232828127585E-2</c:v>
                </c:pt>
                <c:pt idx="16076">
                  <c:v>1.4304967725155463E-2</c:v>
                </c:pt>
                <c:pt idx="16077">
                  <c:v>1.4163100276641524E-2</c:v>
                </c:pt>
                <c:pt idx="16078">
                  <c:v>1.3808431655356678E-2</c:v>
                </c:pt>
                <c:pt idx="16079">
                  <c:v>1.3808431655356678E-2</c:v>
                </c:pt>
                <c:pt idx="16080">
                  <c:v>1.4210389426146171E-2</c:v>
                </c:pt>
                <c:pt idx="16081">
                  <c:v>1.428132315040314E-2</c:v>
                </c:pt>
                <c:pt idx="16082">
                  <c:v>1.4092166552384554E-2</c:v>
                </c:pt>
                <c:pt idx="16083">
                  <c:v>1.4068521977632233E-2</c:v>
                </c:pt>
                <c:pt idx="16084">
                  <c:v>1.4399546024164754E-2</c:v>
                </c:pt>
                <c:pt idx="16085">
                  <c:v>1.4304967725155463E-2</c:v>
                </c:pt>
                <c:pt idx="16086">
                  <c:v>1.3903009954365971E-2</c:v>
                </c:pt>
                <c:pt idx="16087">
                  <c:v>1.3855720804861324E-2</c:v>
                </c:pt>
                <c:pt idx="16088">
                  <c:v>1.4115811127136878E-2</c:v>
                </c:pt>
                <c:pt idx="16089">
                  <c:v>1.4068521977632233E-2</c:v>
                </c:pt>
                <c:pt idx="16090">
                  <c:v>1.3761142505852031E-2</c:v>
                </c:pt>
                <c:pt idx="16091">
                  <c:v>1.3761142505852031E-2</c:v>
                </c:pt>
                <c:pt idx="16092">
                  <c:v>1.4139455701889202E-2</c:v>
                </c:pt>
                <c:pt idx="16093">
                  <c:v>1.4257678575650816E-2</c:v>
                </c:pt>
                <c:pt idx="16094">
                  <c:v>1.3950299103870616E-2</c:v>
                </c:pt>
                <c:pt idx="16095">
                  <c:v>1.3855720804861324E-2</c:v>
                </c:pt>
                <c:pt idx="16096">
                  <c:v>1.4186744851393847E-2</c:v>
                </c:pt>
                <c:pt idx="16097">
                  <c:v>1.4234034000898494E-2</c:v>
                </c:pt>
                <c:pt idx="16098">
                  <c:v>1.3950299103870616E-2</c:v>
                </c:pt>
                <c:pt idx="16099">
                  <c:v>1.3761142505852031E-2</c:v>
                </c:pt>
                <c:pt idx="16100">
                  <c:v>1.4021232828127585E-2</c:v>
                </c:pt>
                <c:pt idx="16101">
                  <c:v>1.4092166552384554E-2</c:v>
                </c:pt>
                <c:pt idx="16102">
                  <c:v>1.3761142505852031E-2</c:v>
                </c:pt>
                <c:pt idx="16103">
                  <c:v>1.3571985907833447E-2</c:v>
                </c:pt>
                <c:pt idx="16104">
                  <c:v>1.3855720804861324E-2</c:v>
                </c:pt>
                <c:pt idx="16105">
                  <c:v>1.397394367862294E-2</c:v>
                </c:pt>
                <c:pt idx="16106">
                  <c:v>1.3737497931099709E-2</c:v>
                </c:pt>
                <c:pt idx="16107">
                  <c:v>1.3595630482585769E-2</c:v>
                </c:pt>
                <c:pt idx="16108">
                  <c:v>1.3997588253375262E-2</c:v>
                </c:pt>
                <c:pt idx="16109">
                  <c:v>1.4115811127136878E-2</c:v>
                </c:pt>
                <c:pt idx="16110">
                  <c:v>1.3997588253375262E-2</c:v>
                </c:pt>
                <c:pt idx="16111">
                  <c:v>1.3855720804861324E-2</c:v>
                </c:pt>
                <c:pt idx="16112">
                  <c:v>1.4163100276641524E-2</c:v>
                </c:pt>
                <c:pt idx="16113">
                  <c:v>1.4186744851393847E-2</c:v>
                </c:pt>
                <c:pt idx="16114">
                  <c:v>1.3997588253375262E-2</c:v>
                </c:pt>
                <c:pt idx="16115">
                  <c:v>1.3808431655356678E-2</c:v>
                </c:pt>
                <c:pt idx="16116">
                  <c:v>1.4115811127136878E-2</c:v>
                </c:pt>
                <c:pt idx="16117">
                  <c:v>1.428132315040314E-2</c:v>
                </c:pt>
                <c:pt idx="16118">
                  <c:v>1.4115811127136878E-2</c:v>
                </c:pt>
                <c:pt idx="16119">
                  <c:v>1.3855720804861324E-2</c:v>
                </c:pt>
                <c:pt idx="16120">
                  <c:v>1.4115811127136878E-2</c:v>
                </c:pt>
                <c:pt idx="16121">
                  <c:v>1.4257678575650816E-2</c:v>
                </c:pt>
                <c:pt idx="16122">
                  <c:v>1.4068521977632233E-2</c:v>
                </c:pt>
                <c:pt idx="16123">
                  <c:v>1.3832076230109002E-2</c:v>
                </c:pt>
                <c:pt idx="16124">
                  <c:v>1.4068521977632233E-2</c:v>
                </c:pt>
                <c:pt idx="16125">
                  <c:v>1.4210389426146171E-2</c:v>
                </c:pt>
                <c:pt idx="16126">
                  <c:v>1.4044877402879909E-2</c:v>
                </c:pt>
                <c:pt idx="16127">
                  <c:v>1.3808431655356678E-2</c:v>
                </c:pt>
                <c:pt idx="16128">
                  <c:v>1.4092166552384554E-2</c:v>
                </c:pt>
                <c:pt idx="16129">
                  <c:v>1.4328612299907785E-2</c:v>
                </c:pt>
                <c:pt idx="16130">
                  <c:v>1.4210389426146171E-2</c:v>
                </c:pt>
                <c:pt idx="16131">
                  <c:v>1.3903009954365971E-2</c:v>
                </c:pt>
                <c:pt idx="16132">
                  <c:v>1.4234034000898494E-2</c:v>
                </c:pt>
                <c:pt idx="16133">
                  <c:v>1.4399546024164754E-2</c:v>
                </c:pt>
                <c:pt idx="16134">
                  <c:v>1.4210389426146171E-2</c:v>
                </c:pt>
                <c:pt idx="16135">
                  <c:v>1.3855720804861324E-2</c:v>
                </c:pt>
                <c:pt idx="16136">
                  <c:v>1.4068521977632233E-2</c:v>
                </c:pt>
                <c:pt idx="16137">
                  <c:v>1.4257678575650816E-2</c:v>
                </c:pt>
                <c:pt idx="16138">
                  <c:v>1.4186744851393847E-2</c:v>
                </c:pt>
                <c:pt idx="16139">
                  <c:v>1.3926654529118293E-2</c:v>
                </c:pt>
                <c:pt idx="16140">
                  <c:v>1.4115811127136878E-2</c:v>
                </c:pt>
                <c:pt idx="16141">
                  <c:v>1.4352256874660109E-2</c:v>
                </c:pt>
                <c:pt idx="16142">
                  <c:v>1.428132315040314E-2</c:v>
                </c:pt>
                <c:pt idx="16143">
                  <c:v>1.3879365379613647E-2</c:v>
                </c:pt>
                <c:pt idx="16144">
                  <c:v>1.4068521977632233E-2</c:v>
                </c:pt>
                <c:pt idx="16145">
                  <c:v>1.4352256874660109E-2</c:v>
                </c:pt>
                <c:pt idx="16146">
                  <c:v>1.4186744851393847E-2</c:v>
                </c:pt>
                <c:pt idx="16147">
                  <c:v>1.3832076230109002E-2</c:v>
                </c:pt>
                <c:pt idx="16148">
                  <c:v>1.4044877402879909E-2</c:v>
                </c:pt>
                <c:pt idx="16149">
                  <c:v>1.4375901449412433E-2</c:v>
                </c:pt>
                <c:pt idx="16150">
                  <c:v>1.428132315040314E-2</c:v>
                </c:pt>
                <c:pt idx="16151">
                  <c:v>1.3950299103870616E-2</c:v>
                </c:pt>
                <c:pt idx="16152">
                  <c:v>1.4163100276641524E-2</c:v>
                </c:pt>
                <c:pt idx="16153">
                  <c:v>1.4470479748421725E-2</c:v>
                </c:pt>
                <c:pt idx="16154">
                  <c:v>1.4423190598917078E-2</c:v>
                </c:pt>
                <c:pt idx="16155">
                  <c:v>1.4068521977632233E-2</c:v>
                </c:pt>
                <c:pt idx="16156">
                  <c:v>1.4163100276641524E-2</c:v>
                </c:pt>
                <c:pt idx="16157">
                  <c:v>1.4399546024164754E-2</c:v>
                </c:pt>
                <c:pt idx="16158">
                  <c:v>1.4328612299907785E-2</c:v>
                </c:pt>
                <c:pt idx="16159">
                  <c:v>1.4044877402879909E-2</c:v>
                </c:pt>
                <c:pt idx="16160">
                  <c:v>1.4186744851393847E-2</c:v>
                </c:pt>
                <c:pt idx="16161">
                  <c:v>1.4446835173669402E-2</c:v>
                </c:pt>
                <c:pt idx="16162">
                  <c:v>1.4304967725155463E-2</c:v>
                </c:pt>
                <c:pt idx="16163">
                  <c:v>1.3879365379613647E-2</c:v>
                </c:pt>
                <c:pt idx="16164">
                  <c:v>1.3926654529118293E-2</c:v>
                </c:pt>
                <c:pt idx="16165">
                  <c:v>1.4163100276641524E-2</c:v>
                </c:pt>
                <c:pt idx="16166">
                  <c:v>1.4068521977632233E-2</c:v>
                </c:pt>
                <c:pt idx="16167">
                  <c:v>1.3808431655356678E-2</c:v>
                </c:pt>
                <c:pt idx="16168">
                  <c:v>1.3855720804861324E-2</c:v>
                </c:pt>
                <c:pt idx="16169">
                  <c:v>1.4186744851393847E-2</c:v>
                </c:pt>
                <c:pt idx="16170">
                  <c:v>1.4163100276641524E-2</c:v>
                </c:pt>
                <c:pt idx="16171">
                  <c:v>1.3950299103870616E-2</c:v>
                </c:pt>
                <c:pt idx="16172">
                  <c:v>1.4092166552384554E-2</c:v>
                </c:pt>
                <c:pt idx="16173">
                  <c:v>1.4423190598917078E-2</c:v>
                </c:pt>
                <c:pt idx="16174">
                  <c:v>1.4494124323174047E-2</c:v>
                </c:pt>
                <c:pt idx="16175">
                  <c:v>1.4186744851393847E-2</c:v>
                </c:pt>
                <c:pt idx="16176">
                  <c:v>1.4115811127136878E-2</c:v>
                </c:pt>
                <c:pt idx="16177">
                  <c:v>1.4423190598917078E-2</c:v>
                </c:pt>
                <c:pt idx="16178">
                  <c:v>1.4423190598917078E-2</c:v>
                </c:pt>
                <c:pt idx="16179">
                  <c:v>1.4068521977632233E-2</c:v>
                </c:pt>
                <c:pt idx="16180">
                  <c:v>1.4068521977632233E-2</c:v>
                </c:pt>
                <c:pt idx="16181">
                  <c:v>1.4375901449412433E-2</c:v>
                </c:pt>
                <c:pt idx="16182">
                  <c:v>1.4375901449412433E-2</c:v>
                </c:pt>
                <c:pt idx="16183">
                  <c:v>1.4068521977632233E-2</c:v>
                </c:pt>
                <c:pt idx="16184">
                  <c:v>1.4021232828127585E-2</c:v>
                </c:pt>
                <c:pt idx="16185">
                  <c:v>1.4352256874660109E-2</c:v>
                </c:pt>
                <c:pt idx="16186">
                  <c:v>1.4352256874660109E-2</c:v>
                </c:pt>
                <c:pt idx="16187">
                  <c:v>1.4068521977632233E-2</c:v>
                </c:pt>
                <c:pt idx="16188">
                  <c:v>1.3926654529118293E-2</c:v>
                </c:pt>
                <c:pt idx="16189">
                  <c:v>1.4163100276641524E-2</c:v>
                </c:pt>
                <c:pt idx="16190">
                  <c:v>1.4257678575650816E-2</c:v>
                </c:pt>
                <c:pt idx="16191">
                  <c:v>1.3997588253375262E-2</c:v>
                </c:pt>
                <c:pt idx="16192">
                  <c:v>1.3808431655356678E-2</c:v>
                </c:pt>
                <c:pt idx="16193">
                  <c:v>1.4115811127136878E-2</c:v>
                </c:pt>
                <c:pt idx="16194">
                  <c:v>1.4257678575650816E-2</c:v>
                </c:pt>
                <c:pt idx="16195">
                  <c:v>1.4021232828127585E-2</c:v>
                </c:pt>
                <c:pt idx="16196">
                  <c:v>1.3903009954365971E-2</c:v>
                </c:pt>
                <c:pt idx="16197">
                  <c:v>1.4257678575650816E-2</c:v>
                </c:pt>
                <c:pt idx="16198">
                  <c:v>1.4304967725155463E-2</c:v>
                </c:pt>
                <c:pt idx="16199">
                  <c:v>1.4044877402879909E-2</c:v>
                </c:pt>
                <c:pt idx="16200">
                  <c:v>1.3855720804861324E-2</c:v>
                </c:pt>
                <c:pt idx="16201">
                  <c:v>1.428132315040314E-2</c:v>
                </c:pt>
                <c:pt idx="16202">
                  <c:v>1.4423190598917078E-2</c:v>
                </c:pt>
                <c:pt idx="16203">
                  <c:v>1.4163100276641524E-2</c:v>
                </c:pt>
                <c:pt idx="16204">
                  <c:v>1.3926654529118293E-2</c:v>
                </c:pt>
                <c:pt idx="16205">
                  <c:v>1.4210389426146171E-2</c:v>
                </c:pt>
                <c:pt idx="16206">
                  <c:v>1.4352256874660109E-2</c:v>
                </c:pt>
                <c:pt idx="16207">
                  <c:v>1.4115811127136878E-2</c:v>
                </c:pt>
                <c:pt idx="16208">
                  <c:v>1.3926654529118293E-2</c:v>
                </c:pt>
                <c:pt idx="16209">
                  <c:v>1.4304967725155463E-2</c:v>
                </c:pt>
                <c:pt idx="16210">
                  <c:v>1.4399546024164754E-2</c:v>
                </c:pt>
                <c:pt idx="16211">
                  <c:v>1.4210389426146171E-2</c:v>
                </c:pt>
                <c:pt idx="16212">
                  <c:v>1.4021232828127585E-2</c:v>
                </c:pt>
                <c:pt idx="16213">
                  <c:v>1.4399546024164754E-2</c:v>
                </c:pt>
                <c:pt idx="16214">
                  <c:v>1.4565058047431016E-2</c:v>
                </c:pt>
                <c:pt idx="16215">
                  <c:v>1.4375901449412433E-2</c:v>
                </c:pt>
                <c:pt idx="16216">
                  <c:v>1.4092166552384554E-2</c:v>
                </c:pt>
                <c:pt idx="16217">
                  <c:v>1.4352256874660109E-2</c:v>
                </c:pt>
                <c:pt idx="16218">
                  <c:v>1.4470479748421725E-2</c:v>
                </c:pt>
                <c:pt idx="16219">
                  <c:v>1.4186744851393847E-2</c:v>
                </c:pt>
                <c:pt idx="16220">
                  <c:v>1.3926654529118293E-2</c:v>
                </c:pt>
                <c:pt idx="16221">
                  <c:v>1.4210389426146171E-2</c:v>
                </c:pt>
                <c:pt idx="16222">
                  <c:v>1.4352256874660109E-2</c:v>
                </c:pt>
                <c:pt idx="16223">
                  <c:v>1.4115811127136878E-2</c:v>
                </c:pt>
                <c:pt idx="16224">
                  <c:v>1.3832076230109002E-2</c:v>
                </c:pt>
                <c:pt idx="16225">
                  <c:v>1.4139455701889202E-2</c:v>
                </c:pt>
                <c:pt idx="16226">
                  <c:v>1.4328612299907785E-2</c:v>
                </c:pt>
                <c:pt idx="16227">
                  <c:v>1.4068521977632233E-2</c:v>
                </c:pt>
                <c:pt idx="16228">
                  <c:v>1.3713853356347385E-2</c:v>
                </c:pt>
                <c:pt idx="16229">
                  <c:v>1.3997588253375262E-2</c:v>
                </c:pt>
                <c:pt idx="16230">
                  <c:v>1.4234034000898494E-2</c:v>
                </c:pt>
                <c:pt idx="16231">
                  <c:v>1.4163100276641524E-2</c:v>
                </c:pt>
                <c:pt idx="16232">
                  <c:v>1.3855720804861324E-2</c:v>
                </c:pt>
                <c:pt idx="16233">
                  <c:v>1.4139455701889202E-2</c:v>
                </c:pt>
                <c:pt idx="16234">
                  <c:v>1.4328612299907785E-2</c:v>
                </c:pt>
                <c:pt idx="16235">
                  <c:v>1.4163100276641524E-2</c:v>
                </c:pt>
                <c:pt idx="16236">
                  <c:v>1.3879365379613647E-2</c:v>
                </c:pt>
                <c:pt idx="16237">
                  <c:v>1.4068521977632233E-2</c:v>
                </c:pt>
                <c:pt idx="16238">
                  <c:v>1.4234034000898494E-2</c:v>
                </c:pt>
                <c:pt idx="16239">
                  <c:v>1.4092166552384554E-2</c:v>
                </c:pt>
                <c:pt idx="16240">
                  <c:v>1.3713853356347385E-2</c:v>
                </c:pt>
                <c:pt idx="16241">
                  <c:v>1.397394367862294E-2</c:v>
                </c:pt>
                <c:pt idx="16242">
                  <c:v>1.4186744851393847E-2</c:v>
                </c:pt>
                <c:pt idx="16243">
                  <c:v>1.4092166552384554E-2</c:v>
                </c:pt>
                <c:pt idx="16244">
                  <c:v>1.3832076230109002E-2</c:v>
                </c:pt>
                <c:pt idx="16245">
                  <c:v>1.4044877402879909E-2</c:v>
                </c:pt>
                <c:pt idx="16246">
                  <c:v>1.4234034000898494E-2</c:v>
                </c:pt>
                <c:pt idx="16247">
                  <c:v>1.4257678575650816E-2</c:v>
                </c:pt>
                <c:pt idx="16248">
                  <c:v>1.3950299103870616E-2</c:v>
                </c:pt>
                <c:pt idx="16249">
                  <c:v>1.4092166552384554E-2</c:v>
                </c:pt>
                <c:pt idx="16250">
                  <c:v>1.428132315040314E-2</c:v>
                </c:pt>
                <c:pt idx="16251">
                  <c:v>1.4234034000898494E-2</c:v>
                </c:pt>
                <c:pt idx="16252">
                  <c:v>1.3903009954365971E-2</c:v>
                </c:pt>
                <c:pt idx="16253">
                  <c:v>1.4068521977632233E-2</c:v>
                </c:pt>
                <c:pt idx="16254">
                  <c:v>1.4352256874660109E-2</c:v>
                </c:pt>
                <c:pt idx="16255">
                  <c:v>1.4304967725155463E-2</c:v>
                </c:pt>
                <c:pt idx="16256">
                  <c:v>1.3926654529118293E-2</c:v>
                </c:pt>
                <c:pt idx="16257">
                  <c:v>1.3997588253375262E-2</c:v>
                </c:pt>
                <c:pt idx="16258">
                  <c:v>1.428132315040314E-2</c:v>
                </c:pt>
                <c:pt idx="16259">
                  <c:v>1.428132315040314E-2</c:v>
                </c:pt>
                <c:pt idx="16260">
                  <c:v>1.3903009954365971E-2</c:v>
                </c:pt>
                <c:pt idx="16261">
                  <c:v>1.3808431655356678E-2</c:v>
                </c:pt>
                <c:pt idx="16262">
                  <c:v>1.4115811127136878E-2</c:v>
                </c:pt>
                <c:pt idx="16263">
                  <c:v>1.4210389426146171E-2</c:v>
                </c:pt>
                <c:pt idx="16264">
                  <c:v>1.397394367862294E-2</c:v>
                </c:pt>
                <c:pt idx="16265">
                  <c:v>1.397394367862294E-2</c:v>
                </c:pt>
                <c:pt idx="16266">
                  <c:v>1.428132315040314E-2</c:v>
                </c:pt>
                <c:pt idx="16267">
                  <c:v>1.4257678575650816E-2</c:v>
                </c:pt>
                <c:pt idx="16268">
                  <c:v>1.3950299103870616E-2</c:v>
                </c:pt>
                <c:pt idx="16269">
                  <c:v>1.3997588253375262E-2</c:v>
                </c:pt>
                <c:pt idx="16270">
                  <c:v>1.428132315040314E-2</c:v>
                </c:pt>
                <c:pt idx="16271">
                  <c:v>1.428132315040314E-2</c:v>
                </c:pt>
                <c:pt idx="16272">
                  <c:v>1.397394367862294E-2</c:v>
                </c:pt>
                <c:pt idx="16273">
                  <c:v>1.3855720804861324E-2</c:v>
                </c:pt>
                <c:pt idx="16274">
                  <c:v>1.4257678575650816E-2</c:v>
                </c:pt>
                <c:pt idx="16275">
                  <c:v>1.4210389426146171E-2</c:v>
                </c:pt>
                <c:pt idx="16276">
                  <c:v>1.3855720804861324E-2</c:v>
                </c:pt>
                <c:pt idx="16277">
                  <c:v>1.3761142505852031E-2</c:v>
                </c:pt>
                <c:pt idx="16278">
                  <c:v>1.4186744851393847E-2</c:v>
                </c:pt>
                <c:pt idx="16279">
                  <c:v>1.4328612299907785E-2</c:v>
                </c:pt>
                <c:pt idx="16280">
                  <c:v>1.4021232828127585E-2</c:v>
                </c:pt>
                <c:pt idx="16281">
                  <c:v>1.3832076230109002E-2</c:v>
                </c:pt>
                <c:pt idx="16282">
                  <c:v>1.4139455701889202E-2</c:v>
                </c:pt>
                <c:pt idx="16283">
                  <c:v>1.4139455701889202E-2</c:v>
                </c:pt>
                <c:pt idx="16284">
                  <c:v>1.3855720804861324E-2</c:v>
                </c:pt>
                <c:pt idx="16285">
                  <c:v>1.3737497931099709E-2</c:v>
                </c:pt>
                <c:pt idx="16286">
                  <c:v>1.4163100276641524E-2</c:v>
                </c:pt>
                <c:pt idx="16287">
                  <c:v>1.4257678575650816E-2</c:v>
                </c:pt>
                <c:pt idx="16288">
                  <c:v>1.4092166552384554E-2</c:v>
                </c:pt>
                <c:pt idx="16289">
                  <c:v>1.3855720804861324E-2</c:v>
                </c:pt>
                <c:pt idx="16290">
                  <c:v>1.4115811127136878E-2</c:v>
                </c:pt>
                <c:pt idx="16291">
                  <c:v>1.4186744851393847E-2</c:v>
                </c:pt>
                <c:pt idx="16292">
                  <c:v>1.3950299103870616E-2</c:v>
                </c:pt>
                <c:pt idx="16293">
                  <c:v>1.3737497931099709E-2</c:v>
                </c:pt>
                <c:pt idx="16294">
                  <c:v>1.4210389426146171E-2</c:v>
                </c:pt>
                <c:pt idx="16295">
                  <c:v>1.4304967725155463E-2</c:v>
                </c:pt>
                <c:pt idx="16296">
                  <c:v>1.4021232828127585E-2</c:v>
                </c:pt>
                <c:pt idx="16297">
                  <c:v>1.3761142505852031E-2</c:v>
                </c:pt>
                <c:pt idx="16298">
                  <c:v>1.4115811127136878E-2</c:v>
                </c:pt>
                <c:pt idx="16299">
                  <c:v>1.4352256874660109E-2</c:v>
                </c:pt>
                <c:pt idx="16300">
                  <c:v>1.4115811127136878E-2</c:v>
                </c:pt>
                <c:pt idx="16301">
                  <c:v>1.3808431655356678E-2</c:v>
                </c:pt>
                <c:pt idx="16302">
                  <c:v>1.4068521977632233E-2</c:v>
                </c:pt>
                <c:pt idx="16303">
                  <c:v>1.4210389426146171E-2</c:v>
                </c:pt>
                <c:pt idx="16304">
                  <c:v>1.4068521977632233E-2</c:v>
                </c:pt>
                <c:pt idx="16305">
                  <c:v>1.3855720804861324E-2</c:v>
                </c:pt>
                <c:pt idx="16306">
                  <c:v>1.4186744851393847E-2</c:v>
                </c:pt>
                <c:pt idx="16307">
                  <c:v>1.4304967725155463E-2</c:v>
                </c:pt>
                <c:pt idx="16308">
                  <c:v>1.4139455701889202E-2</c:v>
                </c:pt>
                <c:pt idx="16309">
                  <c:v>1.3855720804861324E-2</c:v>
                </c:pt>
                <c:pt idx="16310">
                  <c:v>1.4234034000898494E-2</c:v>
                </c:pt>
                <c:pt idx="16311">
                  <c:v>1.4352256874660109E-2</c:v>
                </c:pt>
                <c:pt idx="16312">
                  <c:v>1.4163100276641524E-2</c:v>
                </c:pt>
                <c:pt idx="16313">
                  <c:v>1.3808431655356678E-2</c:v>
                </c:pt>
                <c:pt idx="16314">
                  <c:v>1.4092166552384554E-2</c:v>
                </c:pt>
                <c:pt idx="16315">
                  <c:v>1.4352256874660109E-2</c:v>
                </c:pt>
                <c:pt idx="16316">
                  <c:v>1.4186744851393847E-2</c:v>
                </c:pt>
                <c:pt idx="16317">
                  <c:v>1.3879365379613647E-2</c:v>
                </c:pt>
                <c:pt idx="16318">
                  <c:v>1.4139455701889202E-2</c:v>
                </c:pt>
                <c:pt idx="16319">
                  <c:v>1.4328612299907785E-2</c:v>
                </c:pt>
                <c:pt idx="16320">
                  <c:v>1.4163100276641524E-2</c:v>
                </c:pt>
                <c:pt idx="16321">
                  <c:v>1.3784787080604355E-2</c:v>
                </c:pt>
                <c:pt idx="16322">
                  <c:v>1.3997588253375262E-2</c:v>
                </c:pt>
                <c:pt idx="16323">
                  <c:v>1.4163100276641524E-2</c:v>
                </c:pt>
                <c:pt idx="16324">
                  <c:v>1.4021232828127585E-2</c:v>
                </c:pt>
                <c:pt idx="16325">
                  <c:v>1.366656420684274E-2</c:v>
                </c:pt>
                <c:pt idx="16326">
                  <c:v>1.3879365379613647E-2</c:v>
                </c:pt>
                <c:pt idx="16327">
                  <c:v>1.4115811127136878E-2</c:v>
                </c:pt>
                <c:pt idx="16328">
                  <c:v>1.4068521977632233E-2</c:v>
                </c:pt>
                <c:pt idx="16329">
                  <c:v>1.3737497931099709E-2</c:v>
                </c:pt>
                <c:pt idx="16330">
                  <c:v>1.3950299103870616E-2</c:v>
                </c:pt>
                <c:pt idx="16331">
                  <c:v>1.4234034000898494E-2</c:v>
                </c:pt>
                <c:pt idx="16332">
                  <c:v>1.4115811127136878E-2</c:v>
                </c:pt>
                <c:pt idx="16333">
                  <c:v>1.3784787080604355E-2</c:v>
                </c:pt>
                <c:pt idx="16334">
                  <c:v>1.3855720804861324E-2</c:v>
                </c:pt>
                <c:pt idx="16335">
                  <c:v>1.4186744851393847E-2</c:v>
                </c:pt>
                <c:pt idx="16336">
                  <c:v>1.4139455701889202E-2</c:v>
                </c:pt>
                <c:pt idx="16337">
                  <c:v>1.3784787080604355E-2</c:v>
                </c:pt>
                <c:pt idx="16338">
                  <c:v>1.3879365379613647E-2</c:v>
                </c:pt>
                <c:pt idx="16339">
                  <c:v>1.4210389426146171E-2</c:v>
                </c:pt>
                <c:pt idx="16340">
                  <c:v>1.4186744851393847E-2</c:v>
                </c:pt>
                <c:pt idx="16341">
                  <c:v>1.3926654529118293E-2</c:v>
                </c:pt>
                <c:pt idx="16342">
                  <c:v>1.3950299103870616E-2</c:v>
                </c:pt>
                <c:pt idx="16343">
                  <c:v>1.4234034000898494E-2</c:v>
                </c:pt>
                <c:pt idx="16344">
                  <c:v>1.4234034000898494E-2</c:v>
                </c:pt>
                <c:pt idx="16345">
                  <c:v>1.3903009954365971E-2</c:v>
                </c:pt>
                <c:pt idx="16346">
                  <c:v>1.4021232828127585E-2</c:v>
                </c:pt>
                <c:pt idx="16347">
                  <c:v>1.4352256874660109E-2</c:v>
                </c:pt>
                <c:pt idx="16348">
                  <c:v>1.4186744851393847E-2</c:v>
                </c:pt>
                <c:pt idx="16349">
                  <c:v>1.3926654529118293E-2</c:v>
                </c:pt>
                <c:pt idx="16350">
                  <c:v>1.3950299103870616E-2</c:v>
                </c:pt>
                <c:pt idx="16351">
                  <c:v>1.4304967725155463E-2</c:v>
                </c:pt>
                <c:pt idx="16352">
                  <c:v>1.4352256874660109E-2</c:v>
                </c:pt>
                <c:pt idx="16353">
                  <c:v>1.4068521977632233E-2</c:v>
                </c:pt>
                <c:pt idx="16354">
                  <c:v>1.4044877402879909E-2</c:v>
                </c:pt>
                <c:pt idx="16355">
                  <c:v>1.4352256874660109E-2</c:v>
                </c:pt>
                <c:pt idx="16356">
                  <c:v>1.4375901449412433E-2</c:v>
                </c:pt>
                <c:pt idx="16357">
                  <c:v>1.4092166552384554E-2</c:v>
                </c:pt>
                <c:pt idx="16358">
                  <c:v>1.3997588253375262E-2</c:v>
                </c:pt>
                <c:pt idx="16359">
                  <c:v>1.4352256874660109E-2</c:v>
                </c:pt>
                <c:pt idx="16360">
                  <c:v>1.4304967725155463E-2</c:v>
                </c:pt>
                <c:pt idx="16361">
                  <c:v>1.3903009954365971E-2</c:v>
                </c:pt>
                <c:pt idx="16362">
                  <c:v>1.3808431655356678E-2</c:v>
                </c:pt>
                <c:pt idx="16363">
                  <c:v>1.4186744851393847E-2</c:v>
                </c:pt>
                <c:pt idx="16364">
                  <c:v>1.4163100276641524E-2</c:v>
                </c:pt>
                <c:pt idx="16365">
                  <c:v>1.3832076230109002E-2</c:v>
                </c:pt>
                <c:pt idx="16366">
                  <c:v>1.3808431655356678E-2</c:v>
                </c:pt>
                <c:pt idx="16367">
                  <c:v>1.4163100276641524E-2</c:v>
                </c:pt>
                <c:pt idx="16368">
                  <c:v>1.4163100276641524E-2</c:v>
                </c:pt>
                <c:pt idx="16369">
                  <c:v>1.3997588253375262E-2</c:v>
                </c:pt>
                <c:pt idx="16370">
                  <c:v>1.3855720804861324E-2</c:v>
                </c:pt>
                <c:pt idx="16371">
                  <c:v>1.4257678575650816E-2</c:v>
                </c:pt>
                <c:pt idx="16372">
                  <c:v>1.4257678575650816E-2</c:v>
                </c:pt>
                <c:pt idx="16373">
                  <c:v>1.397394367862294E-2</c:v>
                </c:pt>
                <c:pt idx="16374">
                  <c:v>1.3784787080604355E-2</c:v>
                </c:pt>
                <c:pt idx="16375">
                  <c:v>1.4139455701889202E-2</c:v>
                </c:pt>
                <c:pt idx="16376">
                  <c:v>1.4186744851393847E-2</c:v>
                </c:pt>
                <c:pt idx="16377">
                  <c:v>1.3926654529118293E-2</c:v>
                </c:pt>
                <c:pt idx="16378">
                  <c:v>1.3761142505852031E-2</c:v>
                </c:pt>
                <c:pt idx="16379">
                  <c:v>1.4186744851393847E-2</c:v>
                </c:pt>
                <c:pt idx="16380">
                  <c:v>1.428132315040314E-2</c:v>
                </c:pt>
                <c:pt idx="16381">
                  <c:v>1.4068521977632233E-2</c:v>
                </c:pt>
                <c:pt idx="16382">
                  <c:v>1.3855720804861324E-2</c:v>
                </c:pt>
                <c:pt idx="16383">
                  <c:v>1.4234034000898494E-2</c:v>
                </c:pt>
                <c:pt idx="16384">
                  <c:v>1.4304967725155463E-2</c:v>
                </c:pt>
                <c:pt idx="16385">
                  <c:v>1.4068521977632233E-2</c:v>
                </c:pt>
                <c:pt idx="16386">
                  <c:v>1.3855720804861324E-2</c:v>
                </c:pt>
                <c:pt idx="16387">
                  <c:v>1.4257678575650816E-2</c:v>
                </c:pt>
                <c:pt idx="16388">
                  <c:v>1.4352256874660109E-2</c:v>
                </c:pt>
                <c:pt idx="16389">
                  <c:v>1.4163100276641524E-2</c:v>
                </c:pt>
                <c:pt idx="16390">
                  <c:v>1.3903009954365971E-2</c:v>
                </c:pt>
                <c:pt idx="16391">
                  <c:v>1.4257678575650816E-2</c:v>
                </c:pt>
                <c:pt idx="16392">
                  <c:v>1.4423190598917078E-2</c:v>
                </c:pt>
                <c:pt idx="16393">
                  <c:v>1.4210389426146171E-2</c:v>
                </c:pt>
                <c:pt idx="16394">
                  <c:v>1.3879365379613647E-2</c:v>
                </c:pt>
                <c:pt idx="16395">
                  <c:v>1.4163100276641524E-2</c:v>
                </c:pt>
                <c:pt idx="16396">
                  <c:v>1.428132315040314E-2</c:v>
                </c:pt>
                <c:pt idx="16397">
                  <c:v>1.4139455701889202E-2</c:v>
                </c:pt>
                <c:pt idx="16398">
                  <c:v>1.3950299103870616E-2</c:v>
                </c:pt>
                <c:pt idx="16399">
                  <c:v>1.428132315040314E-2</c:v>
                </c:pt>
                <c:pt idx="16400">
                  <c:v>1.4446835173669402E-2</c:v>
                </c:pt>
                <c:pt idx="16401">
                  <c:v>1.428132315040314E-2</c:v>
                </c:pt>
                <c:pt idx="16402">
                  <c:v>1.4021232828127585E-2</c:v>
                </c:pt>
                <c:pt idx="16403">
                  <c:v>1.4234034000898494E-2</c:v>
                </c:pt>
                <c:pt idx="16404">
                  <c:v>1.4399546024164754E-2</c:v>
                </c:pt>
                <c:pt idx="16405">
                  <c:v>1.4139455701889202E-2</c:v>
                </c:pt>
                <c:pt idx="16406">
                  <c:v>1.3808431655356678E-2</c:v>
                </c:pt>
                <c:pt idx="16407">
                  <c:v>1.4044877402879909E-2</c:v>
                </c:pt>
                <c:pt idx="16408">
                  <c:v>1.4304967725155463E-2</c:v>
                </c:pt>
                <c:pt idx="16409">
                  <c:v>1.4139455701889202E-2</c:v>
                </c:pt>
                <c:pt idx="16410">
                  <c:v>1.3855720804861324E-2</c:v>
                </c:pt>
                <c:pt idx="16411">
                  <c:v>1.3997588253375262E-2</c:v>
                </c:pt>
                <c:pt idx="16412">
                  <c:v>1.4210389426146171E-2</c:v>
                </c:pt>
                <c:pt idx="16413">
                  <c:v>1.4092166552384554E-2</c:v>
                </c:pt>
                <c:pt idx="16414">
                  <c:v>1.3784787080604355E-2</c:v>
                </c:pt>
                <c:pt idx="16415">
                  <c:v>1.4021232828127585E-2</c:v>
                </c:pt>
                <c:pt idx="16416">
                  <c:v>1.428132315040314E-2</c:v>
                </c:pt>
                <c:pt idx="16417">
                  <c:v>1.4044877402879909E-2</c:v>
                </c:pt>
                <c:pt idx="16418">
                  <c:v>1.3761142505852031E-2</c:v>
                </c:pt>
                <c:pt idx="16419">
                  <c:v>1.3926654529118293E-2</c:v>
                </c:pt>
                <c:pt idx="16420">
                  <c:v>1.4210389426146171E-2</c:v>
                </c:pt>
                <c:pt idx="16421">
                  <c:v>1.4068521977632233E-2</c:v>
                </c:pt>
                <c:pt idx="16422">
                  <c:v>1.3784787080604355E-2</c:v>
                </c:pt>
                <c:pt idx="16423">
                  <c:v>1.3997588253375262E-2</c:v>
                </c:pt>
                <c:pt idx="16424">
                  <c:v>1.428132315040314E-2</c:v>
                </c:pt>
                <c:pt idx="16425">
                  <c:v>1.4186744851393847E-2</c:v>
                </c:pt>
                <c:pt idx="16426">
                  <c:v>1.3926654529118293E-2</c:v>
                </c:pt>
                <c:pt idx="16427">
                  <c:v>1.4021232828127585E-2</c:v>
                </c:pt>
                <c:pt idx="16428">
                  <c:v>1.4304967725155463E-2</c:v>
                </c:pt>
                <c:pt idx="16429">
                  <c:v>1.4257678575650816E-2</c:v>
                </c:pt>
                <c:pt idx="16430">
                  <c:v>1.3950299103870616E-2</c:v>
                </c:pt>
                <c:pt idx="16431">
                  <c:v>1.4044877402879909E-2</c:v>
                </c:pt>
                <c:pt idx="16432">
                  <c:v>1.4399546024164754E-2</c:v>
                </c:pt>
                <c:pt idx="16433">
                  <c:v>1.428132315040314E-2</c:v>
                </c:pt>
                <c:pt idx="16434">
                  <c:v>1.3926654529118293E-2</c:v>
                </c:pt>
                <c:pt idx="16435">
                  <c:v>1.397394367862294E-2</c:v>
                </c:pt>
                <c:pt idx="16436">
                  <c:v>1.4304967725155463E-2</c:v>
                </c:pt>
                <c:pt idx="16437">
                  <c:v>1.4234034000898494E-2</c:v>
                </c:pt>
                <c:pt idx="16438">
                  <c:v>1.3855720804861324E-2</c:v>
                </c:pt>
                <c:pt idx="16439">
                  <c:v>1.3855720804861324E-2</c:v>
                </c:pt>
                <c:pt idx="16440">
                  <c:v>1.428132315040314E-2</c:v>
                </c:pt>
                <c:pt idx="16441">
                  <c:v>1.4352256874660109E-2</c:v>
                </c:pt>
                <c:pt idx="16442">
                  <c:v>1.4068521977632233E-2</c:v>
                </c:pt>
                <c:pt idx="16443">
                  <c:v>1.3997588253375262E-2</c:v>
                </c:pt>
                <c:pt idx="16444">
                  <c:v>1.4328612299907785E-2</c:v>
                </c:pt>
                <c:pt idx="16445">
                  <c:v>1.428132315040314E-2</c:v>
                </c:pt>
                <c:pt idx="16446">
                  <c:v>1.4068521977632233E-2</c:v>
                </c:pt>
                <c:pt idx="16447">
                  <c:v>1.4115811127136878E-2</c:v>
                </c:pt>
                <c:pt idx="16448">
                  <c:v>1.4446835173669402E-2</c:v>
                </c:pt>
                <c:pt idx="16449">
                  <c:v>1.4375901449412433E-2</c:v>
                </c:pt>
                <c:pt idx="16450">
                  <c:v>1.4044877402879909E-2</c:v>
                </c:pt>
                <c:pt idx="16451">
                  <c:v>1.397394367862294E-2</c:v>
                </c:pt>
                <c:pt idx="16452">
                  <c:v>1.4375901449412433E-2</c:v>
                </c:pt>
                <c:pt idx="16453">
                  <c:v>1.4352256874660109E-2</c:v>
                </c:pt>
                <c:pt idx="16454">
                  <c:v>1.397394367862294E-2</c:v>
                </c:pt>
                <c:pt idx="16455">
                  <c:v>1.3903009954365971E-2</c:v>
                </c:pt>
                <c:pt idx="16456">
                  <c:v>1.4257678575650816E-2</c:v>
                </c:pt>
                <c:pt idx="16457">
                  <c:v>1.4257678575650816E-2</c:v>
                </c:pt>
                <c:pt idx="16458">
                  <c:v>1.4044877402879909E-2</c:v>
                </c:pt>
                <c:pt idx="16459">
                  <c:v>1.3926654529118293E-2</c:v>
                </c:pt>
                <c:pt idx="16460">
                  <c:v>1.428132315040314E-2</c:v>
                </c:pt>
                <c:pt idx="16461">
                  <c:v>1.4328612299907785E-2</c:v>
                </c:pt>
                <c:pt idx="16462">
                  <c:v>1.4092166552384554E-2</c:v>
                </c:pt>
                <c:pt idx="16463">
                  <c:v>1.3997588253375262E-2</c:v>
                </c:pt>
                <c:pt idx="16464">
                  <c:v>1.4352256874660109E-2</c:v>
                </c:pt>
                <c:pt idx="16465">
                  <c:v>1.4446835173669402E-2</c:v>
                </c:pt>
                <c:pt idx="16466">
                  <c:v>1.4234034000898494E-2</c:v>
                </c:pt>
                <c:pt idx="16467">
                  <c:v>1.4044877402879909E-2</c:v>
                </c:pt>
                <c:pt idx="16468">
                  <c:v>1.4304967725155463E-2</c:v>
                </c:pt>
                <c:pt idx="16469">
                  <c:v>1.4328612299907785E-2</c:v>
                </c:pt>
                <c:pt idx="16470">
                  <c:v>1.3997588253375262E-2</c:v>
                </c:pt>
                <c:pt idx="16471">
                  <c:v>1.3879365379613647E-2</c:v>
                </c:pt>
                <c:pt idx="16472">
                  <c:v>1.4234034000898494E-2</c:v>
                </c:pt>
                <c:pt idx="16473">
                  <c:v>1.4304967725155463E-2</c:v>
                </c:pt>
                <c:pt idx="16474">
                  <c:v>1.4139455701889202E-2</c:v>
                </c:pt>
                <c:pt idx="16475">
                  <c:v>1.397394367862294E-2</c:v>
                </c:pt>
                <c:pt idx="16476">
                  <c:v>1.4328612299907785E-2</c:v>
                </c:pt>
                <c:pt idx="16477">
                  <c:v>1.4470479748421725E-2</c:v>
                </c:pt>
                <c:pt idx="16478">
                  <c:v>1.4186744851393847E-2</c:v>
                </c:pt>
                <c:pt idx="16479">
                  <c:v>1.3950299103870616E-2</c:v>
                </c:pt>
                <c:pt idx="16480">
                  <c:v>1.428132315040314E-2</c:v>
                </c:pt>
                <c:pt idx="16481">
                  <c:v>1.4375901449412433E-2</c:v>
                </c:pt>
                <c:pt idx="16482">
                  <c:v>1.4139455701889202E-2</c:v>
                </c:pt>
                <c:pt idx="16483">
                  <c:v>1.3950299103870616E-2</c:v>
                </c:pt>
                <c:pt idx="16484">
                  <c:v>1.4234034000898494E-2</c:v>
                </c:pt>
                <c:pt idx="16485">
                  <c:v>1.4423190598917078E-2</c:v>
                </c:pt>
                <c:pt idx="16486">
                  <c:v>1.4210389426146171E-2</c:v>
                </c:pt>
                <c:pt idx="16487">
                  <c:v>1.3926654529118293E-2</c:v>
                </c:pt>
                <c:pt idx="16488">
                  <c:v>1.4186744851393847E-2</c:v>
                </c:pt>
                <c:pt idx="16489">
                  <c:v>1.4375901449412433E-2</c:v>
                </c:pt>
                <c:pt idx="16490">
                  <c:v>1.4186744851393847E-2</c:v>
                </c:pt>
                <c:pt idx="16491">
                  <c:v>1.3903009954365971E-2</c:v>
                </c:pt>
                <c:pt idx="16492">
                  <c:v>1.4092166552384554E-2</c:v>
                </c:pt>
                <c:pt idx="16493">
                  <c:v>1.428132315040314E-2</c:v>
                </c:pt>
                <c:pt idx="16494">
                  <c:v>1.4044877402879909E-2</c:v>
                </c:pt>
                <c:pt idx="16495">
                  <c:v>1.3713853356347385E-2</c:v>
                </c:pt>
                <c:pt idx="16496">
                  <c:v>1.4021232828127585E-2</c:v>
                </c:pt>
                <c:pt idx="16497">
                  <c:v>1.4186744851393847E-2</c:v>
                </c:pt>
                <c:pt idx="16498">
                  <c:v>1.4044877402879909E-2</c:v>
                </c:pt>
                <c:pt idx="16499">
                  <c:v>1.3808431655356678E-2</c:v>
                </c:pt>
                <c:pt idx="16500">
                  <c:v>1.4044877402879909E-2</c:v>
                </c:pt>
                <c:pt idx="16501">
                  <c:v>1.4304967725155463E-2</c:v>
                </c:pt>
                <c:pt idx="16502">
                  <c:v>1.4186744851393847E-2</c:v>
                </c:pt>
                <c:pt idx="16503">
                  <c:v>1.3950299103870616E-2</c:v>
                </c:pt>
                <c:pt idx="16504">
                  <c:v>1.4139455701889202E-2</c:v>
                </c:pt>
                <c:pt idx="16505">
                  <c:v>1.4304967725155463E-2</c:v>
                </c:pt>
                <c:pt idx="16506">
                  <c:v>1.4210389426146171E-2</c:v>
                </c:pt>
                <c:pt idx="16507">
                  <c:v>1.397394367862294E-2</c:v>
                </c:pt>
                <c:pt idx="16508">
                  <c:v>1.4210389426146171E-2</c:v>
                </c:pt>
                <c:pt idx="16509">
                  <c:v>1.4375901449412433E-2</c:v>
                </c:pt>
                <c:pt idx="16510">
                  <c:v>1.4210389426146171E-2</c:v>
                </c:pt>
                <c:pt idx="16511">
                  <c:v>1.3903009954365971E-2</c:v>
                </c:pt>
                <c:pt idx="16512">
                  <c:v>1.4092166552384554E-2</c:v>
                </c:pt>
                <c:pt idx="16513">
                  <c:v>1.4352256874660109E-2</c:v>
                </c:pt>
                <c:pt idx="16514">
                  <c:v>1.4304967725155463E-2</c:v>
                </c:pt>
                <c:pt idx="16515">
                  <c:v>1.397394367862294E-2</c:v>
                </c:pt>
                <c:pt idx="16516">
                  <c:v>1.4186744851393847E-2</c:v>
                </c:pt>
                <c:pt idx="16517">
                  <c:v>1.4375901449412433E-2</c:v>
                </c:pt>
                <c:pt idx="16518">
                  <c:v>1.4257678575650816E-2</c:v>
                </c:pt>
                <c:pt idx="16519">
                  <c:v>1.3926654529118293E-2</c:v>
                </c:pt>
                <c:pt idx="16520">
                  <c:v>1.3997588253375262E-2</c:v>
                </c:pt>
                <c:pt idx="16521">
                  <c:v>1.4304967725155463E-2</c:v>
                </c:pt>
                <c:pt idx="16522">
                  <c:v>1.4234034000898494E-2</c:v>
                </c:pt>
                <c:pt idx="16523">
                  <c:v>1.3997588253375262E-2</c:v>
                </c:pt>
                <c:pt idx="16524">
                  <c:v>1.4139455701889202E-2</c:v>
                </c:pt>
                <c:pt idx="16525">
                  <c:v>1.4470479748421725E-2</c:v>
                </c:pt>
                <c:pt idx="16526">
                  <c:v>1.4470479748421725E-2</c:v>
                </c:pt>
                <c:pt idx="16527">
                  <c:v>1.4163100276641524E-2</c:v>
                </c:pt>
                <c:pt idx="16528">
                  <c:v>1.4210389426146171E-2</c:v>
                </c:pt>
                <c:pt idx="16529">
                  <c:v>1.4470479748421725E-2</c:v>
                </c:pt>
                <c:pt idx="16530">
                  <c:v>1.4375901449412433E-2</c:v>
                </c:pt>
                <c:pt idx="16531">
                  <c:v>1.4068521977632233E-2</c:v>
                </c:pt>
                <c:pt idx="16532">
                  <c:v>1.4139455701889202E-2</c:v>
                </c:pt>
                <c:pt idx="16533">
                  <c:v>1.4470479748421725E-2</c:v>
                </c:pt>
                <c:pt idx="16534">
                  <c:v>1.4446835173669402E-2</c:v>
                </c:pt>
                <c:pt idx="16535">
                  <c:v>1.4092166552384554E-2</c:v>
                </c:pt>
                <c:pt idx="16536">
                  <c:v>1.4092166552384554E-2</c:v>
                </c:pt>
                <c:pt idx="16537">
                  <c:v>1.4375901449412433E-2</c:v>
                </c:pt>
                <c:pt idx="16538">
                  <c:v>1.4446835173669402E-2</c:v>
                </c:pt>
                <c:pt idx="16539">
                  <c:v>1.4163100276641524E-2</c:v>
                </c:pt>
                <c:pt idx="16540">
                  <c:v>1.4186744851393847E-2</c:v>
                </c:pt>
                <c:pt idx="16541">
                  <c:v>1.4494124323174047E-2</c:v>
                </c:pt>
                <c:pt idx="16542">
                  <c:v>1.4399546024164754E-2</c:v>
                </c:pt>
                <c:pt idx="16543">
                  <c:v>1.4115811127136878E-2</c:v>
                </c:pt>
                <c:pt idx="16544">
                  <c:v>1.4044877402879909E-2</c:v>
                </c:pt>
                <c:pt idx="16545">
                  <c:v>1.428132315040314E-2</c:v>
                </c:pt>
                <c:pt idx="16546">
                  <c:v>1.4304967725155463E-2</c:v>
                </c:pt>
                <c:pt idx="16547">
                  <c:v>1.3997588253375262E-2</c:v>
                </c:pt>
                <c:pt idx="16548">
                  <c:v>1.397394367862294E-2</c:v>
                </c:pt>
                <c:pt idx="16549">
                  <c:v>1.4304967725155463E-2</c:v>
                </c:pt>
                <c:pt idx="16550">
                  <c:v>1.4352256874660109E-2</c:v>
                </c:pt>
                <c:pt idx="16551">
                  <c:v>1.4139455701889202E-2</c:v>
                </c:pt>
                <c:pt idx="16552">
                  <c:v>1.4115811127136878E-2</c:v>
                </c:pt>
                <c:pt idx="16553">
                  <c:v>1.4470479748421725E-2</c:v>
                </c:pt>
                <c:pt idx="16554">
                  <c:v>1.4565058047431016E-2</c:v>
                </c:pt>
                <c:pt idx="16555">
                  <c:v>1.4352256874660109E-2</c:v>
                </c:pt>
                <c:pt idx="16556">
                  <c:v>1.4210389426146171E-2</c:v>
                </c:pt>
                <c:pt idx="16557">
                  <c:v>1.4541413472678694E-2</c:v>
                </c:pt>
                <c:pt idx="16558">
                  <c:v>1.4635991771687987E-2</c:v>
                </c:pt>
                <c:pt idx="16559">
                  <c:v>1.4375901449412433E-2</c:v>
                </c:pt>
                <c:pt idx="16560">
                  <c:v>1.4186744851393847E-2</c:v>
                </c:pt>
                <c:pt idx="16561">
                  <c:v>1.458870262218334E-2</c:v>
                </c:pt>
                <c:pt idx="16562">
                  <c:v>1.4706925495944956E-2</c:v>
                </c:pt>
                <c:pt idx="16563">
                  <c:v>1.4352256874660109E-2</c:v>
                </c:pt>
                <c:pt idx="16564">
                  <c:v>1.4139455701889202E-2</c:v>
                </c:pt>
                <c:pt idx="16565">
                  <c:v>1.4541413472678694E-2</c:v>
                </c:pt>
                <c:pt idx="16566">
                  <c:v>1.4683280921192633E-2</c:v>
                </c:pt>
                <c:pt idx="16567">
                  <c:v>1.4423190598917078E-2</c:v>
                </c:pt>
                <c:pt idx="16568">
                  <c:v>1.4210389426146171E-2</c:v>
                </c:pt>
                <c:pt idx="16569">
                  <c:v>1.4446835173669402E-2</c:v>
                </c:pt>
                <c:pt idx="16570">
                  <c:v>1.4517768897926371E-2</c:v>
                </c:pt>
                <c:pt idx="16571">
                  <c:v>1.4446835173669402E-2</c:v>
                </c:pt>
                <c:pt idx="16572">
                  <c:v>1.4186744851393847E-2</c:v>
                </c:pt>
                <c:pt idx="16573">
                  <c:v>1.4494124323174047E-2</c:v>
                </c:pt>
                <c:pt idx="16574">
                  <c:v>1.4659636346440309E-2</c:v>
                </c:pt>
                <c:pt idx="16575">
                  <c:v>1.4446835173669402E-2</c:v>
                </c:pt>
                <c:pt idx="16576">
                  <c:v>1.4186744851393847E-2</c:v>
                </c:pt>
                <c:pt idx="16577">
                  <c:v>1.4446835173669402E-2</c:v>
                </c:pt>
                <c:pt idx="16578">
                  <c:v>1.4541413472678694E-2</c:v>
                </c:pt>
                <c:pt idx="16579">
                  <c:v>1.4328612299907785E-2</c:v>
                </c:pt>
                <c:pt idx="16580">
                  <c:v>1.4092166552384554E-2</c:v>
                </c:pt>
                <c:pt idx="16581">
                  <c:v>1.4423190598917078E-2</c:v>
                </c:pt>
                <c:pt idx="16582">
                  <c:v>1.4541413472678694E-2</c:v>
                </c:pt>
                <c:pt idx="16583">
                  <c:v>1.4304967725155463E-2</c:v>
                </c:pt>
                <c:pt idx="16584">
                  <c:v>1.4092166552384554E-2</c:v>
                </c:pt>
                <c:pt idx="16585">
                  <c:v>1.4423190598917078E-2</c:v>
                </c:pt>
                <c:pt idx="16586">
                  <c:v>1.4541413472678694E-2</c:v>
                </c:pt>
                <c:pt idx="16587">
                  <c:v>1.4399546024164754E-2</c:v>
                </c:pt>
                <c:pt idx="16588">
                  <c:v>1.4068521977632233E-2</c:v>
                </c:pt>
                <c:pt idx="16589">
                  <c:v>1.4328612299907785E-2</c:v>
                </c:pt>
                <c:pt idx="16590">
                  <c:v>1.4565058047431016E-2</c:v>
                </c:pt>
                <c:pt idx="16591">
                  <c:v>1.4399546024164754E-2</c:v>
                </c:pt>
                <c:pt idx="16592">
                  <c:v>1.4044877402879909E-2</c:v>
                </c:pt>
                <c:pt idx="16593">
                  <c:v>1.428132315040314E-2</c:v>
                </c:pt>
                <c:pt idx="16594">
                  <c:v>1.4446835173669402E-2</c:v>
                </c:pt>
                <c:pt idx="16595">
                  <c:v>1.4304967725155463E-2</c:v>
                </c:pt>
                <c:pt idx="16596">
                  <c:v>1.3997588253375262E-2</c:v>
                </c:pt>
                <c:pt idx="16597">
                  <c:v>1.4257678575650816E-2</c:v>
                </c:pt>
                <c:pt idx="16598">
                  <c:v>1.4470479748421725E-2</c:v>
                </c:pt>
                <c:pt idx="16599">
                  <c:v>1.4352256874660109E-2</c:v>
                </c:pt>
                <c:pt idx="16600">
                  <c:v>1.4092166552384554E-2</c:v>
                </c:pt>
                <c:pt idx="16601">
                  <c:v>1.4328612299907785E-2</c:v>
                </c:pt>
                <c:pt idx="16602">
                  <c:v>1.4446835173669402E-2</c:v>
                </c:pt>
                <c:pt idx="16603">
                  <c:v>1.4257678575650816E-2</c:v>
                </c:pt>
                <c:pt idx="16604">
                  <c:v>1.3903009954365971E-2</c:v>
                </c:pt>
                <c:pt idx="16605">
                  <c:v>1.4139455701889202E-2</c:v>
                </c:pt>
                <c:pt idx="16606">
                  <c:v>1.4423190598917078E-2</c:v>
                </c:pt>
                <c:pt idx="16607">
                  <c:v>1.4328612299907785E-2</c:v>
                </c:pt>
                <c:pt idx="16608">
                  <c:v>1.4021232828127585E-2</c:v>
                </c:pt>
                <c:pt idx="16609">
                  <c:v>1.428132315040314E-2</c:v>
                </c:pt>
                <c:pt idx="16610">
                  <c:v>1.4541413472678694E-2</c:v>
                </c:pt>
                <c:pt idx="16611">
                  <c:v>1.4423190598917078E-2</c:v>
                </c:pt>
                <c:pt idx="16612">
                  <c:v>1.4115811127136878E-2</c:v>
                </c:pt>
                <c:pt idx="16613">
                  <c:v>1.428132315040314E-2</c:v>
                </c:pt>
                <c:pt idx="16614">
                  <c:v>1.4541413472678694E-2</c:v>
                </c:pt>
                <c:pt idx="16615">
                  <c:v>1.4517768897926371E-2</c:v>
                </c:pt>
                <c:pt idx="16616">
                  <c:v>1.4210389426146171E-2</c:v>
                </c:pt>
                <c:pt idx="16617">
                  <c:v>1.4304967725155463E-2</c:v>
                </c:pt>
                <c:pt idx="16618">
                  <c:v>1.4565058047431016E-2</c:v>
                </c:pt>
                <c:pt idx="16619">
                  <c:v>1.4470479748421725E-2</c:v>
                </c:pt>
                <c:pt idx="16620">
                  <c:v>1.4115811127136878E-2</c:v>
                </c:pt>
                <c:pt idx="16621">
                  <c:v>1.4139455701889202E-2</c:v>
                </c:pt>
                <c:pt idx="16622">
                  <c:v>1.4470479748421725E-2</c:v>
                </c:pt>
                <c:pt idx="16623">
                  <c:v>1.4446835173669402E-2</c:v>
                </c:pt>
                <c:pt idx="16624">
                  <c:v>1.4139455701889202E-2</c:v>
                </c:pt>
                <c:pt idx="16625">
                  <c:v>1.4257678575650816E-2</c:v>
                </c:pt>
                <c:pt idx="16626">
                  <c:v>1.4635991771687987E-2</c:v>
                </c:pt>
                <c:pt idx="16627">
                  <c:v>1.4635991771687987E-2</c:v>
                </c:pt>
                <c:pt idx="16628">
                  <c:v>1.428132315040314E-2</c:v>
                </c:pt>
                <c:pt idx="16629">
                  <c:v>1.428132315040314E-2</c:v>
                </c:pt>
                <c:pt idx="16630">
                  <c:v>1.4565058047431016E-2</c:v>
                </c:pt>
                <c:pt idx="16631">
                  <c:v>1.4517768897926371E-2</c:v>
                </c:pt>
                <c:pt idx="16632">
                  <c:v>1.4210389426146171E-2</c:v>
                </c:pt>
                <c:pt idx="16633">
                  <c:v>1.4163100276641524E-2</c:v>
                </c:pt>
                <c:pt idx="16634">
                  <c:v>1.4446835173669402E-2</c:v>
                </c:pt>
                <c:pt idx="16635">
                  <c:v>1.4446835173669402E-2</c:v>
                </c:pt>
                <c:pt idx="16636">
                  <c:v>1.4163100276641524E-2</c:v>
                </c:pt>
                <c:pt idx="16637">
                  <c:v>1.4163100276641524E-2</c:v>
                </c:pt>
                <c:pt idx="16638">
                  <c:v>1.4565058047431016E-2</c:v>
                </c:pt>
                <c:pt idx="16639">
                  <c:v>1.4612347196935663E-2</c:v>
                </c:pt>
                <c:pt idx="16640">
                  <c:v>1.4375901449412433E-2</c:v>
                </c:pt>
                <c:pt idx="16641">
                  <c:v>1.4186744851393847E-2</c:v>
                </c:pt>
                <c:pt idx="16642">
                  <c:v>1.4541413472678694E-2</c:v>
                </c:pt>
                <c:pt idx="16643">
                  <c:v>1.4635991771687987E-2</c:v>
                </c:pt>
                <c:pt idx="16644">
                  <c:v>1.4423190598917078E-2</c:v>
                </c:pt>
                <c:pt idx="16645">
                  <c:v>1.4257678575650816E-2</c:v>
                </c:pt>
                <c:pt idx="16646">
                  <c:v>1.4612347196935663E-2</c:v>
                </c:pt>
                <c:pt idx="16647">
                  <c:v>1.4635991771687987E-2</c:v>
                </c:pt>
                <c:pt idx="16648">
                  <c:v>1.4257678575650816E-2</c:v>
                </c:pt>
                <c:pt idx="16649">
                  <c:v>1.4092166552384554E-2</c:v>
                </c:pt>
                <c:pt idx="16650">
                  <c:v>1.4494124323174047E-2</c:v>
                </c:pt>
                <c:pt idx="16651">
                  <c:v>1.4541413472678694E-2</c:v>
                </c:pt>
                <c:pt idx="16652">
                  <c:v>1.4304967725155463E-2</c:v>
                </c:pt>
                <c:pt idx="16653">
                  <c:v>1.4115811127136878E-2</c:v>
                </c:pt>
                <c:pt idx="16654">
                  <c:v>1.4446835173669402E-2</c:v>
                </c:pt>
                <c:pt idx="16655">
                  <c:v>1.4470479748421725E-2</c:v>
                </c:pt>
                <c:pt idx="16656">
                  <c:v>1.4234034000898494E-2</c:v>
                </c:pt>
                <c:pt idx="16657">
                  <c:v>1.4044877402879909E-2</c:v>
                </c:pt>
                <c:pt idx="16658">
                  <c:v>1.4375901449412433E-2</c:v>
                </c:pt>
                <c:pt idx="16659">
                  <c:v>1.4470479748421725E-2</c:v>
                </c:pt>
                <c:pt idx="16660">
                  <c:v>1.4234034000898494E-2</c:v>
                </c:pt>
                <c:pt idx="16661">
                  <c:v>1.4021232828127585E-2</c:v>
                </c:pt>
                <c:pt idx="16662">
                  <c:v>1.4352256874660109E-2</c:v>
                </c:pt>
                <c:pt idx="16663">
                  <c:v>1.4446835173669402E-2</c:v>
                </c:pt>
                <c:pt idx="16664">
                  <c:v>1.4257678575650816E-2</c:v>
                </c:pt>
                <c:pt idx="16665">
                  <c:v>1.3950299103870616E-2</c:v>
                </c:pt>
                <c:pt idx="16666">
                  <c:v>1.4257678575650816E-2</c:v>
                </c:pt>
                <c:pt idx="16667">
                  <c:v>1.4375901449412433E-2</c:v>
                </c:pt>
                <c:pt idx="16668">
                  <c:v>1.4163100276641524E-2</c:v>
                </c:pt>
                <c:pt idx="16669">
                  <c:v>1.3879365379613647E-2</c:v>
                </c:pt>
                <c:pt idx="16670">
                  <c:v>1.4186744851393847E-2</c:v>
                </c:pt>
                <c:pt idx="16671">
                  <c:v>1.4328612299907785E-2</c:v>
                </c:pt>
                <c:pt idx="16672">
                  <c:v>1.4163100276641524E-2</c:v>
                </c:pt>
                <c:pt idx="16673">
                  <c:v>1.3879365379613647E-2</c:v>
                </c:pt>
                <c:pt idx="16674">
                  <c:v>1.428132315040314E-2</c:v>
                </c:pt>
                <c:pt idx="16675">
                  <c:v>1.4446835173669402E-2</c:v>
                </c:pt>
                <c:pt idx="16676">
                  <c:v>1.428132315040314E-2</c:v>
                </c:pt>
                <c:pt idx="16677">
                  <c:v>1.3997588253375262E-2</c:v>
                </c:pt>
                <c:pt idx="16678">
                  <c:v>1.4328612299907785E-2</c:v>
                </c:pt>
                <c:pt idx="16679">
                  <c:v>1.4446835173669402E-2</c:v>
                </c:pt>
                <c:pt idx="16680">
                  <c:v>1.4304967725155463E-2</c:v>
                </c:pt>
                <c:pt idx="16681">
                  <c:v>1.3997588253375262E-2</c:v>
                </c:pt>
                <c:pt idx="16682">
                  <c:v>1.4304967725155463E-2</c:v>
                </c:pt>
                <c:pt idx="16683">
                  <c:v>1.4423190598917078E-2</c:v>
                </c:pt>
                <c:pt idx="16684">
                  <c:v>1.4257678575650816E-2</c:v>
                </c:pt>
                <c:pt idx="16685">
                  <c:v>1.3903009954365971E-2</c:v>
                </c:pt>
                <c:pt idx="16686">
                  <c:v>1.4163100276641524E-2</c:v>
                </c:pt>
                <c:pt idx="16687">
                  <c:v>1.4446835173669402E-2</c:v>
                </c:pt>
                <c:pt idx="16688">
                  <c:v>1.4399546024164754E-2</c:v>
                </c:pt>
                <c:pt idx="16689">
                  <c:v>1.4044877402879909E-2</c:v>
                </c:pt>
                <c:pt idx="16690">
                  <c:v>1.4234034000898494E-2</c:v>
                </c:pt>
                <c:pt idx="16691">
                  <c:v>1.4446835173669402E-2</c:v>
                </c:pt>
                <c:pt idx="16692">
                  <c:v>1.4352256874660109E-2</c:v>
                </c:pt>
                <c:pt idx="16693">
                  <c:v>1.4163100276641524E-2</c:v>
                </c:pt>
                <c:pt idx="16694">
                  <c:v>1.4399546024164754E-2</c:v>
                </c:pt>
                <c:pt idx="16695">
                  <c:v>1.4659636346440309E-2</c:v>
                </c:pt>
                <c:pt idx="16696">
                  <c:v>1.4541413472678694E-2</c:v>
                </c:pt>
                <c:pt idx="16697">
                  <c:v>1.4115811127136878E-2</c:v>
                </c:pt>
                <c:pt idx="16698">
                  <c:v>1.4186744851393847E-2</c:v>
                </c:pt>
                <c:pt idx="16699">
                  <c:v>1.4470479748421725E-2</c:v>
                </c:pt>
                <c:pt idx="16700">
                  <c:v>1.4328612299907785E-2</c:v>
                </c:pt>
                <c:pt idx="16701">
                  <c:v>1.4044877402879909E-2</c:v>
                </c:pt>
                <c:pt idx="16702">
                  <c:v>1.4163100276641524E-2</c:v>
                </c:pt>
                <c:pt idx="16703">
                  <c:v>1.4470479748421725E-2</c:v>
                </c:pt>
                <c:pt idx="16704">
                  <c:v>1.4399546024164754E-2</c:v>
                </c:pt>
                <c:pt idx="16705">
                  <c:v>1.4163100276641524E-2</c:v>
                </c:pt>
                <c:pt idx="16706">
                  <c:v>1.4186744851393847E-2</c:v>
                </c:pt>
                <c:pt idx="16707">
                  <c:v>1.4541413472678694E-2</c:v>
                </c:pt>
                <c:pt idx="16708">
                  <c:v>1.4517768897926371E-2</c:v>
                </c:pt>
                <c:pt idx="16709">
                  <c:v>1.4234034000898494E-2</c:v>
                </c:pt>
                <c:pt idx="16710">
                  <c:v>1.4304967725155463E-2</c:v>
                </c:pt>
                <c:pt idx="16711">
                  <c:v>1.4612347196935663E-2</c:v>
                </c:pt>
                <c:pt idx="16712">
                  <c:v>1.4565058047431016E-2</c:v>
                </c:pt>
                <c:pt idx="16713">
                  <c:v>1.4304967725155463E-2</c:v>
                </c:pt>
                <c:pt idx="16714">
                  <c:v>1.4257678575650816E-2</c:v>
                </c:pt>
                <c:pt idx="16715">
                  <c:v>1.4541413472678694E-2</c:v>
                </c:pt>
                <c:pt idx="16716">
                  <c:v>1.4494124323174047E-2</c:v>
                </c:pt>
                <c:pt idx="16717">
                  <c:v>1.4210389426146171E-2</c:v>
                </c:pt>
                <c:pt idx="16718">
                  <c:v>1.4139455701889202E-2</c:v>
                </c:pt>
                <c:pt idx="16719">
                  <c:v>1.4470479748421725E-2</c:v>
                </c:pt>
                <c:pt idx="16720">
                  <c:v>1.4328612299907785E-2</c:v>
                </c:pt>
                <c:pt idx="16721">
                  <c:v>1.3950299103870616E-2</c:v>
                </c:pt>
                <c:pt idx="16722">
                  <c:v>1.3926654529118293E-2</c:v>
                </c:pt>
                <c:pt idx="16723">
                  <c:v>1.4352256874660109E-2</c:v>
                </c:pt>
                <c:pt idx="16724">
                  <c:v>1.4304967725155463E-2</c:v>
                </c:pt>
                <c:pt idx="16725">
                  <c:v>1.4044877402879909E-2</c:v>
                </c:pt>
                <c:pt idx="16726">
                  <c:v>1.3997588253375262E-2</c:v>
                </c:pt>
                <c:pt idx="16727">
                  <c:v>1.4375901449412433E-2</c:v>
                </c:pt>
                <c:pt idx="16728">
                  <c:v>1.4494124323174047E-2</c:v>
                </c:pt>
                <c:pt idx="16729">
                  <c:v>1.428132315040314E-2</c:v>
                </c:pt>
                <c:pt idx="16730">
                  <c:v>1.4163100276641524E-2</c:v>
                </c:pt>
                <c:pt idx="16731">
                  <c:v>1.4541413472678694E-2</c:v>
                </c:pt>
                <c:pt idx="16732">
                  <c:v>1.4612347196935663E-2</c:v>
                </c:pt>
                <c:pt idx="16733">
                  <c:v>1.428132315040314E-2</c:v>
                </c:pt>
                <c:pt idx="16734">
                  <c:v>1.4068521977632233E-2</c:v>
                </c:pt>
                <c:pt idx="16735">
                  <c:v>1.4423190598917078E-2</c:v>
                </c:pt>
                <c:pt idx="16736">
                  <c:v>1.4423190598917078E-2</c:v>
                </c:pt>
                <c:pt idx="16737">
                  <c:v>1.4163100276641524E-2</c:v>
                </c:pt>
                <c:pt idx="16738">
                  <c:v>1.397394367862294E-2</c:v>
                </c:pt>
                <c:pt idx="16739">
                  <c:v>1.4304967725155463E-2</c:v>
                </c:pt>
                <c:pt idx="16740">
                  <c:v>1.4352256874660109E-2</c:v>
                </c:pt>
                <c:pt idx="16741">
                  <c:v>1.4068521977632233E-2</c:v>
                </c:pt>
                <c:pt idx="16742">
                  <c:v>1.3903009954365971E-2</c:v>
                </c:pt>
                <c:pt idx="16743">
                  <c:v>1.4257678575650816E-2</c:v>
                </c:pt>
                <c:pt idx="16744">
                  <c:v>1.4304967725155463E-2</c:v>
                </c:pt>
                <c:pt idx="16745">
                  <c:v>1.4021232828127585E-2</c:v>
                </c:pt>
                <c:pt idx="16746">
                  <c:v>1.3832076230109002E-2</c:v>
                </c:pt>
                <c:pt idx="16747">
                  <c:v>1.428132315040314E-2</c:v>
                </c:pt>
                <c:pt idx="16748">
                  <c:v>1.4494124323174047E-2</c:v>
                </c:pt>
                <c:pt idx="16749">
                  <c:v>1.4328612299907785E-2</c:v>
                </c:pt>
                <c:pt idx="16750">
                  <c:v>1.4163100276641524E-2</c:v>
                </c:pt>
                <c:pt idx="16751">
                  <c:v>1.4565058047431016E-2</c:v>
                </c:pt>
                <c:pt idx="16752">
                  <c:v>1.458870262218334E-2</c:v>
                </c:pt>
                <c:pt idx="16753">
                  <c:v>1.4352256874660109E-2</c:v>
                </c:pt>
                <c:pt idx="16754">
                  <c:v>1.4092166552384554E-2</c:v>
                </c:pt>
                <c:pt idx="16755">
                  <c:v>1.4423190598917078E-2</c:v>
                </c:pt>
                <c:pt idx="16756">
                  <c:v>1.458870262218334E-2</c:v>
                </c:pt>
                <c:pt idx="16757">
                  <c:v>1.4328612299907785E-2</c:v>
                </c:pt>
                <c:pt idx="16758">
                  <c:v>1.4068521977632233E-2</c:v>
                </c:pt>
                <c:pt idx="16759">
                  <c:v>1.4328612299907785E-2</c:v>
                </c:pt>
                <c:pt idx="16760">
                  <c:v>1.4423190598917078E-2</c:v>
                </c:pt>
                <c:pt idx="16761">
                  <c:v>1.4328612299907785E-2</c:v>
                </c:pt>
                <c:pt idx="16762">
                  <c:v>1.4068521977632233E-2</c:v>
                </c:pt>
                <c:pt idx="16763">
                  <c:v>1.4352256874660109E-2</c:v>
                </c:pt>
                <c:pt idx="16764">
                  <c:v>1.4470479748421725E-2</c:v>
                </c:pt>
                <c:pt idx="16765">
                  <c:v>1.4257678575650816E-2</c:v>
                </c:pt>
                <c:pt idx="16766">
                  <c:v>1.4044877402879909E-2</c:v>
                </c:pt>
                <c:pt idx="16767">
                  <c:v>1.4257678575650816E-2</c:v>
                </c:pt>
                <c:pt idx="16768">
                  <c:v>1.4494124323174047E-2</c:v>
                </c:pt>
                <c:pt idx="16769">
                  <c:v>1.4352256874660109E-2</c:v>
                </c:pt>
                <c:pt idx="16770">
                  <c:v>1.4068521977632233E-2</c:v>
                </c:pt>
                <c:pt idx="16771">
                  <c:v>1.4304967725155463E-2</c:v>
                </c:pt>
                <c:pt idx="16772">
                  <c:v>1.4517768897926371E-2</c:v>
                </c:pt>
                <c:pt idx="16773">
                  <c:v>1.4328612299907785E-2</c:v>
                </c:pt>
                <c:pt idx="16774">
                  <c:v>1.3997588253375262E-2</c:v>
                </c:pt>
                <c:pt idx="16775">
                  <c:v>1.4234034000898494E-2</c:v>
                </c:pt>
                <c:pt idx="16776">
                  <c:v>1.4470479748421725E-2</c:v>
                </c:pt>
                <c:pt idx="16777">
                  <c:v>1.4257678575650816E-2</c:v>
                </c:pt>
                <c:pt idx="16778">
                  <c:v>1.3950299103870616E-2</c:v>
                </c:pt>
                <c:pt idx="16779">
                  <c:v>1.4210389426146171E-2</c:v>
                </c:pt>
                <c:pt idx="16780">
                  <c:v>1.4494124323174047E-2</c:v>
                </c:pt>
                <c:pt idx="16781">
                  <c:v>1.4328612299907785E-2</c:v>
                </c:pt>
                <c:pt idx="16782">
                  <c:v>1.4021232828127585E-2</c:v>
                </c:pt>
                <c:pt idx="16783">
                  <c:v>1.4115811127136878E-2</c:v>
                </c:pt>
                <c:pt idx="16784">
                  <c:v>1.4375901449412433E-2</c:v>
                </c:pt>
                <c:pt idx="16785">
                  <c:v>1.4328612299907785E-2</c:v>
                </c:pt>
                <c:pt idx="16786">
                  <c:v>1.4068521977632233E-2</c:v>
                </c:pt>
                <c:pt idx="16787">
                  <c:v>1.428132315040314E-2</c:v>
                </c:pt>
                <c:pt idx="16788">
                  <c:v>1.4494124323174047E-2</c:v>
                </c:pt>
                <c:pt idx="16789">
                  <c:v>1.4352256874660109E-2</c:v>
                </c:pt>
                <c:pt idx="16790">
                  <c:v>1.397394367862294E-2</c:v>
                </c:pt>
                <c:pt idx="16791">
                  <c:v>1.4021232828127585E-2</c:v>
                </c:pt>
                <c:pt idx="16792">
                  <c:v>1.4352256874660109E-2</c:v>
                </c:pt>
                <c:pt idx="16793">
                  <c:v>1.4210389426146171E-2</c:v>
                </c:pt>
                <c:pt idx="16794">
                  <c:v>1.3903009954365971E-2</c:v>
                </c:pt>
                <c:pt idx="16795">
                  <c:v>1.4021232828127585E-2</c:v>
                </c:pt>
                <c:pt idx="16796">
                  <c:v>1.4375901449412433E-2</c:v>
                </c:pt>
                <c:pt idx="16797">
                  <c:v>1.428132315040314E-2</c:v>
                </c:pt>
                <c:pt idx="16798">
                  <c:v>1.3879365379613647E-2</c:v>
                </c:pt>
                <c:pt idx="16799">
                  <c:v>1.397394367862294E-2</c:v>
                </c:pt>
                <c:pt idx="16800">
                  <c:v>1.4304967725155463E-2</c:v>
                </c:pt>
                <c:pt idx="16801">
                  <c:v>1.4257678575650816E-2</c:v>
                </c:pt>
                <c:pt idx="16802">
                  <c:v>1.3926654529118293E-2</c:v>
                </c:pt>
                <c:pt idx="16803">
                  <c:v>1.3950299103870616E-2</c:v>
                </c:pt>
                <c:pt idx="16804">
                  <c:v>1.428132315040314E-2</c:v>
                </c:pt>
                <c:pt idx="16805">
                  <c:v>1.428132315040314E-2</c:v>
                </c:pt>
                <c:pt idx="16806">
                  <c:v>1.4021232828127585E-2</c:v>
                </c:pt>
                <c:pt idx="16807">
                  <c:v>1.4092166552384554E-2</c:v>
                </c:pt>
                <c:pt idx="16808">
                  <c:v>1.4375901449412433E-2</c:v>
                </c:pt>
                <c:pt idx="16809">
                  <c:v>1.4304967725155463E-2</c:v>
                </c:pt>
                <c:pt idx="16810">
                  <c:v>1.397394367862294E-2</c:v>
                </c:pt>
                <c:pt idx="16811">
                  <c:v>1.4021232828127585E-2</c:v>
                </c:pt>
                <c:pt idx="16812">
                  <c:v>1.4352256874660109E-2</c:v>
                </c:pt>
                <c:pt idx="16813">
                  <c:v>1.4352256874660109E-2</c:v>
                </c:pt>
                <c:pt idx="16814">
                  <c:v>1.4092166552384554E-2</c:v>
                </c:pt>
                <c:pt idx="16815">
                  <c:v>1.4021232828127585E-2</c:v>
                </c:pt>
                <c:pt idx="16816">
                  <c:v>1.4328612299907785E-2</c:v>
                </c:pt>
                <c:pt idx="16817">
                  <c:v>1.428132315040314E-2</c:v>
                </c:pt>
                <c:pt idx="16818">
                  <c:v>1.4044877402879909E-2</c:v>
                </c:pt>
                <c:pt idx="16819">
                  <c:v>1.4044877402879909E-2</c:v>
                </c:pt>
                <c:pt idx="16820">
                  <c:v>1.4446835173669402E-2</c:v>
                </c:pt>
                <c:pt idx="16821">
                  <c:v>1.4470479748421725E-2</c:v>
                </c:pt>
                <c:pt idx="16822">
                  <c:v>1.4186744851393847E-2</c:v>
                </c:pt>
                <c:pt idx="16823">
                  <c:v>1.4068521977632233E-2</c:v>
                </c:pt>
                <c:pt idx="16824">
                  <c:v>1.4446835173669402E-2</c:v>
                </c:pt>
                <c:pt idx="16825">
                  <c:v>1.4446835173669402E-2</c:v>
                </c:pt>
                <c:pt idx="16826">
                  <c:v>1.4210389426146171E-2</c:v>
                </c:pt>
                <c:pt idx="16827">
                  <c:v>1.4092166552384554E-2</c:v>
                </c:pt>
                <c:pt idx="16828">
                  <c:v>1.4446835173669402E-2</c:v>
                </c:pt>
                <c:pt idx="16829">
                  <c:v>1.4446835173669402E-2</c:v>
                </c:pt>
                <c:pt idx="16830">
                  <c:v>1.4234034000898494E-2</c:v>
                </c:pt>
                <c:pt idx="16831">
                  <c:v>1.4044877402879909E-2</c:v>
                </c:pt>
                <c:pt idx="16832">
                  <c:v>1.4399546024164754E-2</c:v>
                </c:pt>
                <c:pt idx="16833">
                  <c:v>1.4517768897926371E-2</c:v>
                </c:pt>
                <c:pt idx="16834">
                  <c:v>1.4257678575650816E-2</c:v>
                </c:pt>
                <c:pt idx="16835">
                  <c:v>1.4092166552384554E-2</c:v>
                </c:pt>
                <c:pt idx="16836">
                  <c:v>1.4352256874660109E-2</c:v>
                </c:pt>
                <c:pt idx="16837">
                  <c:v>1.4446835173669402E-2</c:v>
                </c:pt>
                <c:pt idx="16838">
                  <c:v>1.4210389426146171E-2</c:v>
                </c:pt>
                <c:pt idx="16839">
                  <c:v>1.4068521977632233E-2</c:v>
                </c:pt>
                <c:pt idx="16840">
                  <c:v>1.4352256874660109E-2</c:v>
                </c:pt>
                <c:pt idx="16841">
                  <c:v>1.4423190598917078E-2</c:v>
                </c:pt>
                <c:pt idx="16842">
                  <c:v>1.4234034000898494E-2</c:v>
                </c:pt>
                <c:pt idx="16843">
                  <c:v>1.4068521977632233E-2</c:v>
                </c:pt>
                <c:pt idx="16844">
                  <c:v>1.4399546024164754E-2</c:v>
                </c:pt>
                <c:pt idx="16845">
                  <c:v>1.4494124323174047E-2</c:v>
                </c:pt>
                <c:pt idx="16846">
                  <c:v>1.4234034000898494E-2</c:v>
                </c:pt>
                <c:pt idx="16847">
                  <c:v>1.3997588253375262E-2</c:v>
                </c:pt>
                <c:pt idx="16848">
                  <c:v>1.4234034000898494E-2</c:v>
                </c:pt>
                <c:pt idx="16849">
                  <c:v>1.4375901449412433E-2</c:v>
                </c:pt>
                <c:pt idx="16850">
                  <c:v>1.4163100276641524E-2</c:v>
                </c:pt>
                <c:pt idx="16851">
                  <c:v>1.3926654529118293E-2</c:v>
                </c:pt>
                <c:pt idx="16852">
                  <c:v>1.4115811127136878E-2</c:v>
                </c:pt>
                <c:pt idx="16853">
                  <c:v>1.4328612299907785E-2</c:v>
                </c:pt>
                <c:pt idx="16854">
                  <c:v>1.4139455701889202E-2</c:v>
                </c:pt>
                <c:pt idx="16855">
                  <c:v>1.3903009954365971E-2</c:v>
                </c:pt>
                <c:pt idx="16856">
                  <c:v>1.4257678575650816E-2</c:v>
                </c:pt>
                <c:pt idx="16857">
                  <c:v>1.4494124323174047E-2</c:v>
                </c:pt>
                <c:pt idx="16858">
                  <c:v>1.4304967725155463E-2</c:v>
                </c:pt>
                <c:pt idx="16859">
                  <c:v>1.3950299103870616E-2</c:v>
                </c:pt>
                <c:pt idx="16860">
                  <c:v>1.4092166552384554E-2</c:v>
                </c:pt>
                <c:pt idx="16861">
                  <c:v>1.4257678575650816E-2</c:v>
                </c:pt>
                <c:pt idx="16862">
                  <c:v>1.4092166552384554E-2</c:v>
                </c:pt>
                <c:pt idx="16863">
                  <c:v>1.3832076230109002E-2</c:v>
                </c:pt>
                <c:pt idx="16864">
                  <c:v>1.4021232828127585E-2</c:v>
                </c:pt>
                <c:pt idx="16865">
                  <c:v>1.4328612299907785E-2</c:v>
                </c:pt>
                <c:pt idx="16866">
                  <c:v>1.4257678575650816E-2</c:v>
                </c:pt>
                <c:pt idx="16867">
                  <c:v>1.397394367862294E-2</c:v>
                </c:pt>
                <c:pt idx="16868">
                  <c:v>1.4186744851393847E-2</c:v>
                </c:pt>
                <c:pt idx="16869">
                  <c:v>1.4352256874660109E-2</c:v>
                </c:pt>
                <c:pt idx="16870">
                  <c:v>1.4257678575650816E-2</c:v>
                </c:pt>
                <c:pt idx="16871">
                  <c:v>1.4044877402879909E-2</c:v>
                </c:pt>
                <c:pt idx="16872">
                  <c:v>1.4210389426146171E-2</c:v>
                </c:pt>
                <c:pt idx="16873">
                  <c:v>1.4470479748421725E-2</c:v>
                </c:pt>
                <c:pt idx="16874">
                  <c:v>1.4375901449412433E-2</c:v>
                </c:pt>
                <c:pt idx="16875">
                  <c:v>1.4068521977632233E-2</c:v>
                </c:pt>
                <c:pt idx="16876">
                  <c:v>1.428132315040314E-2</c:v>
                </c:pt>
                <c:pt idx="16877">
                  <c:v>1.4494124323174047E-2</c:v>
                </c:pt>
                <c:pt idx="16878">
                  <c:v>1.4375901449412433E-2</c:v>
                </c:pt>
                <c:pt idx="16879">
                  <c:v>1.4068521977632233E-2</c:v>
                </c:pt>
                <c:pt idx="16880">
                  <c:v>1.4234034000898494E-2</c:v>
                </c:pt>
                <c:pt idx="16881">
                  <c:v>1.4541413472678694E-2</c:v>
                </c:pt>
                <c:pt idx="16882">
                  <c:v>1.4446835173669402E-2</c:v>
                </c:pt>
                <c:pt idx="16883">
                  <c:v>1.4115811127136878E-2</c:v>
                </c:pt>
                <c:pt idx="16884">
                  <c:v>1.4210389426146171E-2</c:v>
                </c:pt>
                <c:pt idx="16885">
                  <c:v>1.4470479748421725E-2</c:v>
                </c:pt>
                <c:pt idx="16886">
                  <c:v>1.4304967725155463E-2</c:v>
                </c:pt>
                <c:pt idx="16887">
                  <c:v>1.3997588253375262E-2</c:v>
                </c:pt>
                <c:pt idx="16888">
                  <c:v>1.4092166552384554E-2</c:v>
                </c:pt>
                <c:pt idx="16889">
                  <c:v>1.4423190598917078E-2</c:v>
                </c:pt>
                <c:pt idx="16890">
                  <c:v>1.4375901449412433E-2</c:v>
                </c:pt>
                <c:pt idx="16891">
                  <c:v>1.4021232828127585E-2</c:v>
                </c:pt>
                <c:pt idx="16892">
                  <c:v>1.4092166552384554E-2</c:v>
                </c:pt>
                <c:pt idx="16893">
                  <c:v>1.4375901449412433E-2</c:v>
                </c:pt>
                <c:pt idx="16894">
                  <c:v>1.4423190598917078E-2</c:v>
                </c:pt>
                <c:pt idx="16895">
                  <c:v>1.4186744851393847E-2</c:v>
                </c:pt>
                <c:pt idx="16896">
                  <c:v>1.4352256874660109E-2</c:v>
                </c:pt>
                <c:pt idx="16897">
                  <c:v>1.4635991771687987E-2</c:v>
                </c:pt>
                <c:pt idx="16898">
                  <c:v>1.4517768897926371E-2</c:v>
                </c:pt>
                <c:pt idx="16899">
                  <c:v>1.4186744851393847E-2</c:v>
                </c:pt>
                <c:pt idx="16900">
                  <c:v>1.4234034000898494E-2</c:v>
                </c:pt>
                <c:pt idx="16901">
                  <c:v>1.4565058047431016E-2</c:v>
                </c:pt>
                <c:pt idx="16902">
                  <c:v>1.4612347196935663E-2</c:v>
                </c:pt>
                <c:pt idx="16903">
                  <c:v>1.4352256874660109E-2</c:v>
                </c:pt>
                <c:pt idx="16904">
                  <c:v>1.4375901449412433E-2</c:v>
                </c:pt>
                <c:pt idx="16905">
                  <c:v>1.4659636346440309E-2</c:v>
                </c:pt>
                <c:pt idx="16906">
                  <c:v>1.4612347196935663E-2</c:v>
                </c:pt>
                <c:pt idx="16907">
                  <c:v>1.4304967725155463E-2</c:v>
                </c:pt>
                <c:pt idx="16908">
                  <c:v>1.4210389426146171E-2</c:v>
                </c:pt>
                <c:pt idx="16909">
                  <c:v>1.4494124323174047E-2</c:v>
                </c:pt>
                <c:pt idx="16910">
                  <c:v>1.4565058047431016E-2</c:v>
                </c:pt>
                <c:pt idx="16911">
                  <c:v>1.428132315040314E-2</c:v>
                </c:pt>
                <c:pt idx="16912">
                  <c:v>1.4234034000898494E-2</c:v>
                </c:pt>
                <c:pt idx="16913">
                  <c:v>1.4494124323174047E-2</c:v>
                </c:pt>
                <c:pt idx="16914">
                  <c:v>1.4423190598917078E-2</c:v>
                </c:pt>
                <c:pt idx="16915">
                  <c:v>1.4115811127136878E-2</c:v>
                </c:pt>
                <c:pt idx="16916">
                  <c:v>1.4068521977632233E-2</c:v>
                </c:pt>
                <c:pt idx="16917">
                  <c:v>1.4399546024164754E-2</c:v>
                </c:pt>
                <c:pt idx="16918">
                  <c:v>1.4423190598917078E-2</c:v>
                </c:pt>
                <c:pt idx="16919">
                  <c:v>1.4186744851393847E-2</c:v>
                </c:pt>
                <c:pt idx="16920">
                  <c:v>1.4092166552384554E-2</c:v>
                </c:pt>
                <c:pt idx="16921">
                  <c:v>1.4399546024164754E-2</c:v>
                </c:pt>
                <c:pt idx="16922">
                  <c:v>1.4375901449412433E-2</c:v>
                </c:pt>
                <c:pt idx="16923">
                  <c:v>1.4068521977632233E-2</c:v>
                </c:pt>
                <c:pt idx="16924">
                  <c:v>1.3855720804861324E-2</c:v>
                </c:pt>
                <c:pt idx="16925">
                  <c:v>1.4234034000898494E-2</c:v>
                </c:pt>
                <c:pt idx="16926">
                  <c:v>1.4352256874660109E-2</c:v>
                </c:pt>
                <c:pt idx="16927">
                  <c:v>1.4115811127136878E-2</c:v>
                </c:pt>
                <c:pt idx="16928">
                  <c:v>1.3997588253375262E-2</c:v>
                </c:pt>
                <c:pt idx="16929">
                  <c:v>1.4375901449412433E-2</c:v>
                </c:pt>
                <c:pt idx="16930">
                  <c:v>1.4470479748421725E-2</c:v>
                </c:pt>
                <c:pt idx="16931">
                  <c:v>1.4186744851393847E-2</c:v>
                </c:pt>
                <c:pt idx="16932">
                  <c:v>1.3950299103870616E-2</c:v>
                </c:pt>
                <c:pt idx="16933">
                  <c:v>1.4234034000898494E-2</c:v>
                </c:pt>
                <c:pt idx="16934">
                  <c:v>1.4399546024164754E-2</c:v>
                </c:pt>
                <c:pt idx="16935">
                  <c:v>1.428132315040314E-2</c:v>
                </c:pt>
                <c:pt idx="16936">
                  <c:v>1.4163100276641524E-2</c:v>
                </c:pt>
                <c:pt idx="16937">
                  <c:v>1.4635991771687987E-2</c:v>
                </c:pt>
                <c:pt idx="16938">
                  <c:v>1.4848792944458894E-2</c:v>
                </c:pt>
                <c:pt idx="16939">
                  <c:v>1.4612347196935663E-2</c:v>
                </c:pt>
                <c:pt idx="16940">
                  <c:v>1.4423190598917078E-2</c:v>
                </c:pt>
                <c:pt idx="16941">
                  <c:v>1.4683280921192633E-2</c:v>
                </c:pt>
                <c:pt idx="16942">
                  <c:v>1.4777859220201925E-2</c:v>
                </c:pt>
                <c:pt idx="16943">
                  <c:v>1.4565058047431016E-2</c:v>
                </c:pt>
                <c:pt idx="16944">
                  <c:v>1.4328612299907785E-2</c:v>
                </c:pt>
                <c:pt idx="16945">
                  <c:v>1.4612347196935663E-2</c:v>
                </c:pt>
                <c:pt idx="16946">
                  <c:v>1.4683280921192633E-2</c:v>
                </c:pt>
                <c:pt idx="16947">
                  <c:v>1.4446835173669402E-2</c:v>
                </c:pt>
                <c:pt idx="16948">
                  <c:v>1.4186744851393847E-2</c:v>
                </c:pt>
                <c:pt idx="16949">
                  <c:v>1.4494124323174047E-2</c:v>
                </c:pt>
                <c:pt idx="16950">
                  <c:v>1.4683280921192633E-2</c:v>
                </c:pt>
                <c:pt idx="16951">
                  <c:v>1.4541413472678694E-2</c:v>
                </c:pt>
                <c:pt idx="16952">
                  <c:v>1.4186744851393847E-2</c:v>
                </c:pt>
                <c:pt idx="16953">
                  <c:v>1.4470479748421725E-2</c:v>
                </c:pt>
                <c:pt idx="16954">
                  <c:v>1.4635991771687987E-2</c:v>
                </c:pt>
                <c:pt idx="16955">
                  <c:v>1.4446835173669402E-2</c:v>
                </c:pt>
                <c:pt idx="16956">
                  <c:v>1.4186744851393847E-2</c:v>
                </c:pt>
                <c:pt idx="16957">
                  <c:v>1.4446835173669402E-2</c:v>
                </c:pt>
                <c:pt idx="16958">
                  <c:v>1.4635991771687987E-2</c:v>
                </c:pt>
                <c:pt idx="16959">
                  <c:v>1.4541413472678694E-2</c:v>
                </c:pt>
                <c:pt idx="16960">
                  <c:v>1.4139455701889202E-2</c:v>
                </c:pt>
                <c:pt idx="16961">
                  <c:v>1.4399546024164754E-2</c:v>
                </c:pt>
                <c:pt idx="16962">
                  <c:v>1.4683280921192633E-2</c:v>
                </c:pt>
                <c:pt idx="16963">
                  <c:v>1.4517768897926371E-2</c:v>
                </c:pt>
                <c:pt idx="16964">
                  <c:v>1.4186744851393847E-2</c:v>
                </c:pt>
                <c:pt idx="16965">
                  <c:v>1.4423190598917078E-2</c:v>
                </c:pt>
                <c:pt idx="16966">
                  <c:v>1.4635991771687987E-2</c:v>
                </c:pt>
                <c:pt idx="16967">
                  <c:v>1.4470479748421725E-2</c:v>
                </c:pt>
                <c:pt idx="16968">
                  <c:v>1.4115811127136878E-2</c:v>
                </c:pt>
                <c:pt idx="16969">
                  <c:v>1.4257678575650816E-2</c:v>
                </c:pt>
                <c:pt idx="16970">
                  <c:v>1.4470479748421725E-2</c:v>
                </c:pt>
                <c:pt idx="16971">
                  <c:v>1.4399546024164754E-2</c:v>
                </c:pt>
                <c:pt idx="16972">
                  <c:v>1.4021232828127585E-2</c:v>
                </c:pt>
                <c:pt idx="16973">
                  <c:v>1.4210389426146171E-2</c:v>
                </c:pt>
                <c:pt idx="16974">
                  <c:v>1.4423190598917078E-2</c:v>
                </c:pt>
                <c:pt idx="16975">
                  <c:v>1.4375901449412433E-2</c:v>
                </c:pt>
                <c:pt idx="16976">
                  <c:v>1.4163100276641524E-2</c:v>
                </c:pt>
                <c:pt idx="16977">
                  <c:v>1.4352256874660109E-2</c:v>
                </c:pt>
                <c:pt idx="16978">
                  <c:v>1.4541413472678694E-2</c:v>
                </c:pt>
                <c:pt idx="16979">
                  <c:v>1.4494124323174047E-2</c:v>
                </c:pt>
                <c:pt idx="16980">
                  <c:v>1.4210389426146171E-2</c:v>
                </c:pt>
                <c:pt idx="16981">
                  <c:v>1.4399546024164754E-2</c:v>
                </c:pt>
                <c:pt idx="16982">
                  <c:v>1.4706925495944956E-2</c:v>
                </c:pt>
                <c:pt idx="16983">
                  <c:v>1.4683280921192633E-2</c:v>
                </c:pt>
                <c:pt idx="16984">
                  <c:v>1.4375901449412433E-2</c:v>
                </c:pt>
                <c:pt idx="16985">
                  <c:v>1.4517768897926371E-2</c:v>
                </c:pt>
                <c:pt idx="16986">
                  <c:v>1.4801503794954249E-2</c:v>
                </c:pt>
                <c:pt idx="16987">
                  <c:v>1.4730570070697278E-2</c:v>
                </c:pt>
                <c:pt idx="16988">
                  <c:v>1.4304967725155463E-2</c:v>
                </c:pt>
                <c:pt idx="16989">
                  <c:v>1.4234034000898494E-2</c:v>
                </c:pt>
                <c:pt idx="16990">
                  <c:v>1.4470479748421725E-2</c:v>
                </c:pt>
                <c:pt idx="16991">
                  <c:v>1.4470479748421725E-2</c:v>
                </c:pt>
                <c:pt idx="16992">
                  <c:v>1.4163100276641524E-2</c:v>
                </c:pt>
                <c:pt idx="16993">
                  <c:v>1.4163100276641524E-2</c:v>
                </c:pt>
                <c:pt idx="16994">
                  <c:v>1.4423190598917078E-2</c:v>
                </c:pt>
                <c:pt idx="16995">
                  <c:v>1.4423190598917078E-2</c:v>
                </c:pt>
                <c:pt idx="16996">
                  <c:v>1.4115811127136878E-2</c:v>
                </c:pt>
                <c:pt idx="16997">
                  <c:v>1.4092166552384554E-2</c:v>
                </c:pt>
                <c:pt idx="16998">
                  <c:v>1.4565058047431016E-2</c:v>
                </c:pt>
                <c:pt idx="16999">
                  <c:v>1.4612347196935663E-2</c:v>
                </c:pt>
                <c:pt idx="17000">
                  <c:v>1.4352256874660109E-2</c:v>
                </c:pt>
                <c:pt idx="17001">
                  <c:v>1.428132315040314E-2</c:v>
                </c:pt>
                <c:pt idx="17002">
                  <c:v>1.4635991771687987E-2</c:v>
                </c:pt>
                <c:pt idx="17003">
                  <c:v>1.4659636346440309E-2</c:v>
                </c:pt>
                <c:pt idx="17004">
                  <c:v>1.4328612299907785E-2</c:v>
                </c:pt>
                <c:pt idx="17005">
                  <c:v>1.4092166552384554E-2</c:v>
                </c:pt>
                <c:pt idx="17006">
                  <c:v>1.4423190598917078E-2</c:v>
                </c:pt>
                <c:pt idx="17007">
                  <c:v>1.4446835173669402E-2</c:v>
                </c:pt>
                <c:pt idx="17008">
                  <c:v>1.4163100276641524E-2</c:v>
                </c:pt>
                <c:pt idx="17009">
                  <c:v>1.4115811127136878E-2</c:v>
                </c:pt>
                <c:pt idx="17010">
                  <c:v>1.4517768897926371E-2</c:v>
                </c:pt>
                <c:pt idx="17011">
                  <c:v>1.4565058047431016E-2</c:v>
                </c:pt>
                <c:pt idx="17012">
                  <c:v>1.4328612299907785E-2</c:v>
                </c:pt>
                <c:pt idx="17013">
                  <c:v>1.4068521977632233E-2</c:v>
                </c:pt>
                <c:pt idx="17014">
                  <c:v>1.4375901449412433E-2</c:v>
                </c:pt>
                <c:pt idx="17015">
                  <c:v>1.4446835173669402E-2</c:v>
                </c:pt>
                <c:pt idx="17016">
                  <c:v>1.4234034000898494E-2</c:v>
                </c:pt>
                <c:pt idx="17017">
                  <c:v>1.397394367862294E-2</c:v>
                </c:pt>
                <c:pt idx="17018">
                  <c:v>1.4304967725155463E-2</c:v>
                </c:pt>
                <c:pt idx="17019">
                  <c:v>1.4399546024164754E-2</c:v>
                </c:pt>
                <c:pt idx="17020">
                  <c:v>1.4163100276641524E-2</c:v>
                </c:pt>
                <c:pt idx="17021">
                  <c:v>1.3879365379613647E-2</c:v>
                </c:pt>
                <c:pt idx="17022">
                  <c:v>1.4163100276641524E-2</c:v>
                </c:pt>
                <c:pt idx="17023">
                  <c:v>1.4234034000898494E-2</c:v>
                </c:pt>
                <c:pt idx="17024">
                  <c:v>1.4115811127136878E-2</c:v>
                </c:pt>
                <c:pt idx="17025">
                  <c:v>1.3903009954365971E-2</c:v>
                </c:pt>
                <c:pt idx="17026">
                  <c:v>1.4234034000898494E-2</c:v>
                </c:pt>
                <c:pt idx="17027">
                  <c:v>1.4423190598917078E-2</c:v>
                </c:pt>
                <c:pt idx="17028">
                  <c:v>1.428132315040314E-2</c:v>
                </c:pt>
                <c:pt idx="17029">
                  <c:v>1.3997588253375262E-2</c:v>
                </c:pt>
                <c:pt idx="17030">
                  <c:v>1.428132315040314E-2</c:v>
                </c:pt>
                <c:pt idx="17031">
                  <c:v>1.4399546024164754E-2</c:v>
                </c:pt>
                <c:pt idx="17032">
                  <c:v>1.4163100276641524E-2</c:v>
                </c:pt>
                <c:pt idx="17033">
                  <c:v>1.3903009954365971E-2</c:v>
                </c:pt>
                <c:pt idx="17034">
                  <c:v>1.428132315040314E-2</c:v>
                </c:pt>
                <c:pt idx="17035">
                  <c:v>1.4470479748421725E-2</c:v>
                </c:pt>
                <c:pt idx="17036">
                  <c:v>1.428132315040314E-2</c:v>
                </c:pt>
                <c:pt idx="17037">
                  <c:v>1.397394367862294E-2</c:v>
                </c:pt>
                <c:pt idx="17038">
                  <c:v>1.428132315040314E-2</c:v>
                </c:pt>
                <c:pt idx="17039">
                  <c:v>1.4423190598917078E-2</c:v>
                </c:pt>
                <c:pt idx="17040">
                  <c:v>1.4257678575650816E-2</c:v>
                </c:pt>
                <c:pt idx="17041">
                  <c:v>1.397394367862294E-2</c:v>
                </c:pt>
                <c:pt idx="17042">
                  <c:v>1.4304967725155463E-2</c:v>
                </c:pt>
                <c:pt idx="17043">
                  <c:v>1.4470479748421725E-2</c:v>
                </c:pt>
                <c:pt idx="17044">
                  <c:v>1.4234034000898494E-2</c:v>
                </c:pt>
                <c:pt idx="17045">
                  <c:v>1.3950299103870616E-2</c:v>
                </c:pt>
                <c:pt idx="17046">
                  <c:v>1.4163100276641524E-2</c:v>
                </c:pt>
                <c:pt idx="17047">
                  <c:v>1.4375901449412433E-2</c:v>
                </c:pt>
                <c:pt idx="17048">
                  <c:v>1.4234034000898494E-2</c:v>
                </c:pt>
                <c:pt idx="17049">
                  <c:v>1.3903009954365971E-2</c:v>
                </c:pt>
                <c:pt idx="17050">
                  <c:v>1.4139455701889202E-2</c:v>
                </c:pt>
                <c:pt idx="17051">
                  <c:v>1.4399546024164754E-2</c:v>
                </c:pt>
                <c:pt idx="17052">
                  <c:v>1.428132315040314E-2</c:v>
                </c:pt>
                <c:pt idx="17053">
                  <c:v>1.3903009954365971E-2</c:v>
                </c:pt>
                <c:pt idx="17054">
                  <c:v>1.4068521977632233E-2</c:v>
                </c:pt>
                <c:pt idx="17055">
                  <c:v>1.4304967725155463E-2</c:v>
                </c:pt>
                <c:pt idx="17056">
                  <c:v>1.4210389426146171E-2</c:v>
                </c:pt>
                <c:pt idx="17057">
                  <c:v>1.3926654529118293E-2</c:v>
                </c:pt>
                <c:pt idx="17058">
                  <c:v>1.4139455701889202E-2</c:v>
                </c:pt>
                <c:pt idx="17059">
                  <c:v>1.4470479748421725E-2</c:v>
                </c:pt>
                <c:pt idx="17060">
                  <c:v>1.4446835173669402E-2</c:v>
                </c:pt>
                <c:pt idx="17061">
                  <c:v>1.4163100276641524E-2</c:v>
                </c:pt>
                <c:pt idx="17062">
                  <c:v>1.4352256874660109E-2</c:v>
                </c:pt>
                <c:pt idx="17063">
                  <c:v>1.458870262218334E-2</c:v>
                </c:pt>
                <c:pt idx="17064">
                  <c:v>1.4423190598917078E-2</c:v>
                </c:pt>
                <c:pt idx="17065">
                  <c:v>1.4068521977632233E-2</c:v>
                </c:pt>
                <c:pt idx="17066">
                  <c:v>1.4139455701889202E-2</c:v>
                </c:pt>
                <c:pt idx="17067">
                  <c:v>1.4423190598917078E-2</c:v>
                </c:pt>
                <c:pt idx="17068">
                  <c:v>1.4304967725155463E-2</c:v>
                </c:pt>
                <c:pt idx="17069">
                  <c:v>1.3950299103870616E-2</c:v>
                </c:pt>
                <c:pt idx="17070">
                  <c:v>1.4021232828127585E-2</c:v>
                </c:pt>
                <c:pt idx="17071">
                  <c:v>1.4352256874660109E-2</c:v>
                </c:pt>
                <c:pt idx="17072">
                  <c:v>1.4304967725155463E-2</c:v>
                </c:pt>
                <c:pt idx="17073">
                  <c:v>1.4044877402879909E-2</c:v>
                </c:pt>
                <c:pt idx="17074">
                  <c:v>1.4068521977632233E-2</c:v>
                </c:pt>
                <c:pt idx="17075">
                  <c:v>1.4399546024164754E-2</c:v>
                </c:pt>
                <c:pt idx="17076">
                  <c:v>1.4328612299907785E-2</c:v>
                </c:pt>
                <c:pt idx="17077">
                  <c:v>1.3997588253375262E-2</c:v>
                </c:pt>
                <c:pt idx="17078">
                  <c:v>1.3997588253375262E-2</c:v>
                </c:pt>
                <c:pt idx="17079">
                  <c:v>1.4352256874660109E-2</c:v>
                </c:pt>
                <c:pt idx="17080">
                  <c:v>1.4328612299907785E-2</c:v>
                </c:pt>
                <c:pt idx="17081">
                  <c:v>1.3926654529118293E-2</c:v>
                </c:pt>
                <c:pt idx="17082">
                  <c:v>1.3879365379613647E-2</c:v>
                </c:pt>
                <c:pt idx="17083">
                  <c:v>1.4257678575650816E-2</c:v>
                </c:pt>
                <c:pt idx="17084">
                  <c:v>1.4234034000898494E-2</c:v>
                </c:pt>
                <c:pt idx="17085">
                  <c:v>1.3879365379613647E-2</c:v>
                </c:pt>
                <c:pt idx="17086">
                  <c:v>1.3926654529118293E-2</c:v>
                </c:pt>
                <c:pt idx="17087">
                  <c:v>1.4352256874660109E-2</c:v>
                </c:pt>
                <c:pt idx="17088">
                  <c:v>1.4352256874660109E-2</c:v>
                </c:pt>
                <c:pt idx="17089">
                  <c:v>1.4092166552384554E-2</c:v>
                </c:pt>
                <c:pt idx="17090">
                  <c:v>1.3950299103870616E-2</c:v>
                </c:pt>
                <c:pt idx="17091">
                  <c:v>1.4328612299907785E-2</c:v>
                </c:pt>
                <c:pt idx="17092">
                  <c:v>1.4375901449412433E-2</c:v>
                </c:pt>
                <c:pt idx="17093">
                  <c:v>1.4092166552384554E-2</c:v>
                </c:pt>
                <c:pt idx="17094">
                  <c:v>1.4044877402879909E-2</c:v>
                </c:pt>
                <c:pt idx="17095">
                  <c:v>1.4494124323174047E-2</c:v>
                </c:pt>
                <c:pt idx="17096">
                  <c:v>1.4517768897926371E-2</c:v>
                </c:pt>
                <c:pt idx="17097">
                  <c:v>1.4210389426146171E-2</c:v>
                </c:pt>
                <c:pt idx="17098">
                  <c:v>1.4044877402879909E-2</c:v>
                </c:pt>
                <c:pt idx="17099">
                  <c:v>1.4304967725155463E-2</c:v>
                </c:pt>
                <c:pt idx="17100">
                  <c:v>1.4304967725155463E-2</c:v>
                </c:pt>
                <c:pt idx="17101">
                  <c:v>1.3997588253375262E-2</c:v>
                </c:pt>
                <c:pt idx="17102">
                  <c:v>1.3784787080604355E-2</c:v>
                </c:pt>
                <c:pt idx="17103">
                  <c:v>1.4163100276641524E-2</c:v>
                </c:pt>
                <c:pt idx="17104">
                  <c:v>1.4328612299907785E-2</c:v>
                </c:pt>
                <c:pt idx="17105">
                  <c:v>1.4092166552384554E-2</c:v>
                </c:pt>
                <c:pt idx="17106">
                  <c:v>1.3903009954365971E-2</c:v>
                </c:pt>
                <c:pt idx="17107">
                  <c:v>1.4304967725155463E-2</c:v>
                </c:pt>
                <c:pt idx="17108">
                  <c:v>1.4470479748421725E-2</c:v>
                </c:pt>
                <c:pt idx="17109">
                  <c:v>1.4328612299907785E-2</c:v>
                </c:pt>
                <c:pt idx="17110">
                  <c:v>1.4163100276641524E-2</c:v>
                </c:pt>
                <c:pt idx="17111">
                  <c:v>1.4494124323174047E-2</c:v>
                </c:pt>
                <c:pt idx="17112">
                  <c:v>1.4565058047431016E-2</c:v>
                </c:pt>
                <c:pt idx="17113">
                  <c:v>1.4328612299907785E-2</c:v>
                </c:pt>
                <c:pt idx="17114">
                  <c:v>1.4068521977632233E-2</c:v>
                </c:pt>
                <c:pt idx="17115">
                  <c:v>1.4399546024164754E-2</c:v>
                </c:pt>
                <c:pt idx="17116">
                  <c:v>1.4517768897926371E-2</c:v>
                </c:pt>
                <c:pt idx="17117">
                  <c:v>1.428132315040314E-2</c:v>
                </c:pt>
                <c:pt idx="17118">
                  <c:v>1.4092166552384554E-2</c:v>
                </c:pt>
                <c:pt idx="17119">
                  <c:v>1.4375901449412433E-2</c:v>
                </c:pt>
                <c:pt idx="17120">
                  <c:v>1.4446835173669402E-2</c:v>
                </c:pt>
                <c:pt idx="17121">
                  <c:v>1.4234034000898494E-2</c:v>
                </c:pt>
                <c:pt idx="17122">
                  <c:v>1.397394367862294E-2</c:v>
                </c:pt>
                <c:pt idx="17123">
                  <c:v>1.428132315040314E-2</c:v>
                </c:pt>
                <c:pt idx="17124">
                  <c:v>1.4399546024164754E-2</c:v>
                </c:pt>
                <c:pt idx="17125">
                  <c:v>1.4210389426146171E-2</c:v>
                </c:pt>
                <c:pt idx="17126">
                  <c:v>1.3926654529118293E-2</c:v>
                </c:pt>
                <c:pt idx="17127">
                  <c:v>1.4257678575650816E-2</c:v>
                </c:pt>
                <c:pt idx="17128">
                  <c:v>1.4399546024164754E-2</c:v>
                </c:pt>
                <c:pt idx="17129">
                  <c:v>1.4139455701889202E-2</c:v>
                </c:pt>
                <c:pt idx="17130">
                  <c:v>1.3879365379613647E-2</c:v>
                </c:pt>
                <c:pt idx="17131">
                  <c:v>1.4092166552384554E-2</c:v>
                </c:pt>
                <c:pt idx="17132">
                  <c:v>1.4328612299907785E-2</c:v>
                </c:pt>
                <c:pt idx="17133">
                  <c:v>1.4186744851393847E-2</c:v>
                </c:pt>
                <c:pt idx="17134">
                  <c:v>1.3855720804861324E-2</c:v>
                </c:pt>
                <c:pt idx="17135">
                  <c:v>1.3997588253375262E-2</c:v>
                </c:pt>
                <c:pt idx="17136">
                  <c:v>1.4210389426146171E-2</c:v>
                </c:pt>
                <c:pt idx="17137">
                  <c:v>1.4092166552384554E-2</c:v>
                </c:pt>
                <c:pt idx="17138">
                  <c:v>1.3784787080604355E-2</c:v>
                </c:pt>
                <c:pt idx="17139">
                  <c:v>1.3997588253375262E-2</c:v>
                </c:pt>
                <c:pt idx="17140">
                  <c:v>1.4210389426146171E-2</c:v>
                </c:pt>
                <c:pt idx="17141">
                  <c:v>1.4044877402879909E-2</c:v>
                </c:pt>
                <c:pt idx="17142">
                  <c:v>1.3855720804861324E-2</c:v>
                </c:pt>
                <c:pt idx="17143">
                  <c:v>1.4044877402879909E-2</c:v>
                </c:pt>
                <c:pt idx="17144">
                  <c:v>1.4399546024164754E-2</c:v>
                </c:pt>
                <c:pt idx="17145">
                  <c:v>1.4352256874660109E-2</c:v>
                </c:pt>
                <c:pt idx="17146">
                  <c:v>1.4068521977632233E-2</c:v>
                </c:pt>
                <c:pt idx="17147">
                  <c:v>1.4186744851393847E-2</c:v>
                </c:pt>
                <c:pt idx="17148">
                  <c:v>1.4423190598917078E-2</c:v>
                </c:pt>
                <c:pt idx="17149">
                  <c:v>1.428132315040314E-2</c:v>
                </c:pt>
                <c:pt idx="17150">
                  <c:v>1.3903009954365971E-2</c:v>
                </c:pt>
                <c:pt idx="17151">
                  <c:v>1.397394367862294E-2</c:v>
                </c:pt>
                <c:pt idx="17152">
                  <c:v>1.428132315040314E-2</c:v>
                </c:pt>
                <c:pt idx="17153">
                  <c:v>1.4210389426146171E-2</c:v>
                </c:pt>
                <c:pt idx="17154">
                  <c:v>1.4021232828127585E-2</c:v>
                </c:pt>
                <c:pt idx="17155">
                  <c:v>1.4115811127136878E-2</c:v>
                </c:pt>
                <c:pt idx="17156">
                  <c:v>1.4423190598917078E-2</c:v>
                </c:pt>
                <c:pt idx="17157">
                  <c:v>1.4328612299907785E-2</c:v>
                </c:pt>
                <c:pt idx="17158">
                  <c:v>1.4068521977632233E-2</c:v>
                </c:pt>
                <c:pt idx="17159">
                  <c:v>1.4115811127136878E-2</c:v>
                </c:pt>
                <c:pt idx="17160">
                  <c:v>1.4423190598917078E-2</c:v>
                </c:pt>
                <c:pt idx="17161">
                  <c:v>1.4328612299907785E-2</c:v>
                </c:pt>
                <c:pt idx="17162">
                  <c:v>1.3997588253375262E-2</c:v>
                </c:pt>
                <c:pt idx="17163">
                  <c:v>1.4044877402879909E-2</c:v>
                </c:pt>
                <c:pt idx="17164">
                  <c:v>1.4328612299907785E-2</c:v>
                </c:pt>
                <c:pt idx="17165">
                  <c:v>1.4234034000898494E-2</c:v>
                </c:pt>
                <c:pt idx="17166">
                  <c:v>1.3879365379613647E-2</c:v>
                </c:pt>
                <c:pt idx="17167">
                  <c:v>1.3832076230109002E-2</c:v>
                </c:pt>
                <c:pt idx="17168">
                  <c:v>1.4139455701889202E-2</c:v>
                </c:pt>
                <c:pt idx="17169">
                  <c:v>1.4163100276641524E-2</c:v>
                </c:pt>
                <c:pt idx="17170">
                  <c:v>1.3832076230109002E-2</c:v>
                </c:pt>
                <c:pt idx="17171">
                  <c:v>1.3926654529118293E-2</c:v>
                </c:pt>
                <c:pt idx="17172">
                  <c:v>1.4328612299907785E-2</c:v>
                </c:pt>
                <c:pt idx="17173">
                  <c:v>1.4328612299907785E-2</c:v>
                </c:pt>
                <c:pt idx="17174">
                  <c:v>1.4021232828127585E-2</c:v>
                </c:pt>
                <c:pt idx="17175">
                  <c:v>1.3950299103870616E-2</c:v>
                </c:pt>
                <c:pt idx="17176">
                  <c:v>1.4304967725155463E-2</c:v>
                </c:pt>
                <c:pt idx="17177">
                  <c:v>1.4375901449412433E-2</c:v>
                </c:pt>
                <c:pt idx="17178">
                  <c:v>1.4139455701889202E-2</c:v>
                </c:pt>
                <c:pt idx="17179">
                  <c:v>1.4115811127136878E-2</c:v>
                </c:pt>
                <c:pt idx="17180">
                  <c:v>1.4423190598917078E-2</c:v>
                </c:pt>
                <c:pt idx="17181">
                  <c:v>1.4375901449412433E-2</c:v>
                </c:pt>
                <c:pt idx="17182">
                  <c:v>1.4163100276641524E-2</c:v>
                </c:pt>
                <c:pt idx="17183">
                  <c:v>1.4139455701889202E-2</c:v>
                </c:pt>
                <c:pt idx="17184">
                  <c:v>1.4494124323174047E-2</c:v>
                </c:pt>
                <c:pt idx="17185">
                  <c:v>1.4423190598917078E-2</c:v>
                </c:pt>
                <c:pt idx="17186">
                  <c:v>1.4044877402879909E-2</c:v>
                </c:pt>
                <c:pt idx="17187">
                  <c:v>1.3950299103870616E-2</c:v>
                </c:pt>
                <c:pt idx="17188">
                  <c:v>1.428132315040314E-2</c:v>
                </c:pt>
                <c:pt idx="17189">
                  <c:v>1.4375901449412433E-2</c:v>
                </c:pt>
                <c:pt idx="17190">
                  <c:v>1.4115811127136878E-2</c:v>
                </c:pt>
                <c:pt idx="17191">
                  <c:v>1.4021232828127585E-2</c:v>
                </c:pt>
                <c:pt idx="17192">
                  <c:v>1.4375901449412433E-2</c:v>
                </c:pt>
                <c:pt idx="17193">
                  <c:v>1.4423190598917078E-2</c:v>
                </c:pt>
                <c:pt idx="17194">
                  <c:v>1.4163100276641524E-2</c:v>
                </c:pt>
                <c:pt idx="17195">
                  <c:v>1.3950299103870616E-2</c:v>
                </c:pt>
                <c:pt idx="17196">
                  <c:v>1.4210389426146171E-2</c:v>
                </c:pt>
                <c:pt idx="17197">
                  <c:v>1.4257678575650816E-2</c:v>
                </c:pt>
                <c:pt idx="17198">
                  <c:v>1.397394367862294E-2</c:v>
                </c:pt>
                <c:pt idx="17199">
                  <c:v>1.3855720804861324E-2</c:v>
                </c:pt>
                <c:pt idx="17200">
                  <c:v>1.4210389426146171E-2</c:v>
                </c:pt>
                <c:pt idx="17201">
                  <c:v>1.4257678575650816E-2</c:v>
                </c:pt>
                <c:pt idx="17202">
                  <c:v>1.4044877402879909E-2</c:v>
                </c:pt>
                <c:pt idx="17203">
                  <c:v>1.3855720804861324E-2</c:v>
                </c:pt>
                <c:pt idx="17204">
                  <c:v>1.4234034000898494E-2</c:v>
                </c:pt>
                <c:pt idx="17205">
                  <c:v>1.4399546024164754E-2</c:v>
                </c:pt>
                <c:pt idx="17206">
                  <c:v>1.4092166552384554E-2</c:v>
                </c:pt>
                <c:pt idx="17207">
                  <c:v>1.3879365379613647E-2</c:v>
                </c:pt>
                <c:pt idx="17208">
                  <c:v>1.4210389426146171E-2</c:v>
                </c:pt>
                <c:pt idx="17209">
                  <c:v>1.4328612299907785E-2</c:v>
                </c:pt>
                <c:pt idx="17210">
                  <c:v>1.4115811127136878E-2</c:v>
                </c:pt>
                <c:pt idx="17211">
                  <c:v>1.3855720804861324E-2</c:v>
                </c:pt>
                <c:pt idx="17212">
                  <c:v>1.3997588253375262E-2</c:v>
                </c:pt>
                <c:pt idx="17213">
                  <c:v>1.4068521977632233E-2</c:v>
                </c:pt>
                <c:pt idx="17214">
                  <c:v>1.3879365379613647E-2</c:v>
                </c:pt>
                <c:pt idx="17215">
                  <c:v>1.3642919632090416E-2</c:v>
                </c:pt>
                <c:pt idx="17216">
                  <c:v>1.3950299103870616E-2</c:v>
                </c:pt>
                <c:pt idx="17217">
                  <c:v>1.4186744851393847E-2</c:v>
                </c:pt>
                <c:pt idx="17218">
                  <c:v>1.3926654529118293E-2</c:v>
                </c:pt>
                <c:pt idx="17219">
                  <c:v>1.366656420684274E-2</c:v>
                </c:pt>
                <c:pt idx="17220">
                  <c:v>1.3855720804861324E-2</c:v>
                </c:pt>
                <c:pt idx="17221">
                  <c:v>1.4115811127136878E-2</c:v>
                </c:pt>
                <c:pt idx="17222">
                  <c:v>1.397394367862294E-2</c:v>
                </c:pt>
                <c:pt idx="17223">
                  <c:v>1.3761142505852031E-2</c:v>
                </c:pt>
                <c:pt idx="17224">
                  <c:v>1.397394367862294E-2</c:v>
                </c:pt>
                <c:pt idx="17225">
                  <c:v>1.4186744851393847E-2</c:v>
                </c:pt>
                <c:pt idx="17226">
                  <c:v>1.4068521977632233E-2</c:v>
                </c:pt>
                <c:pt idx="17227">
                  <c:v>1.3784787080604355E-2</c:v>
                </c:pt>
                <c:pt idx="17228">
                  <c:v>1.4068521977632233E-2</c:v>
                </c:pt>
                <c:pt idx="17229">
                  <c:v>1.4352256874660109E-2</c:v>
                </c:pt>
                <c:pt idx="17230">
                  <c:v>1.428132315040314E-2</c:v>
                </c:pt>
                <c:pt idx="17231">
                  <c:v>1.4021232828127585E-2</c:v>
                </c:pt>
                <c:pt idx="17232">
                  <c:v>1.4257678575650816E-2</c:v>
                </c:pt>
                <c:pt idx="17233">
                  <c:v>1.4399546024164754E-2</c:v>
                </c:pt>
                <c:pt idx="17234">
                  <c:v>1.4234034000898494E-2</c:v>
                </c:pt>
                <c:pt idx="17235">
                  <c:v>1.4021232828127585E-2</c:v>
                </c:pt>
                <c:pt idx="17236">
                  <c:v>1.4163100276641524E-2</c:v>
                </c:pt>
                <c:pt idx="17237">
                  <c:v>1.4257678575650816E-2</c:v>
                </c:pt>
                <c:pt idx="17238">
                  <c:v>1.4115811127136878E-2</c:v>
                </c:pt>
                <c:pt idx="17239">
                  <c:v>1.3879365379613647E-2</c:v>
                </c:pt>
                <c:pt idx="17240">
                  <c:v>1.4044877402879909E-2</c:v>
                </c:pt>
                <c:pt idx="17241">
                  <c:v>1.428132315040314E-2</c:v>
                </c:pt>
                <c:pt idx="17242">
                  <c:v>1.4210389426146171E-2</c:v>
                </c:pt>
                <c:pt idx="17243">
                  <c:v>1.3903009954365971E-2</c:v>
                </c:pt>
                <c:pt idx="17244">
                  <c:v>1.3997588253375262E-2</c:v>
                </c:pt>
                <c:pt idx="17245">
                  <c:v>1.4210389426146171E-2</c:v>
                </c:pt>
                <c:pt idx="17246">
                  <c:v>1.4115811127136878E-2</c:v>
                </c:pt>
                <c:pt idx="17247">
                  <c:v>1.3784787080604355E-2</c:v>
                </c:pt>
                <c:pt idx="17248">
                  <c:v>1.3855720804861324E-2</c:v>
                </c:pt>
                <c:pt idx="17249">
                  <c:v>1.4163100276641524E-2</c:v>
                </c:pt>
                <c:pt idx="17250">
                  <c:v>1.4044877402879909E-2</c:v>
                </c:pt>
                <c:pt idx="17251">
                  <c:v>1.3690208781595062E-2</c:v>
                </c:pt>
                <c:pt idx="17252">
                  <c:v>1.3808431655356678E-2</c:v>
                </c:pt>
                <c:pt idx="17253">
                  <c:v>1.4186744851393847E-2</c:v>
                </c:pt>
                <c:pt idx="17254">
                  <c:v>1.4139455701889202E-2</c:v>
                </c:pt>
                <c:pt idx="17255">
                  <c:v>1.3808431655356678E-2</c:v>
                </c:pt>
                <c:pt idx="17256">
                  <c:v>1.3926654529118293E-2</c:v>
                </c:pt>
                <c:pt idx="17257">
                  <c:v>1.428132315040314E-2</c:v>
                </c:pt>
                <c:pt idx="17258">
                  <c:v>1.4210389426146171E-2</c:v>
                </c:pt>
                <c:pt idx="17259">
                  <c:v>1.3832076230109002E-2</c:v>
                </c:pt>
                <c:pt idx="17260">
                  <c:v>1.3808431655356678E-2</c:v>
                </c:pt>
                <c:pt idx="17261">
                  <c:v>1.4115811127136878E-2</c:v>
                </c:pt>
                <c:pt idx="17262">
                  <c:v>1.4044877402879909E-2</c:v>
                </c:pt>
                <c:pt idx="17263">
                  <c:v>1.3642919632090416E-2</c:v>
                </c:pt>
                <c:pt idx="17264">
                  <c:v>1.366656420684274E-2</c:v>
                </c:pt>
                <c:pt idx="17265">
                  <c:v>1.3997588253375262E-2</c:v>
                </c:pt>
                <c:pt idx="17266">
                  <c:v>1.397394367862294E-2</c:v>
                </c:pt>
                <c:pt idx="17267">
                  <c:v>1.3619275057338093E-2</c:v>
                </c:pt>
                <c:pt idx="17268">
                  <c:v>1.3713853356347385E-2</c:v>
                </c:pt>
                <c:pt idx="17269">
                  <c:v>1.3997588253375262E-2</c:v>
                </c:pt>
                <c:pt idx="17270">
                  <c:v>1.397394367862294E-2</c:v>
                </c:pt>
                <c:pt idx="17271">
                  <c:v>1.3737497931099709E-2</c:v>
                </c:pt>
                <c:pt idx="17272">
                  <c:v>1.3808431655356678E-2</c:v>
                </c:pt>
                <c:pt idx="17273">
                  <c:v>1.4139455701889202E-2</c:v>
                </c:pt>
                <c:pt idx="17274">
                  <c:v>1.4210389426146171E-2</c:v>
                </c:pt>
                <c:pt idx="17275">
                  <c:v>1.3879365379613647E-2</c:v>
                </c:pt>
                <c:pt idx="17276">
                  <c:v>1.3808431655356678E-2</c:v>
                </c:pt>
                <c:pt idx="17277">
                  <c:v>1.4139455701889202E-2</c:v>
                </c:pt>
                <c:pt idx="17278">
                  <c:v>1.4163100276641524E-2</c:v>
                </c:pt>
                <c:pt idx="17279">
                  <c:v>1.3832076230109002E-2</c:v>
                </c:pt>
                <c:pt idx="17280">
                  <c:v>1.3690208781595062E-2</c:v>
                </c:pt>
                <c:pt idx="17281">
                  <c:v>1.4044877402879909E-2</c:v>
                </c:pt>
                <c:pt idx="17282">
                  <c:v>1.4115811127136878E-2</c:v>
                </c:pt>
                <c:pt idx="17283">
                  <c:v>1.3832076230109002E-2</c:v>
                </c:pt>
                <c:pt idx="17284">
                  <c:v>1.3713853356347385E-2</c:v>
                </c:pt>
                <c:pt idx="17285">
                  <c:v>1.3997588253375262E-2</c:v>
                </c:pt>
                <c:pt idx="17286">
                  <c:v>1.4044877402879909E-2</c:v>
                </c:pt>
                <c:pt idx="17287">
                  <c:v>1.3761142505852031E-2</c:v>
                </c:pt>
                <c:pt idx="17288">
                  <c:v>1.3642919632090416E-2</c:v>
                </c:pt>
                <c:pt idx="17289">
                  <c:v>1.3997588253375262E-2</c:v>
                </c:pt>
                <c:pt idx="17290">
                  <c:v>1.4092166552384554E-2</c:v>
                </c:pt>
                <c:pt idx="17291">
                  <c:v>1.3950299103870616E-2</c:v>
                </c:pt>
                <c:pt idx="17292">
                  <c:v>1.3761142505852031E-2</c:v>
                </c:pt>
                <c:pt idx="17293">
                  <c:v>1.4115811127136878E-2</c:v>
                </c:pt>
                <c:pt idx="17294">
                  <c:v>1.4304967725155463E-2</c:v>
                </c:pt>
                <c:pt idx="17295">
                  <c:v>1.4021232828127585E-2</c:v>
                </c:pt>
                <c:pt idx="17296">
                  <c:v>1.3784787080604355E-2</c:v>
                </c:pt>
                <c:pt idx="17297">
                  <c:v>1.4044877402879909E-2</c:v>
                </c:pt>
                <c:pt idx="17298">
                  <c:v>1.4115811127136878E-2</c:v>
                </c:pt>
                <c:pt idx="17299">
                  <c:v>1.3903009954365971E-2</c:v>
                </c:pt>
                <c:pt idx="17300">
                  <c:v>1.3737497931099709E-2</c:v>
                </c:pt>
                <c:pt idx="17301">
                  <c:v>1.4068521977632233E-2</c:v>
                </c:pt>
                <c:pt idx="17302">
                  <c:v>1.4139455701889202E-2</c:v>
                </c:pt>
                <c:pt idx="17303">
                  <c:v>1.3997588253375262E-2</c:v>
                </c:pt>
                <c:pt idx="17304">
                  <c:v>1.3690208781595062E-2</c:v>
                </c:pt>
                <c:pt idx="17305">
                  <c:v>1.4092166552384554E-2</c:v>
                </c:pt>
                <c:pt idx="17306">
                  <c:v>1.428132315040314E-2</c:v>
                </c:pt>
                <c:pt idx="17307">
                  <c:v>1.4163100276641524E-2</c:v>
                </c:pt>
                <c:pt idx="17308">
                  <c:v>1.3761142505852031E-2</c:v>
                </c:pt>
                <c:pt idx="17309">
                  <c:v>1.4021232828127585E-2</c:v>
                </c:pt>
                <c:pt idx="17310">
                  <c:v>1.4139455701889202E-2</c:v>
                </c:pt>
                <c:pt idx="17311">
                  <c:v>1.397394367862294E-2</c:v>
                </c:pt>
                <c:pt idx="17312">
                  <c:v>1.3737497931099709E-2</c:v>
                </c:pt>
                <c:pt idx="17313">
                  <c:v>1.3950299103870616E-2</c:v>
                </c:pt>
                <c:pt idx="17314">
                  <c:v>1.4257678575650816E-2</c:v>
                </c:pt>
                <c:pt idx="17315">
                  <c:v>1.4115811127136878E-2</c:v>
                </c:pt>
                <c:pt idx="17316">
                  <c:v>1.3784787080604355E-2</c:v>
                </c:pt>
                <c:pt idx="17317">
                  <c:v>1.3950299103870616E-2</c:v>
                </c:pt>
                <c:pt idx="17318">
                  <c:v>1.428132315040314E-2</c:v>
                </c:pt>
                <c:pt idx="17319">
                  <c:v>1.4210389426146171E-2</c:v>
                </c:pt>
                <c:pt idx="17320">
                  <c:v>1.3926654529118293E-2</c:v>
                </c:pt>
                <c:pt idx="17321">
                  <c:v>1.4021232828127585E-2</c:v>
                </c:pt>
                <c:pt idx="17322">
                  <c:v>1.4234034000898494E-2</c:v>
                </c:pt>
                <c:pt idx="17323">
                  <c:v>1.4115811127136878E-2</c:v>
                </c:pt>
                <c:pt idx="17324">
                  <c:v>1.366656420684274E-2</c:v>
                </c:pt>
                <c:pt idx="17325">
                  <c:v>1.3808431655356678E-2</c:v>
                </c:pt>
                <c:pt idx="17326">
                  <c:v>1.4163100276641524E-2</c:v>
                </c:pt>
                <c:pt idx="17327">
                  <c:v>1.4115811127136878E-2</c:v>
                </c:pt>
                <c:pt idx="17328">
                  <c:v>1.3784787080604355E-2</c:v>
                </c:pt>
                <c:pt idx="17329">
                  <c:v>1.3903009954365971E-2</c:v>
                </c:pt>
                <c:pt idx="17330">
                  <c:v>1.4210389426146171E-2</c:v>
                </c:pt>
                <c:pt idx="17331">
                  <c:v>1.4163100276641524E-2</c:v>
                </c:pt>
                <c:pt idx="17332">
                  <c:v>1.3855720804861324E-2</c:v>
                </c:pt>
                <c:pt idx="17333">
                  <c:v>1.4021232828127585E-2</c:v>
                </c:pt>
                <c:pt idx="17334">
                  <c:v>1.4304967725155463E-2</c:v>
                </c:pt>
                <c:pt idx="17335">
                  <c:v>1.4210389426146171E-2</c:v>
                </c:pt>
                <c:pt idx="17336">
                  <c:v>1.3784787080604355E-2</c:v>
                </c:pt>
                <c:pt idx="17337">
                  <c:v>1.3832076230109002E-2</c:v>
                </c:pt>
                <c:pt idx="17338">
                  <c:v>1.4139455701889202E-2</c:v>
                </c:pt>
                <c:pt idx="17339">
                  <c:v>1.4092166552384554E-2</c:v>
                </c:pt>
                <c:pt idx="17340">
                  <c:v>1.3737497931099709E-2</c:v>
                </c:pt>
                <c:pt idx="17341">
                  <c:v>1.366656420684274E-2</c:v>
                </c:pt>
                <c:pt idx="17342">
                  <c:v>1.397394367862294E-2</c:v>
                </c:pt>
                <c:pt idx="17343">
                  <c:v>1.4021232828127585E-2</c:v>
                </c:pt>
                <c:pt idx="17344">
                  <c:v>1.3737497931099709E-2</c:v>
                </c:pt>
                <c:pt idx="17345">
                  <c:v>1.3808431655356678E-2</c:v>
                </c:pt>
                <c:pt idx="17346">
                  <c:v>1.4234034000898494E-2</c:v>
                </c:pt>
                <c:pt idx="17347">
                  <c:v>1.4234034000898494E-2</c:v>
                </c:pt>
                <c:pt idx="17348">
                  <c:v>1.3855720804861324E-2</c:v>
                </c:pt>
                <c:pt idx="17349">
                  <c:v>1.3761142505852031E-2</c:v>
                </c:pt>
                <c:pt idx="17350">
                  <c:v>1.4092166552384554E-2</c:v>
                </c:pt>
                <c:pt idx="17351">
                  <c:v>1.4139455701889202E-2</c:v>
                </c:pt>
                <c:pt idx="17352">
                  <c:v>1.3832076230109002E-2</c:v>
                </c:pt>
                <c:pt idx="17353">
                  <c:v>1.3737497931099709E-2</c:v>
                </c:pt>
                <c:pt idx="17354">
                  <c:v>1.4021232828127585E-2</c:v>
                </c:pt>
                <c:pt idx="17355">
                  <c:v>1.4068521977632233E-2</c:v>
                </c:pt>
                <c:pt idx="17356">
                  <c:v>1.3903009954365971E-2</c:v>
                </c:pt>
                <c:pt idx="17357">
                  <c:v>1.3903009954365971E-2</c:v>
                </c:pt>
                <c:pt idx="17358">
                  <c:v>1.4234034000898494E-2</c:v>
                </c:pt>
                <c:pt idx="17359">
                  <c:v>1.4210389426146171E-2</c:v>
                </c:pt>
                <c:pt idx="17360">
                  <c:v>1.3903009954365971E-2</c:v>
                </c:pt>
                <c:pt idx="17361">
                  <c:v>1.3832076230109002E-2</c:v>
                </c:pt>
                <c:pt idx="17362">
                  <c:v>1.4139455701889202E-2</c:v>
                </c:pt>
                <c:pt idx="17363">
                  <c:v>1.4115811127136878E-2</c:v>
                </c:pt>
                <c:pt idx="17364">
                  <c:v>1.3855720804861324E-2</c:v>
                </c:pt>
                <c:pt idx="17365">
                  <c:v>1.3690208781595062E-2</c:v>
                </c:pt>
                <c:pt idx="17366">
                  <c:v>1.397394367862294E-2</c:v>
                </c:pt>
                <c:pt idx="17367">
                  <c:v>1.4139455701889202E-2</c:v>
                </c:pt>
                <c:pt idx="17368">
                  <c:v>1.3997588253375262E-2</c:v>
                </c:pt>
                <c:pt idx="17369">
                  <c:v>1.3808431655356678E-2</c:v>
                </c:pt>
                <c:pt idx="17370">
                  <c:v>1.4115811127136878E-2</c:v>
                </c:pt>
                <c:pt idx="17371">
                  <c:v>1.428132315040314E-2</c:v>
                </c:pt>
                <c:pt idx="17372">
                  <c:v>1.4044877402879909E-2</c:v>
                </c:pt>
                <c:pt idx="17373">
                  <c:v>1.3784787080604355E-2</c:v>
                </c:pt>
                <c:pt idx="17374">
                  <c:v>1.4115811127136878E-2</c:v>
                </c:pt>
                <c:pt idx="17375">
                  <c:v>1.428132315040314E-2</c:v>
                </c:pt>
                <c:pt idx="17376">
                  <c:v>1.4021232828127585E-2</c:v>
                </c:pt>
                <c:pt idx="17377">
                  <c:v>1.3761142505852031E-2</c:v>
                </c:pt>
                <c:pt idx="17378">
                  <c:v>1.4068521977632233E-2</c:v>
                </c:pt>
                <c:pt idx="17379">
                  <c:v>1.4257678575650816E-2</c:v>
                </c:pt>
                <c:pt idx="17380">
                  <c:v>1.4139455701889202E-2</c:v>
                </c:pt>
                <c:pt idx="17381">
                  <c:v>1.3879365379613647E-2</c:v>
                </c:pt>
                <c:pt idx="17382">
                  <c:v>1.4115811127136878E-2</c:v>
                </c:pt>
                <c:pt idx="17383">
                  <c:v>1.4304967725155463E-2</c:v>
                </c:pt>
                <c:pt idx="17384">
                  <c:v>1.4115811127136878E-2</c:v>
                </c:pt>
                <c:pt idx="17385">
                  <c:v>1.3879365379613647E-2</c:v>
                </c:pt>
                <c:pt idx="17386">
                  <c:v>1.4210389426146171E-2</c:v>
                </c:pt>
                <c:pt idx="17387">
                  <c:v>1.4446835173669402E-2</c:v>
                </c:pt>
                <c:pt idx="17388">
                  <c:v>1.4352256874660109E-2</c:v>
                </c:pt>
                <c:pt idx="17389">
                  <c:v>1.4021232828127585E-2</c:v>
                </c:pt>
                <c:pt idx="17390">
                  <c:v>1.4115811127136878E-2</c:v>
                </c:pt>
                <c:pt idx="17391">
                  <c:v>1.4257678575650816E-2</c:v>
                </c:pt>
                <c:pt idx="17392">
                  <c:v>1.4092166552384554E-2</c:v>
                </c:pt>
                <c:pt idx="17393">
                  <c:v>1.3832076230109002E-2</c:v>
                </c:pt>
                <c:pt idx="17394">
                  <c:v>1.4115811127136878E-2</c:v>
                </c:pt>
                <c:pt idx="17395">
                  <c:v>1.4328612299907785E-2</c:v>
                </c:pt>
                <c:pt idx="17396">
                  <c:v>1.4163100276641524E-2</c:v>
                </c:pt>
                <c:pt idx="17397">
                  <c:v>1.3832076230109002E-2</c:v>
                </c:pt>
                <c:pt idx="17398">
                  <c:v>1.4115811127136878E-2</c:v>
                </c:pt>
                <c:pt idx="17399">
                  <c:v>1.4304967725155463E-2</c:v>
                </c:pt>
                <c:pt idx="17400">
                  <c:v>1.4186744851393847E-2</c:v>
                </c:pt>
                <c:pt idx="17401">
                  <c:v>1.3879365379613647E-2</c:v>
                </c:pt>
                <c:pt idx="17402">
                  <c:v>1.4163100276641524E-2</c:v>
                </c:pt>
                <c:pt idx="17403">
                  <c:v>1.4304967725155463E-2</c:v>
                </c:pt>
                <c:pt idx="17404">
                  <c:v>1.4115811127136878E-2</c:v>
                </c:pt>
                <c:pt idx="17405">
                  <c:v>1.3737497931099709E-2</c:v>
                </c:pt>
                <c:pt idx="17406">
                  <c:v>1.3926654529118293E-2</c:v>
                </c:pt>
                <c:pt idx="17407">
                  <c:v>1.4139455701889202E-2</c:v>
                </c:pt>
                <c:pt idx="17408">
                  <c:v>1.4021232828127585E-2</c:v>
                </c:pt>
                <c:pt idx="17409">
                  <c:v>1.3713853356347385E-2</c:v>
                </c:pt>
                <c:pt idx="17410">
                  <c:v>1.3879365379613647E-2</c:v>
                </c:pt>
                <c:pt idx="17411">
                  <c:v>1.4139455701889202E-2</c:v>
                </c:pt>
                <c:pt idx="17412">
                  <c:v>1.4115811127136878E-2</c:v>
                </c:pt>
                <c:pt idx="17413">
                  <c:v>1.3832076230109002E-2</c:v>
                </c:pt>
                <c:pt idx="17414">
                  <c:v>1.397394367862294E-2</c:v>
                </c:pt>
                <c:pt idx="17415">
                  <c:v>1.428132315040314E-2</c:v>
                </c:pt>
                <c:pt idx="17416">
                  <c:v>1.428132315040314E-2</c:v>
                </c:pt>
                <c:pt idx="17417">
                  <c:v>1.3926654529118293E-2</c:v>
                </c:pt>
                <c:pt idx="17418">
                  <c:v>1.4044877402879909E-2</c:v>
                </c:pt>
                <c:pt idx="17419">
                  <c:v>1.4234034000898494E-2</c:v>
                </c:pt>
                <c:pt idx="17420">
                  <c:v>1.4115811127136878E-2</c:v>
                </c:pt>
                <c:pt idx="17421">
                  <c:v>1.3690208781595062E-2</c:v>
                </c:pt>
                <c:pt idx="17422">
                  <c:v>1.3784787080604355E-2</c:v>
                </c:pt>
                <c:pt idx="17423">
                  <c:v>1.4115811127136878E-2</c:v>
                </c:pt>
                <c:pt idx="17424">
                  <c:v>1.4021232828127585E-2</c:v>
                </c:pt>
                <c:pt idx="17425">
                  <c:v>1.3619275057338093E-2</c:v>
                </c:pt>
                <c:pt idx="17426">
                  <c:v>1.366656420684274E-2</c:v>
                </c:pt>
                <c:pt idx="17427">
                  <c:v>1.4044877402879909E-2</c:v>
                </c:pt>
                <c:pt idx="17428">
                  <c:v>1.4068521977632233E-2</c:v>
                </c:pt>
                <c:pt idx="17429">
                  <c:v>1.3737497931099709E-2</c:v>
                </c:pt>
                <c:pt idx="17430">
                  <c:v>1.3808431655356678E-2</c:v>
                </c:pt>
                <c:pt idx="17431">
                  <c:v>1.4115811127136878E-2</c:v>
                </c:pt>
                <c:pt idx="17432">
                  <c:v>1.4092166552384554E-2</c:v>
                </c:pt>
                <c:pt idx="17433">
                  <c:v>1.3832076230109002E-2</c:v>
                </c:pt>
                <c:pt idx="17434">
                  <c:v>1.3808431655356678E-2</c:v>
                </c:pt>
                <c:pt idx="17435">
                  <c:v>1.4115811127136878E-2</c:v>
                </c:pt>
                <c:pt idx="17436">
                  <c:v>1.4092166552384554E-2</c:v>
                </c:pt>
                <c:pt idx="17437">
                  <c:v>1.3761142505852031E-2</c:v>
                </c:pt>
                <c:pt idx="17438">
                  <c:v>1.3690208781595062E-2</c:v>
                </c:pt>
                <c:pt idx="17439">
                  <c:v>1.3997588253375262E-2</c:v>
                </c:pt>
                <c:pt idx="17440">
                  <c:v>1.3950299103870616E-2</c:v>
                </c:pt>
                <c:pt idx="17441">
                  <c:v>1.3690208781595062E-2</c:v>
                </c:pt>
                <c:pt idx="17442">
                  <c:v>1.3642919632090416E-2</c:v>
                </c:pt>
                <c:pt idx="17443">
                  <c:v>1.4044877402879909E-2</c:v>
                </c:pt>
                <c:pt idx="17444">
                  <c:v>1.4115811127136878E-2</c:v>
                </c:pt>
                <c:pt idx="17445">
                  <c:v>1.3855720804861324E-2</c:v>
                </c:pt>
                <c:pt idx="17446">
                  <c:v>1.3690208781595062E-2</c:v>
                </c:pt>
                <c:pt idx="17447">
                  <c:v>1.4068521977632233E-2</c:v>
                </c:pt>
                <c:pt idx="17448">
                  <c:v>1.4092166552384554E-2</c:v>
                </c:pt>
                <c:pt idx="17449">
                  <c:v>1.3761142505852031E-2</c:v>
                </c:pt>
                <c:pt idx="17450">
                  <c:v>1.3595630482585769E-2</c:v>
                </c:pt>
                <c:pt idx="17451">
                  <c:v>1.397394367862294E-2</c:v>
                </c:pt>
                <c:pt idx="17452">
                  <c:v>1.4092166552384554E-2</c:v>
                </c:pt>
                <c:pt idx="17453">
                  <c:v>1.3855720804861324E-2</c:v>
                </c:pt>
                <c:pt idx="17454">
                  <c:v>1.366656420684274E-2</c:v>
                </c:pt>
                <c:pt idx="17455">
                  <c:v>1.4021232828127585E-2</c:v>
                </c:pt>
                <c:pt idx="17456">
                  <c:v>1.4234034000898494E-2</c:v>
                </c:pt>
                <c:pt idx="17457">
                  <c:v>1.4044877402879909E-2</c:v>
                </c:pt>
                <c:pt idx="17458">
                  <c:v>1.3855720804861324E-2</c:v>
                </c:pt>
                <c:pt idx="17459">
                  <c:v>1.4210389426146171E-2</c:v>
                </c:pt>
                <c:pt idx="17460">
                  <c:v>1.4328612299907785E-2</c:v>
                </c:pt>
                <c:pt idx="17461">
                  <c:v>1.4068521977632233E-2</c:v>
                </c:pt>
                <c:pt idx="17462">
                  <c:v>1.3784787080604355E-2</c:v>
                </c:pt>
                <c:pt idx="17463">
                  <c:v>1.4092166552384554E-2</c:v>
                </c:pt>
                <c:pt idx="17464">
                  <c:v>1.4139455701889202E-2</c:v>
                </c:pt>
                <c:pt idx="17465">
                  <c:v>1.3926654529118293E-2</c:v>
                </c:pt>
                <c:pt idx="17466">
                  <c:v>1.3619275057338093E-2</c:v>
                </c:pt>
                <c:pt idx="17467">
                  <c:v>1.3879365379613647E-2</c:v>
                </c:pt>
                <c:pt idx="17468">
                  <c:v>1.3997588253375262E-2</c:v>
                </c:pt>
                <c:pt idx="17469">
                  <c:v>1.3879365379613647E-2</c:v>
                </c:pt>
                <c:pt idx="17470">
                  <c:v>1.3642919632090416E-2</c:v>
                </c:pt>
                <c:pt idx="17471">
                  <c:v>1.3926654529118293E-2</c:v>
                </c:pt>
                <c:pt idx="17472">
                  <c:v>1.4092166552384554E-2</c:v>
                </c:pt>
                <c:pt idx="17473">
                  <c:v>1.3903009954365971E-2</c:v>
                </c:pt>
                <c:pt idx="17474">
                  <c:v>1.3571985907833447E-2</c:v>
                </c:pt>
                <c:pt idx="17475">
                  <c:v>1.3879365379613647E-2</c:v>
                </c:pt>
                <c:pt idx="17476">
                  <c:v>1.4068521977632233E-2</c:v>
                </c:pt>
                <c:pt idx="17477">
                  <c:v>1.3926654529118293E-2</c:v>
                </c:pt>
                <c:pt idx="17478">
                  <c:v>1.3548341333081124E-2</c:v>
                </c:pt>
                <c:pt idx="17479">
                  <c:v>1.3808431655356678E-2</c:v>
                </c:pt>
                <c:pt idx="17480">
                  <c:v>1.397394367862294E-2</c:v>
                </c:pt>
                <c:pt idx="17481">
                  <c:v>1.3832076230109002E-2</c:v>
                </c:pt>
                <c:pt idx="17482">
                  <c:v>1.3477407608824155E-2</c:v>
                </c:pt>
                <c:pt idx="17483">
                  <c:v>1.3784787080604355E-2</c:v>
                </c:pt>
                <c:pt idx="17484">
                  <c:v>1.4068521977632233E-2</c:v>
                </c:pt>
                <c:pt idx="17485">
                  <c:v>1.3997588253375262E-2</c:v>
                </c:pt>
                <c:pt idx="17486">
                  <c:v>1.3690208781595062E-2</c:v>
                </c:pt>
                <c:pt idx="17487">
                  <c:v>1.3903009954365971E-2</c:v>
                </c:pt>
                <c:pt idx="17488">
                  <c:v>1.4139455701889202E-2</c:v>
                </c:pt>
                <c:pt idx="17489">
                  <c:v>1.3997588253375262E-2</c:v>
                </c:pt>
                <c:pt idx="17490">
                  <c:v>1.3642919632090416E-2</c:v>
                </c:pt>
                <c:pt idx="17491">
                  <c:v>1.3855720804861324E-2</c:v>
                </c:pt>
                <c:pt idx="17492">
                  <c:v>1.4115811127136878E-2</c:v>
                </c:pt>
                <c:pt idx="17493">
                  <c:v>1.397394367862294E-2</c:v>
                </c:pt>
                <c:pt idx="17494">
                  <c:v>1.3642919632090416E-2</c:v>
                </c:pt>
                <c:pt idx="17495">
                  <c:v>1.3832076230109002E-2</c:v>
                </c:pt>
                <c:pt idx="17496">
                  <c:v>1.4163100276641524E-2</c:v>
                </c:pt>
                <c:pt idx="17497">
                  <c:v>1.4044877402879909E-2</c:v>
                </c:pt>
                <c:pt idx="17498">
                  <c:v>1.3761142505852031E-2</c:v>
                </c:pt>
                <c:pt idx="17499">
                  <c:v>1.3926654529118293E-2</c:v>
                </c:pt>
                <c:pt idx="17500">
                  <c:v>1.4210389426146171E-2</c:v>
                </c:pt>
                <c:pt idx="17501">
                  <c:v>1.4044877402879909E-2</c:v>
                </c:pt>
                <c:pt idx="17502">
                  <c:v>1.3713853356347385E-2</c:v>
                </c:pt>
                <c:pt idx="17503">
                  <c:v>1.3832076230109002E-2</c:v>
                </c:pt>
                <c:pt idx="17504">
                  <c:v>1.4139455701889202E-2</c:v>
                </c:pt>
                <c:pt idx="17505">
                  <c:v>1.4115811127136878E-2</c:v>
                </c:pt>
                <c:pt idx="17506">
                  <c:v>1.3832076230109002E-2</c:v>
                </c:pt>
                <c:pt idx="17507">
                  <c:v>1.3926654529118293E-2</c:v>
                </c:pt>
                <c:pt idx="17508">
                  <c:v>1.428132315040314E-2</c:v>
                </c:pt>
                <c:pt idx="17509">
                  <c:v>1.4234034000898494E-2</c:v>
                </c:pt>
                <c:pt idx="17510">
                  <c:v>1.3855720804861324E-2</c:v>
                </c:pt>
                <c:pt idx="17511">
                  <c:v>1.3903009954365971E-2</c:v>
                </c:pt>
                <c:pt idx="17512">
                  <c:v>1.4257678575650816E-2</c:v>
                </c:pt>
                <c:pt idx="17513">
                  <c:v>1.4139455701889202E-2</c:v>
                </c:pt>
                <c:pt idx="17514">
                  <c:v>1.3761142505852031E-2</c:v>
                </c:pt>
                <c:pt idx="17515">
                  <c:v>1.3761142505852031E-2</c:v>
                </c:pt>
                <c:pt idx="17516">
                  <c:v>1.4092166552384554E-2</c:v>
                </c:pt>
                <c:pt idx="17517">
                  <c:v>1.4044877402879909E-2</c:v>
                </c:pt>
                <c:pt idx="17518">
                  <c:v>1.3690208781595062E-2</c:v>
                </c:pt>
                <c:pt idx="17519">
                  <c:v>1.3595630482585769E-2</c:v>
                </c:pt>
                <c:pt idx="17520">
                  <c:v>1.397394367862294E-2</c:v>
                </c:pt>
                <c:pt idx="17521">
                  <c:v>1.3926654529118293E-2</c:v>
                </c:pt>
                <c:pt idx="17522">
                  <c:v>1.366656420684274E-2</c:v>
                </c:pt>
                <c:pt idx="17523">
                  <c:v>1.3619275057338093E-2</c:v>
                </c:pt>
                <c:pt idx="17524">
                  <c:v>1.3926654529118293E-2</c:v>
                </c:pt>
                <c:pt idx="17525">
                  <c:v>1.3950299103870616E-2</c:v>
                </c:pt>
                <c:pt idx="17526">
                  <c:v>1.3642919632090416E-2</c:v>
                </c:pt>
                <c:pt idx="17527">
                  <c:v>1.3453763034071831E-2</c:v>
                </c:pt>
                <c:pt idx="17528">
                  <c:v>1.3832076230109002E-2</c:v>
                </c:pt>
                <c:pt idx="17529">
                  <c:v>1.3879365379613647E-2</c:v>
                </c:pt>
                <c:pt idx="17530">
                  <c:v>1.366656420684274E-2</c:v>
                </c:pt>
                <c:pt idx="17531">
                  <c:v>1.3737497931099709E-2</c:v>
                </c:pt>
                <c:pt idx="17532">
                  <c:v>1.4139455701889202E-2</c:v>
                </c:pt>
                <c:pt idx="17533">
                  <c:v>1.4115811127136878E-2</c:v>
                </c:pt>
                <c:pt idx="17534">
                  <c:v>1.3737497931099709E-2</c:v>
                </c:pt>
                <c:pt idx="17535">
                  <c:v>1.3548341333081124E-2</c:v>
                </c:pt>
                <c:pt idx="17536">
                  <c:v>1.3926654529118293E-2</c:v>
                </c:pt>
                <c:pt idx="17537">
                  <c:v>1.4021232828127585E-2</c:v>
                </c:pt>
                <c:pt idx="17538">
                  <c:v>1.3737497931099709E-2</c:v>
                </c:pt>
                <c:pt idx="17539">
                  <c:v>1.3548341333081124E-2</c:v>
                </c:pt>
                <c:pt idx="17540">
                  <c:v>1.3950299103870616E-2</c:v>
                </c:pt>
                <c:pt idx="17541">
                  <c:v>1.4021232828127585E-2</c:v>
                </c:pt>
                <c:pt idx="17542">
                  <c:v>1.3761142505852031E-2</c:v>
                </c:pt>
                <c:pt idx="17543">
                  <c:v>1.366656420684274E-2</c:v>
                </c:pt>
                <c:pt idx="17544">
                  <c:v>1.4115811127136878E-2</c:v>
                </c:pt>
                <c:pt idx="17545">
                  <c:v>1.4163100276641524E-2</c:v>
                </c:pt>
                <c:pt idx="17546">
                  <c:v>1.3926654529118293E-2</c:v>
                </c:pt>
                <c:pt idx="17547">
                  <c:v>1.3690208781595062E-2</c:v>
                </c:pt>
                <c:pt idx="17548">
                  <c:v>1.4021232828127585E-2</c:v>
                </c:pt>
                <c:pt idx="17549">
                  <c:v>1.4092166552384554E-2</c:v>
                </c:pt>
                <c:pt idx="17550">
                  <c:v>1.3808431655356678E-2</c:v>
                </c:pt>
                <c:pt idx="17551">
                  <c:v>1.3548341333081124E-2</c:v>
                </c:pt>
                <c:pt idx="17552">
                  <c:v>1.3855720804861324E-2</c:v>
                </c:pt>
                <c:pt idx="17553">
                  <c:v>1.3926654529118293E-2</c:v>
                </c:pt>
                <c:pt idx="17554">
                  <c:v>1.3784787080604355E-2</c:v>
                </c:pt>
                <c:pt idx="17555">
                  <c:v>1.3619275057338093E-2</c:v>
                </c:pt>
                <c:pt idx="17556">
                  <c:v>1.3903009954365971E-2</c:v>
                </c:pt>
                <c:pt idx="17557">
                  <c:v>1.4021232828127585E-2</c:v>
                </c:pt>
                <c:pt idx="17558">
                  <c:v>1.3784787080604355E-2</c:v>
                </c:pt>
                <c:pt idx="17559">
                  <c:v>1.3477407608824155E-2</c:v>
                </c:pt>
                <c:pt idx="17560">
                  <c:v>1.3832076230109002E-2</c:v>
                </c:pt>
                <c:pt idx="17561">
                  <c:v>1.3997588253375262E-2</c:v>
                </c:pt>
                <c:pt idx="17562">
                  <c:v>1.3784787080604355E-2</c:v>
                </c:pt>
                <c:pt idx="17563">
                  <c:v>1.3571985907833447E-2</c:v>
                </c:pt>
                <c:pt idx="17564">
                  <c:v>1.3832076230109002E-2</c:v>
                </c:pt>
                <c:pt idx="17565">
                  <c:v>1.3903009954365971E-2</c:v>
                </c:pt>
                <c:pt idx="17566">
                  <c:v>1.3619275057338093E-2</c:v>
                </c:pt>
                <c:pt idx="17567">
                  <c:v>1.3406473884567185E-2</c:v>
                </c:pt>
                <c:pt idx="17568">
                  <c:v>1.3737497931099709E-2</c:v>
                </c:pt>
                <c:pt idx="17569">
                  <c:v>1.3926654529118293E-2</c:v>
                </c:pt>
                <c:pt idx="17570">
                  <c:v>1.3784787080604355E-2</c:v>
                </c:pt>
                <c:pt idx="17571">
                  <c:v>1.3477407608824155E-2</c:v>
                </c:pt>
                <c:pt idx="17572">
                  <c:v>1.3690208781595062E-2</c:v>
                </c:pt>
                <c:pt idx="17573">
                  <c:v>1.3926654529118293E-2</c:v>
                </c:pt>
                <c:pt idx="17574">
                  <c:v>1.3879365379613647E-2</c:v>
                </c:pt>
                <c:pt idx="17575">
                  <c:v>1.3690208781595062E-2</c:v>
                </c:pt>
                <c:pt idx="17576">
                  <c:v>1.3903009954365971E-2</c:v>
                </c:pt>
                <c:pt idx="17577">
                  <c:v>1.4044877402879909E-2</c:v>
                </c:pt>
                <c:pt idx="17578">
                  <c:v>1.3784787080604355E-2</c:v>
                </c:pt>
                <c:pt idx="17579">
                  <c:v>1.3477407608824155E-2</c:v>
                </c:pt>
                <c:pt idx="17580">
                  <c:v>1.3713853356347385E-2</c:v>
                </c:pt>
                <c:pt idx="17581">
                  <c:v>1.397394367862294E-2</c:v>
                </c:pt>
                <c:pt idx="17582">
                  <c:v>1.3808431655356678E-2</c:v>
                </c:pt>
                <c:pt idx="17583">
                  <c:v>1.3477407608824155E-2</c:v>
                </c:pt>
                <c:pt idx="17584">
                  <c:v>1.3571985907833447E-2</c:v>
                </c:pt>
                <c:pt idx="17585">
                  <c:v>1.3832076230109002E-2</c:v>
                </c:pt>
                <c:pt idx="17586">
                  <c:v>1.3713853356347385E-2</c:v>
                </c:pt>
                <c:pt idx="17587">
                  <c:v>1.3477407608824155E-2</c:v>
                </c:pt>
                <c:pt idx="17588">
                  <c:v>1.3619275057338093E-2</c:v>
                </c:pt>
                <c:pt idx="17589">
                  <c:v>1.397394367862294E-2</c:v>
                </c:pt>
                <c:pt idx="17590">
                  <c:v>1.3855720804861324E-2</c:v>
                </c:pt>
                <c:pt idx="17591">
                  <c:v>1.3430118459319507E-2</c:v>
                </c:pt>
                <c:pt idx="17592">
                  <c:v>1.3453763034071831E-2</c:v>
                </c:pt>
                <c:pt idx="17593">
                  <c:v>1.3784787080604355E-2</c:v>
                </c:pt>
                <c:pt idx="17594">
                  <c:v>1.3761142505852031E-2</c:v>
                </c:pt>
                <c:pt idx="17595">
                  <c:v>1.3453763034071831E-2</c:v>
                </c:pt>
                <c:pt idx="17596">
                  <c:v>1.3595630482585769E-2</c:v>
                </c:pt>
                <c:pt idx="17597">
                  <c:v>1.3855720804861324E-2</c:v>
                </c:pt>
                <c:pt idx="17598">
                  <c:v>1.3808431655356678E-2</c:v>
                </c:pt>
                <c:pt idx="17599">
                  <c:v>1.3477407608824155E-2</c:v>
                </c:pt>
                <c:pt idx="17600">
                  <c:v>1.3595630482585769E-2</c:v>
                </c:pt>
                <c:pt idx="17601">
                  <c:v>1.3926654529118293E-2</c:v>
                </c:pt>
                <c:pt idx="17602">
                  <c:v>1.3879365379613647E-2</c:v>
                </c:pt>
                <c:pt idx="17603">
                  <c:v>1.3619275057338093E-2</c:v>
                </c:pt>
                <c:pt idx="17604">
                  <c:v>1.366656420684274E-2</c:v>
                </c:pt>
                <c:pt idx="17605">
                  <c:v>1.4021232828127585E-2</c:v>
                </c:pt>
                <c:pt idx="17606">
                  <c:v>1.4021232828127585E-2</c:v>
                </c:pt>
                <c:pt idx="17607">
                  <c:v>1.3713853356347385E-2</c:v>
                </c:pt>
                <c:pt idx="17608">
                  <c:v>1.3690208781595062E-2</c:v>
                </c:pt>
                <c:pt idx="17609">
                  <c:v>1.4092166552384554E-2</c:v>
                </c:pt>
                <c:pt idx="17610">
                  <c:v>1.4044877402879909E-2</c:v>
                </c:pt>
                <c:pt idx="17611">
                  <c:v>1.3761142505852031E-2</c:v>
                </c:pt>
                <c:pt idx="17612">
                  <c:v>1.3808431655356678E-2</c:v>
                </c:pt>
                <c:pt idx="17613">
                  <c:v>1.4115811127136878E-2</c:v>
                </c:pt>
                <c:pt idx="17614">
                  <c:v>1.4068521977632233E-2</c:v>
                </c:pt>
                <c:pt idx="17615">
                  <c:v>1.3808431655356678E-2</c:v>
                </c:pt>
                <c:pt idx="17616">
                  <c:v>1.3737497931099709E-2</c:v>
                </c:pt>
                <c:pt idx="17617">
                  <c:v>1.4068521977632233E-2</c:v>
                </c:pt>
                <c:pt idx="17618">
                  <c:v>1.4021232828127585E-2</c:v>
                </c:pt>
                <c:pt idx="17619">
                  <c:v>1.3761142505852031E-2</c:v>
                </c:pt>
                <c:pt idx="17620">
                  <c:v>1.3713853356347385E-2</c:v>
                </c:pt>
                <c:pt idx="17621">
                  <c:v>1.3997588253375262E-2</c:v>
                </c:pt>
                <c:pt idx="17622">
                  <c:v>1.4021232828127585E-2</c:v>
                </c:pt>
                <c:pt idx="17623">
                  <c:v>1.3737497931099709E-2</c:v>
                </c:pt>
                <c:pt idx="17624">
                  <c:v>1.3690208781595062E-2</c:v>
                </c:pt>
                <c:pt idx="17625">
                  <c:v>1.4044877402879909E-2</c:v>
                </c:pt>
                <c:pt idx="17626">
                  <c:v>1.4163100276641524E-2</c:v>
                </c:pt>
                <c:pt idx="17627">
                  <c:v>1.3950299103870616E-2</c:v>
                </c:pt>
                <c:pt idx="17628">
                  <c:v>1.3855720804861324E-2</c:v>
                </c:pt>
                <c:pt idx="17629">
                  <c:v>1.4163100276641524E-2</c:v>
                </c:pt>
                <c:pt idx="17630">
                  <c:v>1.4210389426146171E-2</c:v>
                </c:pt>
                <c:pt idx="17631">
                  <c:v>1.3903009954365971E-2</c:v>
                </c:pt>
                <c:pt idx="17632">
                  <c:v>1.3713853356347385E-2</c:v>
                </c:pt>
                <c:pt idx="17633">
                  <c:v>1.4021232828127585E-2</c:v>
                </c:pt>
                <c:pt idx="17634">
                  <c:v>1.4044877402879909E-2</c:v>
                </c:pt>
                <c:pt idx="17635">
                  <c:v>1.3808431655356678E-2</c:v>
                </c:pt>
                <c:pt idx="17636">
                  <c:v>1.3619275057338093E-2</c:v>
                </c:pt>
                <c:pt idx="17637">
                  <c:v>1.3879365379613647E-2</c:v>
                </c:pt>
                <c:pt idx="17638">
                  <c:v>1.3950299103870616E-2</c:v>
                </c:pt>
                <c:pt idx="17639">
                  <c:v>1.3761142505852031E-2</c:v>
                </c:pt>
                <c:pt idx="17640">
                  <c:v>1.3548341333081124E-2</c:v>
                </c:pt>
                <c:pt idx="17641">
                  <c:v>1.3950299103870616E-2</c:v>
                </c:pt>
                <c:pt idx="17642">
                  <c:v>1.4044877402879909E-2</c:v>
                </c:pt>
                <c:pt idx="17643">
                  <c:v>1.3808431655356678E-2</c:v>
                </c:pt>
                <c:pt idx="17644">
                  <c:v>1.366656420684274E-2</c:v>
                </c:pt>
                <c:pt idx="17645">
                  <c:v>1.4044877402879909E-2</c:v>
                </c:pt>
                <c:pt idx="17646">
                  <c:v>1.4210389426146171E-2</c:v>
                </c:pt>
                <c:pt idx="17647">
                  <c:v>1.3855720804861324E-2</c:v>
                </c:pt>
                <c:pt idx="17648">
                  <c:v>1.3501052183576478E-2</c:v>
                </c:pt>
                <c:pt idx="17649">
                  <c:v>1.3761142505852031E-2</c:v>
                </c:pt>
                <c:pt idx="17650">
                  <c:v>1.397394367862294E-2</c:v>
                </c:pt>
                <c:pt idx="17651">
                  <c:v>1.3855720804861324E-2</c:v>
                </c:pt>
                <c:pt idx="17652">
                  <c:v>1.366656420684274E-2</c:v>
                </c:pt>
                <c:pt idx="17653">
                  <c:v>1.3950299103870616E-2</c:v>
                </c:pt>
                <c:pt idx="17654">
                  <c:v>1.4092166552384554E-2</c:v>
                </c:pt>
                <c:pt idx="17655">
                  <c:v>1.3950299103870616E-2</c:v>
                </c:pt>
                <c:pt idx="17656">
                  <c:v>1.366656420684274E-2</c:v>
                </c:pt>
                <c:pt idx="17657">
                  <c:v>1.3950299103870616E-2</c:v>
                </c:pt>
                <c:pt idx="17658">
                  <c:v>1.4139455701889202E-2</c:v>
                </c:pt>
                <c:pt idx="17659">
                  <c:v>1.3997588253375262E-2</c:v>
                </c:pt>
                <c:pt idx="17660">
                  <c:v>1.3713853356347385E-2</c:v>
                </c:pt>
                <c:pt idx="17661">
                  <c:v>1.3832076230109002E-2</c:v>
                </c:pt>
                <c:pt idx="17662">
                  <c:v>1.4021232828127585E-2</c:v>
                </c:pt>
                <c:pt idx="17663">
                  <c:v>1.3855720804861324E-2</c:v>
                </c:pt>
                <c:pt idx="17664">
                  <c:v>1.3571985907833447E-2</c:v>
                </c:pt>
                <c:pt idx="17665">
                  <c:v>1.3808431655356678E-2</c:v>
                </c:pt>
                <c:pt idx="17666">
                  <c:v>1.4044877402879909E-2</c:v>
                </c:pt>
                <c:pt idx="17667">
                  <c:v>1.3926654529118293E-2</c:v>
                </c:pt>
                <c:pt idx="17668">
                  <c:v>1.366656420684274E-2</c:v>
                </c:pt>
                <c:pt idx="17669">
                  <c:v>1.3761142505852031E-2</c:v>
                </c:pt>
                <c:pt idx="17670">
                  <c:v>1.4021232828127585E-2</c:v>
                </c:pt>
                <c:pt idx="17671">
                  <c:v>1.3950299103870616E-2</c:v>
                </c:pt>
                <c:pt idx="17672">
                  <c:v>1.3690208781595062E-2</c:v>
                </c:pt>
                <c:pt idx="17673">
                  <c:v>1.3879365379613647E-2</c:v>
                </c:pt>
                <c:pt idx="17674">
                  <c:v>1.4068521977632233E-2</c:v>
                </c:pt>
                <c:pt idx="17675">
                  <c:v>1.3903009954365971E-2</c:v>
                </c:pt>
                <c:pt idx="17676">
                  <c:v>1.3571985907833447E-2</c:v>
                </c:pt>
                <c:pt idx="17677">
                  <c:v>1.3784787080604355E-2</c:v>
                </c:pt>
                <c:pt idx="17678">
                  <c:v>1.4068521977632233E-2</c:v>
                </c:pt>
                <c:pt idx="17679">
                  <c:v>1.3926654529118293E-2</c:v>
                </c:pt>
                <c:pt idx="17680">
                  <c:v>1.3619275057338093E-2</c:v>
                </c:pt>
                <c:pt idx="17681">
                  <c:v>1.3855720804861324E-2</c:v>
                </c:pt>
                <c:pt idx="17682">
                  <c:v>1.4115811127136878E-2</c:v>
                </c:pt>
                <c:pt idx="17683">
                  <c:v>1.3997588253375262E-2</c:v>
                </c:pt>
                <c:pt idx="17684">
                  <c:v>1.3713853356347385E-2</c:v>
                </c:pt>
                <c:pt idx="17685">
                  <c:v>1.3879365379613647E-2</c:v>
                </c:pt>
                <c:pt idx="17686">
                  <c:v>1.4186744851393847E-2</c:v>
                </c:pt>
                <c:pt idx="17687">
                  <c:v>1.4115811127136878E-2</c:v>
                </c:pt>
                <c:pt idx="17688">
                  <c:v>1.3784787080604355E-2</c:v>
                </c:pt>
                <c:pt idx="17689">
                  <c:v>1.3903009954365971E-2</c:v>
                </c:pt>
                <c:pt idx="17690">
                  <c:v>1.4186744851393847E-2</c:v>
                </c:pt>
                <c:pt idx="17691">
                  <c:v>1.4139455701889202E-2</c:v>
                </c:pt>
                <c:pt idx="17692">
                  <c:v>1.3784787080604355E-2</c:v>
                </c:pt>
                <c:pt idx="17693">
                  <c:v>1.3784787080604355E-2</c:v>
                </c:pt>
                <c:pt idx="17694">
                  <c:v>1.3997588253375262E-2</c:v>
                </c:pt>
                <c:pt idx="17695">
                  <c:v>1.3903009954365971E-2</c:v>
                </c:pt>
                <c:pt idx="17696">
                  <c:v>1.3690208781595062E-2</c:v>
                </c:pt>
                <c:pt idx="17697">
                  <c:v>1.3690208781595062E-2</c:v>
                </c:pt>
                <c:pt idx="17698">
                  <c:v>1.3926654529118293E-2</c:v>
                </c:pt>
                <c:pt idx="17699">
                  <c:v>1.3903009954365971E-2</c:v>
                </c:pt>
                <c:pt idx="17700">
                  <c:v>1.3548341333081124E-2</c:v>
                </c:pt>
                <c:pt idx="17701">
                  <c:v>1.35246967583288E-2</c:v>
                </c:pt>
                <c:pt idx="17702">
                  <c:v>1.3832076230109002E-2</c:v>
                </c:pt>
                <c:pt idx="17703">
                  <c:v>1.3855720804861324E-2</c:v>
                </c:pt>
                <c:pt idx="17704">
                  <c:v>1.3571985907833447E-2</c:v>
                </c:pt>
                <c:pt idx="17705">
                  <c:v>1.3453763034071831E-2</c:v>
                </c:pt>
                <c:pt idx="17706">
                  <c:v>1.3761142505852031E-2</c:v>
                </c:pt>
                <c:pt idx="17707">
                  <c:v>1.3784787080604355E-2</c:v>
                </c:pt>
                <c:pt idx="17708">
                  <c:v>1.35246967583288E-2</c:v>
                </c:pt>
                <c:pt idx="17709">
                  <c:v>1.35246967583288E-2</c:v>
                </c:pt>
                <c:pt idx="17710">
                  <c:v>1.3879365379613647E-2</c:v>
                </c:pt>
                <c:pt idx="17711">
                  <c:v>1.3997588253375262E-2</c:v>
                </c:pt>
                <c:pt idx="17712">
                  <c:v>1.3737497931099709E-2</c:v>
                </c:pt>
                <c:pt idx="17713">
                  <c:v>1.3690208781595062E-2</c:v>
                </c:pt>
                <c:pt idx="17714">
                  <c:v>1.3997588253375262E-2</c:v>
                </c:pt>
                <c:pt idx="17715">
                  <c:v>1.4021232828127585E-2</c:v>
                </c:pt>
                <c:pt idx="17716">
                  <c:v>1.3713853356347385E-2</c:v>
                </c:pt>
                <c:pt idx="17717">
                  <c:v>1.366656420684274E-2</c:v>
                </c:pt>
                <c:pt idx="17718">
                  <c:v>1.4068521977632233E-2</c:v>
                </c:pt>
                <c:pt idx="17719">
                  <c:v>1.4092166552384554E-2</c:v>
                </c:pt>
                <c:pt idx="17720">
                  <c:v>1.3784787080604355E-2</c:v>
                </c:pt>
                <c:pt idx="17721">
                  <c:v>1.366656420684274E-2</c:v>
                </c:pt>
                <c:pt idx="17722">
                  <c:v>1.3926654529118293E-2</c:v>
                </c:pt>
                <c:pt idx="17723">
                  <c:v>1.4044877402879909E-2</c:v>
                </c:pt>
                <c:pt idx="17724">
                  <c:v>1.3784787080604355E-2</c:v>
                </c:pt>
                <c:pt idx="17725">
                  <c:v>1.3595630482585769E-2</c:v>
                </c:pt>
                <c:pt idx="17726">
                  <c:v>1.3950299103870616E-2</c:v>
                </c:pt>
                <c:pt idx="17727">
                  <c:v>1.4021232828127585E-2</c:v>
                </c:pt>
                <c:pt idx="17728">
                  <c:v>1.3713853356347385E-2</c:v>
                </c:pt>
                <c:pt idx="17729">
                  <c:v>1.3548341333081124E-2</c:v>
                </c:pt>
                <c:pt idx="17730">
                  <c:v>1.3832076230109002E-2</c:v>
                </c:pt>
                <c:pt idx="17731">
                  <c:v>1.4021232828127585E-2</c:v>
                </c:pt>
                <c:pt idx="17732">
                  <c:v>1.3784787080604355E-2</c:v>
                </c:pt>
                <c:pt idx="17733">
                  <c:v>1.35246967583288E-2</c:v>
                </c:pt>
                <c:pt idx="17734">
                  <c:v>1.3832076230109002E-2</c:v>
                </c:pt>
                <c:pt idx="17735">
                  <c:v>1.4021232828127585E-2</c:v>
                </c:pt>
                <c:pt idx="17736">
                  <c:v>1.3808431655356678E-2</c:v>
                </c:pt>
                <c:pt idx="17737">
                  <c:v>1.3571985907833447E-2</c:v>
                </c:pt>
                <c:pt idx="17738">
                  <c:v>1.3926654529118293E-2</c:v>
                </c:pt>
                <c:pt idx="17739">
                  <c:v>1.4115811127136878E-2</c:v>
                </c:pt>
                <c:pt idx="17740">
                  <c:v>1.3903009954365971E-2</c:v>
                </c:pt>
                <c:pt idx="17741">
                  <c:v>1.366656420684274E-2</c:v>
                </c:pt>
                <c:pt idx="17742">
                  <c:v>1.3903009954365971E-2</c:v>
                </c:pt>
                <c:pt idx="17743">
                  <c:v>1.4139455701889202E-2</c:v>
                </c:pt>
                <c:pt idx="17744">
                  <c:v>1.3926654529118293E-2</c:v>
                </c:pt>
                <c:pt idx="17745">
                  <c:v>1.3595630482585769E-2</c:v>
                </c:pt>
                <c:pt idx="17746">
                  <c:v>1.3879365379613647E-2</c:v>
                </c:pt>
                <c:pt idx="17747">
                  <c:v>1.4021232828127585E-2</c:v>
                </c:pt>
                <c:pt idx="17748">
                  <c:v>1.3855720804861324E-2</c:v>
                </c:pt>
                <c:pt idx="17749">
                  <c:v>1.3690208781595062E-2</c:v>
                </c:pt>
                <c:pt idx="17750">
                  <c:v>1.3950299103870616E-2</c:v>
                </c:pt>
                <c:pt idx="17751">
                  <c:v>1.4068521977632233E-2</c:v>
                </c:pt>
                <c:pt idx="17752">
                  <c:v>1.3855720804861324E-2</c:v>
                </c:pt>
                <c:pt idx="17753">
                  <c:v>1.3571985907833447E-2</c:v>
                </c:pt>
                <c:pt idx="17754">
                  <c:v>1.3926654529118293E-2</c:v>
                </c:pt>
                <c:pt idx="17755">
                  <c:v>1.4139455701889202E-2</c:v>
                </c:pt>
                <c:pt idx="17756">
                  <c:v>1.3903009954365971E-2</c:v>
                </c:pt>
                <c:pt idx="17757">
                  <c:v>1.3571985907833447E-2</c:v>
                </c:pt>
                <c:pt idx="17758">
                  <c:v>1.3808431655356678E-2</c:v>
                </c:pt>
                <c:pt idx="17759">
                  <c:v>1.397394367862294E-2</c:v>
                </c:pt>
                <c:pt idx="17760">
                  <c:v>1.3879365379613647E-2</c:v>
                </c:pt>
                <c:pt idx="17761">
                  <c:v>1.3713853356347385E-2</c:v>
                </c:pt>
                <c:pt idx="17762">
                  <c:v>1.4044877402879909E-2</c:v>
                </c:pt>
                <c:pt idx="17763">
                  <c:v>1.428132315040314E-2</c:v>
                </c:pt>
                <c:pt idx="17764">
                  <c:v>1.4092166552384554E-2</c:v>
                </c:pt>
                <c:pt idx="17765">
                  <c:v>1.3737497931099709E-2</c:v>
                </c:pt>
                <c:pt idx="17766">
                  <c:v>1.397394367862294E-2</c:v>
                </c:pt>
                <c:pt idx="17767">
                  <c:v>1.4257678575650816E-2</c:v>
                </c:pt>
                <c:pt idx="17768">
                  <c:v>1.4163100276641524E-2</c:v>
                </c:pt>
                <c:pt idx="17769">
                  <c:v>1.3761142505852031E-2</c:v>
                </c:pt>
                <c:pt idx="17770">
                  <c:v>1.397394367862294E-2</c:v>
                </c:pt>
                <c:pt idx="17771">
                  <c:v>1.4139455701889202E-2</c:v>
                </c:pt>
                <c:pt idx="17772">
                  <c:v>1.3926654529118293E-2</c:v>
                </c:pt>
                <c:pt idx="17773">
                  <c:v>1.3571985907833447E-2</c:v>
                </c:pt>
                <c:pt idx="17774">
                  <c:v>1.3832076230109002E-2</c:v>
                </c:pt>
                <c:pt idx="17775">
                  <c:v>1.4068521977632233E-2</c:v>
                </c:pt>
                <c:pt idx="17776">
                  <c:v>1.3997588253375262E-2</c:v>
                </c:pt>
                <c:pt idx="17777">
                  <c:v>1.3713853356347385E-2</c:v>
                </c:pt>
                <c:pt idx="17778">
                  <c:v>1.3855720804861324E-2</c:v>
                </c:pt>
                <c:pt idx="17779">
                  <c:v>1.4068521977632233E-2</c:v>
                </c:pt>
                <c:pt idx="17780">
                  <c:v>1.397394367862294E-2</c:v>
                </c:pt>
                <c:pt idx="17781">
                  <c:v>1.3619275057338093E-2</c:v>
                </c:pt>
                <c:pt idx="17782">
                  <c:v>1.3690208781595062E-2</c:v>
                </c:pt>
                <c:pt idx="17783">
                  <c:v>1.397394367862294E-2</c:v>
                </c:pt>
                <c:pt idx="17784">
                  <c:v>1.3950299103870616E-2</c:v>
                </c:pt>
                <c:pt idx="17785">
                  <c:v>1.3619275057338093E-2</c:v>
                </c:pt>
                <c:pt idx="17786">
                  <c:v>1.366656420684274E-2</c:v>
                </c:pt>
                <c:pt idx="17787">
                  <c:v>1.397394367862294E-2</c:v>
                </c:pt>
                <c:pt idx="17788">
                  <c:v>1.3879365379613647E-2</c:v>
                </c:pt>
                <c:pt idx="17789">
                  <c:v>1.3595630482585769E-2</c:v>
                </c:pt>
                <c:pt idx="17790">
                  <c:v>1.3642919632090416E-2</c:v>
                </c:pt>
                <c:pt idx="17791">
                  <c:v>1.3950299103870616E-2</c:v>
                </c:pt>
                <c:pt idx="17792">
                  <c:v>1.3926654529118293E-2</c:v>
                </c:pt>
                <c:pt idx="17793">
                  <c:v>1.3595630482585769E-2</c:v>
                </c:pt>
                <c:pt idx="17794">
                  <c:v>1.3501052183576478E-2</c:v>
                </c:pt>
                <c:pt idx="17795">
                  <c:v>1.3879365379613647E-2</c:v>
                </c:pt>
                <c:pt idx="17796">
                  <c:v>1.3784787080604355E-2</c:v>
                </c:pt>
                <c:pt idx="17797">
                  <c:v>1.3453763034071831E-2</c:v>
                </c:pt>
                <c:pt idx="17798">
                  <c:v>1.3501052183576478E-2</c:v>
                </c:pt>
                <c:pt idx="17799">
                  <c:v>1.3855720804861324E-2</c:v>
                </c:pt>
                <c:pt idx="17800">
                  <c:v>1.3879365379613647E-2</c:v>
                </c:pt>
                <c:pt idx="17801">
                  <c:v>1.3571985907833447E-2</c:v>
                </c:pt>
                <c:pt idx="17802">
                  <c:v>1.3477407608824155E-2</c:v>
                </c:pt>
                <c:pt idx="17803">
                  <c:v>1.3761142505852031E-2</c:v>
                </c:pt>
                <c:pt idx="17804">
                  <c:v>1.3855720804861324E-2</c:v>
                </c:pt>
                <c:pt idx="17805">
                  <c:v>1.3619275057338093E-2</c:v>
                </c:pt>
                <c:pt idx="17806">
                  <c:v>1.3477407608824155E-2</c:v>
                </c:pt>
                <c:pt idx="17807">
                  <c:v>1.3784787080604355E-2</c:v>
                </c:pt>
                <c:pt idx="17808">
                  <c:v>1.3784787080604355E-2</c:v>
                </c:pt>
                <c:pt idx="17809">
                  <c:v>1.3477407608824155E-2</c:v>
                </c:pt>
                <c:pt idx="17810">
                  <c:v>1.3311895585557893E-2</c:v>
                </c:pt>
                <c:pt idx="17811">
                  <c:v>1.3761142505852031E-2</c:v>
                </c:pt>
                <c:pt idx="17812">
                  <c:v>1.3784787080604355E-2</c:v>
                </c:pt>
                <c:pt idx="17813">
                  <c:v>1.3430118459319507E-2</c:v>
                </c:pt>
                <c:pt idx="17814">
                  <c:v>1.3288251010805573E-2</c:v>
                </c:pt>
                <c:pt idx="17815">
                  <c:v>1.3690208781595062E-2</c:v>
                </c:pt>
                <c:pt idx="17816">
                  <c:v>1.3832076230109002E-2</c:v>
                </c:pt>
                <c:pt idx="17817">
                  <c:v>1.3642919632090416E-2</c:v>
                </c:pt>
                <c:pt idx="17818">
                  <c:v>1.35246967583288E-2</c:v>
                </c:pt>
                <c:pt idx="17819">
                  <c:v>1.397394367862294E-2</c:v>
                </c:pt>
                <c:pt idx="17820">
                  <c:v>1.4068521977632233E-2</c:v>
                </c:pt>
                <c:pt idx="17821">
                  <c:v>1.3832076230109002E-2</c:v>
                </c:pt>
                <c:pt idx="17822">
                  <c:v>1.35246967583288E-2</c:v>
                </c:pt>
                <c:pt idx="17823">
                  <c:v>1.3855720804861324E-2</c:v>
                </c:pt>
                <c:pt idx="17824">
                  <c:v>1.3997588253375262E-2</c:v>
                </c:pt>
                <c:pt idx="17825">
                  <c:v>1.3784787080604355E-2</c:v>
                </c:pt>
                <c:pt idx="17826">
                  <c:v>1.3571985907833447E-2</c:v>
                </c:pt>
                <c:pt idx="17827">
                  <c:v>1.3950299103870616E-2</c:v>
                </c:pt>
                <c:pt idx="17828">
                  <c:v>1.4044877402879909E-2</c:v>
                </c:pt>
                <c:pt idx="17829">
                  <c:v>1.3903009954365971E-2</c:v>
                </c:pt>
                <c:pt idx="17830">
                  <c:v>1.3690208781595062E-2</c:v>
                </c:pt>
                <c:pt idx="17831">
                  <c:v>1.4068521977632233E-2</c:v>
                </c:pt>
                <c:pt idx="17832">
                  <c:v>1.4163100276641524E-2</c:v>
                </c:pt>
                <c:pt idx="17833">
                  <c:v>1.3879365379613647E-2</c:v>
                </c:pt>
                <c:pt idx="17834">
                  <c:v>1.3690208781595062E-2</c:v>
                </c:pt>
                <c:pt idx="17835">
                  <c:v>1.4092166552384554E-2</c:v>
                </c:pt>
                <c:pt idx="17836">
                  <c:v>1.4304967725155463E-2</c:v>
                </c:pt>
                <c:pt idx="17837">
                  <c:v>1.4115811127136878E-2</c:v>
                </c:pt>
                <c:pt idx="17838">
                  <c:v>1.3784787080604355E-2</c:v>
                </c:pt>
                <c:pt idx="17839">
                  <c:v>1.4068521977632233E-2</c:v>
                </c:pt>
                <c:pt idx="17840">
                  <c:v>1.4328612299907785E-2</c:v>
                </c:pt>
                <c:pt idx="17841">
                  <c:v>1.4186744851393847E-2</c:v>
                </c:pt>
                <c:pt idx="17842">
                  <c:v>1.3879365379613647E-2</c:v>
                </c:pt>
                <c:pt idx="17843">
                  <c:v>1.4163100276641524E-2</c:v>
                </c:pt>
                <c:pt idx="17844">
                  <c:v>1.4328612299907785E-2</c:v>
                </c:pt>
                <c:pt idx="17845">
                  <c:v>1.4163100276641524E-2</c:v>
                </c:pt>
                <c:pt idx="17846">
                  <c:v>1.3808431655356678E-2</c:v>
                </c:pt>
                <c:pt idx="17847">
                  <c:v>1.4068521977632233E-2</c:v>
                </c:pt>
                <c:pt idx="17848">
                  <c:v>1.428132315040314E-2</c:v>
                </c:pt>
                <c:pt idx="17849">
                  <c:v>1.4163100276641524E-2</c:v>
                </c:pt>
                <c:pt idx="17850">
                  <c:v>1.3879365379613647E-2</c:v>
                </c:pt>
                <c:pt idx="17851">
                  <c:v>1.4139455701889202E-2</c:v>
                </c:pt>
                <c:pt idx="17852">
                  <c:v>1.4328612299907785E-2</c:v>
                </c:pt>
                <c:pt idx="17853">
                  <c:v>1.4210389426146171E-2</c:v>
                </c:pt>
                <c:pt idx="17854">
                  <c:v>1.3879365379613647E-2</c:v>
                </c:pt>
                <c:pt idx="17855">
                  <c:v>1.4068521977632233E-2</c:v>
                </c:pt>
                <c:pt idx="17856">
                  <c:v>1.428132315040314E-2</c:v>
                </c:pt>
                <c:pt idx="17857">
                  <c:v>1.4163100276641524E-2</c:v>
                </c:pt>
                <c:pt idx="17858">
                  <c:v>1.3855720804861324E-2</c:v>
                </c:pt>
                <c:pt idx="17859">
                  <c:v>1.4044877402879909E-2</c:v>
                </c:pt>
                <c:pt idx="17860">
                  <c:v>1.4375901449412433E-2</c:v>
                </c:pt>
                <c:pt idx="17861">
                  <c:v>1.4328612299907785E-2</c:v>
                </c:pt>
                <c:pt idx="17862">
                  <c:v>1.3950299103870616E-2</c:v>
                </c:pt>
                <c:pt idx="17863">
                  <c:v>1.4021232828127585E-2</c:v>
                </c:pt>
                <c:pt idx="17864">
                  <c:v>1.4257678575650816E-2</c:v>
                </c:pt>
                <c:pt idx="17865">
                  <c:v>1.4115811127136878E-2</c:v>
                </c:pt>
                <c:pt idx="17866">
                  <c:v>1.3832076230109002E-2</c:v>
                </c:pt>
                <c:pt idx="17867">
                  <c:v>1.3950299103870616E-2</c:v>
                </c:pt>
                <c:pt idx="17868">
                  <c:v>1.428132315040314E-2</c:v>
                </c:pt>
                <c:pt idx="17869">
                  <c:v>1.4163100276641524E-2</c:v>
                </c:pt>
                <c:pt idx="17870">
                  <c:v>1.3879365379613647E-2</c:v>
                </c:pt>
                <c:pt idx="17871">
                  <c:v>1.3950299103870616E-2</c:v>
                </c:pt>
                <c:pt idx="17872">
                  <c:v>1.4186744851393847E-2</c:v>
                </c:pt>
                <c:pt idx="17873">
                  <c:v>1.4044877402879909E-2</c:v>
                </c:pt>
                <c:pt idx="17874">
                  <c:v>1.3761142505852031E-2</c:v>
                </c:pt>
                <c:pt idx="17875">
                  <c:v>1.3832076230109002E-2</c:v>
                </c:pt>
                <c:pt idx="17876">
                  <c:v>1.4186744851393847E-2</c:v>
                </c:pt>
                <c:pt idx="17877">
                  <c:v>1.4210389426146171E-2</c:v>
                </c:pt>
                <c:pt idx="17878">
                  <c:v>1.3879365379613647E-2</c:v>
                </c:pt>
                <c:pt idx="17879">
                  <c:v>1.3832076230109002E-2</c:v>
                </c:pt>
                <c:pt idx="17880">
                  <c:v>1.4139455701889202E-2</c:v>
                </c:pt>
                <c:pt idx="17881">
                  <c:v>1.4139455701889202E-2</c:v>
                </c:pt>
                <c:pt idx="17882">
                  <c:v>1.3879365379613647E-2</c:v>
                </c:pt>
                <c:pt idx="17883">
                  <c:v>1.3855720804861324E-2</c:v>
                </c:pt>
                <c:pt idx="17884">
                  <c:v>1.4139455701889202E-2</c:v>
                </c:pt>
                <c:pt idx="17885">
                  <c:v>1.4044877402879909E-2</c:v>
                </c:pt>
                <c:pt idx="17886">
                  <c:v>1.3808431655356678E-2</c:v>
                </c:pt>
                <c:pt idx="17887">
                  <c:v>1.3713853356347385E-2</c:v>
                </c:pt>
                <c:pt idx="17888">
                  <c:v>1.4044877402879909E-2</c:v>
                </c:pt>
                <c:pt idx="17889">
                  <c:v>1.4068521977632233E-2</c:v>
                </c:pt>
                <c:pt idx="17890">
                  <c:v>1.3832076230109002E-2</c:v>
                </c:pt>
                <c:pt idx="17891">
                  <c:v>1.3855720804861324E-2</c:v>
                </c:pt>
                <c:pt idx="17892">
                  <c:v>1.4257678575650816E-2</c:v>
                </c:pt>
                <c:pt idx="17893">
                  <c:v>1.428132315040314E-2</c:v>
                </c:pt>
                <c:pt idx="17894">
                  <c:v>1.3950299103870616E-2</c:v>
                </c:pt>
                <c:pt idx="17895">
                  <c:v>1.3879365379613647E-2</c:v>
                </c:pt>
                <c:pt idx="17896">
                  <c:v>1.428132315040314E-2</c:v>
                </c:pt>
                <c:pt idx="17897">
                  <c:v>1.428132315040314E-2</c:v>
                </c:pt>
                <c:pt idx="17898">
                  <c:v>1.3997588253375262E-2</c:v>
                </c:pt>
                <c:pt idx="17899">
                  <c:v>1.3879365379613647E-2</c:v>
                </c:pt>
                <c:pt idx="17900">
                  <c:v>1.4234034000898494E-2</c:v>
                </c:pt>
                <c:pt idx="17901">
                  <c:v>1.4234034000898494E-2</c:v>
                </c:pt>
                <c:pt idx="17902">
                  <c:v>1.3926654529118293E-2</c:v>
                </c:pt>
                <c:pt idx="17903">
                  <c:v>1.3761142505852031E-2</c:v>
                </c:pt>
                <c:pt idx="17904">
                  <c:v>1.4068521977632233E-2</c:v>
                </c:pt>
                <c:pt idx="17905">
                  <c:v>1.4068521977632233E-2</c:v>
                </c:pt>
                <c:pt idx="17906">
                  <c:v>1.3832076230109002E-2</c:v>
                </c:pt>
                <c:pt idx="17907">
                  <c:v>1.3642919632090416E-2</c:v>
                </c:pt>
                <c:pt idx="17908">
                  <c:v>1.3997588253375262E-2</c:v>
                </c:pt>
                <c:pt idx="17909">
                  <c:v>1.4021232828127585E-2</c:v>
                </c:pt>
                <c:pt idx="17910">
                  <c:v>1.3737497931099709E-2</c:v>
                </c:pt>
                <c:pt idx="17911">
                  <c:v>1.3571985907833447E-2</c:v>
                </c:pt>
                <c:pt idx="17912">
                  <c:v>1.4021232828127585E-2</c:v>
                </c:pt>
                <c:pt idx="17913">
                  <c:v>1.4163100276641524E-2</c:v>
                </c:pt>
                <c:pt idx="17914">
                  <c:v>1.3903009954365971E-2</c:v>
                </c:pt>
                <c:pt idx="17915">
                  <c:v>1.366656420684274E-2</c:v>
                </c:pt>
                <c:pt idx="17916">
                  <c:v>1.4068521977632233E-2</c:v>
                </c:pt>
                <c:pt idx="17917">
                  <c:v>1.4186744851393847E-2</c:v>
                </c:pt>
                <c:pt idx="17918">
                  <c:v>1.4021232828127585E-2</c:v>
                </c:pt>
                <c:pt idx="17919">
                  <c:v>1.3784787080604355E-2</c:v>
                </c:pt>
                <c:pt idx="17920">
                  <c:v>1.4139455701889202E-2</c:v>
                </c:pt>
                <c:pt idx="17921">
                  <c:v>1.4234034000898494E-2</c:v>
                </c:pt>
                <c:pt idx="17922">
                  <c:v>1.397394367862294E-2</c:v>
                </c:pt>
                <c:pt idx="17923">
                  <c:v>1.3690208781595062E-2</c:v>
                </c:pt>
                <c:pt idx="17924">
                  <c:v>1.397394367862294E-2</c:v>
                </c:pt>
                <c:pt idx="17925">
                  <c:v>1.4139455701889202E-2</c:v>
                </c:pt>
                <c:pt idx="17926">
                  <c:v>1.3950299103870616E-2</c:v>
                </c:pt>
                <c:pt idx="17927">
                  <c:v>1.3690208781595062E-2</c:v>
                </c:pt>
                <c:pt idx="17928">
                  <c:v>1.3950299103870616E-2</c:v>
                </c:pt>
                <c:pt idx="17929">
                  <c:v>1.4186744851393847E-2</c:v>
                </c:pt>
                <c:pt idx="17930">
                  <c:v>1.4115811127136878E-2</c:v>
                </c:pt>
                <c:pt idx="17931">
                  <c:v>1.3832076230109002E-2</c:v>
                </c:pt>
                <c:pt idx="17932">
                  <c:v>1.4115811127136878E-2</c:v>
                </c:pt>
                <c:pt idx="17933">
                  <c:v>1.4352256874660109E-2</c:v>
                </c:pt>
                <c:pt idx="17934">
                  <c:v>1.4234034000898494E-2</c:v>
                </c:pt>
                <c:pt idx="17935">
                  <c:v>1.3926654529118293E-2</c:v>
                </c:pt>
                <c:pt idx="17936">
                  <c:v>1.4068521977632233E-2</c:v>
                </c:pt>
                <c:pt idx="17937">
                  <c:v>1.4234034000898494E-2</c:v>
                </c:pt>
                <c:pt idx="17938">
                  <c:v>1.4068521977632233E-2</c:v>
                </c:pt>
                <c:pt idx="17939">
                  <c:v>1.3761142505852031E-2</c:v>
                </c:pt>
                <c:pt idx="17940">
                  <c:v>1.4044877402879909E-2</c:v>
                </c:pt>
                <c:pt idx="17941">
                  <c:v>1.428132315040314E-2</c:v>
                </c:pt>
                <c:pt idx="17942">
                  <c:v>1.4044877402879909E-2</c:v>
                </c:pt>
                <c:pt idx="17943">
                  <c:v>1.3737497931099709E-2</c:v>
                </c:pt>
                <c:pt idx="17944">
                  <c:v>1.397394367862294E-2</c:v>
                </c:pt>
                <c:pt idx="17945">
                  <c:v>1.4163100276641524E-2</c:v>
                </c:pt>
                <c:pt idx="17946">
                  <c:v>1.3997588253375262E-2</c:v>
                </c:pt>
                <c:pt idx="17947">
                  <c:v>1.3713853356347385E-2</c:v>
                </c:pt>
                <c:pt idx="17948">
                  <c:v>1.3950299103870616E-2</c:v>
                </c:pt>
                <c:pt idx="17949">
                  <c:v>1.4257678575650816E-2</c:v>
                </c:pt>
                <c:pt idx="17950">
                  <c:v>1.4186744851393847E-2</c:v>
                </c:pt>
                <c:pt idx="17951">
                  <c:v>1.3903009954365971E-2</c:v>
                </c:pt>
                <c:pt idx="17952">
                  <c:v>1.4021232828127585E-2</c:v>
                </c:pt>
                <c:pt idx="17953">
                  <c:v>1.4257678575650816E-2</c:v>
                </c:pt>
                <c:pt idx="17954">
                  <c:v>1.4092166552384554E-2</c:v>
                </c:pt>
                <c:pt idx="17955">
                  <c:v>1.3855720804861324E-2</c:v>
                </c:pt>
                <c:pt idx="17956">
                  <c:v>1.4021232828127585E-2</c:v>
                </c:pt>
                <c:pt idx="17957">
                  <c:v>1.4328612299907785E-2</c:v>
                </c:pt>
                <c:pt idx="17958">
                  <c:v>1.4257678575650816E-2</c:v>
                </c:pt>
                <c:pt idx="17959">
                  <c:v>1.3997588253375262E-2</c:v>
                </c:pt>
                <c:pt idx="17960">
                  <c:v>1.4021232828127585E-2</c:v>
                </c:pt>
                <c:pt idx="17961">
                  <c:v>1.4234034000898494E-2</c:v>
                </c:pt>
                <c:pt idx="17962">
                  <c:v>1.4163100276641524E-2</c:v>
                </c:pt>
                <c:pt idx="17963">
                  <c:v>1.3879365379613647E-2</c:v>
                </c:pt>
                <c:pt idx="17964">
                  <c:v>1.3950299103870616E-2</c:v>
                </c:pt>
                <c:pt idx="17965">
                  <c:v>1.4210389426146171E-2</c:v>
                </c:pt>
                <c:pt idx="17966">
                  <c:v>1.4163100276641524E-2</c:v>
                </c:pt>
                <c:pt idx="17967">
                  <c:v>1.3832076230109002E-2</c:v>
                </c:pt>
                <c:pt idx="17968">
                  <c:v>1.3784787080604355E-2</c:v>
                </c:pt>
                <c:pt idx="17969">
                  <c:v>1.4021232828127585E-2</c:v>
                </c:pt>
                <c:pt idx="17970">
                  <c:v>1.4021232828127585E-2</c:v>
                </c:pt>
                <c:pt idx="17971">
                  <c:v>1.3761142505852031E-2</c:v>
                </c:pt>
                <c:pt idx="17972">
                  <c:v>1.182228737616154E-4</c:v>
                </c:pt>
                <c:pt idx="17973">
                  <c:v>4.0195777078949239E-4</c:v>
                </c:pt>
                <c:pt idx="17974">
                  <c:v>3.3102404653252314E-4</c:v>
                </c:pt>
                <c:pt idx="17975">
                  <c:v>0</c:v>
                </c:pt>
                <c:pt idx="17976">
                  <c:v>1.4186744851393848E-4</c:v>
                </c:pt>
                <c:pt idx="17977">
                  <c:v>4.4924692029413852E-4</c:v>
                </c:pt>
                <c:pt idx="17978">
                  <c:v>4.965360697987847E-4</c:v>
                </c:pt>
                <c:pt idx="17979">
                  <c:v>2.128011727709077E-4</c:v>
                </c:pt>
                <c:pt idx="17980">
                  <c:v>2.3644574752323079E-4</c:v>
                </c:pt>
                <c:pt idx="17981">
                  <c:v>5.9111436880807707E-4</c:v>
                </c:pt>
                <c:pt idx="17982">
                  <c:v>5.4382521930343083E-4</c:v>
                </c:pt>
                <c:pt idx="17983">
                  <c:v>2.128011727709077E-4</c:v>
                </c:pt>
                <c:pt idx="17984">
                  <c:v>1.6551202326626157E-4</c:v>
                </c:pt>
                <c:pt idx="17985">
                  <c:v>4.965360697987847E-4</c:v>
                </c:pt>
                <c:pt idx="17986">
                  <c:v>4.4924692029413852E-4</c:v>
                </c:pt>
                <c:pt idx="17987">
                  <c:v>7.0933724256969238E-5</c:v>
                </c:pt>
                <c:pt idx="17988">
                  <c:v>1.6551202326626157E-4</c:v>
                </c:pt>
                <c:pt idx="17989">
                  <c:v>4.7289149504646158E-4</c:v>
                </c:pt>
                <c:pt idx="17990">
                  <c:v>4.4924692029413852E-4</c:v>
                </c:pt>
                <c:pt idx="17991">
                  <c:v>1.182228737616154E-4</c:v>
                </c:pt>
                <c:pt idx="17992">
                  <c:v>1.8915659801858463E-4</c:v>
                </c:pt>
                <c:pt idx="17993">
                  <c:v>4.4924692029413852E-4</c:v>
                </c:pt>
                <c:pt idx="17994">
                  <c:v>4.965360697987847E-4</c:v>
                </c:pt>
                <c:pt idx="17995">
                  <c:v>2.6009032227555388E-4</c:v>
                </c:pt>
                <c:pt idx="17996">
                  <c:v>1.6551202326626157E-4</c:v>
                </c:pt>
                <c:pt idx="17997">
                  <c:v>4.7289149504646158E-4</c:v>
                </c:pt>
                <c:pt idx="17998">
                  <c:v>4.965360697987847E-4</c:v>
                </c:pt>
                <c:pt idx="17999">
                  <c:v>1.182228737616154E-4</c:v>
                </c:pt>
                <c:pt idx="18000">
                  <c:v>4.7289149504646158E-5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E937-4CAF-9EAB-4B952742DE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493050815"/>
        <c:axId val="1825247263"/>
      </c:scatterChart>
      <c:valAx>
        <c:axId val="1493050815"/>
        <c:scaling>
          <c:logBase val="10"/>
          <c:orientation val="minMax"/>
          <c:max val="31000"/>
          <c:min val="1000"/>
        </c:scaling>
        <c:delete val="1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tx1"/>
                    </a:solidFill>
                    <a:latin typeface="Avenir Next LT Pro Demi" panose="020B0704020202020204" pitchFamily="34" charset="0"/>
                    <a:ea typeface="+mn-ea"/>
                    <a:cs typeface="+mn-cs"/>
                  </a:defRPr>
                </a:pPr>
                <a:r>
                  <a:rPr lang="en-US" sz="1200" b="1" baseline="0" dirty="0">
                    <a:solidFill>
                      <a:schemeClr val="tx1"/>
                    </a:solidFill>
                    <a:latin typeface="Avenir Next LT Pro Demi" panose="020B0704020202020204" pitchFamily="34" charset="0"/>
                  </a:rPr>
                  <a:t>Molecular Weight (g/mol)</a:t>
                </a:r>
              </a:p>
            </c:rich>
          </c:tx>
          <c:layout>
            <c:manualLayout>
              <c:xMode val="edge"/>
              <c:yMode val="edge"/>
              <c:x val="0.10069924998337995"/>
              <c:y val="0.83402678363382843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Avenir Next LT Pro Demi" panose="020B0704020202020204" pitchFamily="34" charset="0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crossAx val="1825247263"/>
        <c:crosses val="autoZero"/>
        <c:crossBetween val="midCat"/>
      </c:valAx>
      <c:valAx>
        <c:axId val="1825247263"/>
        <c:scaling>
          <c:orientation val="minMax"/>
          <c:max val="1.1000000000000001"/>
          <c:min val="0"/>
        </c:scaling>
        <c:delete val="1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tx1"/>
                    </a:solidFill>
                    <a:latin typeface="Avenir Next LT Pro Demi" panose="020B0704020202020204" pitchFamily="34" charset="0"/>
                    <a:ea typeface="+mn-ea"/>
                    <a:cs typeface="+mn-cs"/>
                  </a:defRPr>
                </a:pPr>
                <a:r>
                  <a:rPr lang="en-US" sz="1200" b="1" dirty="0">
                    <a:solidFill>
                      <a:schemeClr val="tx1"/>
                    </a:solidFill>
                    <a:latin typeface="Avenir Next LT Pro Demi" panose="020B0704020202020204" pitchFamily="34" charset="0"/>
                  </a:rPr>
                  <a:t>Normalization</a:t>
                </a:r>
              </a:p>
            </c:rich>
          </c:tx>
          <c:layout>
            <c:manualLayout>
              <c:xMode val="edge"/>
              <c:yMode val="edge"/>
              <c:x val="3.7063143708070213E-2"/>
              <c:y val="5.0483032987092072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Avenir Next LT Pro Demi" panose="020B0704020202020204" pitchFamily="34" charset="0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crossAx val="1493050815"/>
        <c:crosses val="autoZero"/>
        <c:crossBetween val="midCat"/>
      </c:valAx>
      <c:spPr>
        <a:solidFill>
          <a:schemeClr val="bg1"/>
        </a:solidFill>
        <a:ln w="25400">
          <a:solidFill>
            <a:schemeClr val="tx1"/>
          </a:solidFill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91840" y="5387342"/>
            <a:ext cx="37307520" cy="11460480"/>
          </a:xfrm>
          <a:prstGeom prst="rect">
            <a:avLst/>
          </a:prstGeom>
        </p:spPr>
        <p:txBody>
          <a:bodyPr anchor="b"/>
          <a:lstStyle>
            <a:lvl1pPr algn="ctr">
              <a:defRPr sz="2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0" y="17289782"/>
            <a:ext cx="32918400" cy="7947658"/>
          </a:xfrm>
        </p:spPr>
        <p:txBody>
          <a:bodyPr/>
          <a:lstStyle>
            <a:lvl1pPr marL="0" indent="0" algn="ctr">
              <a:buNone/>
              <a:defRPr sz="11520"/>
            </a:lvl1pPr>
            <a:lvl2pPr marL="2194560" indent="0" algn="ctr">
              <a:buNone/>
              <a:defRPr sz="9600"/>
            </a:lvl2pPr>
            <a:lvl3pPr marL="4389120" indent="0" algn="ctr">
              <a:buNone/>
              <a:defRPr sz="8640"/>
            </a:lvl3pPr>
            <a:lvl4pPr marL="6583680" indent="0" algn="ctr">
              <a:buNone/>
              <a:defRPr sz="7680"/>
            </a:lvl4pPr>
            <a:lvl5pPr marL="8778240" indent="0" algn="ctr">
              <a:buNone/>
              <a:defRPr sz="7680"/>
            </a:lvl5pPr>
            <a:lvl6pPr marL="10972800" indent="0" algn="ctr">
              <a:buNone/>
              <a:defRPr sz="7680"/>
            </a:lvl6pPr>
            <a:lvl7pPr marL="13167360" indent="0" algn="ctr">
              <a:buNone/>
              <a:defRPr sz="7680"/>
            </a:lvl7pPr>
            <a:lvl8pPr marL="15361920" indent="0" algn="ctr">
              <a:buNone/>
              <a:defRPr sz="7680"/>
            </a:lvl8pPr>
            <a:lvl9pPr marL="17556480" indent="0" algn="ctr">
              <a:buNone/>
              <a:defRPr sz="76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E082D-EF8E-4925-9764-88D824F731CD}" type="datetimeFigureOut">
              <a:rPr lang="en-US" smtClean="0"/>
              <a:t>4/1/2025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64994-AC69-4251-BAFF-9741B4D66C5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28336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0" y="1752607"/>
            <a:ext cx="37856160" cy="636270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E082D-EF8E-4925-9764-88D824F731CD}" type="datetimeFigureOut">
              <a:rPr lang="en-US" smtClean="0"/>
              <a:t>4/1/2025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64994-AC69-4251-BAFF-9741B4D66C5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01319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4662" y="8206749"/>
            <a:ext cx="37856160" cy="13693138"/>
          </a:xfrm>
          <a:prstGeom prst="rect">
            <a:avLst/>
          </a:prstGeom>
        </p:spPr>
        <p:txBody>
          <a:bodyPr anchor="b"/>
          <a:lstStyle>
            <a:lvl1pPr>
              <a:defRPr sz="2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94662" y="22029429"/>
            <a:ext cx="37856160" cy="7200898"/>
          </a:xfrm>
        </p:spPr>
        <p:txBody>
          <a:bodyPr/>
          <a:lstStyle>
            <a:lvl1pPr marL="0" indent="0">
              <a:buNone/>
              <a:defRPr sz="11520">
                <a:solidFill>
                  <a:schemeClr val="tx1">
                    <a:tint val="82000"/>
                  </a:schemeClr>
                </a:solidFill>
              </a:defRPr>
            </a:lvl1pPr>
            <a:lvl2pPr marL="2194560" indent="0">
              <a:buNone/>
              <a:defRPr sz="9600">
                <a:solidFill>
                  <a:schemeClr val="tx1">
                    <a:tint val="82000"/>
                  </a:schemeClr>
                </a:solidFill>
              </a:defRPr>
            </a:lvl2pPr>
            <a:lvl3pPr marL="4389120" indent="0">
              <a:buNone/>
              <a:defRPr sz="8640">
                <a:solidFill>
                  <a:schemeClr val="tx1">
                    <a:tint val="82000"/>
                  </a:schemeClr>
                </a:solidFill>
              </a:defRPr>
            </a:lvl3pPr>
            <a:lvl4pPr marL="658368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4pPr>
            <a:lvl5pPr marL="877824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5pPr>
            <a:lvl6pPr marL="1097280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6pPr>
            <a:lvl7pPr marL="1316736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7pPr>
            <a:lvl8pPr marL="1536192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8pPr>
            <a:lvl9pPr marL="1755648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E082D-EF8E-4925-9764-88D824F731CD}" type="datetimeFigureOut">
              <a:rPr lang="en-US" smtClean="0"/>
              <a:t>4/1/2025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64994-AC69-4251-BAFF-9741B4D66C5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67717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0" y="1752607"/>
            <a:ext cx="37856160" cy="636270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17520" y="8763000"/>
            <a:ext cx="1865376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219920" y="8763000"/>
            <a:ext cx="1865376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E082D-EF8E-4925-9764-88D824F731CD}" type="datetimeFigureOut">
              <a:rPr lang="en-US" smtClean="0"/>
              <a:t>4/1/2025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64994-AC69-4251-BAFF-9741B4D66C5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54404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1752607"/>
            <a:ext cx="37856160" cy="636270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23242" y="8069582"/>
            <a:ext cx="18568032" cy="3954778"/>
          </a:xfrm>
        </p:spPr>
        <p:txBody>
          <a:bodyPr anchor="b"/>
          <a:lstStyle>
            <a:lvl1pPr marL="0" indent="0">
              <a:buNone/>
              <a:defRPr sz="1152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23242" y="12024360"/>
            <a:ext cx="18568032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219922" y="8069582"/>
            <a:ext cx="18659477" cy="3954778"/>
          </a:xfrm>
        </p:spPr>
        <p:txBody>
          <a:bodyPr anchor="b"/>
          <a:lstStyle>
            <a:lvl1pPr marL="0" indent="0">
              <a:buNone/>
              <a:defRPr sz="1152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219922" y="12024360"/>
            <a:ext cx="18659477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E082D-EF8E-4925-9764-88D824F731CD}" type="datetimeFigureOut">
              <a:rPr lang="en-US" smtClean="0"/>
              <a:t>4/1/2025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64994-AC69-4251-BAFF-9741B4D66C5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7714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0" y="1752607"/>
            <a:ext cx="37856160" cy="636270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E082D-EF8E-4925-9764-88D824F731CD}" type="datetimeFigureOut">
              <a:rPr lang="en-US" smtClean="0"/>
              <a:t>4/1/2025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64994-AC69-4251-BAFF-9741B4D66C5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63265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E082D-EF8E-4925-9764-88D824F731CD}" type="datetimeFigureOut">
              <a:rPr lang="en-US" smtClean="0"/>
              <a:t>4/1/2025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64994-AC69-4251-BAFF-9741B4D66C5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9629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2194560"/>
            <a:ext cx="14156054" cy="7680960"/>
          </a:xfrm>
          <a:prstGeom prst="rect">
            <a:avLst/>
          </a:prstGeom>
        </p:spPr>
        <p:txBody>
          <a:bodyPr anchor="b"/>
          <a:lstStyle>
            <a:lvl1pPr>
              <a:defRPr sz="153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659477" y="4739647"/>
            <a:ext cx="22219920" cy="23393400"/>
          </a:xfrm>
        </p:spPr>
        <p:txBody>
          <a:bodyPr/>
          <a:lstStyle>
            <a:lvl1pPr>
              <a:defRPr sz="15360"/>
            </a:lvl1pPr>
            <a:lvl2pPr>
              <a:defRPr sz="13440"/>
            </a:lvl2pPr>
            <a:lvl3pPr>
              <a:defRPr sz="11520"/>
            </a:lvl3pPr>
            <a:lvl4pPr>
              <a:defRPr sz="9600"/>
            </a:lvl4pPr>
            <a:lvl5pPr>
              <a:defRPr sz="9600"/>
            </a:lvl5pPr>
            <a:lvl6pPr>
              <a:defRPr sz="9600"/>
            </a:lvl6pPr>
            <a:lvl7pPr>
              <a:defRPr sz="9600"/>
            </a:lvl7pPr>
            <a:lvl8pPr>
              <a:defRPr sz="9600"/>
            </a:lvl8pPr>
            <a:lvl9pPr>
              <a:defRPr sz="9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237" y="9875520"/>
            <a:ext cx="14156054" cy="18295622"/>
          </a:xfrm>
        </p:spPr>
        <p:txBody>
          <a:bodyPr/>
          <a:lstStyle>
            <a:lvl1pPr marL="0" indent="0">
              <a:buNone/>
              <a:defRPr sz="7680"/>
            </a:lvl1pPr>
            <a:lvl2pPr marL="2194560" indent="0">
              <a:buNone/>
              <a:defRPr sz="6720"/>
            </a:lvl2pPr>
            <a:lvl3pPr marL="4389120" indent="0">
              <a:buNone/>
              <a:defRPr sz="5760"/>
            </a:lvl3pPr>
            <a:lvl4pPr marL="6583680" indent="0">
              <a:buNone/>
              <a:defRPr sz="4800"/>
            </a:lvl4pPr>
            <a:lvl5pPr marL="8778240" indent="0">
              <a:buNone/>
              <a:defRPr sz="4800"/>
            </a:lvl5pPr>
            <a:lvl6pPr marL="10972800" indent="0">
              <a:buNone/>
              <a:defRPr sz="4800"/>
            </a:lvl6pPr>
            <a:lvl7pPr marL="13167360" indent="0">
              <a:buNone/>
              <a:defRPr sz="4800"/>
            </a:lvl7pPr>
            <a:lvl8pPr marL="15361920" indent="0">
              <a:buNone/>
              <a:defRPr sz="4800"/>
            </a:lvl8pPr>
            <a:lvl9pPr marL="17556480" indent="0">
              <a:buNone/>
              <a:defRPr sz="4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E082D-EF8E-4925-9764-88D824F731CD}" type="datetimeFigureOut">
              <a:rPr lang="en-US" smtClean="0"/>
              <a:t>4/1/2025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64994-AC69-4251-BAFF-9741B4D66C5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74360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2194560"/>
            <a:ext cx="14156054" cy="7680960"/>
          </a:xfrm>
          <a:prstGeom prst="rect">
            <a:avLst/>
          </a:prstGeom>
        </p:spPr>
        <p:txBody>
          <a:bodyPr anchor="b"/>
          <a:lstStyle>
            <a:lvl1pPr>
              <a:defRPr sz="153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8659477" y="4739647"/>
            <a:ext cx="22219920" cy="23393400"/>
          </a:xfrm>
        </p:spPr>
        <p:txBody>
          <a:bodyPr anchor="t"/>
          <a:lstStyle>
            <a:lvl1pPr marL="0" indent="0">
              <a:buNone/>
              <a:defRPr sz="15360"/>
            </a:lvl1pPr>
            <a:lvl2pPr marL="2194560" indent="0">
              <a:buNone/>
              <a:defRPr sz="13440"/>
            </a:lvl2pPr>
            <a:lvl3pPr marL="4389120" indent="0">
              <a:buNone/>
              <a:defRPr sz="11520"/>
            </a:lvl3pPr>
            <a:lvl4pPr marL="6583680" indent="0">
              <a:buNone/>
              <a:defRPr sz="9600"/>
            </a:lvl4pPr>
            <a:lvl5pPr marL="8778240" indent="0">
              <a:buNone/>
              <a:defRPr sz="9600"/>
            </a:lvl5pPr>
            <a:lvl6pPr marL="10972800" indent="0">
              <a:buNone/>
              <a:defRPr sz="9600"/>
            </a:lvl6pPr>
            <a:lvl7pPr marL="13167360" indent="0">
              <a:buNone/>
              <a:defRPr sz="9600"/>
            </a:lvl7pPr>
            <a:lvl8pPr marL="15361920" indent="0">
              <a:buNone/>
              <a:defRPr sz="9600"/>
            </a:lvl8pPr>
            <a:lvl9pPr marL="17556480" indent="0">
              <a:buNone/>
              <a:defRPr sz="9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237" y="9875520"/>
            <a:ext cx="14156054" cy="18295622"/>
          </a:xfrm>
        </p:spPr>
        <p:txBody>
          <a:bodyPr/>
          <a:lstStyle>
            <a:lvl1pPr marL="0" indent="0">
              <a:buNone/>
              <a:defRPr sz="7680"/>
            </a:lvl1pPr>
            <a:lvl2pPr marL="2194560" indent="0">
              <a:buNone/>
              <a:defRPr sz="6720"/>
            </a:lvl2pPr>
            <a:lvl3pPr marL="4389120" indent="0">
              <a:buNone/>
              <a:defRPr sz="5760"/>
            </a:lvl3pPr>
            <a:lvl4pPr marL="6583680" indent="0">
              <a:buNone/>
              <a:defRPr sz="4800"/>
            </a:lvl4pPr>
            <a:lvl5pPr marL="8778240" indent="0">
              <a:buNone/>
              <a:defRPr sz="4800"/>
            </a:lvl5pPr>
            <a:lvl6pPr marL="10972800" indent="0">
              <a:buNone/>
              <a:defRPr sz="4800"/>
            </a:lvl6pPr>
            <a:lvl7pPr marL="13167360" indent="0">
              <a:buNone/>
              <a:defRPr sz="4800"/>
            </a:lvl7pPr>
            <a:lvl8pPr marL="15361920" indent="0">
              <a:buNone/>
              <a:defRPr sz="4800"/>
            </a:lvl8pPr>
            <a:lvl9pPr marL="17556480" indent="0">
              <a:buNone/>
              <a:defRPr sz="4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E082D-EF8E-4925-9764-88D824F731CD}" type="datetimeFigureOut">
              <a:rPr lang="en-US" smtClean="0"/>
              <a:t>4/1/2025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64994-AC69-4251-BAFF-9741B4D66C5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0620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0" y="1752607"/>
            <a:ext cx="37856160" cy="636270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E082D-EF8E-4925-9764-88D824F731CD}" type="datetimeFigureOut">
              <a:rPr lang="en-US" smtClean="0"/>
              <a:t>4/1/2025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64994-AC69-4251-BAFF-9741B4D66C5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6911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1409642" y="1752600"/>
            <a:ext cx="9464040" cy="27896822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17522" y="1752600"/>
            <a:ext cx="27843480" cy="2789682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E082D-EF8E-4925-9764-88D824F731CD}" type="datetimeFigureOut">
              <a:rPr lang="en-US" smtClean="0"/>
              <a:t>4/1/2025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64994-AC69-4251-BAFF-9741B4D66C5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35083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0" y="8763000"/>
            <a:ext cx="37856160" cy="208864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17520" y="30510487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7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4E082D-EF8E-4925-9764-88D824F731CD}" type="datetimeFigureOut">
              <a:rPr lang="en-US" smtClean="0"/>
              <a:t>4/1/2025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38960" y="30510487"/>
            <a:ext cx="1481328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7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0998160" y="30510487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7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264994-AC69-4251-BAFF-9741B4D66C59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2468C9-6CBE-C9CB-0689-6A34448D4709}"/>
              </a:ext>
            </a:extLst>
          </p:cNvPr>
          <p:cNvSpPr/>
          <p:nvPr userDrawn="1"/>
        </p:nvSpPr>
        <p:spPr>
          <a:xfrm>
            <a:off x="0" y="0"/>
            <a:ext cx="43891200" cy="5989320"/>
          </a:xfrm>
          <a:prstGeom prst="rect">
            <a:avLst/>
          </a:prstGeom>
          <a:solidFill>
            <a:srgbClr val="FF5F0F"/>
          </a:solidFill>
          <a:ln>
            <a:solidFill>
              <a:srgbClr val="FF5F0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80394FE-0613-DC28-5D46-25B8BFFEF8BE}"/>
              </a:ext>
            </a:extLst>
          </p:cNvPr>
          <p:cNvSpPr/>
          <p:nvPr userDrawn="1"/>
        </p:nvSpPr>
        <p:spPr>
          <a:xfrm>
            <a:off x="0" y="1"/>
            <a:ext cx="43891200" cy="5532120"/>
          </a:xfrm>
          <a:prstGeom prst="rect">
            <a:avLst/>
          </a:prstGeom>
          <a:solidFill>
            <a:srgbClr val="13294B"/>
          </a:solidFill>
          <a:ln>
            <a:solidFill>
              <a:srgbClr val="1329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B874B43-DC11-AE4E-0ABE-052CB2A30A9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90751" y="1615582"/>
            <a:ext cx="8857978" cy="2300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2813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4389120" rtl="0" eaLnBrk="1" latinLnBrk="0" hangingPunct="1">
        <a:lnSpc>
          <a:spcPct val="90000"/>
        </a:lnSpc>
        <a:spcBef>
          <a:spcPct val="0"/>
        </a:spcBef>
        <a:buNone/>
        <a:defRPr sz="211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97280" indent="-1097280" algn="l" defTabSz="4389120" rtl="0" eaLnBrk="1" latinLnBrk="0" hangingPunct="1">
        <a:lnSpc>
          <a:spcPct val="90000"/>
        </a:lnSpc>
        <a:spcBef>
          <a:spcPts val="4800"/>
        </a:spcBef>
        <a:buFont typeface="Arial" panose="020B0604020202020204" pitchFamily="34" charset="0"/>
        <a:buChar char="•"/>
        <a:defRPr sz="13440" kern="1200">
          <a:solidFill>
            <a:schemeClr val="tx1"/>
          </a:solidFill>
          <a:latin typeface="+mn-lt"/>
          <a:ea typeface="+mn-ea"/>
          <a:cs typeface="+mn-cs"/>
        </a:defRPr>
      </a:lvl1pPr>
      <a:lvl2pPr marL="329184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1152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3pPr>
      <a:lvl4pPr marL="768096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987552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207008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426464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645920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865376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6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2pPr>
      <a:lvl3pPr marL="438912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3pPr>
      <a:lvl4pPr marL="658368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877824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316736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536192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755648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3.png"/><Relationship Id="rId21" Type="http://schemas.openxmlformats.org/officeDocument/2006/relationships/image" Target="../media/image19.png"/><Relationship Id="rId42" Type="http://schemas.openxmlformats.org/officeDocument/2006/relationships/image" Target="../media/image36.svg"/><Relationship Id="rId47" Type="http://schemas.openxmlformats.org/officeDocument/2006/relationships/oleObject" Target="../embeddings/oleObject6.bin"/><Relationship Id="rId63" Type="http://schemas.openxmlformats.org/officeDocument/2006/relationships/image" Target="../media/image49.emf"/><Relationship Id="rId68" Type="http://schemas.openxmlformats.org/officeDocument/2006/relationships/image" Target="../media/image53.jpg"/><Relationship Id="rId7" Type="http://schemas.openxmlformats.org/officeDocument/2006/relationships/oleObject" Target="../embeddings/oleObject2.bin"/><Relationship Id="rId2" Type="http://schemas.openxmlformats.org/officeDocument/2006/relationships/oleObject" Target="../embeddings/oleObject1.bin"/><Relationship Id="rId16" Type="http://schemas.openxmlformats.org/officeDocument/2006/relationships/image" Target="../media/image14.svg"/><Relationship Id="rId29" Type="http://schemas.openxmlformats.org/officeDocument/2006/relationships/image" Target="../media/image26.png"/><Relationship Id="rId11" Type="http://schemas.openxmlformats.org/officeDocument/2006/relationships/image" Target="../media/image9.png"/><Relationship Id="rId24" Type="http://schemas.openxmlformats.org/officeDocument/2006/relationships/image" Target="../media/image21.png"/><Relationship Id="rId32" Type="http://schemas.openxmlformats.org/officeDocument/2006/relationships/image" Target="../media/image29.svg"/><Relationship Id="rId37" Type="http://schemas.openxmlformats.org/officeDocument/2006/relationships/image" Target="../media/image32.png"/><Relationship Id="rId40" Type="http://schemas.openxmlformats.org/officeDocument/2006/relationships/image" Target="../media/image34.svg"/><Relationship Id="rId45" Type="http://schemas.openxmlformats.org/officeDocument/2006/relationships/oleObject" Target="../embeddings/oleObject5.bin"/><Relationship Id="rId53" Type="http://schemas.microsoft.com/office/2007/relationships/hdphoto" Target="../media/hdphoto2.wdp"/><Relationship Id="rId58" Type="http://schemas.openxmlformats.org/officeDocument/2006/relationships/oleObject" Target="../embeddings/oleObject9.bin"/><Relationship Id="rId66" Type="http://schemas.microsoft.com/office/2007/relationships/hdphoto" Target="../media/hdphoto3.wdp"/><Relationship Id="rId5" Type="http://schemas.openxmlformats.org/officeDocument/2006/relationships/image" Target="../media/image4.png"/><Relationship Id="rId61" Type="http://schemas.openxmlformats.org/officeDocument/2006/relationships/image" Target="../media/image48.emf"/><Relationship Id="rId19" Type="http://schemas.openxmlformats.org/officeDocument/2006/relationships/image" Target="../media/image17.png"/><Relationship Id="rId14" Type="http://schemas.openxmlformats.org/officeDocument/2006/relationships/image" Target="../media/image12.svg"/><Relationship Id="rId22" Type="http://schemas.openxmlformats.org/officeDocument/2006/relationships/image" Target="../media/image20.svg"/><Relationship Id="rId27" Type="http://schemas.openxmlformats.org/officeDocument/2006/relationships/image" Target="../media/image24.svg"/><Relationship Id="rId30" Type="http://schemas.openxmlformats.org/officeDocument/2006/relationships/image" Target="../media/image27.svg"/><Relationship Id="rId35" Type="http://schemas.openxmlformats.org/officeDocument/2006/relationships/oleObject" Target="../embeddings/oleObject4.bin"/><Relationship Id="rId43" Type="http://schemas.openxmlformats.org/officeDocument/2006/relationships/image" Target="../media/image37.jpg"/><Relationship Id="rId48" Type="http://schemas.openxmlformats.org/officeDocument/2006/relationships/image" Target="../media/image40.emf"/><Relationship Id="rId56" Type="http://schemas.openxmlformats.org/officeDocument/2006/relationships/oleObject" Target="../embeddings/oleObject8.bin"/><Relationship Id="rId64" Type="http://schemas.openxmlformats.org/officeDocument/2006/relationships/image" Target="../media/image50.jpeg"/><Relationship Id="rId69" Type="http://schemas.openxmlformats.org/officeDocument/2006/relationships/image" Target="../media/image54.jpg"/><Relationship Id="rId8" Type="http://schemas.openxmlformats.org/officeDocument/2006/relationships/image" Target="../media/image6.emf"/><Relationship Id="rId51" Type="http://schemas.openxmlformats.org/officeDocument/2006/relationships/image" Target="../media/image43.svg"/><Relationship Id="rId3" Type="http://schemas.openxmlformats.org/officeDocument/2006/relationships/image" Target="../media/image2.emf"/><Relationship Id="rId12" Type="http://schemas.openxmlformats.org/officeDocument/2006/relationships/image" Target="../media/image10.svg"/><Relationship Id="rId17" Type="http://schemas.openxmlformats.org/officeDocument/2006/relationships/image" Target="../media/image15.png"/><Relationship Id="rId25" Type="http://schemas.openxmlformats.org/officeDocument/2006/relationships/image" Target="../media/image22.svg"/><Relationship Id="rId33" Type="http://schemas.openxmlformats.org/officeDocument/2006/relationships/oleObject" Target="../embeddings/oleObject3.bin"/><Relationship Id="rId38" Type="http://schemas.microsoft.com/office/2007/relationships/hdphoto" Target="../media/hdphoto1.wdp"/><Relationship Id="rId46" Type="http://schemas.openxmlformats.org/officeDocument/2006/relationships/image" Target="../media/image39.emf"/><Relationship Id="rId59" Type="http://schemas.openxmlformats.org/officeDocument/2006/relationships/image" Target="../media/image47.emf"/><Relationship Id="rId67" Type="http://schemas.openxmlformats.org/officeDocument/2006/relationships/image" Target="../media/image52.png"/><Relationship Id="rId20" Type="http://schemas.openxmlformats.org/officeDocument/2006/relationships/image" Target="../media/image18.svg"/><Relationship Id="rId41" Type="http://schemas.openxmlformats.org/officeDocument/2006/relationships/image" Target="../media/image35.png"/><Relationship Id="rId54" Type="http://schemas.openxmlformats.org/officeDocument/2006/relationships/oleObject" Target="../embeddings/oleObject7.bin"/><Relationship Id="rId62" Type="http://schemas.openxmlformats.org/officeDocument/2006/relationships/oleObject" Target="../embeddings/oleObject11.bin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5" Type="http://schemas.openxmlformats.org/officeDocument/2006/relationships/image" Target="../media/image13.png"/><Relationship Id="rId23" Type="http://schemas.openxmlformats.org/officeDocument/2006/relationships/chart" Target="../charts/chart1.xml"/><Relationship Id="rId28" Type="http://schemas.openxmlformats.org/officeDocument/2006/relationships/image" Target="../media/image25.png"/><Relationship Id="rId36" Type="http://schemas.openxmlformats.org/officeDocument/2006/relationships/image" Target="../media/image31.emf"/><Relationship Id="rId49" Type="http://schemas.openxmlformats.org/officeDocument/2006/relationships/image" Target="../media/image41.png"/><Relationship Id="rId57" Type="http://schemas.openxmlformats.org/officeDocument/2006/relationships/image" Target="../media/image46.emf"/><Relationship Id="rId10" Type="http://schemas.openxmlformats.org/officeDocument/2006/relationships/image" Target="../media/image8.png"/><Relationship Id="rId31" Type="http://schemas.openxmlformats.org/officeDocument/2006/relationships/image" Target="../media/image28.png"/><Relationship Id="rId44" Type="http://schemas.openxmlformats.org/officeDocument/2006/relationships/image" Target="../media/image38.jpg"/><Relationship Id="rId52" Type="http://schemas.openxmlformats.org/officeDocument/2006/relationships/image" Target="../media/image44.png"/><Relationship Id="rId60" Type="http://schemas.openxmlformats.org/officeDocument/2006/relationships/oleObject" Target="../embeddings/oleObject10.bin"/><Relationship Id="rId65" Type="http://schemas.openxmlformats.org/officeDocument/2006/relationships/image" Target="../media/image51.png"/><Relationship Id="rId4" Type="http://schemas.openxmlformats.org/officeDocument/2006/relationships/image" Target="../media/image3.png"/><Relationship Id="rId9" Type="http://schemas.openxmlformats.org/officeDocument/2006/relationships/image" Target="../media/image7.png"/><Relationship Id="rId13" Type="http://schemas.openxmlformats.org/officeDocument/2006/relationships/image" Target="../media/image11.png"/><Relationship Id="rId18" Type="http://schemas.openxmlformats.org/officeDocument/2006/relationships/image" Target="../media/image16.svg"/><Relationship Id="rId39" Type="http://schemas.openxmlformats.org/officeDocument/2006/relationships/image" Target="../media/image33.png"/><Relationship Id="rId34" Type="http://schemas.openxmlformats.org/officeDocument/2006/relationships/image" Target="../media/image30.emf"/><Relationship Id="rId50" Type="http://schemas.openxmlformats.org/officeDocument/2006/relationships/image" Target="../media/image42.png"/><Relationship Id="rId55" Type="http://schemas.openxmlformats.org/officeDocument/2006/relationships/image" Target="../media/image45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44" name="Object 2943">
            <a:extLst>
              <a:ext uri="{FF2B5EF4-FFF2-40B4-BE49-F238E27FC236}">
                <a16:creationId xmlns:a16="http://schemas.microsoft.com/office/drawing/2014/main" id="{59135141-4011-DAA1-DBBF-2A63B270442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511859"/>
              </p:ext>
            </p:extLst>
          </p:nvPr>
        </p:nvGraphicFramePr>
        <p:xfrm>
          <a:off x="6718631" y="8639115"/>
          <a:ext cx="4279714" cy="23852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emDoodle OLE" r:id="rId2" imgW="3200400" imgH="1778040" progId="CHEMDOODLEOLE.ChemDoodleEmbeddedObject.1">
                  <p:embed/>
                </p:oleObj>
              </mc:Choice>
              <mc:Fallback>
                <p:oleObj name="ChemDoodle OLE" r:id="rId2" imgW="3200400" imgH="1778040" progId="CHEMDOODLEOLE.ChemDoodleEmbeddedObject.1">
                  <p:embed/>
                  <p:pic>
                    <p:nvPicPr>
                      <p:cNvPr id="2944" name="Object 2943">
                        <a:extLst>
                          <a:ext uri="{FF2B5EF4-FFF2-40B4-BE49-F238E27FC236}">
                            <a16:creationId xmlns:a16="http://schemas.microsoft.com/office/drawing/2014/main" id="{59135141-4011-DAA1-DBBF-2A63B270442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718631" y="8639115"/>
                        <a:ext cx="4279714" cy="238529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034" name="Picture 4033" descr="A graph of a number of data&#10;&#10;AI-generated content may be incorrect.">
            <a:extLst>
              <a:ext uri="{FF2B5EF4-FFF2-40B4-BE49-F238E27FC236}">
                <a16:creationId xmlns:a16="http://schemas.microsoft.com/office/drawing/2014/main" id="{BE100BD7-05C5-2219-3F2F-4CDAD6685B8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53219" y="14017945"/>
            <a:ext cx="6666986" cy="4166866"/>
          </a:xfrm>
          <a:prstGeom prst="rect">
            <a:avLst/>
          </a:prstGeom>
        </p:spPr>
      </p:pic>
      <p:pic>
        <p:nvPicPr>
          <p:cNvPr id="4032" name="Picture 4031" descr="A graph of a graph of a number of data&#10;&#10;AI-generated content may be incorrect.">
            <a:extLst>
              <a:ext uri="{FF2B5EF4-FFF2-40B4-BE49-F238E27FC236}">
                <a16:creationId xmlns:a16="http://schemas.microsoft.com/office/drawing/2014/main" id="{5823A2C8-DC6F-E87A-87FD-645951A2AB6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98699" y="14025291"/>
            <a:ext cx="6671463" cy="4169664"/>
          </a:xfrm>
          <a:prstGeom prst="rect">
            <a:avLst/>
          </a:prstGeom>
        </p:spPr>
      </p:pic>
      <p:pic>
        <p:nvPicPr>
          <p:cNvPr id="4025" name="Picture 4024">
            <a:extLst>
              <a:ext uri="{FF2B5EF4-FFF2-40B4-BE49-F238E27FC236}">
                <a16:creationId xmlns:a16="http://schemas.microsoft.com/office/drawing/2014/main" id="{A860E09C-B76A-D46D-C3D2-C6653ED91D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018994" y="30481063"/>
            <a:ext cx="1670109" cy="1670109"/>
          </a:xfrm>
          <a:prstGeom prst="rect">
            <a:avLst/>
          </a:prstGeom>
        </p:spPr>
      </p:pic>
      <p:graphicFrame>
        <p:nvGraphicFramePr>
          <p:cNvPr id="68" name="Object 67">
            <a:extLst>
              <a:ext uri="{FF2B5EF4-FFF2-40B4-BE49-F238E27FC236}">
                <a16:creationId xmlns:a16="http://schemas.microsoft.com/office/drawing/2014/main" id="{45B9C280-1867-C936-F6FA-EBF9F209D00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7778205"/>
              </p:ext>
            </p:extLst>
          </p:nvPr>
        </p:nvGraphicFramePr>
        <p:xfrm>
          <a:off x="34619878" y="14844006"/>
          <a:ext cx="1430396" cy="20009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emDoodle OLE" r:id="rId7" imgW="2324160" imgH="3251160" progId="CHEMDOODLEOLE.ChemDoodleEmbeddedObject.1">
                  <p:embed/>
                </p:oleObj>
              </mc:Choice>
              <mc:Fallback>
                <p:oleObj name="ChemDoodle OLE" r:id="rId7" imgW="2324160" imgH="3251160" progId="CHEMDOODLEOLE.ChemDoodleEmbeddedObject.1">
                  <p:embed/>
                  <p:pic>
                    <p:nvPicPr>
                      <p:cNvPr id="68" name="Object 67">
                        <a:extLst>
                          <a:ext uri="{FF2B5EF4-FFF2-40B4-BE49-F238E27FC236}">
                            <a16:creationId xmlns:a16="http://schemas.microsoft.com/office/drawing/2014/main" id="{45B9C280-1867-C936-F6FA-EBF9F209D00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4619878" y="14844006"/>
                        <a:ext cx="1430396" cy="20009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" name="Picture 13" descr="A graph of a weight&#10;&#10;AI-generated content may be incorrect.">
            <a:extLst>
              <a:ext uri="{FF2B5EF4-FFF2-40B4-BE49-F238E27FC236}">
                <a16:creationId xmlns:a16="http://schemas.microsoft.com/office/drawing/2014/main" id="{9B08BB39-78A3-D91C-8207-E7B5BB6A583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74739" y="8374015"/>
            <a:ext cx="5852160" cy="4180116"/>
          </a:xfrm>
          <a:prstGeom prst="rect">
            <a:avLst/>
          </a:prstGeom>
        </p:spPr>
      </p:pic>
      <p:sp>
        <p:nvSpPr>
          <p:cNvPr id="2757" name="Rectangle: Rounded Corners 2756">
            <a:extLst>
              <a:ext uri="{FF2B5EF4-FFF2-40B4-BE49-F238E27FC236}">
                <a16:creationId xmlns:a16="http://schemas.microsoft.com/office/drawing/2014/main" id="{EA436FD1-37D0-CE2C-4E01-C68B63D58D28}"/>
              </a:ext>
            </a:extLst>
          </p:cNvPr>
          <p:cNvSpPr/>
          <p:nvPr/>
        </p:nvSpPr>
        <p:spPr>
          <a:xfrm>
            <a:off x="27348019" y="8612564"/>
            <a:ext cx="5010400" cy="1992940"/>
          </a:xfrm>
          <a:prstGeom prst="roundRect">
            <a:avLst>
              <a:gd name="adj" fmla="val 8878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  <a:latin typeface="Avenir Next LT Pro" panose="020B0504020202020204" pitchFamily="34" charset="0"/>
            </a:endParaRPr>
          </a:p>
        </p:txBody>
      </p:sp>
      <p:pic>
        <p:nvPicPr>
          <p:cNvPr id="17" name="Picture 16" descr="A graph of a graph of a weight&#10;&#10;AI-generated content may be incorrect.">
            <a:extLst>
              <a:ext uri="{FF2B5EF4-FFF2-40B4-BE49-F238E27FC236}">
                <a16:creationId xmlns:a16="http://schemas.microsoft.com/office/drawing/2014/main" id="{2711C86A-A3BB-40F1-8EA8-6DD9C0457A6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22"/>
          <a:stretch/>
        </p:blipFill>
        <p:spPr>
          <a:xfrm>
            <a:off x="37607280" y="8368020"/>
            <a:ext cx="5552399" cy="4180116"/>
          </a:xfrm>
          <a:prstGeom prst="rect">
            <a:avLst/>
          </a:prstGeom>
        </p:spPr>
      </p:pic>
      <p:sp>
        <p:nvSpPr>
          <p:cNvPr id="738" name="Rectangle 737">
            <a:extLst>
              <a:ext uri="{FF2B5EF4-FFF2-40B4-BE49-F238E27FC236}">
                <a16:creationId xmlns:a16="http://schemas.microsoft.com/office/drawing/2014/main" id="{F6CC9EF8-65F9-3EA8-ED65-6326E47B4AC6}"/>
              </a:ext>
            </a:extLst>
          </p:cNvPr>
          <p:cNvSpPr/>
          <p:nvPr/>
        </p:nvSpPr>
        <p:spPr>
          <a:xfrm>
            <a:off x="17764859" y="6627673"/>
            <a:ext cx="8420852" cy="20499528"/>
          </a:xfrm>
          <a:prstGeom prst="rect">
            <a:avLst/>
          </a:prstGeom>
          <a:noFill/>
          <a:ln w="76200">
            <a:solidFill>
              <a:srgbClr val="13294B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40" name="Rectangle 739">
            <a:extLst>
              <a:ext uri="{FF2B5EF4-FFF2-40B4-BE49-F238E27FC236}">
                <a16:creationId xmlns:a16="http://schemas.microsoft.com/office/drawing/2014/main" id="{7AAE73A3-E6B9-16AB-78B1-9D5138FCB6A3}"/>
              </a:ext>
            </a:extLst>
          </p:cNvPr>
          <p:cNvSpPr/>
          <p:nvPr/>
        </p:nvSpPr>
        <p:spPr>
          <a:xfrm>
            <a:off x="17764859" y="6649723"/>
            <a:ext cx="8420852" cy="880212"/>
          </a:xfrm>
          <a:prstGeom prst="rect">
            <a:avLst/>
          </a:prstGeom>
          <a:solidFill>
            <a:srgbClr val="13294B"/>
          </a:solidFill>
          <a:ln>
            <a:solidFill>
              <a:srgbClr val="1329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97" name="Rectangle: Rounded Corners 596">
            <a:extLst>
              <a:ext uri="{FF2B5EF4-FFF2-40B4-BE49-F238E27FC236}">
                <a16:creationId xmlns:a16="http://schemas.microsoft.com/office/drawing/2014/main" id="{865B25DA-8AB3-26CA-A660-CFB33E88FD3C}"/>
              </a:ext>
            </a:extLst>
          </p:cNvPr>
          <p:cNvSpPr/>
          <p:nvPr/>
        </p:nvSpPr>
        <p:spPr>
          <a:xfrm>
            <a:off x="27656361" y="11374235"/>
            <a:ext cx="4486322" cy="1340418"/>
          </a:xfrm>
          <a:prstGeom prst="roundRect">
            <a:avLst>
              <a:gd name="adj" fmla="val 11137"/>
            </a:avLst>
          </a:prstGeom>
          <a:solidFill>
            <a:srgbClr val="AFDC7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i="1" dirty="0">
                <a:solidFill>
                  <a:schemeClr val="tx1"/>
                </a:solidFill>
                <a:latin typeface="AvenirNext LT Pro Medium" panose="020B0604020202020204" pitchFamily="34" charset="0"/>
              </a:rPr>
              <a:t>Low-dispersity, high molecular weight BB peaks with high conversions</a:t>
            </a:r>
          </a:p>
        </p:txBody>
      </p:sp>
      <p:sp>
        <p:nvSpPr>
          <p:cNvPr id="1432" name="Rectangle 1431">
            <a:extLst>
              <a:ext uri="{FF2B5EF4-FFF2-40B4-BE49-F238E27FC236}">
                <a16:creationId xmlns:a16="http://schemas.microsoft.com/office/drawing/2014/main" id="{1BFB8C45-914E-5AB8-BCB8-BA9F9EFC98D2}"/>
              </a:ext>
            </a:extLst>
          </p:cNvPr>
          <p:cNvSpPr/>
          <p:nvPr/>
        </p:nvSpPr>
        <p:spPr>
          <a:xfrm>
            <a:off x="36323484" y="27811196"/>
            <a:ext cx="6803357" cy="4756684"/>
          </a:xfrm>
          <a:prstGeom prst="rect">
            <a:avLst/>
          </a:prstGeom>
          <a:noFill/>
          <a:ln w="76200">
            <a:solidFill>
              <a:srgbClr val="13294B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36" name="Rectangle 1435">
            <a:extLst>
              <a:ext uri="{FF2B5EF4-FFF2-40B4-BE49-F238E27FC236}">
                <a16:creationId xmlns:a16="http://schemas.microsoft.com/office/drawing/2014/main" id="{D3698711-8FA4-A8D8-A790-9A506C2E51B0}"/>
              </a:ext>
            </a:extLst>
          </p:cNvPr>
          <p:cNvSpPr/>
          <p:nvPr/>
        </p:nvSpPr>
        <p:spPr>
          <a:xfrm>
            <a:off x="36354836" y="27792168"/>
            <a:ext cx="6763409" cy="923563"/>
          </a:xfrm>
          <a:prstGeom prst="rect">
            <a:avLst/>
          </a:prstGeom>
          <a:solidFill>
            <a:srgbClr val="13294B"/>
          </a:solidFill>
          <a:ln>
            <a:solidFill>
              <a:srgbClr val="1329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37" name="TextBox 1436">
            <a:extLst>
              <a:ext uri="{FF2B5EF4-FFF2-40B4-BE49-F238E27FC236}">
                <a16:creationId xmlns:a16="http://schemas.microsoft.com/office/drawing/2014/main" id="{6F7DEFD8-5ACA-E0F5-7DCC-8B4138702079}"/>
              </a:ext>
            </a:extLst>
          </p:cNvPr>
          <p:cNvSpPr txBox="1"/>
          <p:nvPr/>
        </p:nvSpPr>
        <p:spPr>
          <a:xfrm>
            <a:off x="36314889" y="27771115"/>
            <a:ext cx="6844790" cy="10041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800" dirty="0">
                <a:solidFill>
                  <a:srgbClr val="FFFFFF"/>
                </a:solidFill>
                <a:latin typeface="Avenir Next LT Pro Demi" panose="020B0704020202020204" pitchFamily="34" charset="0"/>
              </a:rPr>
              <a:t>Acknowledgments</a:t>
            </a:r>
          </a:p>
        </p:txBody>
      </p:sp>
      <p:sp>
        <p:nvSpPr>
          <p:cNvPr id="1444" name="Rectangle: Rounded Corners 1443">
            <a:extLst>
              <a:ext uri="{FF2B5EF4-FFF2-40B4-BE49-F238E27FC236}">
                <a16:creationId xmlns:a16="http://schemas.microsoft.com/office/drawing/2014/main" id="{4F1C5ADB-3A2D-5316-8A38-3E9187169B6F}"/>
              </a:ext>
            </a:extLst>
          </p:cNvPr>
          <p:cNvSpPr/>
          <p:nvPr/>
        </p:nvSpPr>
        <p:spPr>
          <a:xfrm>
            <a:off x="18135806" y="17993982"/>
            <a:ext cx="7734185" cy="3661982"/>
          </a:xfrm>
          <a:prstGeom prst="roundRect">
            <a:avLst/>
          </a:prstGeom>
          <a:solidFill>
            <a:srgbClr val="FBE5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1" name="Arrow: Down 1440">
            <a:extLst>
              <a:ext uri="{FF2B5EF4-FFF2-40B4-BE49-F238E27FC236}">
                <a16:creationId xmlns:a16="http://schemas.microsoft.com/office/drawing/2014/main" id="{9BCFA76B-4266-0BA7-1CBF-0F85BBA95761}"/>
              </a:ext>
            </a:extLst>
          </p:cNvPr>
          <p:cNvSpPr/>
          <p:nvPr/>
        </p:nvSpPr>
        <p:spPr>
          <a:xfrm>
            <a:off x="18173531" y="7974119"/>
            <a:ext cx="3605656" cy="18902371"/>
          </a:xfrm>
          <a:prstGeom prst="downArrow">
            <a:avLst>
              <a:gd name="adj1" fmla="val 50000"/>
              <a:gd name="adj2" fmla="val 30121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3" name="Rectangle: Rounded Corners 1442">
            <a:extLst>
              <a:ext uri="{FF2B5EF4-FFF2-40B4-BE49-F238E27FC236}">
                <a16:creationId xmlns:a16="http://schemas.microsoft.com/office/drawing/2014/main" id="{0755B428-471E-3017-07FC-00230B162DD1}"/>
              </a:ext>
            </a:extLst>
          </p:cNvPr>
          <p:cNvSpPr/>
          <p:nvPr/>
        </p:nvSpPr>
        <p:spPr>
          <a:xfrm>
            <a:off x="18116130" y="12051731"/>
            <a:ext cx="7718307" cy="5746472"/>
          </a:xfrm>
          <a:prstGeom prst="roundRect">
            <a:avLst>
              <a:gd name="adj" fmla="val 11205"/>
            </a:avLst>
          </a:prstGeom>
          <a:solidFill>
            <a:srgbClr val="D3E9C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2" name="Rectangle: Rounded Corners 1441">
            <a:extLst>
              <a:ext uri="{FF2B5EF4-FFF2-40B4-BE49-F238E27FC236}">
                <a16:creationId xmlns:a16="http://schemas.microsoft.com/office/drawing/2014/main" id="{FA2CE3F0-A738-A478-9E50-CE8BE82C4184}"/>
              </a:ext>
            </a:extLst>
          </p:cNvPr>
          <p:cNvSpPr/>
          <p:nvPr/>
        </p:nvSpPr>
        <p:spPr>
          <a:xfrm>
            <a:off x="18135806" y="8193773"/>
            <a:ext cx="7734185" cy="3661982"/>
          </a:xfrm>
          <a:prstGeom prst="roundRect">
            <a:avLst/>
          </a:prstGeom>
          <a:solidFill>
            <a:srgbClr val="E5F2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586CFB-CA66-C767-89B6-17CFE96522F6}"/>
              </a:ext>
            </a:extLst>
          </p:cNvPr>
          <p:cNvSpPr txBox="1"/>
          <p:nvPr/>
        </p:nvSpPr>
        <p:spPr>
          <a:xfrm>
            <a:off x="781882" y="502920"/>
            <a:ext cx="31679317" cy="60324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b="1" dirty="0">
                <a:solidFill>
                  <a:srgbClr val="FFFFFF"/>
                </a:solidFill>
                <a:effectLst/>
                <a:latin typeface="Avenir Next LT Pro Demi" panose="020B0704020202020204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Accelerating Polymer Discovery with High-Throughput Automated Bottlebrush Block Copolymer Synthesis</a:t>
            </a:r>
          </a:p>
          <a:p>
            <a:pPr algn="ctr"/>
            <a:endParaRPr lang="en-US" sz="3200" b="1" dirty="0">
              <a:solidFill>
                <a:srgbClr val="FFFFFF"/>
              </a:solidFill>
              <a:effectLst/>
              <a:latin typeface="Avenir Next LT Pro Demi" panose="020B0704020202020204" pitchFamily="34" charset="0"/>
              <a:ea typeface="Times New Roman" panose="02020603050405020304" pitchFamily="18" charset="0"/>
              <a:cs typeface="Segoe UI" panose="020B0502040204020203" pitchFamily="34" charset="0"/>
            </a:endParaRPr>
          </a:p>
          <a:p>
            <a:r>
              <a:rPr lang="en-US" sz="6000" i="1" dirty="0">
                <a:solidFill>
                  <a:srgbClr val="FFFFFF"/>
                </a:solidFill>
                <a:effectLst/>
                <a:latin typeface="Avenir Next LT Pro Demi" panose="020B0704020202020204" pitchFamily="34" charset="0"/>
              </a:rPr>
              <a:t>Edgar Dobra</a:t>
            </a:r>
            <a:r>
              <a:rPr lang="en-US" sz="6000" i="1" dirty="0">
                <a:solidFill>
                  <a:srgbClr val="FFFFFF"/>
                </a:solidFill>
                <a:effectLst/>
                <a:latin typeface="Avenir Next LT Pro" panose="020B0504020202020204" pitchFamily="34" charset="0"/>
              </a:rPr>
              <a:t>, Damien Guironnet</a:t>
            </a:r>
            <a:br>
              <a:rPr lang="en-US" sz="6000" dirty="0">
                <a:solidFill>
                  <a:srgbClr val="FFFFFF"/>
                </a:solidFill>
                <a:latin typeface="Avenir Next LT Pro Demi" panose="020B0704020202020204" pitchFamily="34" charset="0"/>
              </a:rPr>
            </a:br>
            <a:r>
              <a:rPr lang="en-US" sz="5400" b="0" i="0" dirty="0">
                <a:solidFill>
                  <a:srgbClr val="FF5F0F"/>
                </a:solidFill>
                <a:effectLst/>
                <a:latin typeface="Avenir Next LT Pro Demi" panose="020B0704020202020204" pitchFamily="34" charset="0"/>
              </a:rPr>
              <a:t>Department of Chemical and Biomolecular Engineering</a:t>
            </a:r>
            <a:endParaRPr lang="en-US" sz="5400" dirty="0">
              <a:solidFill>
                <a:srgbClr val="FF5F0F"/>
              </a:solidFill>
              <a:effectLst/>
              <a:latin typeface="Avenir Next LT Pro Demi" panose="020B07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n-US" sz="8000" dirty="0">
              <a:latin typeface="Avenir Next LT Pro Demi" panose="020B07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F3EEEB-4AB5-8C93-ED1D-3FDE5F3CE53B}"/>
              </a:ext>
            </a:extLst>
          </p:cNvPr>
          <p:cNvSpPr/>
          <p:nvPr/>
        </p:nvSpPr>
        <p:spPr>
          <a:xfrm>
            <a:off x="731520" y="6627672"/>
            <a:ext cx="16163109" cy="25940207"/>
          </a:xfrm>
          <a:prstGeom prst="rect">
            <a:avLst/>
          </a:prstGeom>
          <a:noFill/>
          <a:ln w="76200">
            <a:solidFill>
              <a:srgbClr val="13294B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0963F16-9ED3-487E-F711-E86F10069F0B}"/>
              </a:ext>
            </a:extLst>
          </p:cNvPr>
          <p:cNvSpPr txBox="1"/>
          <p:nvPr/>
        </p:nvSpPr>
        <p:spPr>
          <a:xfrm>
            <a:off x="917948" y="7813083"/>
            <a:ext cx="160441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Avenir Next LT Pro Demi" panose="020B0704020202020204" pitchFamily="34" charset="0"/>
              </a:rPr>
              <a:t>What are bottlebrush block copolymers (BBCPs)?</a:t>
            </a:r>
          </a:p>
        </p:txBody>
      </p:sp>
      <p:sp>
        <p:nvSpPr>
          <p:cNvPr id="741" name="TextBox 740">
            <a:extLst>
              <a:ext uri="{FF2B5EF4-FFF2-40B4-BE49-F238E27FC236}">
                <a16:creationId xmlns:a16="http://schemas.microsoft.com/office/drawing/2014/main" id="{1A1717E4-A85A-782A-0F4A-CCA821AEE2B2}"/>
              </a:ext>
            </a:extLst>
          </p:cNvPr>
          <p:cNvSpPr txBox="1"/>
          <p:nvPr/>
        </p:nvSpPr>
        <p:spPr>
          <a:xfrm>
            <a:off x="17764858" y="6623838"/>
            <a:ext cx="8420852" cy="9969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800" dirty="0">
                <a:solidFill>
                  <a:srgbClr val="FFFFFF"/>
                </a:solidFill>
                <a:latin typeface="Avenir Next LT Pro Demi" panose="020B0704020202020204" pitchFamily="34" charset="0"/>
              </a:rPr>
              <a:t>Methods</a:t>
            </a:r>
          </a:p>
        </p:txBody>
      </p:sp>
      <p:grpSp>
        <p:nvGrpSpPr>
          <p:cNvPr id="762" name="Group 761">
            <a:extLst>
              <a:ext uri="{FF2B5EF4-FFF2-40B4-BE49-F238E27FC236}">
                <a16:creationId xmlns:a16="http://schemas.microsoft.com/office/drawing/2014/main" id="{6F2815E3-FAB5-ACE5-0408-049637E48A63}"/>
              </a:ext>
            </a:extLst>
          </p:cNvPr>
          <p:cNvGrpSpPr>
            <a:grpSpLocks noChangeAspect="1"/>
          </p:cNvGrpSpPr>
          <p:nvPr/>
        </p:nvGrpSpPr>
        <p:grpSpPr>
          <a:xfrm>
            <a:off x="18135807" y="8198154"/>
            <a:ext cx="3657601" cy="3657600"/>
            <a:chOff x="7461441" y="10046711"/>
            <a:chExt cx="4518198" cy="4576821"/>
          </a:xfrm>
        </p:grpSpPr>
        <p:sp>
          <p:nvSpPr>
            <p:cNvPr id="763" name="Rectangle: Rounded Corners 762">
              <a:extLst>
                <a:ext uri="{FF2B5EF4-FFF2-40B4-BE49-F238E27FC236}">
                  <a16:creationId xmlns:a16="http://schemas.microsoft.com/office/drawing/2014/main" id="{D5BE2D5C-23AA-DF3E-D8F4-9DCA54F22544}"/>
                </a:ext>
              </a:extLst>
            </p:cNvPr>
            <p:cNvSpPr/>
            <p:nvPr/>
          </p:nvSpPr>
          <p:spPr>
            <a:xfrm>
              <a:off x="7461441" y="10046711"/>
              <a:ext cx="4518197" cy="4576821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764" name="Graphic 763" descr="Books with solid fill">
              <a:extLst>
                <a:ext uri="{FF2B5EF4-FFF2-40B4-BE49-F238E27FC236}">
                  <a16:creationId xmlns:a16="http://schemas.microsoft.com/office/drawing/2014/main" id="{CE6B6771-A704-A058-EB37-48259C1B890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0249859" y="11339200"/>
              <a:ext cx="914400" cy="1110122"/>
            </a:xfrm>
            <a:prstGeom prst="rect">
              <a:avLst/>
            </a:prstGeom>
          </p:spPr>
        </p:pic>
        <p:pic>
          <p:nvPicPr>
            <p:cNvPr id="765" name="Graphic 764" descr="Web design with solid fill">
              <a:extLst>
                <a:ext uri="{FF2B5EF4-FFF2-40B4-BE49-F238E27FC236}">
                  <a16:creationId xmlns:a16="http://schemas.microsoft.com/office/drawing/2014/main" id="{4EECD479-6E44-0F49-32BE-CD095DA5C1D2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0013440" y="12424766"/>
              <a:ext cx="1491651" cy="1810931"/>
            </a:xfrm>
            <a:prstGeom prst="rect">
              <a:avLst/>
            </a:prstGeom>
          </p:spPr>
        </p:pic>
        <p:pic>
          <p:nvPicPr>
            <p:cNvPr id="766" name="Graphic 765" descr="Illustrator outline">
              <a:extLst>
                <a:ext uri="{FF2B5EF4-FFF2-40B4-BE49-F238E27FC236}">
                  <a16:creationId xmlns:a16="http://schemas.microsoft.com/office/drawing/2014/main" id="{6A392627-A8D0-4F6C-76D1-DD3483AA87DE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7987783" y="12403866"/>
              <a:ext cx="1675738" cy="2034420"/>
            </a:xfrm>
            <a:prstGeom prst="rect">
              <a:avLst/>
            </a:prstGeom>
          </p:spPr>
        </p:pic>
        <p:pic>
          <p:nvPicPr>
            <p:cNvPr id="767" name="Graphic 766" descr="Scribble with solid fill">
              <a:extLst>
                <a:ext uri="{FF2B5EF4-FFF2-40B4-BE49-F238E27FC236}">
                  <a16:creationId xmlns:a16="http://schemas.microsoft.com/office/drawing/2014/main" id="{A9DE832E-7A76-A4DF-785A-22221F58346D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8374998" y="11286782"/>
              <a:ext cx="914400" cy="1110122"/>
            </a:xfrm>
            <a:prstGeom prst="rect">
              <a:avLst/>
            </a:prstGeom>
          </p:spPr>
        </p:pic>
        <p:sp>
          <p:nvSpPr>
            <p:cNvPr id="1024" name="TextBox 1023">
              <a:extLst>
                <a:ext uri="{FF2B5EF4-FFF2-40B4-BE49-F238E27FC236}">
                  <a16:creationId xmlns:a16="http://schemas.microsoft.com/office/drawing/2014/main" id="{D9B7DF59-5B79-720E-FED3-BD0EC17FF494}"/>
                </a:ext>
              </a:extLst>
            </p:cNvPr>
            <p:cNvSpPr txBox="1"/>
            <p:nvPr/>
          </p:nvSpPr>
          <p:spPr>
            <a:xfrm>
              <a:off x="7461442" y="10174715"/>
              <a:ext cx="4518197" cy="11938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u="heavy" dirty="0">
                  <a:latin typeface="Avenir Next LT Pro Demi" panose="020B0704020202020204" pitchFamily="34" charset="0"/>
                </a:rPr>
                <a:t>Design of Experiments</a:t>
              </a:r>
            </a:p>
          </p:txBody>
        </p:sp>
      </p:grpSp>
      <p:sp>
        <p:nvSpPr>
          <p:cNvPr id="1028" name="Rectangle: Rounded Corners 1027">
            <a:extLst>
              <a:ext uri="{FF2B5EF4-FFF2-40B4-BE49-F238E27FC236}">
                <a16:creationId xmlns:a16="http://schemas.microsoft.com/office/drawing/2014/main" id="{5E13A101-F0A4-616B-3325-F5573FCE7F9F}"/>
              </a:ext>
            </a:extLst>
          </p:cNvPr>
          <p:cNvSpPr/>
          <p:nvPr/>
        </p:nvSpPr>
        <p:spPr>
          <a:xfrm>
            <a:off x="18120322" y="18004647"/>
            <a:ext cx="3687143" cy="3651317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9" name="TextBox 1028">
            <a:extLst>
              <a:ext uri="{FF2B5EF4-FFF2-40B4-BE49-F238E27FC236}">
                <a16:creationId xmlns:a16="http://schemas.microsoft.com/office/drawing/2014/main" id="{0C9DB1E3-A408-3BE7-5E60-42C60E3FA0FD}"/>
              </a:ext>
            </a:extLst>
          </p:cNvPr>
          <p:cNvSpPr txBox="1"/>
          <p:nvPr/>
        </p:nvSpPr>
        <p:spPr>
          <a:xfrm>
            <a:off x="18149866" y="18137033"/>
            <a:ext cx="3657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u="heavy" dirty="0">
                <a:latin typeface="Avenir Next LT Pro Demi" panose="020B0704020202020204" pitchFamily="34" charset="0"/>
              </a:rPr>
              <a:t>Polymer Characterization</a:t>
            </a:r>
          </a:p>
        </p:txBody>
      </p:sp>
      <p:grpSp>
        <p:nvGrpSpPr>
          <p:cNvPr id="1145" name="Group 1144">
            <a:extLst>
              <a:ext uri="{FF2B5EF4-FFF2-40B4-BE49-F238E27FC236}">
                <a16:creationId xmlns:a16="http://schemas.microsoft.com/office/drawing/2014/main" id="{B5C6AC2D-CCEC-732D-22A8-6F4A1535997F}"/>
              </a:ext>
            </a:extLst>
          </p:cNvPr>
          <p:cNvGrpSpPr/>
          <p:nvPr/>
        </p:nvGrpSpPr>
        <p:grpSpPr>
          <a:xfrm>
            <a:off x="18135807" y="12052492"/>
            <a:ext cx="3657600" cy="3657600"/>
            <a:chOff x="23147631" y="7903367"/>
            <a:chExt cx="4518197" cy="4557749"/>
          </a:xfrm>
        </p:grpSpPr>
        <p:sp>
          <p:nvSpPr>
            <p:cNvPr id="742" name="Rectangle: Rounded Corners 741">
              <a:extLst>
                <a:ext uri="{FF2B5EF4-FFF2-40B4-BE49-F238E27FC236}">
                  <a16:creationId xmlns:a16="http://schemas.microsoft.com/office/drawing/2014/main" id="{8C13913A-1E1B-92BC-E180-05323D19A55A}"/>
                </a:ext>
              </a:extLst>
            </p:cNvPr>
            <p:cNvSpPr/>
            <p:nvPr/>
          </p:nvSpPr>
          <p:spPr>
            <a:xfrm>
              <a:off x="23147631" y="7903367"/>
              <a:ext cx="4518197" cy="4557749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9" name="Cube 748">
              <a:extLst>
                <a:ext uri="{FF2B5EF4-FFF2-40B4-BE49-F238E27FC236}">
                  <a16:creationId xmlns:a16="http://schemas.microsoft.com/office/drawing/2014/main" id="{BFA1A50E-F4C8-C785-2BBB-540A10972B83}"/>
                </a:ext>
              </a:extLst>
            </p:cNvPr>
            <p:cNvSpPr/>
            <p:nvPr/>
          </p:nvSpPr>
          <p:spPr>
            <a:xfrm>
              <a:off x="24545155" y="11642877"/>
              <a:ext cx="1330036" cy="432261"/>
            </a:xfrm>
            <a:prstGeom prst="cube">
              <a:avLst>
                <a:gd name="adj" fmla="val 80963"/>
              </a:avLst>
            </a:prstGeom>
            <a:solidFill>
              <a:schemeClr val="bg2">
                <a:lumMod val="50000"/>
              </a:schemeClr>
            </a:solidFill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50" name="Cylinder 749">
              <a:extLst>
                <a:ext uri="{FF2B5EF4-FFF2-40B4-BE49-F238E27FC236}">
                  <a16:creationId xmlns:a16="http://schemas.microsoft.com/office/drawing/2014/main" id="{DB88593E-E70A-6769-9B09-9BBECD2B9FF4}"/>
                </a:ext>
              </a:extLst>
            </p:cNvPr>
            <p:cNvSpPr/>
            <p:nvPr/>
          </p:nvSpPr>
          <p:spPr>
            <a:xfrm>
              <a:off x="24927532" y="11538968"/>
              <a:ext cx="116377" cy="207818"/>
            </a:xfrm>
            <a:prstGeom prst="can">
              <a:avLst/>
            </a:prstGeom>
            <a:gradFill flip="none" rotWithShape="1">
              <a:gsLst>
                <a:gs pos="0">
                  <a:schemeClr val="bg2">
                    <a:lumMod val="90000"/>
                    <a:shade val="30000"/>
                    <a:satMod val="115000"/>
                  </a:schemeClr>
                </a:gs>
                <a:gs pos="50000">
                  <a:schemeClr val="bg2">
                    <a:lumMod val="90000"/>
                    <a:shade val="67500"/>
                    <a:satMod val="115000"/>
                  </a:schemeClr>
                </a:gs>
                <a:gs pos="100000">
                  <a:schemeClr val="bg2">
                    <a:lumMod val="90000"/>
                    <a:shade val="100000"/>
                    <a:satMod val="115000"/>
                  </a:schemeClr>
                </a:gs>
              </a:gsLst>
              <a:lin ang="10800000" scaled="1"/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51" name="Cylinder 750">
              <a:extLst>
                <a:ext uri="{FF2B5EF4-FFF2-40B4-BE49-F238E27FC236}">
                  <a16:creationId xmlns:a16="http://schemas.microsoft.com/office/drawing/2014/main" id="{EE500CE9-D971-C3F5-2478-BC623DA76A1A}"/>
                </a:ext>
              </a:extLst>
            </p:cNvPr>
            <p:cNvSpPr/>
            <p:nvPr/>
          </p:nvSpPr>
          <p:spPr>
            <a:xfrm>
              <a:off x="25148863" y="11538969"/>
              <a:ext cx="112219" cy="207818"/>
            </a:xfrm>
            <a:prstGeom prst="can">
              <a:avLst/>
            </a:prstGeom>
            <a:gradFill flip="none" rotWithShape="1">
              <a:gsLst>
                <a:gs pos="0">
                  <a:schemeClr val="bg2">
                    <a:lumMod val="90000"/>
                    <a:shade val="30000"/>
                    <a:satMod val="115000"/>
                  </a:schemeClr>
                </a:gs>
                <a:gs pos="50000">
                  <a:schemeClr val="bg2">
                    <a:lumMod val="90000"/>
                    <a:shade val="67500"/>
                    <a:satMod val="115000"/>
                  </a:schemeClr>
                </a:gs>
                <a:gs pos="100000">
                  <a:schemeClr val="bg2">
                    <a:lumMod val="90000"/>
                    <a:shade val="100000"/>
                    <a:satMod val="115000"/>
                  </a:schemeClr>
                </a:gs>
              </a:gsLst>
              <a:lin ang="10800000" scaled="1"/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52" name="Cylinder 751">
              <a:extLst>
                <a:ext uri="{FF2B5EF4-FFF2-40B4-BE49-F238E27FC236}">
                  <a16:creationId xmlns:a16="http://schemas.microsoft.com/office/drawing/2014/main" id="{A1CDF436-B60E-45DA-5A42-AE3534F9B48D}"/>
                </a:ext>
              </a:extLst>
            </p:cNvPr>
            <p:cNvSpPr/>
            <p:nvPr/>
          </p:nvSpPr>
          <p:spPr>
            <a:xfrm>
              <a:off x="25377461" y="11538968"/>
              <a:ext cx="112219" cy="207818"/>
            </a:xfrm>
            <a:prstGeom prst="can">
              <a:avLst/>
            </a:prstGeom>
            <a:gradFill flip="none" rotWithShape="1">
              <a:gsLst>
                <a:gs pos="0">
                  <a:schemeClr val="bg2">
                    <a:lumMod val="90000"/>
                    <a:shade val="30000"/>
                    <a:satMod val="115000"/>
                  </a:schemeClr>
                </a:gs>
                <a:gs pos="50000">
                  <a:schemeClr val="bg2">
                    <a:lumMod val="90000"/>
                    <a:shade val="67500"/>
                    <a:satMod val="115000"/>
                  </a:schemeClr>
                </a:gs>
                <a:gs pos="100000">
                  <a:schemeClr val="bg2">
                    <a:lumMod val="90000"/>
                    <a:shade val="100000"/>
                    <a:satMod val="115000"/>
                  </a:schemeClr>
                </a:gs>
              </a:gsLst>
              <a:lin ang="10800000" scaled="1"/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53" name="Cylinder 752">
              <a:extLst>
                <a:ext uri="{FF2B5EF4-FFF2-40B4-BE49-F238E27FC236}">
                  <a16:creationId xmlns:a16="http://schemas.microsoft.com/office/drawing/2014/main" id="{865E3D22-0D44-388C-DE50-CF1912671F33}"/>
                </a:ext>
              </a:extLst>
            </p:cNvPr>
            <p:cNvSpPr/>
            <p:nvPr/>
          </p:nvSpPr>
          <p:spPr>
            <a:xfrm>
              <a:off x="25606059" y="11538968"/>
              <a:ext cx="112219" cy="207818"/>
            </a:xfrm>
            <a:prstGeom prst="can">
              <a:avLst/>
            </a:prstGeom>
            <a:gradFill flip="none" rotWithShape="1">
              <a:gsLst>
                <a:gs pos="0">
                  <a:schemeClr val="bg2">
                    <a:lumMod val="90000"/>
                    <a:shade val="30000"/>
                    <a:satMod val="115000"/>
                  </a:schemeClr>
                </a:gs>
                <a:gs pos="50000">
                  <a:schemeClr val="bg2">
                    <a:lumMod val="90000"/>
                    <a:shade val="67500"/>
                    <a:satMod val="115000"/>
                  </a:schemeClr>
                </a:gs>
                <a:gs pos="100000">
                  <a:schemeClr val="bg2">
                    <a:lumMod val="90000"/>
                    <a:shade val="100000"/>
                    <a:satMod val="115000"/>
                  </a:schemeClr>
                </a:gs>
              </a:gsLst>
              <a:lin ang="10800000" scaled="1"/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54" name="Cylinder 753">
              <a:extLst>
                <a:ext uri="{FF2B5EF4-FFF2-40B4-BE49-F238E27FC236}">
                  <a16:creationId xmlns:a16="http://schemas.microsoft.com/office/drawing/2014/main" id="{E5489DCD-5F7A-5196-021E-66F721EB8EDD}"/>
                </a:ext>
              </a:extLst>
            </p:cNvPr>
            <p:cNvSpPr/>
            <p:nvPr/>
          </p:nvSpPr>
          <p:spPr>
            <a:xfrm>
              <a:off x="24826758" y="11637675"/>
              <a:ext cx="116377" cy="207818"/>
            </a:xfrm>
            <a:prstGeom prst="can">
              <a:avLst/>
            </a:prstGeom>
            <a:gradFill flip="none" rotWithShape="1">
              <a:gsLst>
                <a:gs pos="0">
                  <a:schemeClr val="bg2">
                    <a:lumMod val="90000"/>
                    <a:shade val="30000"/>
                    <a:satMod val="115000"/>
                  </a:schemeClr>
                </a:gs>
                <a:gs pos="50000">
                  <a:schemeClr val="bg2">
                    <a:lumMod val="90000"/>
                    <a:shade val="67500"/>
                    <a:satMod val="115000"/>
                  </a:schemeClr>
                </a:gs>
                <a:gs pos="100000">
                  <a:schemeClr val="bg2">
                    <a:lumMod val="90000"/>
                    <a:shade val="100000"/>
                    <a:satMod val="115000"/>
                  </a:schemeClr>
                </a:gs>
              </a:gsLst>
              <a:lin ang="10800000" scaled="1"/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55" name="Cylinder 754">
              <a:extLst>
                <a:ext uri="{FF2B5EF4-FFF2-40B4-BE49-F238E27FC236}">
                  <a16:creationId xmlns:a16="http://schemas.microsoft.com/office/drawing/2014/main" id="{928FC066-88E1-F5D6-C839-DCDEF5E0E092}"/>
                </a:ext>
              </a:extLst>
            </p:cNvPr>
            <p:cNvSpPr/>
            <p:nvPr/>
          </p:nvSpPr>
          <p:spPr>
            <a:xfrm>
              <a:off x="25048089" y="11637676"/>
              <a:ext cx="112219" cy="207818"/>
            </a:xfrm>
            <a:prstGeom prst="can">
              <a:avLst/>
            </a:prstGeom>
            <a:gradFill flip="none" rotWithShape="1">
              <a:gsLst>
                <a:gs pos="0">
                  <a:schemeClr val="bg2">
                    <a:lumMod val="90000"/>
                    <a:shade val="30000"/>
                    <a:satMod val="115000"/>
                  </a:schemeClr>
                </a:gs>
                <a:gs pos="50000">
                  <a:schemeClr val="bg2">
                    <a:lumMod val="90000"/>
                    <a:shade val="67500"/>
                    <a:satMod val="115000"/>
                  </a:schemeClr>
                </a:gs>
                <a:gs pos="100000">
                  <a:schemeClr val="bg2">
                    <a:lumMod val="90000"/>
                    <a:shade val="100000"/>
                    <a:satMod val="115000"/>
                  </a:schemeClr>
                </a:gs>
              </a:gsLst>
              <a:lin ang="10800000" scaled="1"/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56" name="Cylinder 755">
              <a:extLst>
                <a:ext uri="{FF2B5EF4-FFF2-40B4-BE49-F238E27FC236}">
                  <a16:creationId xmlns:a16="http://schemas.microsoft.com/office/drawing/2014/main" id="{9BF98E7F-499A-7CEE-B430-CAC2996B17EE}"/>
                </a:ext>
              </a:extLst>
            </p:cNvPr>
            <p:cNvSpPr/>
            <p:nvPr/>
          </p:nvSpPr>
          <p:spPr>
            <a:xfrm>
              <a:off x="25276687" y="11637675"/>
              <a:ext cx="112219" cy="207818"/>
            </a:xfrm>
            <a:prstGeom prst="can">
              <a:avLst/>
            </a:prstGeom>
            <a:gradFill flip="none" rotWithShape="1">
              <a:gsLst>
                <a:gs pos="0">
                  <a:schemeClr val="bg2">
                    <a:lumMod val="90000"/>
                    <a:shade val="30000"/>
                    <a:satMod val="115000"/>
                  </a:schemeClr>
                </a:gs>
                <a:gs pos="50000">
                  <a:schemeClr val="bg2">
                    <a:lumMod val="90000"/>
                    <a:shade val="67500"/>
                    <a:satMod val="115000"/>
                  </a:schemeClr>
                </a:gs>
                <a:gs pos="100000">
                  <a:schemeClr val="bg2">
                    <a:lumMod val="90000"/>
                    <a:shade val="100000"/>
                    <a:satMod val="115000"/>
                  </a:schemeClr>
                </a:gs>
              </a:gsLst>
              <a:lin ang="10800000" scaled="1"/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57" name="Cylinder 756">
              <a:extLst>
                <a:ext uri="{FF2B5EF4-FFF2-40B4-BE49-F238E27FC236}">
                  <a16:creationId xmlns:a16="http://schemas.microsoft.com/office/drawing/2014/main" id="{F512A90A-0763-3A20-FAD3-76EB52B0C6D1}"/>
                </a:ext>
              </a:extLst>
            </p:cNvPr>
            <p:cNvSpPr/>
            <p:nvPr/>
          </p:nvSpPr>
          <p:spPr>
            <a:xfrm>
              <a:off x="25505285" y="11637675"/>
              <a:ext cx="112219" cy="207818"/>
            </a:xfrm>
            <a:prstGeom prst="can">
              <a:avLst/>
            </a:prstGeom>
            <a:gradFill flip="none" rotWithShape="1">
              <a:gsLst>
                <a:gs pos="0">
                  <a:schemeClr val="bg2">
                    <a:lumMod val="90000"/>
                    <a:shade val="30000"/>
                    <a:satMod val="115000"/>
                  </a:schemeClr>
                </a:gs>
                <a:gs pos="50000">
                  <a:schemeClr val="bg2">
                    <a:lumMod val="90000"/>
                    <a:shade val="67500"/>
                    <a:satMod val="115000"/>
                  </a:schemeClr>
                </a:gs>
                <a:gs pos="100000">
                  <a:schemeClr val="bg2">
                    <a:lumMod val="90000"/>
                    <a:shade val="100000"/>
                    <a:satMod val="115000"/>
                  </a:schemeClr>
                </a:gs>
              </a:gsLst>
              <a:lin ang="10800000" scaled="1"/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58" name="Cylinder 757">
              <a:extLst>
                <a:ext uri="{FF2B5EF4-FFF2-40B4-BE49-F238E27FC236}">
                  <a16:creationId xmlns:a16="http://schemas.microsoft.com/office/drawing/2014/main" id="{414D86AB-B0C2-8DA2-ADFB-3E092073D3B4}"/>
                </a:ext>
              </a:extLst>
            </p:cNvPr>
            <p:cNvSpPr/>
            <p:nvPr/>
          </p:nvSpPr>
          <p:spPr>
            <a:xfrm>
              <a:off x="24718152" y="11730674"/>
              <a:ext cx="116377" cy="207818"/>
            </a:xfrm>
            <a:prstGeom prst="can">
              <a:avLst/>
            </a:prstGeom>
            <a:gradFill flip="none" rotWithShape="1">
              <a:gsLst>
                <a:gs pos="0">
                  <a:schemeClr val="bg2">
                    <a:lumMod val="90000"/>
                    <a:shade val="30000"/>
                    <a:satMod val="115000"/>
                  </a:schemeClr>
                </a:gs>
                <a:gs pos="50000">
                  <a:schemeClr val="bg2">
                    <a:lumMod val="90000"/>
                    <a:shade val="67500"/>
                    <a:satMod val="115000"/>
                  </a:schemeClr>
                </a:gs>
                <a:gs pos="100000">
                  <a:schemeClr val="bg2">
                    <a:lumMod val="90000"/>
                    <a:shade val="100000"/>
                    <a:satMod val="115000"/>
                  </a:schemeClr>
                </a:gs>
              </a:gsLst>
              <a:lin ang="10800000" scaled="1"/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59" name="Cylinder 758">
              <a:extLst>
                <a:ext uri="{FF2B5EF4-FFF2-40B4-BE49-F238E27FC236}">
                  <a16:creationId xmlns:a16="http://schemas.microsoft.com/office/drawing/2014/main" id="{3852AAFE-9D78-4326-852A-891713852FB7}"/>
                </a:ext>
              </a:extLst>
            </p:cNvPr>
            <p:cNvSpPr/>
            <p:nvPr/>
          </p:nvSpPr>
          <p:spPr>
            <a:xfrm>
              <a:off x="24939483" y="11730675"/>
              <a:ext cx="112219" cy="207818"/>
            </a:xfrm>
            <a:prstGeom prst="can">
              <a:avLst/>
            </a:prstGeom>
            <a:gradFill flip="none" rotWithShape="1">
              <a:gsLst>
                <a:gs pos="0">
                  <a:schemeClr val="bg2">
                    <a:lumMod val="90000"/>
                    <a:shade val="30000"/>
                    <a:satMod val="115000"/>
                  </a:schemeClr>
                </a:gs>
                <a:gs pos="50000">
                  <a:schemeClr val="bg2">
                    <a:lumMod val="90000"/>
                    <a:shade val="67500"/>
                    <a:satMod val="115000"/>
                  </a:schemeClr>
                </a:gs>
                <a:gs pos="100000">
                  <a:schemeClr val="bg2">
                    <a:lumMod val="90000"/>
                    <a:shade val="100000"/>
                    <a:satMod val="115000"/>
                  </a:schemeClr>
                </a:gs>
              </a:gsLst>
              <a:lin ang="10800000" scaled="1"/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60" name="Cylinder 759">
              <a:extLst>
                <a:ext uri="{FF2B5EF4-FFF2-40B4-BE49-F238E27FC236}">
                  <a16:creationId xmlns:a16="http://schemas.microsoft.com/office/drawing/2014/main" id="{5BAC2347-68E8-8742-3E46-A11CA27ED0D2}"/>
                </a:ext>
              </a:extLst>
            </p:cNvPr>
            <p:cNvSpPr/>
            <p:nvPr/>
          </p:nvSpPr>
          <p:spPr>
            <a:xfrm>
              <a:off x="25168081" y="11730674"/>
              <a:ext cx="112219" cy="207818"/>
            </a:xfrm>
            <a:prstGeom prst="can">
              <a:avLst/>
            </a:prstGeom>
            <a:gradFill flip="none" rotWithShape="1">
              <a:gsLst>
                <a:gs pos="0">
                  <a:schemeClr val="bg2">
                    <a:lumMod val="90000"/>
                    <a:shade val="30000"/>
                    <a:satMod val="115000"/>
                  </a:schemeClr>
                </a:gs>
                <a:gs pos="50000">
                  <a:schemeClr val="bg2">
                    <a:lumMod val="90000"/>
                    <a:shade val="67500"/>
                    <a:satMod val="115000"/>
                  </a:schemeClr>
                </a:gs>
                <a:gs pos="100000">
                  <a:schemeClr val="bg2">
                    <a:lumMod val="90000"/>
                    <a:shade val="100000"/>
                    <a:satMod val="115000"/>
                  </a:schemeClr>
                </a:gs>
              </a:gsLst>
              <a:lin ang="10800000" scaled="1"/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61" name="Cylinder 760">
              <a:extLst>
                <a:ext uri="{FF2B5EF4-FFF2-40B4-BE49-F238E27FC236}">
                  <a16:creationId xmlns:a16="http://schemas.microsoft.com/office/drawing/2014/main" id="{A5FC3C41-C012-9BCF-B871-E341BCD7C363}"/>
                </a:ext>
              </a:extLst>
            </p:cNvPr>
            <p:cNvSpPr/>
            <p:nvPr/>
          </p:nvSpPr>
          <p:spPr>
            <a:xfrm>
              <a:off x="25396679" y="11730674"/>
              <a:ext cx="112219" cy="207818"/>
            </a:xfrm>
            <a:prstGeom prst="can">
              <a:avLst/>
            </a:prstGeom>
            <a:gradFill flip="none" rotWithShape="1">
              <a:gsLst>
                <a:gs pos="0">
                  <a:schemeClr val="bg2">
                    <a:lumMod val="90000"/>
                    <a:shade val="30000"/>
                    <a:satMod val="115000"/>
                  </a:schemeClr>
                </a:gs>
                <a:gs pos="50000">
                  <a:schemeClr val="bg2">
                    <a:lumMod val="90000"/>
                    <a:shade val="67500"/>
                    <a:satMod val="115000"/>
                  </a:schemeClr>
                </a:gs>
                <a:gs pos="100000">
                  <a:schemeClr val="bg2">
                    <a:lumMod val="90000"/>
                    <a:shade val="100000"/>
                    <a:satMod val="115000"/>
                  </a:schemeClr>
                </a:gs>
              </a:gsLst>
              <a:lin ang="10800000" scaled="1"/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26" name="TextBox 1025">
              <a:extLst>
                <a:ext uri="{FF2B5EF4-FFF2-40B4-BE49-F238E27FC236}">
                  <a16:creationId xmlns:a16="http://schemas.microsoft.com/office/drawing/2014/main" id="{B8B264F9-2BCE-1A37-FD34-E5A53C4AE6E3}"/>
                </a:ext>
              </a:extLst>
            </p:cNvPr>
            <p:cNvSpPr txBox="1"/>
            <p:nvPr/>
          </p:nvSpPr>
          <p:spPr>
            <a:xfrm>
              <a:off x="23147631" y="8045510"/>
              <a:ext cx="4518197" cy="6519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u="heavy" dirty="0">
                  <a:latin typeface="Avenir Next LT Pro Demi" panose="020B0704020202020204" pitchFamily="34" charset="0"/>
                </a:rPr>
                <a:t>Polymer Synthesis</a:t>
              </a:r>
            </a:p>
          </p:txBody>
        </p:sp>
        <p:pic>
          <p:nvPicPr>
            <p:cNvPr id="1032" name="Graphic 1031">
              <a:extLst>
                <a:ext uri="{FF2B5EF4-FFF2-40B4-BE49-F238E27FC236}">
                  <a16:creationId xmlns:a16="http://schemas.microsoft.com/office/drawing/2014/main" id="{75DC5D35-A34F-72A4-7E1D-308EA9F2EC7B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23972783" y="8792763"/>
              <a:ext cx="2491695" cy="2583728"/>
            </a:xfrm>
            <a:prstGeom prst="rect">
              <a:avLst/>
            </a:prstGeom>
          </p:spPr>
        </p:pic>
      </p:grpSp>
      <p:pic>
        <p:nvPicPr>
          <p:cNvPr id="1033" name="Graphic 1032">
            <a:extLst>
              <a:ext uri="{FF2B5EF4-FFF2-40B4-BE49-F238E27FC236}">
                <a16:creationId xmlns:a16="http://schemas.microsoft.com/office/drawing/2014/main" id="{D0DED3CD-0EAF-C479-5CF0-D115E166C50A}"/>
              </a:ext>
            </a:extLst>
          </p:cNvPr>
          <p:cNvPicPr>
            <a:picLocks noChangeAspect="1"/>
          </p:cNvPicPr>
          <p:nvPr/>
        </p:nvPicPr>
        <p:blipFill rotWithShape="1"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 l="23342" t="293" r="43672" b="-293"/>
          <a:stretch/>
        </p:blipFill>
        <p:spPr>
          <a:xfrm>
            <a:off x="18266669" y="20083831"/>
            <a:ext cx="1181315" cy="1352658"/>
          </a:xfrm>
          <a:prstGeom prst="rect">
            <a:avLst/>
          </a:prstGeom>
        </p:spPr>
      </p:pic>
      <p:sp>
        <p:nvSpPr>
          <p:cNvPr id="1034" name="Rectangle: Rounded Corners 1033">
            <a:extLst>
              <a:ext uri="{FF2B5EF4-FFF2-40B4-BE49-F238E27FC236}">
                <a16:creationId xmlns:a16="http://schemas.microsoft.com/office/drawing/2014/main" id="{BC5798CA-66EC-1F45-8F9E-B43C5C9C0C60}"/>
              </a:ext>
            </a:extLst>
          </p:cNvPr>
          <p:cNvSpPr/>
          <p:nvPr/>
        </p:nvSpPr>
        <p:spPr>
          <a:xfrm>
            <a:off x="19437745" y="19293096"/>
            <a:ext cx="2202846" cy="139352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1035" name="Chart 1034">
            <a:extLst>
              <a:ext uri="{FF2B5EF4-FFF2-40B4-BE49-F238E27FC236}">
                <a16:creationId xmlns:a16="http://schemas.microsoft.com/office/drawing/2014/main" id="{0092368B-7899-64FD-E9D5-E7B1E4BA1F0E}"/>
              </a:ext>
            </a:extLst>
          </p:cNvPr>
          <p:cNvGraphicFramePr>
            <a:graphicFrameLocks noGrp="1"/>
          </p:cNvGraphicFramePr>
          <p:nvPr/>
        </p:nvGraphicFramePr>
        <p:xfrm>
          <a:off x="19333377" y="19331571"/>
          <a:ext cx="3143797" cy="13432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3"/>
          </a:graphicData>
        </a:graphic>
      </p:graphicFrame>
      <p:pic>
        <p:nvPicPr>
          <p:cNvPr id="1036" name="Graphic 1035" descr="Arrow: Clockwise curve with solid fill">
            <a:extLst>
              <a:ext uri="{FF2B5EF4-FFF2-40B4-BE49-F238E27FC236}">
                <a16:creationId xmlns:a16="http://schemas.microsoft.com/office/drawing/2014/main" id="{957CDA18-D42C-BDCE-49C2-30B1A4623E59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 rot="5400000">
            <a:off x="18575445" y="19354397"/>
            <a:ext cx="685569" cy="1059509"/>
          </a:xfrm>
          <a:prstGeom prst="rect">
            <a:avLst/>
          </a:prstGeom>
        </p:spPr>
      </p:pic>
      <p:grpSp>
        <p:nvGrpSpPr>
          <p:cNvPr id="1040" name="Group 1039">
            <a:extLst>
              <a:ext uri="{FF2B5EF4-FFF2-40B4-BE49-F238E27FC236}">
                <a16:creationId xmlns:a16="http://schemas.microsoft.com/office/drawing/2014/main" id="{4DA08CBF-FEB0-3F08-9E34-47C0B0735E0A}"/>
              </a:ext>
            </a:extLst>
          </p:cNvPr>
          <p:cNvGrpSpPr/>
          <p:nvPr/>
        </p:nvGrpSpPr>
        <p:grpSpPr>
          <a:xfrm>
            <a:off x="18382213" y="12220966"/>
            <a:ext cx="7299781" cy="5395628"/>
            <a:chOff x="12719804" y="12899957"/>
            <a:chExt cx="7299781" cy="5395628"/>
          </a:xfrm>
        </p:grpSpPr>
        <p:sp>
          <p:nvSpPr>
            <p:cNvPr id="1042" name="Rectangle: Rounded Corners 1041">
              <a:extLst>
                <a:ext uri="{FF2B5EF4-FFF2-40B4-BE49-F238E27FC236}">
                  <a16:creationId xmlns:a16="http://schemas.microsoft.com/office/drawing/2014/main" id="{40C5466F-6E36-ED3F-4FE4-2138DF155890}"/>
                </a:ext>
              </a:extLst>
            </p:cNvPr>
            <p:cNvSpPr/>
            <p:nvPr/>
          </p:nvSpPr>
          <p:spPr>
            <a:xfrm>
              <a:off x="16227577" y="14604983"/>
              <a:ext cx="3792008" cy="2705928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7BBE6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43" name="Rectangle: Rounded Corners 1042">
              <a:extLst>
                <a:ext uri="{FF2B5EF4-FFF2-40B4-BE49-F238E27FC236}">
                  <a16:creationId xmlns:a16="http://schemas.microsoft.com/office/drawing/2014/main" id="{60C1288F-CFDC-535A-0F95-857BB1142BB3}"/>
                </a:ext>
              </a:extLst>
            </p:cNvPr>
            <p:cNvSpPr/>
            <p:nvPr/>
          </p:nvSpPr>
          <p:spPr>
            <a:xfrm>
              <a:off x="16227424" y="12899957"/>
              <a:ext cx="3792161" cy="1636716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7BBE6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45" name="Rectangle: Rounded Corners 1044">
              <a:extLst>
                <a:ext uri="{FF2B5EF4-FFF2-40B4-BE49-F238E27FC236}">
                  <a16:creationId xmlns:a16="http://schemas.microsoft.com/office/drawing/2014/main" id="{D18A7D2F-2252-CF5F-348E-A650DD3FFD8F}"/>
                </a:ext>
              </a:extLst>
            </p:cNvPr>
            <p:cNvSpPr/>
            <p:nvPr/>
          </p:nvSpPr>
          <p:spPr>
            <a:xfrm>
              <a:off x="12719804" y="16489067"/>
              <a:ext cx="7299781" cy="1806518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7BBE6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426" name="TextBox 1425">
            <a:extLst>
              <a:ext uri="{FF2B5EF4-FFF2-40B4-BE49-F238E27FC236}">
                <a16:creationId xmlns:a16="http://schemas.microsoft.com/office/drawing/2014/main" id="{2FC5C5C4-CA8E-713F-A94A-010799689DE3}"/>
              </a:ext>
            </a:extLst>
          </p:cNvPr>
          <p:cNvSpPr txBox="1"/>
          <p:nvPr/>
        </p:nvSpPr>
        <p:spPr>
          <a:xfrm>
            <a:off x="19232830" y="20685106"/>
            <a:ext cx="25699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venir Next LT Pro Demi" panose="020B0704020202020204" pitchFamily="34" charset="0"/>
                <a:cs typeface="Calibri" panose="020F0502020204030204" pitchFamily="34" charset="0"/>
              </a:rPr>
              <a:t>Gel Permeation Chromatography</a:t>
            </a:r>
          </a:p>
        </p:txBody>
      </p:sp>
      <p:sp>
        <p:nvSpPr>
          <p:cNvPr id="1427" name="TextBox 1426">
            <a:extLst>
              <a:ext uri="{FF2B5EF4-FFF2-40B4-BE49-F238E27FC236}">
                <a16:creationId xmlns:a16="http://schemas.microsoft.com/office/drawing/2014/main" id="{640BEFF0-05C3-C991-7391-23CA83A1857D}"/>
              </a:ext>
            </a:extLst>
          </p:cNvPr>
          <p:cNvSpPr txBox="1"/>
          <p:nvPr/>
        </p:nvSpPr>
        <p:spPr>
          <a:xfrm>
            <a:off x="18444785" y="20743029"/>
            <a:ext cx="7327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venir Next LT Pro Demi" panose="020B0704020202020204" pitchFamily="34" charset="0"/>
                <a:cs typeface="Calibri" panose="020F0502020204030204" pitchFamily="34" charset="0"/>
              </a:rPr>
              <a:t>GPC</a:t>
            </a:r>
          </a:p>
        </p:txBody>
      </p:sp>
      <p:sp>
        <p:nvSpPr>
          <p:cNvPr id="1440" name="TextBox 1439">
            <a:extLst>
              <a:ext uri="{FF2B5EF4-FFF2-40B4-BE49-F238E27FC236}">
                <a16:creationId xmlns:a16="http://schemas.microsoft.com/office/drawing/2014/main" id="{AFD2FFEB-FF70-F480-F267-0C67441CEB12}"/>
              </a:ext>
            </a:extLst>
          </p:cNvPr>
          <p:cNvSpPr txBox="1"/>
          <p:nvPr/>
        </p:nvSpPr>
        <p:spPr>
          <a:xfrm>
            <a:off x="37091120" y="32031230"/>
            <a:ext cx="53757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i="1" dirty="0">
                <a:latin typeface="Avenir Next LT Pro Demi" panose="020B0704020202020204" pitchFamily="34" charset="0"/>
                <a:cs typeface="Calibri" panose="020F0502020204030204" pitchFamily="34" charset="0"/>
              </a:rPr>
              <a:t>Guironnet Group</a:t>
            </a:r>
          </a:p>
        </p:txBody>
      </p:sp>
      <p:pic>
        <p:nvPicPr>
          <p:cNvPr id="1449" name="Graphic 1448" descr="rrow: Rotate left with solid fill">
            <a:extLst>
              <a:ext uri="{FF2B5EF4-FFF2-40B4-BE49-F238E27FC236}">
                <a16:creationId xmlns:a16="http://schemas.microsoft.com/office/drawing/2014/main" id="{5ABB30D3-BD0F-ED50-CD41-8631A276264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 rot="16200000">
            <a:off x="18002365" y="14293150"/>
            <a:ext cx="1435380" cy="1435380"/>
          </a:xfrm>
          <a:prstGeom prst="rect">
            <a:avLst/>
          </a:prstGeom>
        </p:spPr>
      </p:pic>
      <p:sp>
        <p:nvSpPr>
          <p:cNvPr id="1451" name="TextBox 1450">
            <a:extLst>
              <a:ext uri="{FF2B5EF4-FFF2-40B4-BE49-F238E27FC236}">
                <a16:creationId xmlns:a16="http://schemas.microsoft.com/office/drawing/2014/main" id="{B5E08E80-9235-9E97-1DB1-6BBCC67799B4}"/>
              </a:ext>
            </a:extLst>
          </p:cNvPr>
          <p:cNvSpPr txBox="1"/>
          <p:nvPr/>
        </p:nvSpPr>
        <p:spPr>
          <a:xfrm>
            <a:off x="19571092" y="15366635"/>
            <a:ext cx="18663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venir Next LT Pro Demi" panose="020B0704020202020204" pitchFamily="34" charset="0"/>
                <a:cs typeface="Calibri" panose="020F0502020204030204" pitchFamily="34" charset="0"/>
              </a:rPr>
              <a:t>Polymerizations</a:t>
            </a:r>
          </a:p>
        </p:txBody>
      </p:sp>
      <p:sp>
        <p:nvSpPr>
          <p:cNvPr id="1452" name="Rectangle 1451">
            <a:extLst>
              <a:ext uri="{FF2B5EF4-FFF2-40B4-BE49-F238E27FC236}">
                <a16:creationId xmlns:a16="http://schemas.microsoft.com/office/drawing/2014/main" id="{748B927E-B984-3634-D0F4-1EAAA1FEE327}"/>
              </a:ext>
            </a:extLst>
          </p:cNvPr>
          <p:cNvSpPr/>
          <p:nvPr/>
        </p:nvSpPr>
        <p:spPr>
          <a:xfrm>
            <a:off x="26963732" y="6623838"/>
            <a:ext cx="16163109" cy="20508462"/>
          </a:xfrm>
          <a:prstGeom prst="rect">
            <a:avLst/>
          </a:prstGeom>
          <a:noFill/>
          <a:ln w="76200">
            <a:solidFill>
              <a:srgbClr val="13294B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31" name="Rectangle 1430">
            <a:extLst>
              <a:ext uri="{FF2B5EF4-FFF2-40B4-BE49-F238E27FC236}">
                <a16:creationId xmlns:a16="http://schemas.microsoft.com/office/drawing/2014/main" id="{DDF3B7DC-B324-0560-9557-68B4A9B8114B}"/>
              </a:ext>
            </a:extLst>
          </p:cNvPr>
          <p:cNvSpPr/>
          <p:nvPr/>
        </p:nvSpPr>
        <p:spPr>
          <a:xfrm>
            <a:off x="26974037" y="6623838"/>
            <a:ext cx="16163109" cy="914549"/>
          </a:xfrm>
          <a:prstGeom prst="rect">
            <a:avLst/>
          </a:prstGeom>
          <a:solidFill>
            <a:srgbClr val="13294B"/>
          </a:solidFill>
          <a:ln>
            <a:solidFill>
              <a:srgbClr val="1329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53" name="TextBox 1452">
            <a:extLst>
              <a:ext uri="{FF2B5EF4-FFF2-40B4-BE49-F238E27FC236}">
                <a16:creationId xmlns:a16="http://schemas.microsoft.com/office/drawing/2014/main" id="{EC50048A-50E5-969D-309C-C2727F5C4E14}"/>
              </a:ext>
            </a:extLst>
          </p:cNvPr>
          <p:cNvSpPr txBox="1"/>
          <p:nvPr/>
        </p:nvSpPr>
        <p:spPr>
          <a:xfrm>
            <a:off x="26974036" y="6613694"/>
            <a:ext cx="16203167" cy="10041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800" dirty="0">
                <a:solidFill>
                  <a:srgbClr val="FFFFFF"/>
                </a:solidFill>
                <a:latin typeface="Avenir Next LT Pro Demi" panose="020B0704020202020204" pitchFamily="34" charset="0"/>
              </a:rPr>
              <a:t>Results</a:t>
            </a:r>
          </a:p>
        </p:txBody>
      </p:sp>
      <p:sp>
        <p:nvSpPr>
          <p:cNvPr id="1458" name="Rectangle: Rounded Corners 1457">
            <a:extLst>
              <a:ext uri="{FF2B5EF4-FFF2-40B4-BE49-F238E27FC236}">
                <a16:creationId xmlns:a16="http://schemas.microsoft.com/office/drawing/2014/main" id="{A4B4FBCB-BCD8-150B-FC0F-126AA1934E7E}"/>
              </a:ext>
            </a:extLst>
          </p:cNvPr>
          <p:cNvSpPr/>
          <p:nvPr/>
        </p:nvSpPr>
        <p:spPr>
          <a:xfrm>
            <a:off x="21908292" y="18574671"/>
            <a:ext cx="3765861" cy="2531250"/>
          </a:xfrm>
          <a:prstGeom prst="roundRect">
            <a:avLst/>
          </a:prstGeom>
          <a:solidFill>
            <a:schemeClr val="bg1"/>
          </a:solidFill>
          <a:ln>
            <a:solidFill>
              <a:srgbClr val="E9713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59" name="TextBox 1458">
            <a:extLst>
              <a:ext uri="{FF2B5EF4-FFF2-40B4-BE49-F238E27FC236}">
                <a16:creationId xmlns:a16="http://schemas.microsoft.com/office/drawing/2014/main" id="{ED3F968C-AFF7-2EC9-5888-F5AAE328E440}"/>
              </a:ext>
            </a:extLst>
          </p:cNvPr>
          <p:cNvSpPr txBox="1"/>
          <p:nvPr/>
        </p:nvSpPr>
        <p:spPr>
          <a:xfrm>
            <a:off x="21920845" y="19043639"/>
            <a:ext cx="374562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4320" indent="-274320">
              <a:buFont typeface="Wingdings" panose="05000000000000000000" pitchFamily="2" charset="2"/>
              <a:buChar char="§"/>
            </a:pPr>
            <a:r>
              <a:rPr lang="en-US" sz="2000" dirty="0">
                <a:latin typeface="Avenir Next LT Pro" panose="020B0504020202020204" pitchFamily="34" charset="0"/>
              </a:rPr>
              <a:t>Polymers are characterized by </a:t>
            </a:r>
            <a:r>
              <a:rPr lang="en-US" sz="2000" dirty="0">
                <a:latin typeface="Avenir Next LT Pro Demi" panose="020B0704020202020204" pitchFamily="34" charset="0"/>
              </a:rPr>
              <a:t>Gel Permeation Chromatography (GPC) </a:t>
            </a:r>
            <a:r>
              <a:rPr lang="en-US" sz="2000" dirty="0">
                <a:latin typeface="Avenir Next LT Pro" panose="020B0504020202020204" pitchFamily="34" charset="0"/>
              </a:rPr>
              <a:t>based on their Molecular Weight </a:t>
            </a:r>
          </a:p>
        </p:txBody>
      </p:sp>
      <p:sp>
        <p:nvSpPr>
          <p:cNvPr id="1455" name="Rectangle: Rounded Corners 1454">
            <a:extLst>
              <a:ext uri="{FF2B5EF4-FFF2-40B4-BE49-F238E27FC236}">
                <a16:creationId xmlns:a16="http://schemas.microsoft.com/office/drawing/2014/main" id="{49BC51F2-50C2-71B5-348A-92F47CD8C3A7}"/>
              </a:ext>
            </a:extLst>
          </p:cNvPr>
          <p:cNvSpPr/>
          <p:nvPr/>
        </p:nvSpPr>
        <p:spPr>
          <a:xfrm>
            <a:off x="21920845" y="8834869"/>
            <a:ext cx="3765861" cy="2675380"/>
          </a:xfrm>
          <a:prstGeom prst="roundRect">
            <a:avLst/>
          </a:prstGeom>
          <a:solidFill>
            <a:schemeClr val="bg1"/>
          </a:solidFill>
          <a:ln>
            <a:solidFill>
              <a:srgbClr val="4AB1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56" name="TextBox 1455">
            <a:extLst>
              <a:ext uri="{FF2B5EF4-FFF2-40B4-BE49-F238E27FC236}">
                <a16:creationId xmlns:a16="http://schemas.microsoft.com/office/drawing/2014/main" id="{057C5A21-7657-5DF2-1B05-6C0F5A98F11C}"/>
              </a:ext>
            </a:extLst>
          </p:cNvPr>
          <p:cNvSpPr txBox="1"/>
          <p:nvPr/>
        </p:nvSpPr>
        <p:spPr>
          <a:xfrm>
            <a:off x="21920845" y="9104877"/>
            <a:ext cx="380427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4320" indent="-274320">
              <a:buFont typeface="Wingdings" panose="05000000000000000000" pitchFamily="2" charset="2"/>
              <a:buChar char="§"/>
            </a:pPr>
            <a:r>
              <a:rPr lang="en-US" sz="2000" dirty="0">
                <a:latin typeface="Avenir Next LT Pro" panose="020B0504020202020204" pitchFamily="34" charset="0"/>
              </a:rPr>
              <a:t>Developing the polymer synthesis </a:t>
            </a:r>
            <a:r>
              <a:rPr lang="en-US" sz="2000" dirty="0">
                <a:latin typeface="Avenir Next LT Pro Demi" panose="020B0704020202020204" pitchFamily="34" charset="0"/>
              </a:rPr>
              <a:t>code in Python</a:t>
            </a:r>
          </a:p>
          <a:p>
            <a:pPr marL="274320" indent="-274320">
              <a:buFont typeface="Wingdings" panose="05000000000000000000" pitchFamily="2" charset="2"/>
              <a:buChar char="§"/>
            </a:pPr>
            <a:r>
              <a:rPr lang="en-US" sz="2000" dirty="0">
                <a:latin typeface="Avenir Next LT Pro" panose="020B0504020202020204" pitchFamily="34" charset="0"/>
              </a:rPr>
              <a:t>Designing </a:t>
            </a:r>
            <a:r>
              <a:rPr lang="en-US" sz="2000" dirty="0">
                <a:latin typeface="Avenir Next LT Pro Demi" panose="020B0704020202020204" pitchFamily="34" charset="0"/>
              </a:rPr>
              <a:t>BBCP composition </a:t>
            </a:r>
          </a:p>
          <a:p>
            <a:pPr marL="274320" indent="-274320">
              <a:buFont typeface="Wingdings" panose="05000000000000000000" pitchFamily="2" charset="2"/>
              <a:buChar char="§"/>
            </a:pPr>
            <a:r>
              <a:rPr lang="en-US" sz="2000" dirty="0">
                <a:latin typeface="Avenir Next LT Pro" panose="020B0504020202020204" pitchFamily="34" charset="0"/>
              </a:rPr>
              <a:t>Preparing the OT-2 for inert atmosphere polymerizations</a:t>
            </a:r>
          </a:p>
        </p:txBody>
      </p:sp>
      <p:pic>
        <p:nvPicPr>
          <p:cNvPr id="1457" name="Picture 1456">
            <a:extLst>
              <a:ext uri="{FF2B5EF4-FFF2-40B4-BE49-F238E27FC236}">
                <a16:creationId xmlns:a16="http://schemas.microsoft.com/office/drawing/2014/main" id="{E9719600-A006-0FA1-6F3D-406B822885D4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21549542" y="8292671"/>
            <a:ext cx="799562" cy="79636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0A55808-DD66-2731-7625-4BBA16A9C262}"/>
              </a:ext>
            </a:extLst>
          </p:cNvPr>
          <p:cNvSpPr/>
          <p:nvPr/>
        </p:nvSpPr>
        <p:spPr>
          <a:xfrm>
            <a:off x="731520" y="6627672"/>
            <a:ext cx="16163109" cy="914549"/>
          </a:xfrm>
          <a:prstGeom prst="rect">
            <a:avLst/>
          </a:prstGeom>
          <a:solidFill>
            <a:srgbClr val="13294B"/>
          </a:solidFill>
          <a:ln>
            <a:solidFill>
              <a:srgbClr val="1329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19E3AE-4E03-7C51-F35C-AA18A08DE310}"/>
              </a:ext>
            </a:extLst>
          </p:cNvPr>
          <p:cNvSpPr txBox="1"/>
          <p:nvPr/>
        </p:nvSpPr>
        <p:spPr>
          <a:xfrm>
            <a:off x="731521" y="6627674"/>
            <a:ext cx="16163108" cy="10041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800" dirty="0">
                <a:solidFill>
                  <a:srgbClr val="FFFFFF"/>
                </a:solidFill>
                <a:latin typeface="Avenir Next LT Pro Demi" panose="020B0704020202020204" pitchFamily="34" charset="0"/>
              </a:rPr>
              <a:t>Introduction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1653C0E-82A7-2EC7-4871-AC308F02E61E}"/>
              </a:ext>
            </a:extLst>
          </p:cNvPr>
          <p:cNvSpPr txBox="1"/>
          <p:nvPr/>
        </p:nvSpPr>
        <p:spPr>
          <a:xfrm>
            <a:off x="11008650" y="8495153"/>
            <a:ext cx="5332610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venir Next LT Pro Demi" panose="020B0704020202020204" pitchFamily="34" charset="0"/>
              </a:rPr>
              <a:t>Polymers: </a:t>
            </a:r>
            <a:br>
              <a:rPr lang="en-US" sz="2400" dirty="0">
                <a:latin typeface="Avenir Next LT Pro Demi" panose="020B0704020202020204" pitchFamily="34" charset="0"/>
              </a:rPr>
            </a:br>
            <a:r>
              <a:rPr lang="en-US" sz="2400" dirty="0">
                <a:latin typeface="Avenir Next LT Pro" panose="020B0504020202020204" pitchFamily="34" charset="0"/>
              </a:rPr>
              <a:t>Large molecules composed of repeating monomer units, forming long chains</a:t>
            </a:r>
            <a:r>
              <a:rPr lang="en-US" sz="2400" baseline="30000" dirty="0">
                <a:latin typeface="Avenir Next LT Pro" panose="020B0504020202020204" pitchFamily="34" charset="0"/>
              </a:rPr>
              <a:t>1</a:t>
            </a:r>
            <a:endParaRPr lang="en-US" sz="2400" dirty="0">
              <a:latin typeface="Avenir Next LT Pro" panose="020B0504020202020204" pitchFamily="34" charset="0"/>
            </a:endParaRPr>
          </a:p>
          <a:p>
            <a:endParaRPr lang="en-US" sz="1100" dirty="0">
              <a:latin typeface="Avenir Next LT Pro Demi" panose="020B07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venir Next LT Pro Demi" panose="020B0704020202020204" pitchFamily="34" charset="0"/>
              </a:rPr>
              <a:t>Block Copolymers: </a:t>
            </a:r>
            <a:br>
              <a:rPr lang="en-US" sz="2400" dirty="0">
                <a:latin typeface="Avenir Next LT Pro Demi" panose="020B0704020202020204" pitchFamily="34" charset="0"/>
              </a:rPr>
            </a:br>
            <a:r>
              <a:rPr lang="en-US" sz="2400" dirty="0">
                <a:latin typeface="Avenir Next LT Pro" panose="020B0504020202020204" pitchFamily="34" charset="0"/>
              </a:rPr>
              <a:t>Polymers with two or more distinct monomer blocks linked together</a:t>
            </a:r>
            <a:r>
              <a:rPr lang="en-US" sz="2400" baseline="30000" dirty="0">
                <a:latin typeface="Avenir Next LT Pro" panose="020B0504020202020204" pitchFamily="34" charset="0"/>
              </a:rPr>
              <a:t>2</a:t>
            </a:r>
            <a:endParaRPr lang="en-US" sz="2400" dirty="0">
              <a:latin typeface="Avenir Next LT Pro" panose="020B05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100" dirty="0">
              <a:latin typeface="Avenir Next LT Pro" panose="020B05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venir Next LT Pro Demi" panose="020B0704020202020204" pitchFamily="34" charset="0"/>
              </a:rPr>
              <a:t>Bottlebrush Polymers (BBs):</a:t>
            </a:r>
            <a:br>
              <a:rPr lang="en-US" sz="2400" dirty="0">
                <a:latin typeface="Avenir Next LT Pro" panose="020B0504020202020204" pitchFamily="34" charset="0"/>
              </a:rPr>
            </a:br>
            <a:r>
              <a:rPr lang="en-US" sz="2400" dirty="0">
                <a:latin typeface="Avenir Next LT Pro" panose="020B0504020202020204" pitchFamily="34" charset="0"/>
              </a:rPr>
              <a:t>Macromolecules featuring a linear backbone with densely grafted polymeric side-chains</a:t>
            </a:r>
            <a:r>
              <a:rPr lang="en-US" sz="2400" baseline="30000" dirty="0">
                <a:latin typeface="Avenir Next LT Pro" panose="020B0504020202020204" pitchFamily="34" charset="0"/>
              </a:rPr>
              <a:t>3</a:t>
            </a:r>
            <a:endParaRPr lang="en-US" sz="2400" dirty="0">
              <a:latin typeface="Avenir Next LT Pro" panose="020B0504020202020204" pitchFamily="34" charset="0"/>
            </a:endParaRPr>
          </a:p>
        </p:txBody>
      </p:sp>
      <p:sp>
        <p:nvSpPr>
          <p:cNvPr id="675" name="object 234">
            <a:extLst>
              <a:ext uri="{FF2B5EF4-FFF2-40B4-BE49-F238E27FC236}">
                <a16:creationId xmlns:a16="http://schemas.microsoft.com/office/drawing/2014/main" id="{837E03FB-F989-EAB0-4C1C-3E2D2E993147}"/>
              </a:ext>
            </a:extLst>
          </p:cNvPr>
          <p:cNvSpPr txBox="1"/>
          <p:nvPr/>
        </p:nvSpPr>
        <p:spPr>
          <a:xfrm>
            <a:off x="1054746" y="23907191"/>
            <a:ext cx="9966407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0"/>
              </a:spcBef>
              <a:buFont typeface="Wingdings" panose="05000000000000000000" pitchFamily="2" charset="2"/>
              <a:buChar char="§"/>
              <a:tabLst>
                <a:tab pos="273685" algn="l"/>
              </a:tabLst>
            </a:pPr>
            <a:r>
              <a:rPr lang="en-US" sz="2800" b="1" u="sng" spc="-10" dirty="0">
                <a:uFill>
                  <a:solidFill>
                    <a:srgbClr val="000000"/>
                  </a:solidFill>
                </a:uFill>
                <a:latin typeface="Avenir Next LT Pro Demi" panose="020B0704020202020204" pitchFamily="34" charset="0"/>
                <a:cs typeface="Calibri"/>
              </a:rPr>
              <a:t>AUTOMATION WITH OT-2 (OPENTRONS)</a:t>
            </a:r>
            <a:endParaRPr sz="2800" u="sng" dirty="0">
              <a:latin typeface="Avenir Next LT Pro Demi" panose="020B0704020202020204" pitchFamily="34" charset="0"/>
              <a:cs typeface="Calibri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0D00BD7-BBF0-FA38-BBA0-5A10DDCA46E6}"/>
              </a:ext>
            </a:extLst>
          </p:cNvPr>
          <p:cNvSpPr txBox="1"/>
          <p:nvPr/>
        </p:nvSpPr>
        <p:spPr>
          <a:xfrm>
            <a:off x="9748170" y="28800688"/>
            <a:ext cx="6606113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A </a:t>
            </a: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 Demi" panose="020B0704020202020204" pitchFamily="34" charset="0"/>
              </a:rPr>
              <a:t>glovebox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 allows handling of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 Demi" panose="020B0704020202020204" pitchFamily="34" charset="0"/>
              </a:rPr>
              <a:t>air-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 panose="020B0504020202020204" pitchFamily="34" charset="0"/>
              </a:rPr>
              <a:t>or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 Demi" panose="020B0704020202020204" pitchFamily="34" charset="0"/>
              </a:rPr>
              <a:t> moisture-sensitive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chemistry</a:t>
            </a:r>
            <a:r>
              <a:rPr kumimoji="0" lang="en-US" sz="2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6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+mn-cs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1600" dirty="0">
              <a:latin typeface="Avenir Next LT Pro" panose="020B05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Avenir Next LT Pro" panose="020B0504020202020204" pitchFamily="34" charset="0"/>
              </a:rPr>
              <a:t>A </a:t>
            </a:r>
            <a:r>
              <a:rPr lang="en-US" sz="2400" dirty="0">
                <a:latin typeface="Avenir Next LT Pro Demi" panose="020B0704020202020204" pitchFamily="34" charset="0"/>
              </a:rPr>
              <a:t>liquid handler </a:t>
            </a:r>
            <a:r>
              <a:rPr lang="en-US" sz="2400" dirty="0">
                <a:latin typeface="Avenir Next LT Pro" panose="020B0504020202020204" pitchFamily="34" charset="0"/>
              </a:rPr>
              <a:t>enables precise control over BBCP </a:t>
            </a:r>
            <a:r>
              <a:rPr lang="en-US" sz="2400" dirty="0">
                <a:latin typeface="Avenir Next LT Pro Demi" panose="020B0704020202020204" pitchFamily="34" charset="0"/>
              </a:rPr>
              <a:t>composition</a:t>
            </a:r>
            <a:r>
              <a:rPr lang="en-US" sz="2400" dirty="0">
                <a:latin typeface="Avenir Next LT Pro" panose="020B0504020202020204" pitchFamily="34" charset="0"/>
              </a:rPr>
              <a:t> </a:t>
            </a:r>
          </a:p>
          <a:p>
            <a:endParaRPr lang="en-US" sz="1600" dirty="0">
              <a:latin typeface="Avenir Next LT Pro" panose="020B05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Avenir Next LT Pro Demi" panose="020B0704020202020204" pitchFamily="34" charset="0"/>
              </a:rPr>
              <a:t>Automated</a:t>
            </a:r>
            <a:r>
              <a:rPr lang="en-US" sz="2400" dirty="0">
                <a:latin typeface="Avenir Next LT Pro" panose="020B0504020202020204" pitchFamily="34" charset="0"/>
              </a:rPr>
              <a:t> </a:t>
            </a:r>
            <a:r>
              <a:rPr lang="en-US" sz="2400" dirty="0">
                <a:latin typeface="Avenir Next LT Pro Demi" panose="020B0704020202020204" pitchFamily="34" charset="0"/>
              </a:rPr>
              <a:t>protocols</a:t>
            </a:r>
            <a:r>
              <a:rPr lang="en-US" sz="2400" dirty="0">
                <a:latin typeface="Avenir Next LT Pro" panose="020B0504020202020204" pitchFamily="34" charset="0"/>
              </a:rPr>
              <a:t> facilitate conducting experiments in series efficiently</a:t>
            </a:r>
          </a:p>
        </p:txBody>
      </p:sp>
      <p:sp>
        <p:nvSpPr>
          <p:cNvPr id="265" name="Rectangle: Rounded Corners 264">
            <a:extLst>
              <a:ext uri="{FF2B5EF4-FFF2-40B4-BE49-F238E27FC236}">
                <a16:creationId xmlns:a16="http://schemas.microsoft.com/office/drawing/2014/main" id="{BAFE5E99-13AF-BFB1-EA3B-BC747D5D0C69}"/>
              </a:ext>
            </a:extLst>
          </p:cNvPr>
          <p:cNvSpPr/>
          <p:nvPr/>
        </p:nvSpPr>
        <p:spPr>
          <a:xfrm>
            <a:off x="962583" y="23740047"/>
            <a:ext cx="15564393" cy="8675434"/>
          </a:xfrm>
          <a:prstGeom prst="roundRect">
            <a:avLst>
              <a:gd name="adj" fmla="val 4259"/>
            </a:avLst>
          </a:prstGeom>
          <a:noFill/>
          <a:ln w="9525" cap="flat" cmpd="sng" algn="ctr">
            <a:solidFill>
              <a:schemeClr val="bg2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06" name="Rectangle: Rounded Corners 705">
            <a:extLst>
              <a:ext uri="{FF2B5EF4-FFF2-40B4-BE49-F238E27FC236}">
                <a16:creationId xmlns:a16="http://schemas.microsoft.com/office/drawing/2014/main" id="{3BFA918B-F6EF-C3A9-F68B-27107D7124E5}"/>
              </a:ext>
            </a:extLst>
          </p:cNvPr>
          <p:cNvSpPr/>
          <p:nvPr/>
        </p:nvSpPr>
        <p:spPr>
          <a:xfrm>
            <a:off x="1000293" y="7800500"/>
            <a:ext cx="15564393" cy="5866474"/>
          </a:xfrm>
          <a:prstGeom prst="roundRect">
            <a:avLst>
              <a:gd name="adj" fmla="val 8092"/>
            </a:avLst>
          </a:prstGeom>
          <a:noFill/>
          <a:ln w="9525" cap="flat" cmpd="sng" algn="ctr">
            <a:solidFill>
              <a:schemeClr val="bg2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4" name="TextBox 713">
            <a:extLst>
              <a:ext uri="{FF2B5EF4-FFF2-40B4-BE49-F238E27FC236}">
                <a16:creationId xmlns:a16="http://schemas.microsoft.com/office/drawing/2014/main" id="{EC71241E-BC7A-7163-0CF8-CC682E593EE9}"/>
              </a:ext>
            </a:extLst>
          </p:cNvPr>
          <p:cNvSpPr txBox="1"/>
          <p:nvPr/>
        </p:nvSpPr>
        <p:spPr>
          <a:xfrm>
            <a:off x="18365058" y="12913819"/>
            <a:ext cx="18663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venir Next LT Pro Demi" panose="020B0704020202020204" pitchFamily="34" charset="0"/>
                <a:cs typeface="Calibri" panose="020F0502020204030204" pitchFamily="34" charset="0"/>
              </a:rPr>
              <a:t>OT-2</a:t>
            </a:r>
          </a:p>
        </p:txBody>
      </p:sp>
      <p:sp>
        <p:nvSpPr>
          <p:cNvPr id="715" name="TextBox 714">
            <a:extLst>
              <a:ext uri="{FF2B5EF4-FFF2-40B4-BE49-F238E27FC236}">
                <a16:creationId xmlns:a16="http://schemas.microsoft.com/office/drawing/2014/main" id="{24BC03C5-3027-25F3-E4A8-D1DCB78E2349}"/>
              </a:ext>
            </a:extLst>
          </p:cNvPr>
          <p:cNvSpPr txBox="1"/>
          <p:nvPr/>
        </p:nvSpPr>
        <p:spPr>
          <a:xfrm>
            <a:off x="21889833" y="12218198"/>
            <a:ext cx="37921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i="1" dirty="0">
                <a:latin typeface="Avenir Next LT Pro Demi" panose="020B0704020202020204" pitchFamily="34" charset="0"/>
                <a:cs typeface="Calibri" panose="020F0502020204030204" pitchFamily="34" charset="0"/>
              </a:rPr>
              <a:t>Anionic Polymerization of Styrene</a:t>
            </a:r>
          </a:p>
        </p:txBody>
      </p:sp>
      <p:sp>
        <p:nvSpPr>
          <p:cNvPr id="1476" name="Rectangle: Rounded Corners 1475">
            <a:extLst>
              <a:ext uri="{FF2B5EF4-FFF2-40B4-BE49-F238E27FC236}">
                <a16:creationId xmlns:a16="http://schemas.microsoft.com/office/drawing/2014/main" id="{EA0DDA13-2941-E66D-D843-6830CD580D87}"/>
              </a:ext>
            </a:extLst>
          </p:cNvPr>
          <p:cNvSpPr/>
          <p:nvPr/>
        </p:nvSpPr>
        <p:spPr>
          <a:xfrm>
            <a:off x="27263089" y="7840829"/>
            <a:ext cx="15564393" cy="5199112"/>
          </a:xfrm>
          <a:prstGeom prst="roundRect">
            <a:avLst>
              <a:gd name="adj" fmla="val 8092"/>
            </a:avLst>
          </a:prstGeom>
          <a:noFill/>
          <a:ln w="9525" cap="flat" cmpd="sng" algn="ctr">
            <a:solidFill>
              <a:schemeClr val="bg2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7" name="object 234">
            <a:extLst>
              <a:ext uri="{FF2B5EF4-FFF2-40B4-BE49-F238E27FC236}">
                <a16:creationId xmlns:a16="http://schemas.microsoft.com/office/drawing/2014/main" id="{3B5A3DA4-2904-6FC9-DDEA-1A6EFBBD3541}"/>
              </a:ext>
            </a:extLst>
          </p:cNvPr>
          <p:cNvSpPr txBox="1"/>
          <p:nvPr/>
        </p:nvSpPr>
        <p:spPr>
          <a:xfrm>
            <a:off x="27378095" y="8039899"/>
            <a:ext cx="9966407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0"/>
              </a:spcBef>
              <a:buFont typeface="Wingdings" panose="05000000000000000000" pitchFamily="2" charset="2"/>
              <a:buChar char="§"/>
              <a:tabLst>
                <a:tab pos="273685" algn="l"/>
              </a:tabLst>
            </a:pPr>
            <a:r>
              <a:rPr lang="en-US" sz="2800" b="1" u="sng" spc="-10" dirty="0">
                <a:uFill>
                  <a:solidFill>
                    <a:srgbClr val="000000"/>
                  </a:solidFill>
                </a:uFill>
                <a:latin typeface="Avenir Next LT Pro Demi" panose="020B0704020202020204" pitchFamily="34" charset="0"/>
                <a:cs typeface="Calibri"/>
              </a:rPr>
              <a:t>COMPARISON OF THE PS-BBs</a:t>
            </a:r>
            <a:endParaRPr sz="2800" u="sng" dirty="0">
              <a:latin typeface="Avenir Next LT Pro Demi" panose="020B0704020202020204" pitchFamily="34" charset="0"/>
              <a:cs typeface="Calibri"/>
            </a:endParaRPr>
          </a:p>
        </p:txBody>
      </p:sp>
      <p:sp>
        <p:nvSpPr>
          <p:cNvPr id="1478" name="Rectangle: Rounded Corners 1477">
            <a:extLst>
              <a:ext uri="{FF2B5EF4-FFF2-40B4-BE49-F238E27FC236}">
                <a16:creationId xmlns:a16="http://schemas.microsoft.com/office/drawing/2014/main" id="{47B168EE-EEE0-A3B4-A667-A3455B487CAB}"/>
              </a:ext>
            </a:extLst>
          </p:cNvPr>
          <p:cNvSpPr/>
          <p:nvPr/>
        </p:nvSpPr>
        <p:spPr>
          <a:xfrm>
            <a:off x="27264968" y="13217140"/>
            <a:ext cx="15564393" cy="6967971"/>
          </a:xfrm>
          <a:prstGeom prst="roundRect">
            <a:avLst>
              <a:gd name="adj" fmla="val 5802"/>
            </a:avLst>
          </a:prstGeom>
          <a:noFill/>
          <a:ln w="9525" cap="flat" cmpd="sng" algn="ctr">
            <a:solidFill>
              <a:schemeClr val="bg2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9" name="object 234">
            <a:extLst>
              <a:ext uri="{FF2B5EF4-FFF2-40B4-BE49-F238E27FC236}">
                <a16:creationId xmlns:a16="http://schemas.microsoft.com/office/drawing/2014/main" id="{6D4697E7-A23E-ECE3-00D5-D4FDCE1A1CDA}"/>
              </a:ext>
            </a:extLst>
          </p:cNvPr>
          <p:cNvSpPr txBox="1"/>
          <p:nvPr/>
        </p:nvSpPr>
        <p:spPr>
          <a:xfrm>
            <a:off x="27608064" y="13502126"/>
            <a:ext cx="15510181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0"/>
              </a:spcBef>
              <a:buFont typeface="Wingdings" panose="05000000000000000000" pitchFamily="2" charset="2"/>
              <a:buChar char="§"/>
              <a:tabLst>
                <a:tab pos="273685" algn="l"/>
              </a:tabLst>
            </a:pPr>
            <a:r>
              <a:rPr lang="en-US" sz="2800" b="1" u="sng" spc="-10" dirty="0">
                <a:uFill>
                  <a:solidFill>
                    <a:srgbClr val="000000"/>
                  </a:solidFill>
                </a:uFill>
                <a:latin typeface="Avenir Next LT Pro Demi" panose="020B0704020202020204" pitchFamily="34" charset="0"/>
                <a:cs typeface="Calibri"/>
              </a:rPr>
              <a:t>COMPARISON OF THE PS-b-2PLAs</a:t>
            </a:r>
            <a:endParaRPr sz="2800" u="sng" dirty="0">
              <a:latin typeface="Avenir Next LT Pro Demi" panose="020B0704020202020204" pitchFamily="34" charset="0"/>
              <a:cs typeface="Calibri"/>
            </a:endParaRPr>
          </a:p>
        </p:txBody>
      </p:sp>
      <p:sp>
        <p:nvSpPr>
          <p:cNvPr id="1485" name="Rectangle: Rounded Corners 1484">
            <a:extLst>
              <a:ext uri="{FF2B5EF4-FFF2-40B4-BE49-F238E27FC236}">
                <a16:creationId xmlns:a16="http://schemas.microsoft.com/office/drawing/2014/main" id="{7A26C8E3-1BB7-A0CB-56BC-0FB4A7FFA975}"/>
              </a:ext>
            </a:extLst>
          </p:cNvPr>
          <p:cNvSpPr/>
          <p:nvPr/>
        </p:nvSpPr>
        <p:spPr>
          <a:xfrm>
            <a:off x="27263089" y="20409235"/>
            <a:ext cx="15564393" cy="6441202"/>
          </a:xfrm>
          <a:prstGeom prst="roundRect">
            <a:avLst>
              <a:gd name="adj" fmla="val 6041"/>
            </a:avLst>
          </a:prstGeom>
          <a:noFill/>
          <a:ln w="9525" cap="flat" cmpd="sng" algn="ctr">
            <a:solidFill>
              <a:schemeClr val="bg2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6" name="object 234">
            <a:extLst>
              <a:ext uri="{FF2B5EF4-FFF2-40B4-BE49-F238E27FC236}">
                <a16:creationId xmlns:a16="http://schemas.microsoft.com/office/drawing/2014/main" id="{D67E849C-B4A8-2249-410D-22F985C502D9}"/>
              </a:ext>
            </a:extLst>
          </p:cNvPr>
          <p:cNvSpPr txBox="1"/>
          <p:nvPr/>
        </p:nvSpPr>
        <p:spPr>
          <a:xfrm>
            <a:off x="27378095" y="20608306"/>
            <a:ext cx="15510181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0"/>
              </a:spcBef>
              <a:buFont typeface="Wingdings" panose="05000000000000000000" pitchFamily="2" charset="2"/>
              <a:buChar char="§"/>
              <a:tabLst>
                <a:tab pos="273685" algn="l"/>
              </a:tabLst>
            </a:pPr>
            <a:r>
              <a:rPr lang="en-US" sz="2800" b="1" u="sng" spc="-10" dirty="0">
                <a:uFill>
                  <a:solidFill>
                    <a:srgbClr val="000000"/>
                  </a:solidFill>
                </a:uFill>
                <a:latin typeface="Avenir Next LT Pro Demi" panose="020B0704020202020204" pitchFamily="34" charset="0"/>
                <a:cs typeface="Calibri"/>
              </a:rPr>
              <a:t>MAXIMUM CAPABILITIES</a:t>
            </a:r>
            <a:endParaRPr sz="2800" u="sng" dirty="0">
              <a:latin typeface="Avenir Next LT Pro Demi" panose="020B0704020202020204" pitchFamily="34" charset="0"/>
              <a:cs typeface="Calibri"/>
            </a:endParaRPr>
          </a:p>
        </p:txBody>
      </p:sp>
      <p:sp>
        <p:nvSpPr>
          <p:cNvPr id="1501" name="TextBox 1500">
            <a:extLst>
              <a:ext uri="{FF2B5EF4-FFF2-40B4-BE49-F238E27FC236}">
                <a16:creationId xmlns:a16="http://schemas.microsoft.com/office/drawing/2014/main" id="{1987982E-A492-5DE8-7EB7-8390D834C2D6}"/>
              </a:ext>
            </a:extLst>
          </p:cNvPr>
          <p:cNvSpPr txBox="1"/>
          <p:nvPr/>
        </p:nvSpPr>
        <p:spPr>
          <a:xfrm>
            <a:off x="27263089" y="13971337"/>
            <a:ext cx="277495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4320" indent="-274320" algn="ctr">
              <a:buFont typeface="Arial" panose="020B0604020202020204" pitchFamily="34" charset="0"/>
              <a:buChar char="•"/>
            </a:pPr>
            <a:r>
              <a:rPr lang="en-US" sz="2400" dirty="0">
                <a:latin typeface="Avenir Next LT Pro Demi" panose="020B0704020202020204" pitchFamily="34" charset="0"/>
              </a:rPr>
              <a:t>Similar peaks</a:t>
            </a:r>
          </a:p>
          <a:p>
            <a:pPr marL="274320" indent="-274320" algn="ctr">
              <a:buFont typeface="Arial" panose="020B0604020202020204" pitchFamily="34" charset="0"/>
              <a:buChar char="•"/>
            </a:pPr>
            <a:r>
              <a:rPr lang="en-US" sz="2400" dirty="0">
                <a:latin typeface="Avenir Next LT Pro" panose="020B0504020202020204" pitchFamily="34" charset="0"/>
              </a:rPr>
              <a:t> Higher molecular weight on OT-2 can be due to slightly different loading</a:t>
            </a:r>
          </a:p>
        </p:txBody>
      </p:sp>
      <p:sp>
        <p:nvSpPr>
          <p:cNvPr id="1517" name="Rectangle 1516">
            <a:extLst>
              <a:ext uri="{FF2B5EF4-FFF2-40B4-BE49-F238E27FC236}">
                <a16:creationId xmlns:a16="http://schemas.microsoft.com/office/drawing/2014/main" id="{FB5607A1-7C1E-2DA1-A227-6A7CCCBA6599}"/>
              </a:ext>
            </a:extLst>
          </p:cNvPr>
          <p:cNvSpPr/>
          <p:nvPr/>
        </p:nvSpPr>
        <p:spPr>
          <a:xfrm>
            <a:off x="17764858" y="27811196"/>
            <a:ext cx="17688397" cy="4756684"/>
          </a:xfrm>
          <a:prstGeom prst="rect">
            <a:avLst/>
          </a:prstGeom>
          <a:noFill/>
          <a:ln w="76200">
            <a:solidFill>
              <a:srgbClr val="13294B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18" name="Rectangle 1517">
            <a:extLst>
              <a:ext uri="{FF2B5EF4-FFF2-40B4-BE49-F238E27FC236}">
                <a16:creationId xmlns:a16="http://schemas.microsoft.com/office/drawing/2014/main" id="{78AA463C-6B57-734B-BF93-1679F68E0D11}"/>
              </a:ext>
            </a:extLst>
          </p:cNvPr>
          <p:cNvSpPr/>
          <p:nvPr/>
        </p:nvSpPr>
        <p:spPr>
          <a:xfrm>
            <a:off x="17780534" y="27801182"/>
            <a:ext cx="17688397" cy="914549"/>
          </a:xfrm>
          <a:prstGeom prst="rect">
            <a:avLst/>
          </a:prstGeom>
          <a:solidFill>
            <a:srgbClr val="13294B"/>
          </a:solidFill>
          <a:ln>
            <a:solidFill>
              <a:srgbClr val="1329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19" name="TextBox 1518">
            <a:extLst>
              <a:ext uri="{FF2B5EF4-FFF2-40B4-BE49-F238E27FC236}">
                <a16:creationId xmlns:a16="http://schemas.microsoft.com/office/drawing/2014/main" id="{70346656-292C-9FED-C606-DCBD4D69C053}"/>
              </a:ext>
            </a:extLst>
          </p:cNvPr>
          <p:cNvSpPr txBox="1"/>
          <p:nvPr/>
        </p:nvSpPr>
        <p:spPr>
          <a:xfrm>
            <a:off x="17822358" y="27791038"/>
            <a:ext cx="17662249" cy="10041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800" dirty="0">
                <a:solidFill>
                  <a:srgbClr val="FFFFFF"/>
                </a:solidFill>
                <a:latin typeface="Avenir Next LT Pro Demi" panose="020B0704020202020204" pitchFamily="34" charset="0"/>
              </a:rPr>
              <a:t>Future Work</a:t>
            </a:r>
          </a:p>
        </p:txBody>
      </p:sp>
      <p:sp>
        <p:nvSpPr>
          <p:cNvPr id="5" name="object 234">
            <a:extLst>
              <a:ext uri="{FF2B5EF4-FFF2-40B4-BE49-F238E27FC236}">
                <a16:creationId xmlns:a16="http://schemas.microsoft.com/office/drawing/2014/main" id="{27AFE1AA-D72E-4CD6-720D-0657D173265D}"/>
              </a:ext>
            </a:extLst>
          </p:cNvPr>
          <p:cNvSpPr txBox="1"/>
          <p:nvPr/>
        </p:nvSpPr>
        <p:spPr>
          <a:xfrm>
            <a:off x="18113716" y="28959546"/>
            <a:ext cx="8071994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0"/>
              </a:spcBef>
              <a:buFont typeface="Wingdings" panose="05000000000000000000" pitchFamily="2" charset="2"/>
              <a:buChar char="§"/>
              <a:tabLst>
                <a:tab pos="273685" algn="l"/>
              </a:tabLst>
            </a:pPr>
            <a:r>
              <a:rPr lang="en-US" sz="2800" b="1" u="sng" spc="-10" dirty="0">
                <a:uFill>
                  <a:solidFill>
                    <a:srgbClr val="000000"/>
                  </a:solidFill>
                </a:uFill>
                <a:latin typeface="Avenir Next LT Pro Demi" panose="020B0704020202020204" pitchFamily="34" charset="0"/>
                <a:cs typeface="Calibri"/>
              </a:rPr>
              <a:t>STRESS TESTING SYSTEM UNDER HIGH LOADS</a:t>
            </a:r>
            <a:endParaRPr sz="2800" u="sng" dirty="0">
              <a:latin typeface="Avenir Next LT Pro Demi" panose="020B0704020202020204" pitchFamily="34" charset="0"/>
              <a:cs typeface="Calibri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B393A15-3753-1396-38F0-0B0103E2AA22}"/>
              </a:ext>
            </a:extLst>
          </p:cNvPr>
          <p:cNvSpPr/>
          <p:nvPr/>
        </p:nvSpPr>
        <p:spPr>
          <a:xfrm>
            <a:off x="18063853" y="28932285"/>
            <a:ext cx="8402947" cy="3483195"/>
          </a:xfrm>
          <a:prstGeom prst="roundRect">
            <a:avLst>
              <a:gd name="adj" fmla="val 8092"/>
            </a:avLst>
          </a:prstGeom>
          <a:noFill/>
          <a:ln w="9525" cap="flat" cmpd="sng" algn="ctr">
            <a:solidFill>
              <a:schemeClr val="bg2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bject 234">
            <a:extLst>
              <a:ext uri="{FF2B5EF4-FFF2-40B4-BE49-F238E27FC236}">
                <a16:creationId xmlns:a16="http://schemas.microsoft.com/office/drawing/2014/main" id="{E0A9FEAD-2C47-B359-6C78-D9849EDA1877}"/>
              </a:ext>
            </a:extLst>
          </p:cNvPr>
          <p:cNvSpPr txBox="1"/>
          <p:nvPr/>
        </p:nvSpPr>
        <p:spPr>
          <a:xfrm>
            <a:off x="26814006" y="28968865"/>
            <a:ext cx="8332414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0"/>
              </a:spcBef>
              <a:buFont typeface="Wingdings" panose="05000000000000000000" pitchFamily="2" charset="2"/>
              <a:buChar char="§"/>
              <a:tabLst>
                <a:tab pos="273685" algn="l"/>
              </a:tabLst>
            </a:pPr>
            <a:r>
              <a:rPr lang="en-US" sz="2800" b="1" u="sng" spc="-10" dirty="0">
                <a:uFill>
                  <a:solidFill>
                    <a:srgbClr val="000000"/>
                  </a:solidFill>
                </a:uFill>
                <a:latin typeface="Avenir Next LT Pro Demi" panose="020B0704020202020204" pitchFamily="34" charset="0"/>
                <a:cs typeface="Calibri"/>
              </a:rPr>
              <a:t>EXTENDING TO DIFFERENT CHEMISTRIES</a:t>
            </a:r>
            <a:endParaRPr sz="2800" u="sng" dirty="0">
              <a:latin typeface="Avenir Next LT Pro Demi" panose="020B0704020202020204" pitchFamily="34" charset="0"/>
              <a:cs typeface="Calibri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FBD8DE66-E6F6-6A6C-45F5-3C32878FB98A}"/>
              </a:ext>
            </a:extLst>
          </p:cNvPr>
          <p:cNvSpPr/>
          <p:nvPr/>
        </p:nvSpPr>
        <p:spPr>
          <a:xfrm>
            <a:off x="26799828" y="28922046"/>
            <a:ext cx="8403246" cy="3493434"/>
          </a:xfrm>
          <a:prstGeom prst="roundRect">
            <a:avLst>
              <a:gd name="adj" fmla="val 8092"/>
            </a:avLst>
          </a:prstGeom>
          <a:noFill/>
          <a:ln w="9525" cap="flat" cmpd="sng" algn="ctr">
            <a:solidFill>
              <a:schemeClr val="bg2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C314E858-B1F3-1526-FEB5-7506BCFAF277}"/>
              </a:ext>
            </a:extLst>
          </p:cNvPr>
          <p:cNvGrpSpPr>
            <a:grpSpLocks noChangeAspect="1"/>
          </p:cNvGrpSpPr>
          <p:nvPr/>
        </p:nvGrpSpPr>
        <p:grpSpPr>
          <a:xfrm>
            <a:off x="18498101" y="29690579"/>
            <a:ext cx="2108149" cy="1780549"/>
            <a:chOff x="17839969" y="29900453"/>
            <a:chExt cx="2454934" cy="2073445"/>
          </a:xfrm>
        </p:grpSpPr>
        <p:pic>
          <p:nvPicPr>
            <p:cNvPr id="167" name="Graphic 166">
              <a:extLst>
                <a:ext uri="{FF2B5EF4-FFF2-40B4-BE49-F238E27FC236}">
                  <a16:creationId xmlns:a16="http://schemas.microsoft.com/office/drawing/2014/main" id="{5D63393F-B928-BE91-8FA2-D989903496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18277810" y="29900453"/>
              <a:ext cx="2017093" cy="2073445"/>
            </a:xfrm>
            <a:prstGeom prst="rect">
              <a:avLst/>
            </a:prstGeom>
          </p:spPr>
        </p:pic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29235523-6257-5C61-731E-09703639387F}"/>
                </a:ext>
              </a:extLst>
            </p:cNvPr>
            <p:cNvSpPr txBox="1"/>
            <p:nvPr/>
          </p:nvSpPr>
          <p:spPr>
            <a:xfrm>
              <a:off x="17839969" y="30019949"/>
              <a:ext cx="1866356" cy="3942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Avenir Next LT Pro Demi" panose="020B0704020202020204" pitchFamily="34" charset="0"/>
                  <a:cs typeface="Calibri" panose="020F0502020204030204" pitchFamily="34" charset="0"/>
                </a:rPr>
                <a:t>OT-2</a:t>
              </a:r>
            </a:p>
          </p:txBody>
        </p:sp>
      </p:grpSp>
      <p:sp>
        <p:nvSpPr>
          <p:cNvPr id="170" name="TextBox 169">
            <a:extLst>
              <a:ext uri="{FF2B5EF4-FFF2-40B4-BE49-F238E27FC236}">
                <a16:creationId xmlns:a16="http://schemas.microsoft.com/office/drawing/2014/main" id="{5D99AB49-1455-5244-5913-22014E831965}"/>
              </a:ext>
            </a:extLst>
          </p:cNvPr>
          <p:cNvSpPr txBox="1"/>
          <p:nvPr/>
        </p:nvSpPr>
        <p:spPr>
          <a:xfrm>
            <a:off x="21279556" y="29668042"/>
            <a:ext cx="53200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880" indent="-182880">
              <a:buFont typeface="Arial" panose="020B0604020202020204" pitchFamily="34" charset="0"/>
              <a:buChar char="•"/>
            </a:pPr>
            <a:r>
              <a:rPr lang="en-US" sz="2400" dirty="0">
                <a:latin typeface="Avenir Next LT Pro" panose="020B0504020202020204" pitchFamily="34" charset="0"/>
              </a:rPr>
              <a:t>Testing system to </a:t>
            </a:r>
            <a:r>
              <a:rPr lang="en-US" sz="2400" dirty="0">
                <a:latin typeface="Avenir Next LT Pro Demi" panose="020B0704020202020204" pitchFamily="34" charset="0"/>
              </a:rPr>
              <a:t>create 50-100 different polymers</a:t>
            </a:r>
            <a:r>
              <a:rPr lang="en-US" sz="2400" dirty="0">
                <a:latin typeface="Avenir Next LT Pro" panose="020B0504020202020204" pitchFamily="34" charset="0"/>
              </a:rPr>
              <a:t> simultaneously</a:t>
            </a:r>
          </a:p>
          <a:p>
            <a:pPr marL="182880" indent="-182880">
              <a:buFont typeface="Arial" panose="020B0604020202020204" pitchFamily="34" charset="0"/>
              <a:buChar char="•"/>
            </a:pPr>
            <a:endParaRPr lang="en-US" dirty="0">
              <a:latin typeface="Avenir Next LT Pro" panose="020B0504020202020204" pitchFamily="34" charset="0"/>
            </a:endParaRPr>
          </a:p>
          <a:p>
            <a:pPr marL="182880" indent="-182880">
              <a:buFont typeface="Arial" panose="020B0604020202020204" pitchFamily="34" charset="0"/>
              <a:buChar char="•"/>
            </a:pPr>
            <a:r>
              <a:rPr lang="en-US" sz="2400" dirty="0">
                <a:latin typeface="Avenir Next LT Pro Demi" panose="020B0704020202020204" pitchFamily="34" charset="0"/>
              </a:rPr>
              <a:t>Gram scale </a:t>
            </a:r>
            <a:r>
              <a:rPr lang="en-US" sz="2400" dirty="0">
                <a:latin typeface="Avenir Next LT Pro" panose="020B0504020202020204" pitchFamily="34" charset="0"/>
              </a:rPr>
              <a:t>experiments</a:t>
            </a:r>
          </a:p>
          <a:p>
            <a:pPr marL="182880" indent="-182880">
              <a:buFont typeface="Arial" panose="020B0604020202020204" pitchFamily="34" charset="0"/>
              <a:buChar char="•"/>
            </a:pPr>
            <a:endParaRPr lang="en-US" dirty="0">
              <a:latin typeface="Avenir Next LT Pro Demi" panose="020B0704020202020204" pitchFamily="34" charset="0"/>
            </a:endParaRPr>
          </a:p>
          <a:p>
            <a:pPr marL="182880" indent="-182880">
              <a:buFont typeface="Arial" panose="020B0604020202020204" pitchFamily="34" charset="0"/>
              <a:buChar char="•"/>
            </a:pPr>
            <a:r>
              <a:rPr lang="en-US" sz="2400" dirty="0">
                <a:latin typeface="Avenir Next LT Pro" panose="020B0504020202020204" pitchFamily="34" charset="0"/>
              </a:rPr>
              <a:t>Produce films for </a:t>
            </a:r>
            <a:r>
              <a:rPr lang="en-US" sz="2400" dirty="0">
                <a:latin typeface="Avenir Next LT Pro Demi" panose="020B0704020202020204" pitchFamily="34" charset="0"/>
              </a:rPr>
              <a:t>photonics</a:t>
            </a:r>
            <a:endParaRPr lang="en-US" sz="2400" dirty="0">
              <a:latin typeface="Avenir Next LT Pro" panose="020B0504020202020204" pitchFamily="34" charset="0"/>
            </a:endParaRPr>
          </a:p>
        </p:txBody>
      </p:sp>
      <p:sp>
        <p:nvSpPr>
          <p:cNvPr id="369" name="TextBox 368">
            <a:extLst>
              <a:ext uri="{FF2B5EF4-FFF2-40B4-BE49-F238E27FC236}">
                <a16:creationId xmlns:a16="http://schemas.microsoft.com/office/drawing/2014/main" id="{A78FE8EC-BF68-D9F5-295F-3BE7195D70D3}"/>
              </a:ext>
            </a:extLst>
          </p:cNvPr>
          <p:cNvSpPr txBox="1"/>
          <p:nvPr/>
        </p:nvSpPr>
        <p:spPr>
          <a:xfrm>
            <a:off x="29208079" y="29571501"/>
            <a:ext cx="5938341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880" indent="-182880">
              <a:buFont typeface="Arial" panose="020B0604020202020204" pitchFamily="34" charset="0"/>
              <a:buChar char="•"/>
            </a:pPr>
            <a:r>
              <a:rPr lang="en-US" sz="2400" dirty="0">
                <a:latin typeface="Avenir Next LT Pro" panose="020B0504020202020204" pitchFamily="34" charset="0"/>
              </a:rPr>
              <a:t>Experimenting with the </a:t>
            </a:r>
            <a:r>
              <a:rPr lang="en-US" sz="2400" dirty="0">
                <a:latin typeface="Avenir Next LT Pro Demi" panose="020B0704020202020204" pitchFamily="34" charset="0"/>
              </a:rPr>
              <a:t>compatibility</a:t>
            </a:r>
            <a:r>
              <a:rPr lang="en-US" sz="2400" dirty="0">
                <a:latin typeface="Avenir Next LT Pro" panose="020B0504020202020204" pitchFamily="34" charset="0"/>
              </a:rPr>
              <a:t> of the system with </a:t>
            </a:r>
            <a:r>
              <a:rPr lang="en-US" sz="2400" dirty="0">
                <a:latin typeface="Avenir Next LT Pro Demi" panose="020B0704020202020204" pitchFamily="34" charset="0"/>
              </a:rPr>
              <a:t>other air- and moisture-sensitive polymer chemistries</a:t>
            </a:r>
          </a:p>
          <a:p>
            <a:pPr marL="182880" indent="-182880">
              <a:buFont typeface="Arial" panose="020B0604020202020204" pitchFamily="34" charset="0"/>
              <a:buChar char="•"/>
            </a:pPr>
            <a:endParaRPr lang="en-US" dirty="0">
              <a:latin typeface="Avenir Next LT Pro" panose="020B0504020202020204" pitchFamily="34" charset="0"/>
            </a:endParaRPr>
          </a:p>
          <a:p>
            <a:pPr marL="182880" indent="-182880">
              <a:buFont typeface="Arial" panose="020B0604020202020204" pitchFamily="34" charset="0"/>
              <a:buChar char="•"/>
            </a:pPr>
            <a:r>
              <a:rPr lang="en-US" sz="2400" dirty="0">
                <a:latin typeface="Avenir Next LT Pro Demi" panose="020B0704020202020204" pitchFamily="34" charset="0"/>
              </a:rPr>
              <a:t>Extending</a:t>
            </a:r>
            <a:r>
              <a:rPr lang="en-US" sz="2400" dirty="0">
                <a:latin typeface="Avenir Next LT Pro" panose="020B0504020202020204" pitchFamily="34" charset="0"/>
              </a:rPr>
              <a:t> our </a:t>
            </a:r>
            <a:r>
              <a:rPr lang="en-US" sz="2400" dirty="0">
                <a:latin typeface="Avenir Next LT Pro Demi" panose="020B0704020202020204" pitchFamily="34" charset="0"/>
              </a:rPr>
              <a:t>polymer toolbox </a:t>
            </a:r>
            <a:r>
              <a:rPr lang="en-US" sz="2400" dirty="0">
                <a:latin typeface="Avenir Next LT Pro" panose="020B0504020202020204" pitchFamily="34" charset="0"/>
              </a:rPr>
              <a:t>with the help of </a:t>
            </a:r>
            <a:r>
              <a:rPr lang="en-US" sz="2400" dirty="0">
                <a:latin typeface="Avenir Next LT Pro Demi" panose="020B0704020202020204" pitchFamily="34" charset="0"/>
              </a:rPr>
              <a:t>automation</a:t>
            </a:r>
          </a:p>
        </p:txBody>
      </p:sp>
      <p:grpSp>
        <p:nvGrpSpPr>
          <p:cNvPr id="685" name="Group 684">
            <a:extLst>
              <a:ext uri="{FF2B5EF4-FFF2-40B4-BE49-F238E27FC236}">
                <a16:creationId xmlns:a16="http://schemas.microsoft.com/office/drawing/2014/main" id="{53B9C21C-ECD1-569B-CDCC-F8106D5E5BE0}"/>
              </a:ext>
            </a:extLst>
          </p:cNvPr>
          <p:cNvGrpSpPr/>
          <p:nvPr/>
        </p:nvGrpSpPr>
        <p:grpSpPr>
          <a:xfrm rot="10800000" flipH="1" flipV="1">
            <a:off x="6089441" y="17537722"/>
            <a:ext cx="9237715" cy="1086679"/>
            <a:chOff x="6265529" y="17044405"/>
            <a:chExt cx="9237715" cy="2002158"/>
          </a:xfrm>
        </p:grpSpPr>
        <p:grpSp>
          <p:nvGrpSpPr>
            <p:cNvPr id="601" name="Group 600">
              <a:extLst>
                <a:ext uri="{FF2B5EF4-FFF2-40B4-BE49-F238E27FC236}">
                  <a16:creationId xmlns:a16="http://schemas.microsoft.com/office/drawing/2014/main" id="{BFEBF75E-09FA-6B49-0094-70019056EAF0}"/>
                </a:ext>
              </a:extLst>
            </p:cNvPr>
            <p:cNvGrpSpPr/>
            <p:nvPr/>
          </p:nvGrpSpPr>
          <p:grpSpPr>
            <a:xfrm>
              <a:off x="9369731" y="17044410"/>
              <a:ext cx="3009292" cy="2002153"/>
              <a:chOff x="7941099" y="19591755"/>
              <a:chExt cx="1252314" cy="793134"/>
            </a:xfrm>
          </p:grpSpPr>
          <p:sp>
            <p:nvSpPr>
              <p:cNvPr id="602" name="object 60">
                <a:extLst>
                  <a:ext uri="{FF2B5EF4-FFF2-40B4-BE49-F238E27FC236}">
                    <a16:creationId xmlns:a16="http://schemas.microsoft.com/office/drawing/2014/main" id="{E2AB4A50-3D7E-08D7-1170-9221EC7DA71B}"/>
                  </a:ext>
                </a:extLst>
              </p:cNvPr>
              <p:cNvSpPr/>
              <p:nvPr/>
            </p:nvSpPr>
            <p:spPr>
              <a:xfrm>
                <a:off x="7941099" y="19591755"/>
                <a:ext cx="629920" cy="793134"/>
              </a:xfrm>
              <a:custGeom>
                <a:avLst/>
                <a:gdLst/>
                <a:ahLst/>
                <a:cxnLst/>
                <a:rect l="l" t="t" r="r" b="b"/>
                <a:pathLst>
                  <a:path w="629920" h="800100">
                    <a:moveTo>
                      <a:pt x="629649" y="0"/>
                    </a:moveTo>
                    <a:lnTo>
                      <a:pt x="0" y="0"/>
                    </a:lnTo>
                    <a:lnTo>
                      <a:pt x="0" y="799975"/>
                    </a:lnTo>
                    <a:lnTo>
                      <a:pt x="629649" y="799975"/>
                    </a:lnTo>
                    <a:lnTo>
                      <a:pt x="629649" y="0"/>
                    </a:lnTo>
                    <a:close/>
                  </a:path>
                </a:pathLst>
              </a:custGeom>
              <a:solidFill>
                <a:srgbClr val="4F81BC">
                  <a:alpha val="38822"/>
                </a:srgbClr>
              </a:solidFill>
              <a:ln w="12700">
                <a:solidFill>
                  <a:schemeClr val="tx1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603" name="object 61">
                <a:extLst>
                  <a:ext uri="{FF2B5EF4-FFF2-40B4-BE49-F238E27FC236}">
                    <a16:creationId xmlns:a16="http://schemas.microsoft.com/office/drawing/2014/main" id="{66D89AC9-94A3-0D05-EF51-9842C6531AAF}"/>
                  </a:ext>
                </a:extLst>
              </p:cNvPr>
              <p:cNvSpPr/>
              <p:nvPr/>
            </p:nvSpPr>
            <p:spPr>
              <a:xfrm>
                <a:off x="8569816" y="19591755"/>
                <a:ext cx="623597" cy="793133"/>
              </a:xfrm>
              <a:custGeom>
                <a:avLst/>
                <a:gdLst/>
                <a:ahLst/>
                <a:cxnLst/>
                <a:rect l="l" t="t" r="r" b="b"/>
                <a:pathLst>
                  <a:path w="616585" h="800100">
                    <a:moveTo>
                      <a:pt x="616386" y="0"/>
                    </a:moveTo>
                    <a:lnTo>
                      <a:pt x="0" y="0"/>
                    </a:lnTo>
                    <a:lnTo>
                      <a:pt x="0" y="799975"/>
                    </a:lnTo>
                    <a:lnTo>
                      <a:pt x="616386" y="799975"/>
                    </a:lnTo>
                    <a:lnTo>
                      <a:pt x="616386" y="0"/>
                    </a:lnTo>
                    <a:close/>
                  </a:path>
                </a:pathLst>
              </a:custGeom>
              <a:solidFill>
                <a:srgbClr val="F79546">
                  <a:alpha val="25881"/>
                </a:srgbClr>
              </a:solidFill>
              <a:ln w="12700">
                <a:solidFill>
                  <a:schemeClr val="tx1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604" name="object 62">
                <a:extLst>
                  <a:ext uri="{FF2B5EF4-FFF2-40B4-BE49-F238E27FC236}">
                    <a16:creationId xmlns:a16="http://schemas.microsoft.com/office/drawing/2014/main" id="{2FFBCE0D-F78D-D426-ADF6-5B8D6E0B8E03}"/>
                  </a:ext>
                </a:extLst>
              </p:cNvPr>
              <p:cNvSpPr/>
              <p:nvPr/>
            </p:nvSpPr>
            <p:spPr>
              <a:xfrm>
                <a:off x="8020145" y="19705952"/>
                <a:ext cx="68580" cy="289560"/>
              </a:xfrm>
              <a:custGeom>
                <a:avLst/>
                <a:gdLst/>
                <a:ahLst/>
                <a:cxnLst/>
                <a:rect l="l" t="t" r="r" b="b"/>
                <a:pathLst>
                  <a:path w="68579" h="289559">
                    <a:moveTo>
                      <a:pt x="68409" y="288996"/>
                    </a:moveTo>
                    <a:lnTo>
                      <a:pt x="46971" y="269738"/>
                    </a:lnTo>
                    <a:lnTo>
                      <a:pt x="27791" y="249541"/>
                    </a:lnTo>
                    <a:lnTo>
                      <a:pt x="13126" y="227447"/>
                    </a:lnTo>
                    <a:lnTo>
                      <a:pt x="5235" y="202495"/>
                    </a:lnTo>
                    <a:lnTo>
                      <a:pt x="8480" y="172369"/>
                    </a:lnTo>
                    <a:lnTo>
                      <a:pt x="20374" y="138273"/>
                    </a:lnTo>
                    <a:lnTo>
                      <a:pt x="33032" y="104527"/>
                    </a:lnTo>
                    <a:lnTo>
                      <a:pt x="38567" y="75448"/>
                    </a:lnTo>
                    <a:lnTo>
                      <a:pt x="34063" y="51495"/>
                    </a:lnTo>
                    <a:lnTo>
                      <a:pt x="23995" y="30590"/>
                    </a:lnTo>
                    <a:lnTo>
                      <a:pt x="11572" y="13253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375F92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605" name="object 63">
                <a:extLst>
                  <a:ext uri="{FF2B5EF4-FFF2-40B4-BE49-F238E27FC236}">
                    <a16:creationId xmlns:a16="http://schemas.microsoft.com/office/drawing/2014/main" id="{336D2891-781A-42B3-AC6D-0C804BD909EF}"/>
                  </a:ext>
                </a:extLst>
              </p:cNvPr>
              <p:cNvSpPr/>
              <p:nvPr/>
            </p:nvSpPr>
            <p:spPr>
              <a:xfrm>
                <a:off x="8127740" y="19669284"/>
                <a:ext cx="68580" cy="288925"/>
              </a:xfrm>
              <a:custGeom>
                <a:avLst/>
                <a:gdLst/>
                <a:ahLst/>
                <a:cxnLst/>
                <a:rect l="l" t="t" r="r" b="b"/>
                <a:pathLst>
                  <a:path w="68579" h="288925">
                    <a:moveTo>
                      <a:pt x="68409" y="288298"/>
                    </a:moveTo>
                    <a:lnTo>
                      <a:pt x="46971" y="269083"/>
                    </a:lnTo>
                    <a:lnTo>
                      <a:pt x="27791" y="248930"/>
                    </a:lnTo>
                    <a:lnTo>
                      <a:pt x="13126" y="226880"/>
                    </a:lnTo>
                    <a:lnTo>
                      <a:pt x="5235" y="201971"/>
                    </a:lnTo>
                    <a:lnTo>
                      <a:pt x="8480" y="171941"/>
                    </a:lnTo>
                    <a:lnTo>
                      <a:pt x="20374" y="137946"/>
                    </a:lnTo>
                    <a:lnTo>
                      <a:pt x="33032" y="104289"/>
                    </a:lnTo>
                    <a:lnTo>
                      <a:pt x="38567" y="75274"/>
                    </a:lnTo>
                    <a:lnTo>
                      <a:pt x="34063" y="51372"/>
                    </a:lnTo>
                    <a:lnTo>
                      <a:pt x="23995" y="30525"/>
                    </a:lnTo>
                    <a:lnTo>
                      <a:pt x="11572" y="13234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375F92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606" name="object 64">
                <a:extLst>
                  <a:ext uri="{FF2B5EF4-FFF2-40B4-BE49-F238E27FC236}">
                    <a16:creationId xmlns:a16="http://schemas.microsoft.com/office/drawing/2014/main" id="{8EF22AB6-C3A5-2D48-FEF1-62D464378D97}"/>
                  </a:ext>
                </a:extLst>
              </p:cNvPr>
              <p:cNvSpPr/>
              <p:nvPr/>
            </p:nvSpPr>
            <p:spPr>
              <a:xfrm>
                <a:off x="8237939" y="19666163"/>
                <a:ext cx="68580" cy="289560"/>
              </a:xfrm>
              <a:custGeom>
                <a:avLst/>
                <a:gdLst/>
                <a:ahLst/>
                <a:cxnLst/>
                <a:rect l="l" t="t" r="r" b="b"/>
                <a:pathLst>
                  <a:path w="68579" h="289559">
                    <a:moveTo>
                      <a:pt x="68409" y="288996"/>
                    </a:moveTo>
                    <a:lnTo>
                      <a:pt x="46971" y="269738"/>
                    </a:lnTo>
                    <a:lnTo>
                      <a:pt x="27791" y="249541"/>
                    </a:lnTo>
                    <a:lnTo>
                      <a:pt x="13126" y="227447"/>
                    </a:lnTo>
                    <a:lnTo>
                      <a:pt x="5235" y="202495"/>
                    </a:lnTo>
                    <a:lnTo>
                      <a:pt x="8480" y="172369"/>
                    </a:lnTo>
                    <a:lnTo>
                      <a:pt x="20374" y="138273"/>
                    </a:lnTo>
                    <a:lnTo>
                      <a:pt x="33032" y="104527"/>
                    </a:lnTo>
                    <a:lnTo>
                      <a:pt x="38567" y="75448"/>
                    </a:lnTo>
                    <a:lnTo>
                      <a:pt x="34063" y="51495"/>
                    </a:lnTo>
                    <a:lnTo>
                      <a:pt x="23995" y="30590"/>
                    </a:lnTo>
                    <a:lnTo>
                      <a:pt x="11572" y="13253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375F92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607" name="object 65">
                <a:extLst>
                  <a:ext uri="{FF2B5EF4-FFF2-40B4-BE49-F238E27FC236}">
                    <a16:creationId xmlns:a16="http://schemas.microsoft.com/office/drawing/2014/main" id="{01234C2A-B97C-81C1-F4B5-ADB19179D521}"/>
                  </a:ext>
                </a:extLst>
              </p:cNvPr>
              <p:cNvSpPr/>
              <p:nvPr/>
            </p:nvSpPr>
            <p:spPr>
              <a:xfrm>
                <a:off x="8364288" y="19688500"/>
                <a:ext cx="68580" cy="289560"/>
              </a:xfrm>
              <a:custGeom>
                <a:avLst/>
                <a:gdLst/>
                <a:ahLst/>
                <a:cxnLst/>
                <a:rect l="l" t="t" r="r" b="b"/>
                <a:pathLst>
                  <a:path w="68579" h="289559">
                    <a:moveTo>
                      <a:pt x="68409" y="288996"/>
                    </a:moveTo>
                    <a:lnTo>
                      <a:pt x="46971" y="269738"/>
                    </a:lnTo>
                    <a:lnTo>
                      <a:pt x="27791" y="249541"/>
                    </a:lnTo>
                    <a:lnTo>
                      <a:pt x="13126" y="227447"/>
                    </a:lnTo>
                    <a:lnTo>
                      <a:pt x="5235" y="202495"/>
                    </a:lnTo>
                    <a:lnTo>
                      <a:pt x="8480" y="172369"/>
                    </a:lnTo>
                    <a:lnTo>
                      <a:pt x="20374" y="138273"/>
                    </a:lnTo>
                    <a:lnTo>
                      <a:pt x="33032" y="104527"/>
                    </a:lnTo>
                    <a:lnTo>
                      <a:pt x="38567" y="75448"/>
                    </a:lnTo>
                    <a:lnTo>
                      <a:pt x="34063" y="51495"/>
                    </a:lnTo>
                    <a:lnTo>
                      <a:pt x="23995" y="30590"/>
                    </a:lnTo>
                    <a:lnTo>
                      <a:pt x="11572" y="13253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375F92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608" name="object 66">
                <a:extLst>
                  <a:ext uri="{FF2B5EF4-FFF2-40B4-BE49-F238E27FC236}">
                    <a16:creationId xmlns:a16="http://schemas.microsoft.com/office/drawing/2014/main" id="{DC23EEE7-9813-036D-C24A-45D8AE7686E3}"/>
                  </a:ext>
                </a:extLst>
              </p:cNvPr>
              <p:cNvSpPr/>
              <p:nvPr/>
            </p:nvSpPr>
            <p:spPr>
              <a:xfrm>
                <a:off x="8482957" y="19715725"/>
                <a:ext cx="69215" cy="289560"/>
              </a:xfrm>
              <a:custGeom>
                <a:avLst/>
                <a:gdLst/>
                <a:ahLst/>
                <a:cxnLst/>
                <a:rect l="l" t="t" r="r" b="b"/>
                <a:pathLst>
                  <a:path w="69214" h="289559">
                    <a:moveTo>
                      <a:pt x="69107" y="288996"/>
                    </a:moveTo>
                    <a:lnTo>
                      <a:pt x="47455" y="269738"/>
                    </a:lnTo>
                    <a:lnTo>
                      <a:pt x="28082" y="249541"/>
                    </a:lnTo>
                    <a:lnTo>
                      <a:pt x="13268" y="227447"/>
                    </a:lnTo>
                    <a:lnTo>
                      <a:pt x="5293" y="202495"/>
                    </a:lnTo>
                    <a:lnTo>
                      <a:pt x="8568" y="172369"/>
                    </a:lnTo>
                    <a:lnTo>
                      <a:pt x="20585" y="138273"/>
                    </a:lnTo>
                    <a:lnTo>
                      <a:pt x="33376" y="104527"/>
                    </a:lnTo>
                    <a:lnTo>
                      <a:pt x="38974" y="75448"/>
                    </a:lnTo>
                    <a:lnTo>
                      <a:pt x="34431" y="51495"/>
                    </a:lnTo>
                    <a:lnTo>
                      <a:pt x="24264" y="30590"/>
                    </a:lnTo>
                    <a:lnTo>
                      <a:pt x="11709" y="13253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375F92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609" name="object 67">
                <a:extLst>
                  <a:ext uri="{FF2B5EF4-FFF2-40B4-BE49-F238E27FC236}">
                    <a16:creationId xmlns:a16="http://schemas.microsoft.com/office/drawing/2014/main" id="{17FD727E-16CF-FBD5-CAAC-585CF5CDD211}"/>
                  </a:ext>
                </a:extLst>
              </p:cNvPr>
              <p:cNvSpPr/>
              <p:nvPr/>
            </p:nvSpPr>
            <p:spPr>
              <a:xfrm>
                <a:off x="8596806" y="19675237"/>
                <a:ext cx="63043" cy="329649"/>
              </a:xfrm>
              <a:custGeom>
                <a:avLst/>
                <a:gdLst/>
                <a:ahLst/>
                <a:cxnLst/>
                <a:rect l="l" t="t" r="r" b="b"/>
                <a:pathLst>
                  <a:path w="46354" h="160019">
                    <a:moveTo>
                      <a:pt x="46071" y="159855"/>
                    </a:moveTo>
                    <a:lnTo>
                      <a:pt x="31623" y="149209"/>
                    </a:lnTo>
                    <a:lnTo>
                      <a:pt x="18702" y="138033"/>
                    </a:lnTo>
                    <a:lnTo>
                      <a:pt x="8834" y="125800"/>
                    </a:lnTo>
                    <a:lnTo>
                      <a:pt x="3548" y="111980"/>
                    </a:lnTo>
                    <a:lnTo>
                      <a:pt x="5715" y="95332"/>
                    </a:lnTo>
                    <a:lnTo>
                      <a:pt x="13728" y="76481"/>
                    </a:lnTo>
                    <a:lnTo>
                      <a:pt x="22265" y="57826"/>
                    </a:lnTo>
                    <a:lnTo>
                      <a:pt x="26002" y="41767"/>
                    </a:lnTo>
                    <a:lnTo>
                      <a:pt x="22970" y="28508"/>
                    </a:lnTo>
                    <a:lnTo>
                      <a:pt x="16186" y="16935"/>
                    </a:lnTo>
                    <a:lnTo>
                      <a:pt x="7809" y="7335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E36C09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610" name="object 68">
                <a:extLst>
                  <a:ext uri="{FF2B5EF4-FFF2-40B4-BE49-F238E27FC236}">
                    <a16:creationId xmlns:a16="http://schemas.microsoft.com/office/drawing/2014/main" id="{7E770A78-4B8D-5688-E84D-97FFE703EB57}"/>
                  </a:ext>
                </a:extLst>
              </p:cNvPr>
              <p:cNvSpPr/>
              <p:nvPr/>
            </p:nvSpPr>
            <p:spPr>
              <a:xfrm>
                <a:off x="8694887" y="19692565"/>
                <a:ext cx="69215" cy="289560"/>
              </a:xfrm>
              <a:custGeom>
                <a:avLst/>
                <a:gdLst/>
                <a:ahLst/>
                <a:cxnLst/>
                <a:rect l="l" t="t" r="r" b="b"/>
                <a:pathLst>
                  <a:path w="69214" h="289559">
                    <a:moveTo>
                      <a:pt x="69107" y="288996"/>
                    </a:moveTo>
                    <a:lnTo>
                      <a:pt x="47455" y="269738"/>
                    </a:lnTo>
                    <a:lnTo>
                      <a:pt x="28082" y="249541"/>
                    </a:lnTo>
                    <a:lnTo>
                      <a:pt x="13268" y="227447"/>
                    </a:lnTo>
                    <a:lnTo>
                      <a:pt x="5293" y="202495"/>
                    </a:lnTo>
                    <a:lnTo>
                      <a:pt x="8568" y="172369"/>
                    </a:lnTo>
                    <a:lnTo>
                      <a:pt x="20585" y="138273"/>
                    </a:lnTo>
                    <a:lnTo>
                      <a:pt x="33376" y="104527"/>
                    </a:lnTo>
                    <a:lnTo>
                      <a:pt x="38974" y="75448"/>
                    </a:lnTo>
                    <a:lnTo>
                      <a:pt x="34431" y="51495"/>
                    </a:lnTo>
                    <a:lnTo>
                      <a:pt x="24264" y="30590"/>
                    </a:lnTo>
                    <a:lnTo>
                      <a:pt x="11709" y="13253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E36C09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611" name="object 69">
                <a:extLst>
                  <a:ext uri="{FF2B5EF4-FFF2-40B4-BE49-F238E27FC236}">
                    <a16:creationId xmlns:a16="http://schemas.microsoft.com/office/drawing/2014/main" id="{DD44A162-93D6-9885-BA1B-873126226782}"/>
                  </a:ext>
                </a:extLst>
              </p:cNvPr>
              <p:cNvSpPr/>
              <p:nvPr/>
            </p:nvSpPr>
            <p:spPr>
              <a:xfrm>
                <a:off x="8792896" y="19670351"/>
                <a:ext cx="69215" cy="288925"/>
              </a:xfrm>
              <a:custGeom>
                <a:avLst/>
                <a:gdLst/>
                <a:ahLst/>
                <a:cxnLst/>
                <a:rect l="l" t="t" r="r" b="b"/>
                <a:pathLst>
                  <a:path w="69214" h="288925">
                    <a:moveTo>
                      <a:pt x="69107" y="288298"/>
                    </a:moveTo>
                    <a:lnTo>
                      <a:pt x="47455" y="269083"/>
                    </a:lnTo>
                    <a:lnTo>
                      <a:pt x="28082" y="248930"/>
                    </a:lnTo>
                    <a:lnTo>
                      <a:pt x="13268" y="226880"/>
                    </a:lnTo>
                    <a:lnTo>
                      <a:pt x="5293" y="201971"/>
                    </a:lnTo>
                    <a:lnTo>
                      <a:pt x="8568" y="171941"/>
                    </a:lnTo>
                    <a:lnTo>
                      <a:pt x="20585" y="137946"/>
                    </a:lnTo>
                    <a:lnTo>
                      <a:pt x="33376" y="104289"/>
                    </a:lnTo>
                    <a:lnTo>
                      <a:pt x="38974" y="75274"/>
                    </a:lnTo>
                    <a:lnTo>
                      <a:pt x="34431" y="51372"/>
                    </a:lnTo>
                    <a:lnTo>
                      <a:pt x="24264" y="30525"/>
                    </a:lnTo>
                    <a:lnTo>
                      <a:pt x="11709" y="13234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E36C09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612" name="object 70">
                <a:extLst>
                  <a:ext uri="{FF2B5EF4-FFF2-40B4-BE49-F238E27FC236}">
                    <a16:creationId xmlns:a16="http://schemas.microsoft.com/office/drawing/2014/main" id="{4288DE5C-F629-E079-4619-0844400DEC49}"/>
                  </a:ext>
                </a:extLst>
              </p:cNvPr>
              <p:cNvSpPr/>
              <p:nvPr/>
            </p:nvSpPr>
            <p:spPr>
              <a:xfrm>
                <a:off x="8888538" y="19663247"/>
                <a:ext cx="69215" cy="289560"/>
              </a:xfrm>
              <a:custGeom>
                <a:avLst/>
                <a:gdLst/>
                <a:ahLst/>
                <a:cxnLst/>
                <a:rect l="l" t="t" r="r" b="b"/>
                <a:pathLst>
                  <a:path w="69214" h="289559">
                    <a:moveTo>
                      <a:pt x="69107" y="288996"/>
                    </a:moveTo>
                    <a:lnTo>
                      <a:pt x="47455" y="269738"/>
                    </a:lnTo>
                    <a:lnTo>
                      <a:pt x="28082" y="249541"/>
                    </a:lnTo>
                    <a:lnTo>
                      <a:pt x="13268" y="227447"/>
                    </a:lnTo>
                    <a:lnTo>
                      <a:pt x="5293" y="202495"/>
                    </a:lnTo>
                    <a:lnTo>
                      <a:pt x="8568" y="172369"/>
                    </a:lnTo>
                    <a:lnTo>
                      <a:pt x="20585" y="138273"/>
                    </a:lnTo>
                    <a:lnTo>
                      <a:pt x="33376" y="104527"/>
                    </a:lnTo>
                    <a:lnTo>
                      <a:pt x="38974" y="75448"/>
                    </a:lnTo>
                    <a:lnTo>
                      <a:pt x="34431" y="51495"/>
                    </a:lnTo>
                    <a:lnTo>
                      <a:pt x="24264" y="30590"/>
                    </a:lnTo>
                    <a:lnTo>
                      <a:pt x="11709" y="13253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E36C09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613" name="object 71">
                <a:extLst>
                  <a:ext uri="{FF2B5EF4-FFF2-40B4-BE49-F238E27FC236}">
                    <a16:creationId xmlns:a16="http://schemas.microsoft.com/office/drawing/2014/main" id="{CD5EC51E-9EFE-547A-52B2-A14CF055BAF6}"/>
                  </a:ext>
                </a:extLst>
              </p:cNvPr>
              <p:cNvSpPr/>
              <p:nvPr/>
            </p:nvSpPr>
            <p:spPr>
              <a:xfrm>
                <a:off x="9013482" y="19688500"/>
                <a:ext cx="69215" cy="289560"/>
              </a:xfrm>
              <a:custGeom>
                <a:avLst/>
                <a:gdLst/>
                <a:ahLst/>
                <a:cxnLst/>
                <a:rect l="l" t="t" r="r" b="b"/>
                <a:pathLst>
                  <a:path w="69214" h="289559">
                    <a:moveTo>
                      <a:pt x="69107" y="288996"/>
                    </a:moveTo>
                    <a:lnTo>
                      <a:pt x="47455" y="269738"/>
                    </a:lnTo>
                    <a:lnTo>
                      <a:pt x="28082" y="249541"/>
                    </a:lnTo>
                    <a:lnTo>
                      <a:pt x="13268" y="227447"/>
                    </a:lnTo>
                    <a:lnTo>
                      <a:pt x="5293" y="202495"/>
                    </a:lnTo>
                    <a:lnTo>
                      <a:pt x="8568" y="172369"/>
                    </a:lnTo>
                    <a:lnTo>
                      <a:pt x="20585" y="138273"/>
                    </a:lnTo>
                    <a:lnTo>
                      <a:pt x="33376" y="104527"/>
                    </a:lnTo>
                    <a:lnTo>
                      <a:pt x="38974" y="75448"/>
                    </a:lnTo>
                    <a:lnTo>
                      <a:pt x="34431" y="51495"/>
                    </a:lnTo>
                    <a:lnTo>
                      <a:pt x="24264" y="30590"/>
                    </a:lnTo>
                    <a:lnTo>
                      <a:pt x="11709" y="13253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E36C09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614" name="object 72">
                <a:extLst>
                  <a:ext uri="{FF2B5EF4-FFF2-40B4-BE49-F238E27FC236}">
                    <a16:creationId xmlns:a16="http://schemas.microsoft.com/office/drawing/2014/main" id="{7FD59554-C236-B0BD-6EE3-E0CE4FA4CC1F}"/>
                  </a:ext>
                </a:extLst>
              </p:cNvPr>
              <p:cNvSpPr/>
              <p:nvPr/>
            </p:nvSpPr>
            <p:spPr>
              <a:xfrm>
                <a:off x="8131136" y="19967026"/>
                <a:ext cx="69215" cy="288925"/>
              </a:xfrm>
              <a:custGeom>
                <a:avLst/>
                <a:gdLst/>
                <a:ahLst/>
                <a:cxnLst/>
                <a:rect l="l" t="t" r="r" b="b"/>
                <a:pathLst>
                  <a:path w="69214" h="288925">
                    <a:moveTo>
                      <a:pt x="69107" y="288298"/>
                    </a:moveTo>
                    <a:lnTo>
                      <a:pt x="47455" y="269083"/>
                    </a:lnTo>
                    <a:lnTo>
                      <a:pt x="28082" y="248930"/>
                    </a:lnTo>
                    <a:lnTo>
                      <a:pt x="13268" y="226880"/>
                    </a:lnTo>
                    <a:lnTo>
                      <a:pt x="5293" y="201971"/>
                    </a:lnTo>
                    <a:lnTo>
                      <a:pt x="8568" y="171941"/>
                    </a:lnTo>
                    <a:lnTo>
                      <a:pt x="20585" y="137946"/>
                    </a:lnTo>
                    <a:lnTo>
                      <a:pt x="33376" y="104289"/>
                    </a:lnTo>
                    <a:lnTo>
                      <a:pt x="38974" y="75274"/>
                    </a:lnTo>
                    <a:lnTo>
                      <a:pt x="34431" y="51372"/>
                    </a:lnTo>
                    <a:lnTo>
                      <a:pt x="24264" y="30525"/>
                    </a:lnTo>
                    <a:lnTo>
                      <a:pt x="11709" y="13234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375F92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615" name="object 73">
                <a:extLst>
                  <a:ext uri="{FF2B5EF4-FFF2-40B4-BE49-F238E27FC236}">
                    <a16:creationId xmlns:a16="http://schemas.microsoft.com/office/drawing/2014/main" id="{61CC43E2-F2A7-ACCF-E80A-1E49C96C554E}"/>
                  </a:ext>
                </a:extLst>
              </p:cNvPr>
              <p:cNvSpPr/>
              <p:nvPr/>
            </p:nvSpPr>
            <p:spPr>
              <a:xfrm>
                <a:off x="8234449" y="19947481"/>
                <a:ext cx="68580" cy="289560"/>
              </a:xfrm>
              <a:custGeom>
                <a:avLst/>
                <a:gdLst/>
                <a:ahLst/>
                <a:cxnLst/>
                <a:rect l="l" t="t" r="r" b="b"/>
                <a:pathLst>
                  <a:path w="68579" h="289559">
                    <a:moveTo>
                      <a:pt x="68409" y="288996"/>
                    </a:moveTo>
                    <a:lnTo>
                      <a:pt x="46971" y="269738"/>
                    </a:lnTo>
                    <a:lnTo>
                      <a:pt x="27791" y="249541"/>
                    </a:lnTo>
                    <a:lnTo>
                      <a:pt x="13126" y="227447"/>
                    </a:lnTo>
                    <a:lnTo>
                      <a:pt x="5235" y="202495"/>
                    </a:lnTo>
                    <a:lnTo>
                      <a:pt x="8480" y="172369"/>
                    </a:lnTo>
                    <a:lnTo>
                      <a:pt x="20374" y="138273"/>
                    </a:lnTo>
                    <a:lnTo>
                      <a:pt x="33032" y="104527"/>
                    </a:lnTo>
                    <a:lnTo>
                      <a:pt x="38567" y="75448"/>
                    </a:lnTo>
                    <a:lnTo>
                      <a:pt x="34063" y="51495"/>
                    </a:lnTo>
                    <a:lnTo>
                      <a:pt x="23995" y="30590"/>
                    </a:lnTo>
                    <a:lnTo>
                      <a:pt x="11572" y="13253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375F92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616" name="object 74">
                <a:extLst>
                  <a:ext uri="{FF2B5EF4-FFF2-40B4-BE49-F238E27FC236}">
                    <a16:creationId xmlns:a16="http://schemas.microsoft.com/office/drawing/2014/main" id="{4D25C477-AA27-D69A-6728-A45228B9E0AB}"/>
                  </a:ext>
                </a:extLst>
              </p:cNvPr>
              <p:cNvSpPr/>
              <p:nvPr/>
            </p:nvSpPr>
            <p:spPr>
              <a:xfrm>
                <a:off x="8351024" y="19960046"/>
                <a:ext cx="68580" cy="289560"/>
              </a:xfrm>
              <a:custGeom>
                <a:avLst/>
                <a:gdLst/>
                <a:ahLst/>
                <a:cxnLst/>
                <a:rect l="l" t="t" r="r" b="b"/>
                <a:pathLst>
                  <a:path w="68579" h="289559">
                    <a:moveTo>
                      <a:pt x="68409" y="288996"/>
                    </a:moveTo>
                    <a:lnTo>
                      <a:pt x="46971" y="269738"/>
                    </a:lnTo>
                    <a:lnTo>
                      <a:pt x="27791" y="249541"/>
                    </a:lnTo>
                    <a:lnTo>
                      <a:pt x="13126" y="227447"/>
                    </a:lnTo>
                    <a:lnTo>
                      <a:pt x="5235" y="202495"/>
                    </a:lnTo>
                    <a:lnTo>
                      <a:pt x="8480" y="172369"/>
                    </a:lnTo>
                    <a:lnTo>
                      <a:pt x="20374" y="138273"/>
                    </a:lnTo>
                    <a:lnTo>
                      <a:pt x="33032" y="104527"/>
                    </a:lnTo>
                    <a:lnTo>
                      <a:pt x="38567" y="75448"/>
                    </a:lnTo>
                    <a:lnTo>
                      <a:pt x="34063" y="51495"/>
                    </a:lnTo>
                    <a:lnTo>
                      <a:pt x="23995" y="30590"/>
                    </a:lnTo>
                    <a:lnTo>
                      <a:pt x="11572" y="13253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375F92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617" name="object 75">
                <a:extLst>
                  <a:ext uri="{FF2B5EF4-FFF2-40B4-BE49-F238E27FC236}">
                    <a16:creationId xmlns:a16="http://schemas.microsoft.com/office/drawing/2014/main" id="{5DAAB0B9-C581-3003-AABF-03BEE8DC069B}"/>
                  </a:ext>
                </a:extLst>
              </p:cNvPr>
              <p:cNvSpPr/>
              <p:nvPr/>
            </p:nvSpPr>
            <p:spPr>
              <a:xfrm>
                <a:off x="8480165" y="19994948"/>
                <a:ext cx="68580" cy="288925"/>
              </a:xfrm>
              <a:custGeom>
                <a:avLst/>
                <a:gdLst/>
                <a:ahLst/>
                <a:cxnLst/>
                <a:rect l="l" t="t" r="r" b="b"/>
                <a:pathLst>
                  <a:path w="68579" h="288925">
                    <a:moveTo>
                      <a:pt x="68409" y="288298"/>
                    </a:moveTo>
                    <a:lnTo>
                      <a:pt x="46971" y="269083"/>
                    </a:lnTo>
                    <a:lnTo>
                      <a:pt x="27791" y="248930"/>
                    </a:lnTo>
                    <a:lnTo>
                      <a:pt x="13126" y="226880"/>
                    </a:lnTo>
                    <a:lnTo>
                      <a:pt x="5235" y="201971"/>
                    </a:lnTo>
                    <a:lnTo>
                      <a:pt x="8480" y="171941"/>
                    </a:lnTo>
                    <a:lnTo>
                      <a:pt x="20374" y="137946"/>
                    </a:lnTo>
                    <a:lnTo>
                      <a:pt x="33032" y="104289"/>
                    </a:lnTo>
                    <a:lnTo>
                      <a:pt x="38567" y="75274"/>
                    </a:lnTo>
                    <a:lnTo>
                      <a:pt x="34063" y="51372"/>
                    </a:lnTo>
                    <a:lnTo>
                      <a:pt x="23995" y="30525"/>
                    </a:lnTo>
                    <a:lnTo>
                      <a:pt x="11572" y="13234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375F92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618" name="object 77">
                <a:extLst>
                  <a:ext uri="{FF2B5EF4-FFF2-40B4-BE49-F238E27FC236}">
                    <a16:creationId xmlns:a16="http://schemas.microsoft.com/office/drawing/2014/main" id="{55015054-391C-414E-7F6B-C86E7C37255D}"/>
                  </a:ext>
                </a:extLst>
              </p:cNvPr>
              <p:cNvSpPr/>
              <p:nvPr/>
            </p:nvSpPr>
            <p:spPr>
              <a:xfrm>
                <a:off x="8718204" y="19997740"/>
                <a:ext cx="69215" cy="289560"/>
              </a:xfrm>
              <a:custGeom>
                <a:avLst/>
                <a:gdLst/>
                <a:ahLst/>
                <a:cxnLst/>
                <a:rect l="l" t="t" r="r" b="b"/>
                <a:pathLst>
                  <a:path w="69214" h="289559">
                    <a:moveTo>
                      <a:pt x="69107" y="288996"/>
                    </a:moveTo>
                    <a:lnTo>
                      <a:pt x="47455" y="269738"/>
                    </a:lnTo>
                    <a:lnTo>
                      <a:pt x="28082" y="249541"/>
                    </a:lnTo>
                    <a:lnTo>
                      <a:pt x="13268" y="227447"/>
                    </a:lnTo>
                    <a:lnTo>
                      <a:pt x="5293" y="202495"/>
                    </a:lnTo>
                    <a:lnTo>
                      <a:pt x="8568" y="172369"/>
                    </a:lnTo>
                    <a:lnTo>
                      <a:pt x="20585" y="138273"/>
                    </a:lnTo>
                    <a:lnTo>
                      <a:pt x="33376" y="104527"/>
                    </a:lnTo>
                    <a:lnTo>
                      <a:pt x="38974" y="75448"/>
                    </a:lnTo>
                    <a:lnTo>
                      <a:pt x="34431" y="51495"/>
                    </a:lnTo>
                    <a:lnTo>
                      <a:pt x="24264" y="30590"/>
                    </a:lnTo>
                    <a:lnTo>
                      <a:pt x="11709" y="13253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E36C09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619" name="object 78">
                <a:extLst>
                  <a:ext uri="{FF2B5EF4-FFF2-40B4-BE49-F238E27FC236}">
                    <a16:creationId xmlns:a16="http://schemas.microsoft.com/office/drawing/2014/main" id="{154480B3-FF2A-1F70-4BA0-28994E48B990}"/>
                  </a:ext>
                </a:extLst>
              </p:cNvPr>
              <p:cNvSpPr/>
              <p:nvPr/>
            </p:nvSpPr>
            <p:spPr>
              <a:xfrm>
                <a:off x="8811742" y="19977497"/>
                <a:ext cx="76439" cy="317242"/>
              </a:xfrm>
              <a:custGeom>
                <a:avLst/>
                <a:gdLst/>
                <a:ahLst/>
                <a:cxnLst/>
                <a:rect l="l" t="t" r="r" b="b"/>
                <a:pathLst>
                  <a:path w="39370" h="141605">
                    <a:moveTo>
                      <a:pt x="39091" y="141007"/>
                    </a:moveTo>
                    <a:lnTo>
                      <a:pt x="26838" y="131603"/>
                    </a:lnTo>
                    <a:lnTo>
                      <a:pt x="15888" y="121745"/>
                    </a:lnTo>
                    <a:lnTo>
                      <a:pt x="7523" y="110961"/>
                    </a:lnTo>
                    <a:lnTo>
                      <a:pt x="3024" y="98775"/>
                    </a:lnTo>
                    <a:lnTo>
                      <a:pt x="4868" y="84097"/>
                    </a:lnTo>
                    <a:lnTo>
                      <a:pt x="11663" y="67471"/>
                    </a:lnTo>
                    <a:lnTo>
                      <a:pt x="18894" y="51010"/>
                    </a:lnTo>
                    <a:lnTo>
                      <a:pt x="22047" y="36822"/>
                    </a:lnTo>
                    <a:lnTo>
                      <a:pt x="19461" y="25130"/>
                    </a:lnTo>
                    <a:lnTo>
                      <a:pt x="13706" y="14921"/>
                    </a:lnTo>
                    <a:lnTo>
                      <a:pt x="6610" y="6457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E36C09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620" name="object 79">
                <a:extLst>
                  <a:ext uri="{FF2B5EF4-FFF2-40B4-BE49-F238E27FC236}">
                    <a16:creationId xmlns:a16="http://schemas.microsoft.com/office/drawing/2014/main" id="{BADC7A5B-06D5-BB11-7449-D1D5B5038E91}"/>
                  </a:ext>
                </a:extLst>
              </p:cNvPr>
              <p:cNvSpPr/>
              <p:nvPr/>
            </p:nvSpPr>
            <p:spPr>
              <a:xfrm>
                <a:off x="8898303" y="19953763"/>
                <a:ext cx="68061" cy="279299"/>
              </a:xfrm>
              <a:custGeom>
                <a:avLst/>
                <a:gdLst/>
                <a:ahLst/>
                <a:cxnLst/>
                <a:rect l="l" t="t" r="r" b="b"/>
                <a:pathLst>
                  <a:path w="48895" h="129540">
                    <a:moveTo>
                      <a:pt x="48864" y="129140"/>
                    </a:moveTo>
                    <a:lnTo>
                      <a:pt x="33557" y="120527"/>
                    </a:lnTo>
                    <a:lnTo>
                      <a:pt x="19865" y="111500"/>
                    </a:lnTo>
                    <a:lnTo>
                      <a:pt x="9401" y="101622"/>
                    </a:lnTo>
                    <a:lnTo>
                      <a:pt x="3781" y="90456"/>
                    </a:lnTo>
                    <a:lnTo>
                      <a:pt x="6091" y="77013"/>
                    </a:lnTo>
                    <a:lnTo>
                      <a:pt x="14586" y="61792"/>
                    </a:lnTo>
                    <a:lnTo>
                      <a:pt x="23626" y="46724"/>
                    </a:lnTo>
                    <a:lnTo>
                      <a:pt x="27573" y="33739"/>
                    </a:lnTo>
                    <a:lnTo>
                      <a:pt x="24344" y="23035"/>
                    </a:lnTo>
                    <a:lnTo>
                      <a:pt x="17146" y="13684"/>
                    </a:lnTo>
                    <a:lnTo>
                      <a:pt x="8267" y="5926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E36C09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621" name="object 80">
                <a:extLst>
                  <a:ext uri="{FF2B5EF4-FFF2-40B4-BE49-F238E27FC236}">
                    <a16:creationId xmlns:a16="http://schemas.microsoft.com/office/drawing/2014/main" id="{58A54CCB-8F7B-3077-260F-E7E313B46009}"/>
                  </a:ext>
                </a:extLst>
              </p:cNvPr>
              <p:cNvSpPr/>
              <p:nvPr/>
            </p:nvSpPr>
            <p:spPr>
              <a:xfrm>
                <a:off x="9005804" y="19964234"/>
                <a:ext cx="68580" cy="289560"/>
              </a:xfrm>
              <a:custGeom>
                <a:avLst/>
                <a:gdLst/>
                <a:ahLst/>
                <a:cxnLst/>
                <a:rect l="l" t="t" r="r" b="b"/>
                <a:pathLst>
                  <a:path w="68579" h="289559">
                    <a:moveTo>
                      <a:pt x="68409" y="288996"/>
                    </a:moveTo>
                    <a:lnTo>
                      <a:pt x="46971" y="269738"/>
                    </a:lnTo>
                    <a:lnTo>
                      <a:pt x="27791" y="249541"/>
                    </a:lnTo>
                    <a:lnTo>
                      <a:pt x="13126" y="227447"/>
                    </a:lnTo>
                    <a:lnTo>
                      <a:pt x="5235" y="202495"/>
                    </a:lnTo>
                    <a:lnTo>
                      <a:pt x="8480" y="172369"/>
                    </a:lnTo>
                    <a:lnTo>
                      <a:pt x="20374" y="138273"/>
                    </a:lnTo>
                    <a:lnTo>
                      <a:pt x="33032" y="104527"/>
                    </a:lnTo>
                    <a:lnTo>
                      <a:pt x="38567" y="75448"/>
                    </a:lnTo>
                    <a:lnTo>
                      <a:pt x="34063" y="51495"/>
                    </a:lnTo>
                    <a:lnTo>
                      <a:pt x="23995" y="30590"/>
                    </a:lnTo>
                    <a:lnTo>
                      <a:pt x="11572" y="13253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E36C09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622" name="object 81">
                <a:extLst>
                  <a:ext uri="{FF2B5EF4-FFF2-40B4-BE49-F238E27FC236}">
                    <a16:creationId xmlns:a16="http://schemas.microsoft.com/office/drawing/2014/main" id="{8F449DC9-B554-B4EE-6C1D-CFC1C766F73F}"/>
                  </a:ext>
                </a:extLst>
              </p:cNvPr>
              <p:cNvSpPr/>
              <p:nvPr/>
            </p:nvSpPr>
            <p:spPr>
              <a:xfrm>
                <a:off x="8048765" y="20014494"/>
                <a:ext cx="69215" cy="289560"/>
              </a:xfrm>
              <a:custGeom>
                <a:avLst/>
                <a:gdLst/>
                <a:ahLst/>
                <a:cxnLst/>
                <a:rect l="l" t="t" r="r" b="b"/>
                <a:pathLst>
                  <a:path w="69214" h="289559">
                    <a:moveTo>
                      <a:pt x="69107" y="288996"/>
                    </a:moveTo>
                    <a:lnTo>
                      <a:pt x="47455" y="269738"/>
                    </a:lnTo>
                    <a:lnTo>
                      <a:pt x="28082" y="249541"/>
                    </a:lnTo>
                    <a:lnTo>
                      <a:pt x="13268" y="227447"/>
                    </a:lnTo>
                    <a:lnTo>
                      <a:pt x="5293" y="202495"/>
                    </a:lnTo>
                    <a:lnTo>
                      <a:pt x="8568" y="172369"/>
                    </a:lnTo>
                    <a:lnTo>
                      <a:pt x="20585" y="138273"/>
                    </a:lnTo>
                    <a:lnTo>
                      <a:pt x="33376" y="104527"/>
                    </a:lnTo>
                    <a:lnTo>
                      <a:pt x="38974" y="75448"/>
                    </a:lnTo>
                    <a:lnTo>
                      <a:pt x="34431" y="51495"/>
                    </a:lnTo>
                    <a:lnTo>
                      <a:pt x="24264" y="30590"/>
                    </a:lnTo>
                    <a:lnTo>
                      <a:pt x="11709" y="13253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375F92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623" name="object 79">
                <a:extLst>
                  <a:ext uri="{FF2B5EF4-FFF2-40B4-BE49-F238E27FC236}">
                    <a16:creationId xmlns:a16="http://schemas.microsoft.com/office/drawing/2014/main" id="{F0395FFF-810E-EAC4-9733-75D1CF8662AE}"/>
                  </a:ext>
                </a:extLst>
              </p:cNvPr>
              <p:cNvSpPr/>
              <p:nvPr/>
            </p:nvSpPr>
            <p:spPr>
              <a:xfrm>
                <a:off x="8598581" y="20008725"/>
                <a:ext cx="68061" cy="279299"/>
              </a:xfrm>
              <a:custGeom>
                <a:avLst/>
                <a:gdLst/>
                <a:ahLst/>
                <a:cxnLst/>
                <a:rect l="l" t="t" r="r" b="b"/>
                <a:pathLst>
                  <a:path w="48895" h="129540">
                    <a:moveTo>
                      <a:pt x="48864" y="129140"/>
                    </a:moveTo>
                    <a:lnTo>
                      <a:pt x="33557" y="120527"/>
                    </a:lnTo>
                    <a:lnTo>
                      <a:pt x="19865" y="111500"/>
                    </a:lnTo>
                    <a:lnTo>
                      <a:pt x="9401" y="101622"/>
                    </a:lnTo>
                    <a:lnTo>
                      <a:pt x="3781" y="90456"/>
                    </a:lnTo>
                    <a:lnTo>
                      <a:pt x="6091" y="77013"/>
                    </a:lnTo>
                    <a:lnTo>
                      <a:pt x="14586" y="61792"/>
                    </a:lnTo>
                    <a:lnTo>
                      <a:pt x="23626" y="46724"/>
                    </a:lnTo>
                    <a:lnTo>
                      <a:pt x="27573" y="33739"/>
                    </a:lnTo>
                    <a:lnTo>
                      <a:pt x="24344" y="23035"/>
                    </a:lnTo>
                    <a:lnTo>
                      <a:pt x="17146" y="13684"/>
                    </a:lnTo>
                    <a:lnTo>
                      <a:pt x="8267" y="5926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E36C09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624" name="object 82">
                <a:extLst>
                  <a:ext uri="{FF2B5EF4-FFF2-40B4-BE49-F238E27FC236}">
                    <a16:creationId xmlns:a16="http://schemas.microsoft.com/office/drawing/2014/main" id="{05C2A84B-9749-A5A0-2920-15090643C548}"/>
                  </a:ext>
                </a:extLst>
              </p:cNvPr>
              <p:cNvSpPr/>
              <p:nvPr/>
            </p:nvSpPr>
            <p:spPr>
              <a:xfrm>
                <a:off x="8003457" y="19949392"/>
                <a:ext cx="1131570" cy="84455"/>
              </a:xfrm>
              <a:custGeom>
                <a:avLst/>
                <a:gdLst/>
                <a:ahLst/>
                <a:cxnLst/>
                <a:rect l="l" t="t" r="r" b="b"/>
                <a:pathLst>
                  <a:path w="1131570" h="84455">
                    <a:moveTo>
                      <a:pt x="0" y="84290"/>
                    </a:moveTo>
                    <a:lnTo>
                      <a:pt x="45196" y="60401"/>
                    </a:lnTo>
                    <a:lnTo>
                      <a:pt x="91601" y="38277"/>
                    </a:lnTo>
                    <a:lnTo>
                      <a:pt x="140410" y="19668"/>
                    </a:lnTo>
                    <a:lnTo>
                      <a:pt x="192818" y="6325"/>
                    </a:lnTo>
                    <a:lnTo>
                      <a:pt x="250021" y="0"/>
                    </a:lnTo>
                    <a:lnTo>
                      <a:pt x="294955" y="2250"/>
                    </a:lnTo>
                    <a:lnTo>
                      <a:pt x="343339" y="10623"/>
                    </a:lnTo>
                    <a:lnTo>
                      <a:pt x="394116" y="22765"/>
                    </a:lnTo>
                    <a:lnTo>
                      <a:pt x="446227" y="36323"/>
                    </a:lnTo>
                    <a:lnTo>
                      <a:pt x="498614" y="48942"/>
                    </a:lnTo>
                    <a:lnTo>
                      <a:pt x="550218" y="58270"/>
                    </a:lnTo>
                    <a:lnTo>
                      <a:pt x="599981" y="61952"/>
                    </a:lnTo>
                    <a:lnTo>
                      <a:pt x="649180" y="58793"/>
                    </a:lnTo>
                    <a:lnTo>
                      <a:pt x="699180" y="50452"/>
                    </a:lnTo>
                    <a:lnTo>
                      <a:pt x="749060" y="38935"/>
                    </a:lnTo>
                    <a:lnTo>
                      <a:pt x="797898" y="26247"/>
                    </a:lnTo>
                    <a:lnTo>
                      <a:pt x="844773" y="14396"/>
                    </a:lnTo>
                    <a:lnTo>
                      <a:pt x="888761" y="5385"/>
                    </a:lnTo>
                    <a:lnTo>
                      <a:pt x="928942" y="1221"/>
                    </a:lnTo>
                    <a:lnTo>
                      <a:pt x="992609" y="5996"/>
                    </a:lnTo>
                    <a:lnTo>
                      <a:pt x="1049160" y="19654"/>
                    </a:lnTo>
                    <a:lnTo>
                      <a:pt x="1096255" y="35571"/>
                    </a:lnTo>
                    <a:lnTo>
                      <a:pt x="1131553" y="47118"/>
                    </a:lnTo>
                  </a:path>
                </a:pathLst>
              </a:custGeom>
              <a:ln w="381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</p:grpSp>
        <p:grpSp>
          <p:nvGrpSpPr>
            <p:cNvPr id="626" name="Group 625">
              <a:extLst>
                <a:ext uri="{FF2B5EF4-FFF2-40B4-BE49-F238E27FC236}">
                  <a16:creationId xmlns:a16="http://schemas.microsoft.com/office/drawing/2014/main" id="{BA687EE2-87D1-A1AF-E229-5EBE33042D01}"/>
                </a:ext>
              </a:extLst>
            </p:cNvPr>
            <p:cNvGrpSpPr/>
            <p:nvPr/>
          </p:nvGrpSpPr>
          <p:grpSpPr>
            <a:xfrm>
              <a:off x="6265529" y="17044405"/>
              <a:ext cx="2988871" cy="2002158"/>
              <a:chOff x="7945308" y="19597951"/>
              <a:chExt cx="1243816" cy="793136"/>
            </a:xfrm>
          </p:grpSpPr>
          <p:sp>
            <p:nvSpPr>
              <p:cNvPr id="627" name="object 60">
                <a:extLst>
                  <a:ext uri="{FF2B5EF4-FFF2-40B4-BE49-F238E27FC236}">
                    <a16:creationId xmlns:a16="http://schemas.microsoft.com/office/drawing/2014/main" id="{B6FFEE99-39FC-1F06-A83B-2B53317A8379}"/>
                  </a:ext>
                </a:extLst>
              </p:cNvPr>
              <p:cNvSpPr/>
              <p:nvPr/>
            </p:nvSpPr>
            <p:spPr>
              <a:xfrm>
                <a:off x="7945308" y="19597953"/>
                <a:ext cx="265683" cy="793134"/>
              </a:xfrm>
              <a:custGeom>
                <a:avLst/>
                <a:gdLst/>
                <a:ahLst/>
                <a:cxnLst/>
                <a:rect l="l" t="t" r="r" b="b"/>
                <a:pathLst>
                  <a:path w="629920" h="800100">
                    <a:moveTo>
                      <a:pt x="629649" y="0"/>
                    </a:moveTo>
                    <a:lnTo>
                      <a:pt x="0" y="0"/>
                    </a:lnTo>
                    <a:lnTo>
                      <a:pt x="0" y="799975"/>
                    </a:lnTo>
                    <a:lnTo>
                      <a:pt x="629649" y="799975"/>
                    </a:lnTo>
                    <a:lnTo>
                      <a:pt x="629649" y="0"/>
                    </a:lnTo>
                    <a:close/>
                  </a:path>
                </a:pathLst>
              </a:custGeom>
              <a:solidFill>
                <a:srgbClr val="4F81BC">
                  <a:alpha val="38822"/>
                </a:srgbClr>
              </a:solidFill>
              <a:ln w="12700">
                <a:solidFill>
                  <a:schemeClr val="tx1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628" name="object 61">
                <a:extLst>
                  <a:ext uri="{FF2B5EF4-FFF2-40B4-BE49-F238E27FC236}">
                    <a16:creationId xmlns:a16="http://schemas.microsoft.com/office/drawing/2014/main" id="{9DADAEAC-1B71-F7E6-3C93-27826547CD6B}"/>
                  </a:ext>
                </a:extLst>
              </p:cNvPr>
              <p:cNvSpPr/>
              <p:nvPr/>
            </p:nvSpPr>
            <p:spPr>
              <a:xfrm>
                <a:off x="8207327" y="19597951"/>
                <a:ext cx="981797" cy="793133"/>
              </a:xfrm>
              <a:custGeom>
                <a:avLst/>
                <a:gdLst/>
                <a:ahLst/>
                <a:cxnLst/>
                <a:rect l="l" t="t" r="r" b="b"/>
                <a:pathLst>
                  <a:path w="616585" h="800100">
                    <a:moveTo>
                      <a:pt x="616386" y="0"/>
                    </a:moveTo>
                    <a:lnTo>
                      <a:pt x="0" y="0"/>
                    </a:lnTo>
                    <a:lnTo>
                      <a:pt x="0" y="799975"/>
                    </a:lnTo>
                    <a:lnTo>
                      <a:pt x="616386" y="799975"/>
                    </a:lnTo>
                    <a:lnTo>
                      <a:pt x="616386" y="0"/>
                    </a:lnTo>
                    <a:close/>
                  </a:path>
                </a:pathLst>
              </a:custGeom>
              <a:solidFill>
                <a:srgbClr val="F79546">
                  <a:alpha val="25881"/>
                </a:srgbClr>
              </a:solidFill>
              <a:ln w="12700">
                <a:solidFill>
                  <a:schemeClr val="tx1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629" name="object 62">
                <a:extLst>
                  <a:ext uri="{FF2B5EF4-FFF2-40B4-BE49-F238E27FC236}">
                    <a16:creationId xmlns:a16="http://schemas.microsoft.com/office/drawing/2014/main" id="{806E76CA-52E8-D575-2017-AB5EF72BD7AF}"/>
                  </a:ext>
                </a:extLst>
              </p:cNvPr>
              <p:cNvSpPr/>
              <p:nvPr/>
            </p:nvSpPr>
            <p:spPr>
              <a:xfrm>
                <a:off x="8020145" y="19705952"/>
                <a:ext cx="68580" cy="289560"/>
              </a:xfrm>
              <a:custGeom>
                <a:avLst/>
                <a:gdLst/>
                <a:ahLst/>
                <a:cxnLst/>
                <a:rect l="l" t="t" r="r" b="b"/>
                <a:pathLst>
                  <a:path w="68579" h="289559">
                    <a:moveTo>
                      <a:pt x="68409" y="288996"/>
                    </a:moveTo>
                    <a:lnTo>
                      <a:pt x="46971" y="269738"/>
                    </a:lnTo>
                    <a:lnTo>
                      <a:pt x="27791" y="249541"/>
                    </a:lnTo>
                    <a:lnTo>
                      <a:pt x="13126" y="227447"/>
                    </a:lnTo>
                    <a:lnTo>
                      <a:pt x="5235" y="202495"/>
                    </a:lnTo>
                    <a:lnTo>
                      <a:pt x="8480" y="172369"/>
                    </a:lnTo>
                    <a:lnTo>
                      <a:pt x="20374" y="138273"/>
                    </a:lnTo>
                    <a:lnTo>
                      <a:pt x="33032" y="104527"/>
                    </a:lnTo>
                    <a:lnTo>
                      <a:pt x="38567" y="75448"/>
                    </a:lnTo>
                    <a:lnTo>
                      <a:pt x="34063" y="51495"/>
                    </a:lnTo>
                    <a:lnTo>
                      <a:pt x="23995" y="30590"/>
                    </a:lnTo>
                    <a:lnTo>
                      <a:pt x="11572" y="13253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375F92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630" name="object 63">
                <a:extLst>
                  <a:ext uri="{FF2B5EF4-FFF2-40B4-BE49-F238E27FC236}">
                    <a16:creationId xmlns:a16="http://schemas.microsoft.com/office/drawing/2014/main" id="{0A08A91A-CFEF-0A13-7B73-1FD13C62E041}"/>
                  </a:ext>
                </a:extLst>
              </p:cNvPr>
              <p:cNvSpPr/>
              <p:nvPr/>
            </p:nvSpPr>
            <p:spPr>
              <a:xfrm>
                <a:off x="8122985" y="19666296"/>
                <a:ext cx="68580" cy="288925"/>
              </a:xfrm>
              <a:custGeom>
                <a:avLst/>
                <a:gdLst/>
                <a:ahLst/>
                <a:cxnLst/>
                <a:rect l="l" t="t" r="r" b="b"/>
                <a:pathLst>
                  <a:path w="68579" h="288925">
                    <a:moveTo>
                      <a:pt x="68409" y="288298"/>
                    </a:moveTo>
                    <a:lnTo>
                      <a:pt x="46971" y="269083"/>
                    </a:lnTo>
                    <a:lnTo>
                      <a:pt x="27791" y="248930"/>
                    </a:lnTo>
                    <a:lnTo>
                      <a:pt x="13126" y="226880"/>
                    </a:lnTo>
                    <a:lnTo>
                      <a:pt x="5235" y="201971"/>
                    </a:lnTo>
                    <a:lnTo>
                      <a:pt x="8480" y="171941"/>
                    </a:lnTo>
                    <a:lnTo>
                      <a:pt x="20374" y="137946"/>
                    </a:lnTo>
                    <a:lnTo>
                      <a:pt x="33032" y="104289"/>
                    </a:lnTo>
                    <a:lnTo>
                      <a:pt x="38567" y="75274"/>
                    </a:lnTo>
                    <a:lnTo>
                      <a:pt x="34063" y="51372"/>
                    </a:lnTo>
                    <a:lnTo>
                      <a:pt x="23995" y="30525"/>
                    </a:lnTo>
                    <a:lnTo>
                      <a:pt x="11572" y="13234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375F92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631" name="object 64">
                <a:extLst>
                  <a:ext uri="{FF2B5EF4-FFF2-40B4-BE49-F238E27FC236}">
                    <a16:creationId xmlns:a16="http://schemas.microsoft.com/office/drawing/2014/main" id="{74E6BF41-4538-6F3E-E580-79336AE4F8D6}"/>
                  </a:ext>
                </a:extLst>
              </p:cNvPr>
              <p:cNvSpPr/>
              <p:nvPr/>
            </p:nvSpPr>
            <p:spPr>
              <a:xfrm>
                <a:off x="8237939" y="19666163"/>
                <a:ext cx="68580" cy="289560"/>
              </a:xfrm>
              <a:custGeom>
                <a:avLst/>
                <a:gdLst/>
                <a:ahLst/>
                <a:cxnLst/>
                <a:rect l="l" t="t" r="r" b="b"/>
                <a:pathLst>
                  <a:path w="68579" h="289559">
                    <a:moveTo>
                      <a:pt x="68409" y="288996"/>
                    </a:moveTo>
                    <a:lnTo>
                      <a:pt x="46971" y="269738"/>
                    </a:lnTo>
                    <a:lnTo>
                      <a:pt x="27791" y="249541"/>
                    </a:lnTo>
                    <a:lnTo>
                      <a:pt x="13126" y="227447"/>
                    </a:lnTo>
                    <a:lnTo>
                      <a:pt x="5235" y="202495"/>
                    </a:lnTo>
                    <a:lnTo>
                      <a:pt x="8480" y="172369"/>
                    </a:lnTo>
                    <a:lnTo>
                      <a:pt x="20374" y="138273"/>
                    </a:lnTo>
                    <a:lnTo>
                      <a:pt x="33032" y="104527"/>
                    </a:lnTo>
                    <a:lnTo>
                      <a:pt x="38567" y="75448"/>
                    </a:lnTo>
                    <a:lnTo>
                      <a:pt x="34063" y="51495"/>
                    </a:lnTo>
                    <a:lnTo>
                      <a:pt x="23995" y="30590"/>
                    </a:lnTo>
                    <a:lnTo>
                      <a:pt x="11572" y="13253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E36C09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632" name="object 65">
                <a:extLst>
                  <a:ext uri="{FF2B5EF4-FFF2-40B4-BE49-F238E27FC236}">
                    <a16:creationId xmlns:a16="http://schemas.microsoft.com/office/drawing/2014/main" id="{3E80653B-63CA-575D-87F5-85F1AE7F2234}"/>
                  </a:ext>
                </a:extLst>
              </p:cNvPr>
              <p:cNvSpPr/>
              <p:nvPr/>
            </p:nvSpPr>
            <p:spPr>
              <a:xfrm>
                <a:off x="8364288" y="19688500"/>
                <a:ext cx="68580" cy="289560"/>
              </a:xfrm>
              <a:custGeom>
                <a:avLst/>
                <a:gdLst/>
                <a:ahLst/>
                <a:cxnLst/>
                <a:rect l="l" t="t" r="r" b="b"/>
                <a:pathLst>
                  <a:path w="68579" h="289559">
                    <a:moveTo>
                      <a:pt x="68409" y="288996"/>
                    </a:moveTo>
                    <a:lnTo>
                      <a:pt x="46971" y="269738"/>
                    </a:lnTo>
                    <a:lnTo>
                      <a:pt x="27791" y="249541"/>
                    </a:lnTo>
                    <a:lnTo>
                      <a:pt x="13126" y="227447"/>
                    </a:lnTo>
                    <a:lnTo>
                      <a:pt x="5235" y="202495"/>
                    </a:lnTo>
                    <a:lnTo>
                      <a:pt x="8480" y="172369"/>
                    </a:lnTo>
                    <a:lnTo>
                      <a:pt x="20374" y="138273"/>
                    </a:lnTo>
                    <a:lnTo>
                      <a:pt x="33032" y="104527"/>
                    </a:lnTo>
                    <a:lnTo>
                      <a:pt x="38567" y="75448"/>
                    </a:lnTo>
                    <a:lnTo>
                      <a:pt x="34063" y="51495"/>
                    </a:lnTo>
                    <a:lnTo>
                      <a:pt x="23995" y="30590"/>
                    </a:lnTo>
                    <a:lnTo>
                      <a:pt x="11572" y="13253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E36C09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633" name="object 66">
                <a:extLst>
                  <a:ext uri="{FF2B5EF4-FFF2-40B4-BE49-F238E27FC236}">
                    <a16:creationId xmlns:a16="http://schemas.microsoft.com/office/drawing/2014/main" id="{45CA6BD9-D20D-9A4E-C015-A7B3EBBE65DC}"/>
                  </a:ext>
                </a:extLst>
              </p:cNvPr>
              <p:cNvSpPr/>
              <p:nvPr/>
            </p:nvSpPr>
            <p:spPr>
              <a:xfrm>
                <a:off x="8482957" y="19715725"/>
                <a:ext cx="69215" cy="289560"/>
              </a:xfrm>
              <a:custGeom>
                <a:avLst/>
                <a:gdLst/>
                <a:ahLst/>
                <a:cxnLst/>
                <a:rect l="l" t="t" r="r" b="b"/>
                <a:pathLst>
                  <a:path w="69214" h="289559">
                    <a:moveTo>
                      <a:pt x="69107" y="288996"/>
                    </a:moveTo>
                    <a:lnTo>
                      <a:pt x="47455" y="269738"/>
                    </a:lnTo>
                    <a:lnTo>
                      <a:pt x="28082" y="249541"/>
                    </a:lnTo>
                    <a:lnTo>
                      <a:pt x="13268" y="227447"/>
                    </a:lnTo>
                    <a:lnTo>
                      <a:pt x="5293" y="202495"/>
                    </a:lnTo>
                    <a:lnTo>
                      <a:pt x="8568" y="172369"/>
                    </a:lnTo>
                    <a:lnTo>
                      <a:pt x="20585" y="138273"/>
                    </a:lnTo>
                    <a:lnTo>
                      <a:pt x="33376" y="104527"/>
                    </a:lnTo>
                    <a:lnTo>
                      <a:pt x="38974" y="75448"/>
                    </a:lnTo>
                    <a:lnTo>
                      <a:pt x="34431" y="51495"/>
                    </a:lnTo>
                    <a:lnTo>
                      <a:pt x="24264" y="30590"/>
                    </a:lnTo>
                    <a:lnTo>
                      <a:pt x="11709" y="13253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E36C09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634" name="object 67">
                <a:extLst>
                  <a:ext uri="{FF2B5EF4-FFF2-40B4-BE49-F238E27FC236}">
                    <a16:creationId xmlns:a16="http://schemas.microsoft.com/office/drawing/2014/main" id="{A9AAA42B-9CEF-E2BD-E478-373DD38D41FE}"/>
                  </a:ext>
                </a:extLst>
              </p:cNvPr>
              <p:cNvSpPr/>
              <p:nvPr/>
            </p:nvSpPr>
            <p:spPr>
              <a:xfrm>
                <a:off x="8596806" y="19675237"/>
                <a:ext cx="63043" cy="329649"/>
              </a:xfrm>
              <a:custGeom>
                <a:avLst/>
                <a:gdLst/>
                <a:ahLst/>
                <a:cxnLst/>
                <a:rect l="l" t="t" r="r" b="b"/>
                <a:pathLst>
                  <a:path w="46354" h="160019">
                    <a:moveTo>
                      <a:pt x="46071" y="159855"/>
                    </a:moveTo>
                    <a:lnTo>
                      <a:pt x="31623" y="149209"/>
                    </a:lnTo>
                    <a:lnTo>
                      <a:pt x="18702" y="138033"/>
                    </a:lnTo>
                    <a:lnTo>
                      <a:pt x="8834" y="125800"/>
                    </a:lnTo>
                    <a:lnTo>
                      <a:pt x="3548" y="111980"/>
                    </a:lnTo>
                    <a:lnTo>
                      <a:pt x="5715" y="95332"/>
                    </a:lnTo>
                    <a:lnTo>
                      <a:pt x="13728" y="76481"/>
                    </a:lnTo>
                    <a:lnTo>
                      <a:pt x="22265" y="57826"/>
                    </a:lnTo>
                    <a:lnTo>
                      <a:pt x="26002" y="41767"/>
                    </a:lnTo>
                    <a:lnTo>
                      <a:pt x="22970" y="28508"/>
                    </a:lnTo>
                    <a:lnTo>
                      <a:pt x="16186" y="16935"/>
                    </a:lnTo>
                    <a:lnTo>
                      <a:pt x="7809" y="7335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E36C09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635" name="object 68">
                <a:extLst>
                  <a:ext uri="{FF2B5EF4-FFF2-40B4-BE49-F238E27FC236}">
                    <a16:creationId xmlns:a16="http://schemas.microsoft.com/office/drawing/2014/main" id="{E2F10450-7E19-EE38-6A32-0D5C40AB0F92}"/>
                  </a:ext>
                </a:extLst>
              </p:cNvPr>
              <p:cNvSpPr/>
              <p:nvPr/>
            </p:nvSpPr>
            <p:spPr>
              <a:xfrm>
                <a:off x="8691379" y="19695215"/>
                <a:ext cx="69215" cy="289560"/>
              </a:xfrm>
              <a:custGeom>
                <a:avLst/>
                <a:gdLst/>
                <a:ahLst/>
                <a:cxnLst/>
                <a:rect l="l" t="t" r="r" b="b"/>
                <a:pathLst>
                  <a:path w="69214" h="289559">
                    <a:moveTo>
                      <a:pt x="69107" y="288996"/>
                    </a:moveTo>
                    <a:lnTo>
                      <a:pt x="47455" y="269738"/>
                    </a:lnTo>
                    <a:lnTo>
                      <a:pt x="28082" y="249541"/>
                    </a:lnTo>
                    <a:lnTo>
                      <a:pt x="13268" y="227447"/>
                    </a:lnTo>
                    <a:lnTo>
                      <a:pt x="5293" y="202495"/>
                    </a:lnTo>
                    <a:lnTo>
                      <a:pt x="8568" y="172369"/>
                    </a:lnTo>
                    <a:lnTo>
                      <a:pt x="20585" y="138273"/>
                    </a:lnTo>
                    <a:lnTo>
                      <a:pt x="33376" y="104527"/>
                    </a:lnTo>
                    <a:lnTo>
                      <a:pt x="38974" y="75448"/>
                    </a:lnTo>
                    <a:lnTo>
                      <a:pt x="34431" y="51495"/>
                    </a:lnTo>
                    <a:lnTo>
                      <a:pt x="24264" y="30590"/>
                    </a:lnTo>
                    <a:lnTo>
                      <a:pt x="11709" y="13253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E36C09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636" name="object 69">
                <a:extLst>
                  <a:ext uri="{FF2B5EF4-FFF2-40B4-BE49-F238E27FC236}">
                    <a16:creationId xmlns:a16="http://schemas.microsoft.com/office/drawing/2014/main" id="{AA68FAFB-EBD4-9C80-A211-7285D9727704}"/>
                  </a:ext>
                </a:extLst>
              </p:cNvPr>
              <p:cNvSpPr/>
              <p:nvPr/>
            </p:nvSpPr>
            <p:spPr>
              <a:xfrm>
                <a:off x="8792896" y="19670351"/>
                <a:ext cx="69215" cy="288925"/>
              </a:xfrm>
              <a:custGeom>
                <a:avLst/>
                <a:gdLst/>
                <a:ahLst/>
                <a:cxnLst/>
                <a:rect l="l" t="t" r="r" b="b"/>
                <a:pathLst>
                  <a:path w="69214" h="288925">
                    <a:moveTo>
                      <a:pt x="69107" y="288298"/>
                    </a:moveTo>
                    <a:lnTo>
                      <a:pt x="47455" y="269083"/>
                    </a:lnTo>
                    <a:lnTo>
                      <a:pt x="28082" y="248930"/>
                    </a:lnTo>
                    <a:lnTo>
                      <a:pt x="13268" y="226880"/>
                    </a:lnTo>
                    <a:lnTo>
                      <a:pt x="5293" y="201971"/>
                    </a:lnTo>
                    <a:lnTo>
                      <a:pt x="8568" y="171941"/>
                    </a:lnTo>
                    <a:lnTo>
                      <a:pt x="20585" y="137946"/>
                    </a:lnTo>
                    <a:lnTo>
                      <a:pt x="33376" y="104289"/>
                    </a:lnTo>
                    <a:lnTo>
                      <a:pt x="38974" y="75274"/>
                    </a:lnTo>
                    <a:lnTo>
                      <a:pt x="34431" y="51372"/>
                    </a:lnTo>
                    <a:lnTo>
                      <a:pt x="24264" y="30525"/>
                    </a:lnTo>
                    <a:lnTo>
                      <a:pt x="11709" y="13234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E36C09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637" name="object 70">
                <a:extLst>
                  <a:ext uri="{FF2B5EF4-FFF2-40B4-BE49-F238E27FC236}">
                    <a16:creationId xmlns:a16="http://schemas.microsoft.com/office/drawing/2014/main" id="{2D8D3F1B-A57C-7349-1250-446B758A7975}"/>
                  </a:ext>
                </a:extLst>
              </p:cNvPr>
              <p:cNvSpPr/>
              <p:nvPr/>
            </p:nvSpPr>
            <p:spPr>
              <a:xfrm>
                <a:off x="8907271" y="19662077"/>
                <a:ext cx="69215" cy="289560"/>
              </a:xfrm>
              <a:custGeom>
                <a:avLst/>
                <a:gdLst/>
                <a:ahLst/>
                <a:cxnLst/>
                <a:rect l="l" t="t" r="r" b="b"/>
                <a:pathLst>
                  <a:path w="69214" h="289559">
                    <a:moveTo>
                      <a:pt x="69107" y="288996"/>
                    </a:moveTo>
                    <a:lnTo>
                      <a:pt x="47455" y="269738"/>
                    </a:lnTo>
                    <a:lnTo>
                      <a:pt x="28082" y="249541"/>
                    </a:lnTo>
                    <a:lnTo>
                      <a:pt x="13268" y="227447"/>
                    </a:lnTo>
                    <a:lnTo>
                      <a:pt x="5293" y="202495"/>
                    </a:lnTo>
                    <a:lnTo>
                      <a:pt x="8568" y="172369"/>
                    </a:lnTo>
                    <a:lnTo>
                      <a:pt x="20585" y="138273"/>
                    </a:lnTo>
                    <a:lnTo>
                      <a:pt x="33376" y="104527"/>
                    </a:lnTo>
                    <a:lnTo>
                      <a:pt x="38974" y="75448"/>
                    </a:lnTo>
                    <a:lnTo>
                      <a:pt x="34431" y="51495"/>
                    </a:lnTo>
                    <a:lnTo>
                      <a:pt x="24264" y="30590"/>
                    </a:lnTo>
                    <a:lnTo>
                      <a:pt x="11709" y="13253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E36C09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638" name="object 71">
                <a:extLst>
                  <a:ext uri="{FF2B5EF4-FFF2-40B4-BE49-F238E27FC236}">
                    <a16:creationId xmlns:a16="http://schemas.microsoft.com/office/drawing/2014/main" id="{8B914835-B4BA-54CE-83C5-225C93E9413B}"/>
                  </a:ext>
                </a:extLst>
              </p:cNvPr>
              <p:cNvSpPr/>
              <p:nvPr/>
            </p:nvSpPr>
            <p:spPr>
              <a:xfrm>
                <a:off x="9013482" y="19688500"/>
                <a:ext cx="69215" cy="289560"/>
              </a:xfrm>
              <a:custGeom>
                <a:avLst/>
                <a:gdLst/>
                <a:ahLst/>
                <a:cxnLst/>
                <a:rect l="l" t="t" r="r" b="b"/>
                <a:pathLst>
                  <a:path w="69214" h="289559">
                    <a:moveTo>
                      <a:pt x="69107" y="288996"/>
                    </a:moveTo>
                    <a:lnTo>
                      <a:pt x="47455" y="269738"/>
                    </a:lnTo>
                    <a:lnTo>
                      <a:pt x="28082" y="249541"/>
                    </a:lnTo>
                    <a:lnTo>
                      <a:pt x="13268" y="227447"/>
                    </a:lnTo>
                    <a:lnTo>
                      <a:pt x="5293" y="202495"/>
                    </a:lnTo>
                    <a:lnTo>
                      <a:pt x="8568" y="172369"/>
                    </a:lnTo>
                    <a:lnTo>
                      <a:pt x="20585" y="138273"/>
                    </a:lnTo>
                    <a:lnTo>
                      <a:pt x="33376" y="104527"/>
                    </a:lnTo>
                    <a:lnTo>
                      <a:pt x="38974" y="75448"/>
                    </a:lnTo>
                    <a:lnTo>
                      <a:pt x="34431" y="51495"/>
                    </a:lnTo>
                    <a:lnTo>
                      <a:pt x="24264" y="30590"/>
                    </a:lnTo>
                    <a:lnTo>
                      <a:pt x="11709" y="13253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E36C09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639" name="object 72">
                <a:extLst>
                  <a:ext uri="{FF2B5EF4-FFF2-40B4-BE49-F238E27FC236}">
                    <a16:creationId xmlns:a16="http://schemas.microsoft.com/office/drawing/2014/main" id="{2CB516BB-9618-8201-D3E9-9F3514DF8E15}"/>
                  </a:ext>
                </a:extLst>
              </p:cNvPr>
              <p:cNvSpPr/>
              <p:nvPr/>
            </p:nvSpPr>
            <p:spPr>
              <a:xfrm>
                <a:off x="8131136" y="19967026"/>
                <a:ext cx="69215" cy="288925"/>
              </a:xfrm>
              <a:custGeom>
                <a:avLst/>
                <a:gdLst/>
                <a:ahLst/>
                <a:cxnLst/>
                <a:rect l="l" t="t" r="r" b="b"/>
                <a:pathLst>
                  <a:path w="69214" h="288925">
                    <a:moveTo>
                      <a:pt x="69107" y="288298"/>
                    </a:moveTo>
                    <a:lnTo>
                      <a:pt x="47455" y="269083"/>
                    </a:lnTo>
                    <a:lnTo>
                      <a:pt x="28082" y="248930"/>
                    </a:lnTo>
                    <a:lnTo>
                      <a:pt x="13268" y="226880"/>
                    </a:lnTo>
                    <a:lnTo>
                      <a:pt x="5293" y="201971"/>
                    </a:lnTo>
                    <a:lnTo>
                      <a:pt x="8568" y="171941"/>
                    </a:lnTo>
                    <a:lnTo>
                      <a:pt x="20585" y="137946"/>
                    </a:lnTo>
                    <a:lnTo>
                      <a:pt x="33376" y="104289"/>
                    </a:lnTo>
                    <a:lnTo>
                      <a:pt x="38974" y="75274"/>
                    </a:lnTo>
                    <a:lnTo>
                      <a:pt x="34431" y="51372"/>
                    </a:lnTo>
                    <a:lnTo>
                      <a:pt x="24264" y="30525"/>
                    </a:lnTo>
                    <a:lnTo>
                      <a:pt x="11709" y="13234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375F92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640" name="object 73">
                <a:extLst>
                  <a:ext uri="{FF2B5EF4-FFF2-40B4-BE49-F238E27FC236}">
                    <a16:creationId xmlns:a16="http://schemas.microsoft.com/office/drawing/2014/main" id="{DDBC1B24-3E1A-E956-2C8E-184681FAE23A}"/>
                  </a:ext>
                </a:extLst>
              </p:cNvPr>
              <p:cNvSpPr/>
              <p:nvPr/>
            </p:nvSpPr>
            <p:spPr>
              <a:xfrm>
                <a:off x="8234449" y="19947481"/>
                <a:ext cx="68580" cy="289560"/>
              </a:xfrm>
              <a:custGeom>
                <a:avLst/>
                <a:gdLst/>
                <a:ahLst/>
                <a:cxnLst/>
                <a:rect l="l" t="t" r="r" b="b"/>
                <a:pathLst>
                  <a:path w="68579" h="289559">
                    <a:moveTo>
                      <a:pt x="68409" y="288996"/>
                    </a:moveTo>
                    <a:lnTo>
                      <a:pt x="46971" y="269738"/>
                    </a:lnTo>
                    <a:lnTo>
                      <a:pt x="27791" y="249541"/>
                    </a:lnTo>
                    <a:lnTo>
                      <a:pt x="13126" y="227447"/>
                    </a:lnTo>
                    <a:lnTo>
                      <a:pt x="5235" y="202495"/>
                    </a:lnTo>
                    <a:lnTo>
                      <a:pt x="8480" y="172369"/>
                    </a:lnTo>
                    <a:lnTo>
                      <a:pt x="20374" y="138273"/>
                    </a:lnTo>
                    <a:lnTo>
                      <a:pt x="33032" y="104527"/>
                    </a:lnTo>
                    <a:lnTo>
                      <a:pt x="38567" y="75448"/>
                    </a:lnTo>
                    <a:lnTo>
                      <a:pt x="34063" y="51495"/>
                    </a:lnTo>
                    <a:lnTo>
                      <a:pt x="23995" y="30590"/>
                    </a:lnTo>
                    <a:lnTo>
                      <a:pt x="11572" y="13253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E36C09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641" name="object 74">
                <a:extLst>
                  <a:ext uri="{FF2B5EF4-FFF2-40B4-BE49-F238E27FC236}">
                    <a16:creationId xmlns:a16="http://schemas.microsoft.com/office/drawing/2014/main" id="{7269DA1A-0B6A-88C6-7B45-F137BA9960E3}"/>
                  </a:ext>
                </a:extLst>
              </p:cNvPr>
              <p:cNvSpPr/>
              <p:nvPr/>
            </p:nvSpPr>
            <p:spPr>
              <a:xfrm>
                <a:off x="8351024" y="19960046"/>
                <a:ext cx="68580" cy="289560"/>
              </a:xfrm>
              <a:custGeom>
                <a:avLst/>
                <a:gdLst/>
                <a:ahLst/>
                <a:cxnLst/>
                <a:rect l="l" t="t" r="r" b="b"/>
                <a:pathLst>
                  <a:path w="68579" h="289559">
                    <a:moveTo>
                      <a:pt x="68409" y="288996"/>
                    </a:moveTo>
                    <a:lnTo>
                      <a:pt x="46971" y="269738"/>
                    </a:lnTo>
                    <a:lnTo>
                      <a:pt x="27791" y="249541"/>
                    </a:lnTo>
                    <a:lnTo>
                      <a:pt x="13126" y="227447"/>
                    </a:lnTo>
                    <a:lnTo>
                      <a:pt x="5235" y="202495"/>
                    </a:lnTo>
                    <a:lnTo>
                      <a:pt x="8480" y="172369"/>
                    </a:lnTo>
                    <a:lnTo>
                      <a:pt x="20374" y="138273"/>
                    </a:lnTo>
                    <a:lnTo>
                      <a:pt x="33032" y="104527"/>
                    </a:lnTo>
                    <a:lnTo>
                      <a:pt x="38567" y="75448"/>
                    </a:lnTo>
                    <a:lnTo>
                      <a:pt x="34063" y="51495"/>
                    </a:lnTo>
                    <a:lnTo>
                      <a:pt x="23995" y="30590"/>
                    </a:lnTo>
                    <a:lnTo>
                      <a:pt x="11572" y="13253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E36C09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642" name="object 75">
                <a:extLst>
                  <a:ext uri="{FF2B5EF4-FFF2-40B4-BE49-F238E27FC236}">
                    <a16:creationId xmlns:a16="http://schemas.microsoft.com/office/drawing/2014/main" id="{AB866F6F-834E-4889-2DF6-D70AA0D66308}"/>
                  </a:ext>
                </a:extLst>
              </p:cNvPr>
              <p:cNvSpPr/>
              <p:nvPr/>
            </p:nvSpPr>
            <p:spPr>
              <a:xfrm>
                <a:off x="8480165" y="19994948"/>
                <a:ext cx="68580" cy="288925"/>
              </a:xfrm>
              <a:custGeom>
                <a:avLst/>
                <a:gdLst/>
                <a:ahLst/>
                <a:cxnLst/>
                <a:rect l="l" t="t" r="r" b="b"/>
                <a:pathLst>
                  <a:path w="68579" h="288925">
                    <a:moveTo>
                      <a:pt x="68409" y="288298"/>
                    </a:moveTo>
                    <a:lnTo>
                      <a:pt x="46971" y="269083"/>
                    </a:lnTo>
                    <a:lnTo>
                      <a:pt x="27791" y="248930"/>
                    </a:lnTo>
                    <a:lnTo>
                      <a:pt x="13126" y="226880"/>
                    </a:lnTo>
                    <a:lnTo>
                      <a:pt x="5235" y="201971"/>
                    </a:lnTo>
                    <a:lnTo>
                      <a:pt x="8480" y="171941"/>
                    </a:lnTo>
                    <a:lnTo>
                      <a:pt x="20374" y="137946"/>
                    </a:lnTo>
                    <a:lnTo>
                      <a:pt x="33032" y="104289"/>
                    </a:lnTo>
                    <a:lnTo>
                      <a:pt x="38567" y="75274"/>
                    </a:lnTo>
                    <a:lnTo>
                      <a:pt x="34063" y="51372"/>
                    </a:lnTo>
                    <a:lnTo>
                      <a:pt x="23995" y="30525"/>
                    </a:lnTo>
                    <a:lnTo>
                      <a:pt x="11572" y="13234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E36C09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643" name="object 77">
                <a:extLst>
                  <a:ext uri="{FF2B5EF4-FFF2-40B4-BE49-F238E27FC236}">
                    <a16:creationId xmlns:a16="http://schemas.microsoft.com/office/drawing/2014/main" id="{EE4170F2-030B-BB1A-8658-633297DADD1D}"/>
                  </a:ext>
                </a:extLst>
              </p:cNvPr>
              <p:cNvSpPr/>
              <p:nvPr/>
            </p:nvSpPr>
            <p:spPr>
              <a:xfrm>
                <a:off x="8718204" y="19997740"/>
                <a:ext cx="69215" cy="289560"/>
              </a:xfrm>
              <a:custGeom>
                <a:avLst/>
                <a:gdLst/>
                <a:ahLst/>
                <a:cxnLst/>
                <a:rect l="l" t="t" r="r" b="b"/>
                <a:pathLst>
                  <a:path w="69214" h="289559">
                    <a:moveTo>
                      <a:pt x="69107" y="288996"/>
                    </a:moveTo>
                    <a:lnTo>
                      <a:pt x="47455" y="269738"/>
                    </a:lnTo>
                    <a:lnTo>
                      <a:pt x="28082" y="249541"/>
                    </a:lnTo>
                    <a:lnTo>
                      <a:pt x="13268" y="227447"/>
                    </a:lnTo>
                    <a:lnTo>
                      <a:pt x="5293" y="202495"/>
                    </a:lnTo>
                    <a:lnTo>
                      <a:pt x="8568" y="172369"/>
                    </a:lnTo>
                    <a:lnTo>
                      <a:pt x="20585" y="138273"/>
                    </a:lnTo>
                    <a:lnTo>
                      <a:pt x="33376" y="104527"/>
                    </a:lnTo>
                    <a:lnTo>
                      <a:pt x="38974" y="75448"/>
                    </a:lnTo>
                    <a:lnTo>
                      <a:pt x="34431" y="51495"/>
                    </a:lnTo>
                    <a:lnTo>
                      <a:pt x="24264" y="30590"/>
                    </a:lnTo>
                    <a:lnTo>
                      <a:pt x="11709" y="13253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E36C09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644" name="object 78">
                <a:extLst>
                  <a:ext uri="{FF2B5EF4-FFF2-40B4-BE49-F238E27FC236}">
                    <a16:creationId xmlns:a16="http://schemas.microsoft.com/office/drawing/2014/main" id="{41A27B0F-89F2-B549-FD4D-B51CDA638305}"/>
                  </a:ext>
                </a:extLst>
              </p:cNvPr>
              <p:cNvSpPr/>
              <p:nvPr/>
            </p:nvSpPr>
            <p:spPr>
              <a:xfrm>
                <a:off x="8811742" y="19977497"/>
                <a:ext cx="76439" cy="317242"/>
              </a:xfrm>
              <a:custGeom>
                <a:avLst/>
                <a:gdLst/>
                <a:ahLst/>
                <a:cxnLst/>
                <a:rect l="l" t="t" r="r" b="b"/>
                <a:pathLst>
                  <a:path w="39370" h="141605">
                    <a:moveTo>
                      <a:pt x="39091" y="141007"/>
                    </a:moveTo>
                    <a:lnTo>
                      <a:pt x="26838" y="131603"/>
                    </a:lnTo>
                    <a:lnTo>
                      <a:pt x="15888" y="121745"/>
                    </a:lnTo>
                    <a:lnTo>
                      <a:pt x="7523" y="110961"/>
                    </a:lnTo>
                    <a:lnTo>
                      <a:pt x="3024" y="98775"/>
                    </a:lnTo>
                    <a:lnTo>
                      <a:pt x="4868" y="84097"/>
                    </a:lnTo>
                    <a:lnTo>
                      <a:pt x="11663" y="67471"/>
                    </a:lnTo>
                    <a:lnTo>
                      <a:pt x="18894" y="51010"/>
                    </a:lnTo>
                    <a:lnTo>
                      <a:pt x="22047" y="36822"/>
                    </a:lnTo>
                    <a:lnTo>
                      <a:pt x="19461" y="25130"/>
                    </a:lnTo>
                    <a:lnTo>
                      <a:pt x="13706" y="14921"/>
                    </a:lnTo>
                    <a:lnTo>
                      <a:pt x="6610" y="6457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E36C09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645" name="object 79">
                <a:extLst>
                  <a:ext uri="{FF2B5EF4-FFF2-40B4-BE49-F238E27FC236}">
                    <a16:creationId xmlns:a16="http://schemas.microsoft.com/office/drawing/2014/main" id="{675872CD-8685-B3DE-1CB3-1E4B217AABDA}"/>
                  </a:ext>
                </a:extLst>
              </p:cNvPr>
              <p:cNvSpPr/>
              <p:nvPr/>
            </p:nvSpPr>
            <p:spPr>
              <a:xfrm>
                <a:off x="8898303" y="19953763"/>
                <a:ext cx="68061" cy="279299"/>
              </a:xfrm>
              <a:custGeom>
                <a:avLst/>
                <a:gdLst/>
                <a:ahLst/>
                <a:cxnLst/>
                <a:rect l="l" t="t" r="r" b="b"/>
                <a:pathLst>
                  <a:path w="48895" h="129540">
                    <a:moveTo>
                      <a:pt x="48864" y="129140"/>
                    </a:moveTo>
                    <a:lnTo>
                      <a:pt x="33557" y="120527"/>
                    </a:lnTo>
                    <a:lnTo>
                      <a:pt x="19865" y="111500"/>
                    </a:lnTo>
                    <a:lnTo>
                      <a:pt x="9401" y="101622"/>
                    </a:lnTo>
                    <a:lnTo>
                      <a:pt x="3781" y="90456"/>
                    </a:lnTo>
                    <a:lnTo>
                      <a:pt x="6091" y="77013"/>
                    </a:lnTo>
                    <a:lnTo>
                      <a:pt x="14586" y="61792"/>
                    </a:lnTo>
                    <a:lnTo>
                      <a:pt x="23626" y="46724"/>
                    </a:lnTo>
                    <a:lnTo>
                      <a:pt x="27573" y="33739"/>
                    </a:lnTo>
                    <a:lnTo>
                      <a:pt x="24344" y="23035"/>
                    </a:lnTo>
                    <a:lnTo>
                      <a:pt x="17146" y="13684"/>
                    </a:lnTo>
                    <a:lnTo>
                      <a:pt x="8267" y="5926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E36C09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646" name="object 80">
                <a:extLst>
                  <a:ext uri="{FF2B5EF4-FFF2-40B4-BE49-F238E27FC236}">
                    <a16:creationId xmlns:a16="http://schemas.microsoft.com/office/drawing/2014/main" id="{3B17C5DC-9EEC-C68C-2254-270BAF6F645C}"/>
                  </a:ext>
                </a:extLst>
              </p:cNvPr>
              <p:cNvSpPr/>
              <p:nvPr/>
            </p:nvSpPr>
            <p:spPr>
              <a:xfrm>
                <a:off x="9005804" y="19964234"/>
                <a:ext cx="68580" cy="289560"/>
              </a:xfrm>
              <a:custGeom>
                <a:avLst/>
                <a:gdLst/>
                <a:ahLst/>
                <a:cxnLst/>
                <a:rect l="l" t="t" r="r" b="b"/>
                <a:pathLst>
                  <a:path w="68579" h="289559">
                    <a:moveTo>
                      <a:pt x="68409" y="288996"/>
                    </a:moveTo>
                    <a:lnTo>
                      <a:pt x="46971" y="269738"/>
                    </a:lnTo>
                    <a:lnTo>
                      <a:pt x="27791" y="249541"/>
                    </a:lnTo>
                    <a:lnTo>
                      <a:pt x="13126" y="227447"/>
                    </a:lnTo>
                    <a:lnTo>
                      <a:pt x="5235" y="202495"/>
                    </a:lnTo>
                    <a:lnTo>
                      <a:pt x="8480" y="172369"/>
                    </a:lnTo>
                    <a:lnTo>
                      <a:pt x="20374" y="138273"/>
                    </a:lnTo>
                    <a:lnTo>
                      <a:pt x="33032" y="104527"/>
                    </a:lnTo>
                    <a:lnTo>
                      <a:pt x="38567" y="75448"/>
                    </a:lnTo>
                    <a:lnTo>
                      <a:pt x="34063" y="51495"/>
                    </a:lnTo>
                    <a:lnTo>
                      <a:pt x="23995" y="30590"/>
                    </a:lnTo>
                    <a:lnTo>
                      <a:pt x="11572" y="13253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E36C09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647" name="object 81">
                <a:extLst>
                  <a:ext uri="{FF2B5EF4-FFF2-40B4-BE49-F238E27FC236}">
                    <a16:creationId xmlns:a16="http://schemas.microsoft.com/office/drawing/2014/main" id="{2D7F44C8-A7C4-8533-EA22-853F7D39A840}"/>
                  </a:ext>
                </a:extLst>
              </p:cNvPr>
              <p:cNvSpPr/>
              <p:nvPr/>
            </p:nvSpPr>
            <p:spPr>
              <a:xfrm>
                <a:off x="8048765" y="20014494"/>
                <a:ext cx="69215" cy="289560"/>
              </a:xfrm>
              <a:custGeom>
                <a:avLst/>
                <a:gdLst/>
                <a:ahLst/>
                <a:cxnLst/>
                <a:rect l="l" t="t" r="r" b="b"/>
                <a:pathLst>
                  <a:path w="69214" h="289559">
                    <a:moveTo>
                      <a:pt x="69107" y="288996"/>
                    </a:moveTo>
                    <a:lnTo>
                      <a:pt x="47455" y="269738"/>
                    </a:lnTo>
                    <a:lnTo>
                      <a:pt x="28082" y="249541"/>
                    </a:lnTo>
                    <a:lnTo>
                      <a:pt x="13268" y="227447"/>
                    </a:lnTo>
                    <a:lnTo>
                      <a:pt x="5293" y="202495"/>
                    </a:lnTo>
                    <a:lnTo>
                      <a:pt x="8568" y="172369"/>
                    </a:lnTo>
                    <a:lnTo>
                      <a:pt x="20585" y="138273"/>
                    </a:lnTo>
                    <a:lnTo>
                      <a:pt x="33376" y="104527"/>
                    </a:lnTo>
                    <a:lnTo>
                      <a:pt x="38974" y="75448"/>
                    </a:lnTo>
                    <a:lnTo>
                      <a:pt x="34431" y="51495"/>
                    </a:lnTo>
                    <a:lnTo>
                      <a:pt x="24264" y="30590"/>
                    </a:lnTo>
                    <a:lnTo>
                      <a:pt x="11709" y="13253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375F92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648" name="object 79">
                <a:extLst>
                  <a:ext uri="{FF2B5EF4-FFF2-40B4-BE49-F238E27FC236}">
                    <a16:creationId xmlns:a16="http://schemas.microsoft.com/office/drawing/2014/main" id="{6541DF20-313C-DA87-D259-7934BB1C8D2F}"/>
                  </a:ext>
                </a:extLst>
              </p:cNvPr>
              <p:cNvSpPr/>
              <p:nvPr/>
            </p:nvSpPr>
            <p:spPr>
              <a:xfrm>
                <a:off x="8598581" y="20008725"/>
                <a:ext cx="68061" cy="279299"/>
              </a:xfrm>
              <a:custGeom>
                <a:avLst/>
                <a:gdLst/>
                <a:ahLst/>
                <a:cxnLst/>
                <a:rect l="l" t="t" r="r" b="b"/>
                <a:pathLst>
                  <a:path w="48895" h="129540">
                    <a:moveTo>
                      <a:pt x="48864" y="129140"/>
                    </a:moveTo>
                    <a:lnTo>
                      <a:pt x="33557" y="120527"/>
                    </a:lnTo>
                    <a:lnTo>
                      <a:pt x="19865" y="111500"/>
                    </a:lnTo>
                    <a:lnTo>
                      <a:pt x="9401" y="101622"/>
                    </a:lnTo>
                    <a:lnTo>
                      <a:pt x="3781" y="90456"/>
                    </a:lnTo>
                    <a:lnTo>
                      <a:pt x="6091" y="77013"/>
                    </a:lnTo>
                    <a:lnTo>
                      <a:pt x="14586" y="61792"/>
                    </a:lnTo>
                    <a:lnTo>
                      <a:pt x="23626" y="46724"/>
                    </a:lnTo>
                    <a:lnTo>
                      <a:pt x="27573" y="33739"/>
                    </a:lnTo>
                    <a:lnTo>
                      <a:pt x="24344" y="23035"/>
                    </a:lnTo>
                    <a:lnTo>
                      <a:pt x="17146" y="13684"/>
                    </a:lnTo>
                    <a:lnTo>
                      <a:pt x="8267" y="5926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E36C09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649" name="object 82">
                <a:extLst>
                  <a:ext uri="{FF2B5EF4-FFF2-40B4-BE49-F238E27FC236}">
                    <a16:creationId xmlns:a16="http://schemas.microsoft.com/office/drawing/2014/main" id="{BE0D065E-2D7B-81BA-D745-E833D5A72AB7}"/>
                  </a:ext>
                </a:extLst>
              </p:cNvPr>
              <p:cNvSpPr/>
              <p:nvPr/>
            </p:nvSpPr>
            <p:spPr>
              <a:xfrm>
                <a:off x="8003457" y="19949392"/>
                <a:ext cx="1131570" cy="84455"/>
              </a:xfrm>
              <a:custGeom>
                <a:avLst/>
                <a:gdLst/>
                <a:ahLst/>
                <a:cxnLst/>
                <a:rect l="l" t="t" r="r" b="b"/>
                <a:pathLst>
                  <a:path w="1131570" h="84455">
                    <a:moveTo>
                      <a:pt x="0" y="84290"/>
                    </a:moveTo>
                    <a:lnTo>
                      <a:pt x="45196" y="60401"/>
                    </a:lnTo>
                    <a:lnTo>
                      <a:pt x="91601" y="38277"/>
                    </a:lnTo>
                    <a:lnTo>
                      <a:pt x="140410" y="19668"/>
                    </a:lnTo>
                    <a:lnTo>
                      <a:pt x="192818" y="6325"/>
                    </a:lnTo>
                    <a:lnTo>
                      <a:pt x="250021" y="0"/>
                    </a:lnTo>
                    <a:lnTo>
                      <a:pt x="294955" y="2250"/>
                    </a:lnTo>
                    <a:lnTo>
                      <a:pt x="343339" y="10623"/>
                    </a:lnTo>
                    <a:lnTo>
                      <a:pt x="394116" y="22765"/>
                    </a:lnTo>
                    <a:lnTo>
                      <a:pt x="446227" y="36323"/>
                    </a:lnTo>
                    <a:lnTo>
                      <a:pt x="498614" y="48942"/>
                    </a:lnTo>
                    <a:lnTo>
                      <a:pt x="550218" y="58270"/>
                    </a:lnTo>
                    <a:lnTo>
                      <a:pt x="599981" y="61952"/>
                    </a:lnTo>
                    <a:lnTo>
                      <a:pt x="649180" y="58793"/>
                    </a:lnTo>
                    <a:lnTo>
                      <a:pt x="699180" y="50452"/>
                    </a:lnTo>
                    <a:lnTo>
                      <a:pt x="749060" y="38935"/>
                    </a:lnTo>
                    <a:lnTo>
                      <a:pt x="797898" y="26247"/>
                    </a:lnTo>
                    <a:lnTo>
                      <a:pt x="844773" y="14396"/>
                    </a:lnTo>
                    <a:lnTo>
                      <a:pt x="888761" y="5385"/>
                    </a:lnTo>
                    <a:lnTo>
                      <a:pt x="928942" y="1221"/>
                    </a:lnTo>
                    <a:lnTo>
                      <a:pt x="992609" y="5996"/>
                    </a:lnTo>
                    <a:lnTo>
                      <a:pt x="1049160" y="19654"/>
                    </a:lnTo>
                    <a:lnTo>
                      <a:pt x="1096255" y="35571"/>
                    </a:lnTo>
                    <a:lnTo>
                      <a:pt x="1131553" y="47118"/>
                    </a:lnTo>
                  </a:path>
                </a:pathLst>
              </a:custGeom>
              <a:ln w="381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</p:grpSp>
        <p:grpSp>
          <p:nvGrpSpPr>
            <p:cNvPr id="650" name="Group 649">
              <a:extLst>
                <a:ext uri="{FF2B5EF4-FFF2-40B4-BE49-F238E27FC236}">
                  <a16:creationId xmlns:a16="http://schemas.microsoft.com/office/drawing/2014/main" id="{FA9BA785-D27C-9F54-9504-8D9893889C7C}"/>
                </a:ext>
              </a:extLst>
            </p:cNvPr>
            <p:cNvGrpSpPr/>
            <p:nvPr/>
          </p:nvGrpSpPr>
          <p:grpSpPr>
            <a:xfrm>
              <a:off x="12493954" y="17044410"/>
              <a:ext cx="3009290" cy="2002153"/>
              <a:chOff x="7941099" y="19591755"/>
              <a:chExt cx="1252313" cy="793134"/>
            </a:xfrm>
          </p:grpSpPr>
          <p:sp>
            <p:nvSpPr>
              <p:cNvPr id="651" name="object 60">
                <a:extLst>
                  <a:ext uri="{FF2B5EF4-FFF2-40B4-BE49-F238E27FC236}">
                    <a16:creationId xmlns:a16="http://schemas.microsoft.com/office/drawing/2014/main" id="{42E7461C-DC67-D19B-2EA1-9009F432A0F7}"/>
                  </a:ext>
                </a:extLst>
              </p:cNvPr>
              <p:cNvSpPr/>
              <p:nvPr/>
            </p:nvSpPr>
            <p:spPr>
              <a:xfrm>
                <a:off x="7941099" y="19591755"/>
                <a:ext cx="958347" cy="793134"/>
              </a:xfrm>
              <a:custGeom>
                <a:avLst/>
                <a:gdLst/>
                <a:ahLst/>
                <a:cxnLst/>
                <a:rect l="l" t="t" r="r" b="b"/>
                <a:pathLst>
                  <a:path w="629920" h="800100">
                    <a:moveTo>
                      <a:pt x="629649" y="0"/>
                    </a:moveTo>
                    <a:lnTo>
                      <a:pt x="0" y="0"/>
                    </a:lnTo>
                    <a:lnTo>
                      <a:pt x="0" y="799975"/>
                    </a:lnTo>
                    <a:lnTo>
                      <a:pt x="629649" y="799975"/>
                    </a:lnTo>
                    <a:lnTo>
                      <a:pt x="629649" y="0"/>
                    </a:lnTo>
                    <a:close/>
                  </a:path>
                </a:pathLst>
              </a:custGeom>
              <a:solidFill>
                <a:srgbClr val="4F81BC">
                  <a:alpha val="38822"/>
                </a:srgbClr>
              </a:solidFill>
              <a:ln w="12700">
                <a:solidFill>
                  <a:schemeClr val="tx1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652" name="object 61">
                <a:extLst>
                  <a:ext uri="{FF2B5EF4-FFF2-40B4-BE49-F238E27FC236}">
                    <a16:creationId xmlns:a16="http://schemas.microsoft.com/office/drawing/2014/main" id="{D5CAE175-4D39-12CC-474E-F9AF474F26DD}"/>
                  </a:ext>
                </a:extLst>
              </p:cNvPr>
              <p:cNvSpPr/>
              <p:nvPr/>
            </p:nvSpPr>
            <p:spPr>
              <a:xfrm>
                <a:off x="8899446" y="19591755"/>
                <a:ext cx="293966" cy="793133"/>
              </a:xfrm>
              <a:custGeom>
                <a:avLst/>
                <a:gdLst/>
                <a:ahLst/>
                <a:cxnLst/>
                <a:rect l="l" t="t" r="r" b="b"/>
                <a:pathLst>
                  <a:path w="616585" h="800100">
                    <a:moveTo>
                      <a:pt x="616386" y="0"/>
                    </a:moveTo>
                    <a:lnTo>
                      <a:pt x="0" y="0"/>
                    </a:lnTo>
                    <a:lnTo>
                      <a:pt x="0" y="799975"/>
                    </a:lnTo>
                    <a:lnTo>
                      <a:pt x="616386" y="799975"/>
                    </a:lnTo>
                    <a:lnTo>
                      <a:pt x="616386" y="0"/>
                    </a:lnTo>
                    <a:close/>
                  </a:path>
                </a:pathLst>
              </a:custGeom>
              <a:solidFill>
                <a:srgbClr val="F79546">
                  <a:alpha val="25881"/>
                </a:srgbClr>
              </a:solidFill>
              <a:ln w="12700">
                <a:solidFill>
                  <a:schemeClr val="tx1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653" name="object 62">
                <a:extLst>
                  <a:ext uri="{FF2B5EF4-FFF2-40B4-BE49-F238E27FC236}">
                    <a16:creationId xmlns:a16="http://schemas.microsoft.com/office/drawing/2014/main" id="{C2EF95D9-8E49-0E52-F434-116364043555}"/>
                  </a:ext>
                </a:extLst>
              </p:cNvPr>
              <p:cNvSpPr/>
              <p:nvPr/>
            </p:nvSpPr>
            <p:spPr>
              <a:xfrm>
                <a:off x="8020145" y="19705952"/>
                <a:ext cx="68580" cy="289560"/>
              </a:xfrm>
              <a:custGeom>
                <a:avLst/>
                <a:gdLst/>
                <a:ahLst/>
                <a:cxnLst/>
                <a:rect l="l" t="t" r="r" b="b"/>
                <a:pathLst>
                  <a:path w="68579" h="289559">
                    <a:moveTo>
                      <a:pt x="68409" y="288996"/>
                    </a:moveTo>
                    <a:lnTo>
                      <a:pt x="46971" y="269738"/>
                    </a:lnTo>
                    <a:lnTo>
                      <a:pt x="27791" y="249541"/>
                    </a:lnTo>
                    <a:lnTo>
                      <a:pt x="13126" y="227447"/>
                    </a:lnTo>
                    <a:lnTo>
                      <a:pt x="5235" y="202495"/>
                    </a:lnTo>
                    <a:lnTo>
                      <a:pt x="8480" y="172369"/>
                    </a:lnTo>
                    <a:lnTo>
                      <a:pt x="20374" y="138273"/>
                    </a:lnTo>
                    <a:lnTo>
                      <a:pt x="33032" y="104527"/>
                    </a:lnTo>
                    <a:lnTo>
                      <a:pt x="38567" y="75448"/>
                    </a:lnTo>
                    <a:lnTo>
                      <a:pt x="34063" y="51495"/>
                    </a:lnTo>
                    <a:lnTo>
                      <a:pt x="23995" y="30590"/>
                    </a:lnTo>
                    <a:lnTo>
                      <a:pt x="11572" y="13253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375F92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654" name="object 63">
                <a:extLst>
                  <a:ext uri="{FF2B5EF4-FFF2-40B4-BE49-F238E27FC236}">
                    <a16:creationId xmlns:a16="http://schemas.microsoft.com/office/drawing/2014/main" id="{C67F09F6-DD62-BDEC-222B-64B689D76EF7}"/>
                  </a:ext>
                </a:extLst>
              </p:cNvPr>
              <p:cNvSpPr/>
              <p:nvPr/>
            </p:nvSpPr>
            <p:spPr>
              <a:xfrm>
                <a:off x="8127740" y="19669284"/>
                <a:ext cx="68580" cy="288925"/>
              </a:xfrm>
              <a:custGeom>
                <a:avLst/>
                <a:gdLst/>
                <a:ahLst/>
                <a:cxnLst/>
                <a:rect l="l" t="t" r="r" b="b"/>
                <a:pathLst>
                  <a:path w="68579" h="288925">
                    <a:moveTo>
                      <a:pt x="68409" y="288298"/>
                    </a:moveTo>
                    <a:lnTo>
                      <a:pt x="46971" y="269083"/>
                    </a:lnTo>
                    <a:lnTo>
                      <a:pt x="27791" y="248930"/>
                    </a:lnTo>
                    <a:lnTo>
                      <a:pt x="13126" y="226880"/>
                    </a:lnTo>
                    <a:lnTo>
                      <a:pt x="5235" y="201971"/>
                    </a:lnTo>
                    <a:lnTo>
                      <a:pt x="8480" y="171941"/>
                    </a:lnTo>
                    <a:lnTo>
                      <a:pt x="20374" y="137946"/>
                    </a:lnTo>
                    <a:lnTo>
                      <a:pt x="33032" y="104289"/>
                    </a:lnTo>
                    <a:lnTo>
                      <a:pt x="38567" y="75274"/>
                    </a:lnTo>
                    <a:lnTo>
                      <a:pt x="34063" y="51372"/>
                    </a:lnTo>
                    <a:lnTo>
                      <a:pt x="23995" y="30525"/>
                    </a:lnTo>
                    <a:lnTo>
                      <a:pt x="11572" y="13234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375F92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655" name="object 64">
                <a:extLst>
                  <a:ext uri="{FF2B5EF4-FFF2-40B4-BE49-F238E27FC236}">
                    <a16:creationId xmlns:a16="http://schemas.microsoft.com/office/drawing/2014/main" id="{3FE17AC1-38B3-16B0-F75E-8553BA567F4D}"/>
                  </a:ext>
                </a:extLst>
              </p:cNvPr>
              <p:cNvSpPr/>
              <p:nvPr/>
            </p:nvSpPr>
            <p:spPr>
              <a:xfrm>
                <a:off x="8237939" y="19666163"/>
                <a:ext cx="68580" cy="289560"/>
              </a:xfrm>
              <a:custGeom>
                <a:avLst/>
                <a:gdLst/>
                <a:ahLst/>
                <a:cxnLst/>
                <a:rect l="l" t="t" r="r" b="b"/>
                <a:pathLst>
                  <a:path w="68579" h="289559">
                    <a:moveTo>
                      <a:pt x="68409" y="288996"/>
                    </a:moveTo>
                    <a:lnTo>
                      <a:pt x="46971" y="269738"/>
                    </a:lnTo>
                    <a:lnTo>
                      <a:pt x="27791" y="249541"/>
                    </a:lnTo>
                    <a:lnTo>
                      <a:pt x="13126" y="227447"/>
                    </a:lnTo>
                    <a:lnTo>
                      <a:pt x="5235" y="202495"/>
                    </a:lnTo>
                    <a:lnTo>
                      <a:pt x="8480" y="172369"/>
                    </a:lnTo>
                    <a:lnTo>
                      <a:pt x="20374" y="138273"/>
                    </a:lnTo>
                    <a:lnTo>
                      <a:pt x="33032" y="104527"/>
                    </a:lnTo>
                    <a:lnTo>
                      <a:pt x="38567" y="75448"/>
                    </a:lnTo>
                    <a:lnTo>
                      <a:pt x="34063" y="51495"/>
                    </a:lnTo>
                    <a:lnTo>
                      <a:pt x="23995" y="30590"/>
                    </a:lnTo>
                    <a:lnTo>
                      <a:pt x="11572" y="13253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375F92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656" name="object 65">
                <a:extLst>
                  <a:ext uri="{FF2B5EF4-FFF2-40B4-BE49-F238E27FC236}">
                    <a16:creationId xmlns:a16="http://schemas.microsoft.com/office/drawing/2014/main" id="{B0C7FCF3-D11C-92D6-50D7-659F345F5299}"/>
                  </a:ext>
                </a:extLst>
              </p:cNvPr>
              <p:cNvSpPr/>
              <p:nvPr/>
            </p:nvSpPr>
            <p:spPr>
              <a:xfrm>
                <a:off x="8364288" y="19688500"/>
                <a:ext cx="68580" cy="289560"/>
              </a:xfrm>
              <a:custGeom>
                <a:avLst/>
                <a:gdLst/>
                <a:ahLst/>
                <a:cxnLst/>
                <a:rect l="l" t="t" r="r" b="b"/>
                <a:pathLst>
                  <a:path w="68579" h="289559">
                    <a:moveTo>
                      <a:pt x="68409" y="288996"/>
                    </a:moveTo>
                    <a:lnTo>
                      <a:pt x="46971" y="269738"/>
                    </a:lnTo>
                    <a:lnTo>
                      <a:pt x="27791" y="249541"/>
                    </a:lnTo>
                    <a:lnTo>
                      <a:pt x="13126" y="227447"/>
                    </a:lnTo>
                    <a:lnTo>
                      <a:pt x="5235" y="202495"/>
                    </a:lnTo>
                    <a:lnTo>
                      <a:pt x="8480" y="172369"/>
                    </a:lnTo>
                    <a:lnTo>
                      <a:pt x="20374" y="138273"/>
                    </a:lnTo>
                    <a:lnTo>
                      <a:pt x="33032" y="104527"/>
                    </a:lnTo>
                    <a:lnTo>
                      <a:pt x="38567" y="75448"/>
                    </a:lnTo>
                    <a:lnTo>
                      <a:pt x="34063" y="51495"/>
                    </a:lnTo>
                    <a:lnTo>
                      <a:pt x="23995" y="30590"/>
                    </a:lnTo>
                    <a:lnTo>
                      <a:pt x="11572" y="13253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375F92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657" name="object 66">
                <a:extLst>
                  <a:ext uri="{FF2B5EF4-FFF2-40B4-BE49-F238E27FC236}">
                    <a16:creationId xmlns:a16="http://schemas.microsoft.com/office/drawing/2014/main" id="{D7A62B2B-9B76-B266-F885-C69C9AE88280}"/>
                  </a:ext>
                </a:extLst>
              </p:cNvPr>
              <p:cNvSpPr/>
              <p:nvPr/>
            </p:nvSpPr>
            <p:spPr>
              <a:xfrm>
                <a:off x="8482957" y="19715725"/>
                <a:ext cx="69215" cy="289560"/>
              </a:xfrm>
              <a:custGeom>
                <a:avLst/>
                <a:gdLst/>
                <a:ahLst/>
                <a:cxnLst/>
                <a:rect l="l" t="t" r="r" b="b"/>
                <a:pathLst>
                  <a:path w="69214" h="289559">
                    <a:moveTo>
                      <a:pt x="69107" y="288996"/>
                    </a:moveTo>
                    <a:lnTo>
                      <a:pt x="47455" y="269738"/>
                    </a:lnTo>
                    <a:lnTo>
                      <a:pt x="28082" y="249541"/>
                    </a:lnTo>
                    <a:lnTo>
                      <a:pt x="13268" y="227447"/>
                    </a:lnTo>
                    <a:lnTo>
                      <a:pt x="5293" y="202495"/>
                    </a:lnTo>
                    <a:lnTo>
                      <a:pt x="8568" y="172369"/>
                    </a:lnTo>
                    <a:lnTo>
                      <a:pt x="20585" y="138273"/>
                    </a:lnTo>
                    <a:lnTo>
                      <a:pt x="33376" y="104527"/>
                    </a:lnTo>
                    <a:lnTo>
                      <a:pt x="38974" y="75448"/>
                    </a:lnTo>
                    <a:lnTo>
                      <a:pt x="34431" y="51495"/>
                    </a:lnTo>
                    <a:lnTo>
                      <a:pt x="24264" y="30590"/>
                    </a:lnTo>
                    <a:lnTo>
                      <a:pt x="11709" y="13253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375F92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658" name="object 67">
                <a:extLst>
                  <a:ext uri="{FF2B5EF4-FFF2-40B4-BE49-F238E27FC236}">
                    <a16:creationId xmlns:a16="http://schemas.microsoft.com/office/drawing/2014/main" id="{40AA4504-CB73-7746-9D45-7C10AEA9ABE4}"/>
                  </a:ext>
                </a:extLst>
              </p:cNvPr>
              <p:cNvSpPr/>
              <p:nvPr/>
            </p:nvSpPr>
            <p:spPr>
              <a:xfrm>
                <a:off x="8596806" y="19675237"/>
                <a:ext cx="63043" cy="329649"/>
              </a:xfrm>
              <a:custGeom>
                <a:avLst/>
                <a:gdLst/>
                <a:ahLst/>
                <a:cxnLst/>
                <a:rect l="l" t="t" r="r" b="b"/>
                <a:pathLst>
                  <a:path w="46354" h="160019">
                    <a:moveTo>
                      <a:pt x="46071" y="159855"/>
                    </a:moveTo>
                    <a:lnTo>
                      <a:pt x="31623" y="149209"/>
                    </a:lnTo>
                    <a:lnTo>
                      <a:pt x="18702" y="138033"/>
                    </a:lnTo>
                    <a:lnTo>
                      <a:pt x="8834" y="125800"/>
                    </a:lnTo>
                    <a:lnTo>
                      <a:pt x="3548" y="111980"/>
                    </a:lnTo>
                    <a:lnTo>
                      <a:pt x="5715" y="95332"/>
                    </a:lnTo>
                    <a:lnTo>
                      <a:pt x="13728" y="76481"/>
                    </a:lnTo>
                    <a:lnTo>
                      <a:pt x="22265" y="57826"/>
                    </a:lnTo>
                    <a:lnTo>
                      <a:pt x="26002" y="41767"/>
                    </a:lnTo>
                    <a:lnTo>
                      <a:pt x="22970" y="28508"/>
                    </a:lnTo>
                    <a:lnTo>
                      <a:pt x="16186" y="16935"/>
                    </a:lnTo>
                    <a:lnTo>
                      <a:pt x="7809" y="7335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375F92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659" name="object 68">
                <a:extLst>
                  <a:ext uri="{FF2B5EF4-FFF2-40B4-BE49-F238E27FC236}">
                    <a16:creationId xmlns:a16="http://schemas.microsoft.com/office/drawing/2014/main" id="{A9CE6A72-A103-A69D-0559-476300231F2E}"/>
                  </a:ext>
                </a:extLst>
              </p:cNvPr>
              <p:cNvSpPr/>
              <p:nvPr/>
            </p:nvSpPr>
            <p:spPr>
              <a:xfrm>
                <a:off x="8694887" y="19692565"/>
                <a:ext cx="69215" cy="289560"/>
              </a:xfrm>
              <a:custGeom>
                <a:avLst/>
                <a:gdLst/>
                <a:ahLst/>
                <a:cxnLst/>
                <a:rect l="l" t="t" r="r" b="b"/>
                <a:pathLst>
                  <a:path w="69214" h="289559">
                    <a:moveTo>
                      <a:pt x="69107" y="288996"/>
                    </a:moveTo>
                    <a:lnTo>
                      <a:pt x="47455" y="269738"/>
                    </a:lnTo>
                    <a:lnTo>
                      <a:pt x="28082" y="249541"/>
                    </a:lnTo>
                    <a:lnTo>
                      <a:pt x="13268" y="227447"/>
                    </a:lnTo>
                    <a:lnTo>
                      <a:pt x="5293" y="202495"/>
                    </a:lnTo>
                    <a:lnTo>
                      <a:pt x="8568" y="172369"/>
                    </a:lnTo>
                    <a:lnTo>
                      <a:pt x="20585" y="138273"/>
                    </a:lnTo>
                    <a:lnTo>
                      <a:pt x="33376" y="104527"/>
                    </a:lnTo>
                    <a:lnTo>
                      <a:pt x="38974" y="75448"/>
                    </a:lnTo>
                    <a:lnTo>
                      <a:pt x="34431" y="51495"/>
                    </a:lnTo>
                    <a:lnTo>
                      <a:pt x="24264" y="30590"/>
                    </a:lnTo>
                    <a:lnTo>
                      <a:pt x="11709" y="13253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375F92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660" name="object 69">
                <a:extLst>
                  <a:ext uri="{FF2B5EF4-FFF2-40B4-BE49-F238E27FC236}">
                    <a16:creationId xmlns:a16="http://schemas.microsoft.com/office/drawing/2014/main" id="{36777C5E-3117-B9A5-0DD6-712FAE63EA73}"/>
                  </a:ext>
                </a:extLst>
              </p:cNvPr>
              <p:cNvSpPr/>
              <p:nvPr/>
            </p:nvSpPr>
            <p:spPr>
              <a:xfrm>
                <a:off x="8792896" y="19670351"/>
                <a:ext cx="69215" cy="288925"/>
              </a:xfrm>
              <a:custGeom>
                <a:avLst/>
                <a:gdLst/>
                <a:ahLst/>
                <a:cxnLst/>
                <a:rect l="l" t="t" r="r" b="b"/>
                <a:pathLst>
                  <a:path w="69214" h="288925">
                    <a:moveTo>
                      <a:pt x="69107" y="288298"/>
                    </a:moveTo>
                    <a:lnTo>
                      <a:pt x="47455" y="269083"/>
                    </a:lnTo>
                    <a:lnTo>
                      <a:pt x="28082" y="248930"/>
                    </a:lnTo>
                    <a:lnTo>
                      <a:pt x="13268" y="226880"/>
                    </a:lnTo>
                    <a:lnTo>
                      <a:pt x="5293" y="201971"/>
                    </a:lnTo>
                    <a:lnTo>
                      <a:pt x="8568" y="171941"/>
                    </a:lnTo>
                    <a:lnTo>
                      <a:pt x="20585" y="137946"/>
                    </a:lnTo>
                    <a:lnTo>
                      <a:pt x="33376" y="104289"/>
                    </a:lnTo>
                    <a:lnTo>
                      <a:pt x="38974" y="75274"/>
                    </a:lnTo>
                    <a:lnTo>
                      <a:pt x="34431" y="51372"/>
                    </a:lnTo>
                    <a:lnTo>
                      <a:pt x="24264" y="30525"/>
                    </a:lnTo>
                    <a:lnTo>
                      <a:pt x="11709" y="13234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375F92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661" name="object 70">
                <a:extLst>
                  <a:ext uri="{FF2B5EF4-FFF2-40B4-BE49-F238E27FC236}">
                    <a16:creationId xmlns:a16="http://schemas.microsoft.com/office/drawing/2014/main" id="{9C355AF0-63F2-A2EE-D4F5-53CCB6489B5D}"/>
                  </a:ext>
                </a:extLst>
              </p:cNvPr>
              <p:cNvSpPr/>
              <p:nvPr/>
            </p:nvSpPr>
            <p:spPr>
              <a:xfrm>
                <a:off x="8911068" y="19662958"/>
                <a:ext cx="69215" cy="289560"/>
              </a:xfrm>
              <a:custGeom>
                <a:avLst/>
                <a:gdLst/>
                <a:ahLst/>
                <a:cxnLst/>
                <a:rect l="l" t="t" r="r" b="b"/>
                <a:pathLst>
                  <a:path w="69214" h="289559">
                    <a:moveTo>
                      <a:pt x="69107" y="288996"/>
                    </a:moveTo>
                    <a:lnTo>
                      <a:pt x="47455" y="269738"/>
                    </a:lnTo>
                    <a:lnTo>
                      <a:pt x="28082" y="249541"/>
                    </a:lnTo>
                    <a:lnTo>
                      <a:pt x="13268" y="227447"/>
                    </a:lnTo>
                    <a:lnTo>
                      <a:pt x="5293" y="202495"/>
                    </a:lnTo>
                    <a:lnTo>
                      <a:pt x="8568" y="172369"/>
                    </a:lnTo>
                    <a:lnTo>
                      <a:pt x="20585" y="138273"/>
                    </a:lnTo>
                    <a:lnTo>
                      <a:pt x="33376" y="104527"/>
                    </a:lnTo>
                    <a:lnTo>
                      <a:pt x="38974" y="75448"/>
                    </a:lnTo>
                    <a:lnTo>
                      <a:pt x="34431" y="51495"/>
                    </a:lnTo>
                    <a:lnTo>
                      <a:pt x="24264" y="30590"/>
                    </a:lnTo>
                    <a:lnTo>
                      <a:pt x="11709" y="13253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E36C09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662" name="object 71">
                <a:extLst>
                  <a:ext uri="{FF2B5EF4-FFF2-40B4-BE49-F238E27FC236}">
                    <a16:creationId xmlns:a16="http://schemas.microsoft.com/office/drawing/2014/main" id="{0A8DFE75-F0C2-7883-274D-3CEFE2AF715C}"/>
                  </a:ext>
                </a:extLst>
              </p:cNvPr>
              <p:cNvSpPr/>
              <p:nvPr/>
            </p:nvSpPr>
            <p:spPr>
              <a:xfrm>
                <a:off x="9013482" y="19688500"/>
                <a:ext cx="69215" cy="289560"/>
              </a:xfrm>
              <a:custGeom>
                <a:avLst/>
                <a:gdLst/>
                <a:ahLst/>
                <a:cxnLst/>
                <a:rect l="l" t="t" r="r" b="b"/>
                <a:pathLst>
                  <a:path w="69214" h="289559">
                    <a:moveTo>
                      <a:pt x="69107" y="288996"/>
                    </a:moveTo>
                    <a:lnTo>
                      <a:pt x="47455" y="269738"/>
                    </a:lnTo>
                    <a:lnTo>
                      <a:pt x="28082" y="249541"/>
                    </a:lnTo>
                    <a:lnTo>
                      <a:pt x="13268" y="227447"/>
                    </a:lnTo>
                    <a:lnTo>
                      <a:pt x="5293" y="202495"/>
                    </a:lnTo>
                    <a:lnTo>
                      <a:pt x="8568" y="172369"/>
                    </a:lnTo>
                    <a:lnTo>
                      <a:pt x="20585" y="138273"/>
                    </a:lnTo>
                    <a:lnTo>
                      <a:pt x="33376" y="104527"/>
                    </a:lnTo>
                    <a:lnTo>
                      <a:pt x="38974" y="75448"/>
                    </a:lnTo>
                    <a:lnTo>
                      <a:pt x="34431" y="51495"/>
                    </a:lnTo>
                    <a:lnTo>
                      <a:pt x="24264" y="30590"/>
                    </a:lnTo>
                    <a:lnTo>
                      <a:pt x="11709" y="13253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E36C09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663" name="object 72">
                <a:extLst>
                  <a:ext uri="{FF2B5EF4-FFF2-40B4-BE49-F238E27FC236}">
                    <a16:creationId xmlns:a16="http://schemas.microsoft.com/office/drawing/2014/main" id="{75DA8D1B-05D3-6D6B-BA3C-91E3D4DF1176}"/>
                  </a:ext>
                </a:extLst>
              </p:cNvPr>
              <p:cNvSpPr/>
              <p:nvPr/>
            </p:nvSpPr>
            <p:spPr>
              <a:xfrm>
                <a:off x="8131136" y="19967026"/>
                <a:ext cx="69215" cy="288925"/>
              </a:xfrm>
              <a:custGeom>
                <a:avLst/>
                <a:gdLst/>
                <a:ahLst/>
                <a:cxnLst/>
                <a:rect l="l" t="t" r="r" b="b"/>
                <a:pathLst>
                  <a:path w="69214" h="288925">
                    <a:moveTo>
                      <a:pt x="69107" y="288298"/>
                    </a:moveTo>
                    <a:lnTo>
                      <a:pt x="47455" y="269083"/>
                    </a:lnTo>
                    <a:lnTo>
                      <a:pt x="28082" y="248930"/>
                    </a:lnTo>
                    <a:lnTo>
                      <a:pt x="13268" y="226880"/>
                    </a:lnTo>
                    <a:lnTo>
                      <a:pt x="5293" y="201971"/>
                    </a:lnTo>
                    <a:lnTo>
                      <a:pt x="8568" y="171941"/>
                    </a:lnTo>
                    <a:lnTo>
                      <a:pt x="20585" y="137946"/>
                    </a:lnTo>
                    <a:lnTo>
                      <a:pt x="33376" y="104289"/>
                    </a:lnTo>
                    <a:lnTo>
                      <a:pt x="38974" y="75274"/>
                    </a:lnTo>
                    <a:lnTo>
                      <a:pt x="34431" y="51372"/>
                    </a:lnTo>
                    <a:lnTo>
                      <a:pt x="24264" y="30525"/>
                    </a:lnTo>
                    <a:lnTo>
                      <a:pt x="11709" y="13234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375F92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664" name="object 73">
                <a:extLst>
                  <a:ext uri="{FF2B5EF4-FFF2-40B4-BE49-F238E27FC236}">
                    <a16:creationId xmlns:a16="http://schemas.microsoft.com/office/drawing/2014/main" id="{19C1BEF9-6980-9BAB-5492-A8D9E89FAC73}"/>
                  </a:ext>
                </a:extLst>
              </p:cNvPr>
              <p:cNvSpPr/>
              <p:nvPr/>
            </p:nvSpPr>
            <p:spPr>
              <a:xfrm>
                <a:off x="8234449" y="19947481"/>
                <a:ext cx="68580" cy="289560"/>
              </a:xfrm>
              <a:custGeom>
                <a:avLst/>
                <a:gdLst/>
                <a:ahLst/>
                <a:cxnLst/>
                <a:rect l="l" t="t" r="r" b="b"/>
                <a:pathLst>
                  <a:path w="68579" h="289559">
                    <a:moveTo>
                      <a:pt x="68409" y="288996"/>
                    </a:moveTo>
                    <a:lnTo>
                      <a:pt x="46971" y="269738"/>
                    </a:lnTo>
                    <a:lnTo>
                      <a:pt x="27791" y="249541"/>
                    </a:lnTo>
                    <a:lnTo>
                      <a:pt x="13126" y="227447"/>
                    </a:lnTo>
                    <a:lnTo>
                      <a:pt x="5235" y="202495"/>
                    </a:lnTo>
                    <a:lnTo>
                      <a:pt x="8480" y="172369"/>
                    </a:lnTo>
                    <a:lnTo>
                      <a:pt x="20374" y="138273"/>
                    </a:lnTo>
                    <a:lnTo>
                      <a:pt x="33032" y="104527"/>
                    </a:lnTo>
                    <a:lnTo>
                      <a:pt x="38567" y="75448"/>
                    </a:lnTo>
                    <a:lnTo>
                      <a:pt x="34063" y="51495"/>
                    </a:lnTo>
                    <a:lnTo>
                      <a:pt x="23995" y="30590"/>
                    </a:lnTo>
                    <a:lnTo>
                      <a:pt x="11572" y="13253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375F92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665" name="object 74">
                <a:extLst>
                  <a:ext uri="{FF2B5EF4-FFF2-40B4-BE49-F238E27FC236}">
                    <a16:creationId xmlns:a16="http://schemas.microsoft.com/office/drawing/2014/main" id="{732E0D8D-34D9-DC47-40FE-88A49009879E}"/>
                  </a:ext>
                </a:extLst>
              </p:cNvPr>
              <p:cNvSpPr/>
              <p:nvPr/>
            </p:nvSpPr>
            <p:spPr>
              <a:xfrm>
                <a:off x="8351024" y="19960046"/>
                <a:ext cx="68580" cy="289560"/>
              </a:xfrm>
              <a:custGeom>
                <a:avLst/>
                <a:gdLst/>
                <a:ahLst/>
                <a:cxnLst/>
                <a:rect l="l" t="t" r="r" b="b"/>
                <a:pathLst>
                  <a:path w="68579" h="289559">
                    <a:moveTo>
                      <a:pt x="68409" y="288996"/>
                    </a:moveTo>
                    <a:lnTo>
                      <a:pt x="46971" y="269738"/>
                    </a:lnTo>
                    <a:lnTo>
                      <a:pt x="27791" y="249541"/>
                    </a:lnTo>
                    <a:lnTo>
                      <a:pt x="13126" y="227447"/>
                    </a:lnTo>
                    <a:lnTo>
                      <a:pt x="5235" y="202495"/>
                    </a:lnTo>
                    <a:lnTo>
                      <a:pt x="8480" y="172369"/>
                    </a:lnTo>
                    <a:lnTo>
                      <a:pt x="20374" y="138273"/>
                    </a:lnTo>
                    <a:lnTo>
                      <a:pt x="33032" y="104527"/>
                    </a:lnTo>
                    <a:lnTo>
                      <a:pt x="38567" y="75448"/>
                    </a:lnTo>
                    <a:lnTo>
                      <a:pt x="34063" y="51495"/>
                    </a:lnTo>
                    <a:lnTo>
                      <a:pt x="23995" y="30590"/>
                    </a:lnTo>
                    <a:lnTo>
                      <a:pt x="11572" y="13253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375F92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666" name="object 75">
                <a:extLst>
                  <a:ext uri="{FF2B5EF4-FFF2-40B4-BE49-F238E27FC236}">
                    <a16:creationId xmlns:a16="http://schemas.microsoft.com/office/drawing/2014/main" id="{3BA13DF9-76CF-A35A-685C-A25B28951894}"/>
                  </a:ext>
                </a:extLst>
              </p:cNvPr>
              <p:cNvSpPr/>
              <p:nvPr/>
            </p:nvSpPr>
            <p:spPr>
              <a:xfrm>
                <a:off x="8480165" y="19994948"/>
                <a:ext cx="68580" cy="288925"/>
              </a:xfrm>
              <a:custGeom>
                <a:avLst/>
                <a:gdLst/>
                <a:ahLst/>
                <a:cxnLst/>
                <a:rect l="l" t="t" r="r" b="b"/>
                <a:pathLst>
                  <a:path w="68579" h="288925">
                    <a:moveTo>
                      <a:pt x="68409" y="288298"/>
                    </a:moveTo>
                    <a:lnTo>
                      <a:pt x="46971" y="269083"/>
                    </a:lnTo>
                    <a:lnTo>
                      <a:pt x="27791" y="248930"/>
                    </a:lnTo>
                    <a:lnTo>
                      <a:pt x="13126" y="226880"/>
                    </a:lnTo>
                    <a:lnTo>
                      <a:pt x="5235" y="201971"/>
                    </a:lnTo>
                    <a:lnTo>
                      <a:pt x="8480" y="171941"/>
                    </a:lnTo>
                    <a:lnTo>
                      <a:pt x="20374" y="137946"/>
                    </a:lnTo>
                    <a:lnTo>
                      <a:pt x="33032" y="104289"/>
                    </a:lnTo>
                    <a:lnTo>
                      <a:pt x="38567" y="75274"/>
                    </a:lnTo>
                    <a:lnTo>
                      <a:pt x="34063" y="51372"/>
                    </a:lnTo>
                    <a:lnTo>
                      <a:pt x="23995" y="30525"/>
                    </a:lnTo>
                    <a:lnTo>
                      <a:pt x="11572" y="13234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375F92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667" name="object 77">
                <a:extLst>
                  <a:ext uri="{FF2B5EF4-FFF2-40B4-BE49-F238E27FC236}">
                    <a16:creationId xmlns:a16="http://schemas.microsoft.com/office/drawing/2014/main" id="{7079976E-8D75-FB10-69C6-99CC743C83A2}"/>
                  </a:ext>
                </a:extLst>
              </p:cNvPr>
              <p:cNvSpPr/>
              <p:nvPr/>
            </p:nvSpPr>
            <p:spPr>
              <a:xfrm>
                <a:off x="8718204" y="19997740"/>
                <a:ext cx="69215" cy="289560"/>
              </a:xfrm>
              <a:custGeom>
                <a:avLst/>
                <a:gdLst/>
                <a:ahLst/>
                <a:cxnLst/>
                <a:rect l="l" t="t" r="r" b="b"/>
                <a:pathLst>
                  <a:path w="69214" h="289559">
                    <a:moveTo>
                      <a:pt x="69107" y="288996"/>
                    </a:moveTo>
                    <a:lnTo>
                      <a:pt x="47455" y="269738"/>
                    </a:lnTo>
                    <a:lnTo>
                      <a:pt x="28082" y="249541"/>
                    </a:lnTo>
                    <a:lnTo>
                      <a:pt x="13268" y="227447"/>
                    </a:lnTo>
                    <a:lnTo>
                      <a:pt x="5293" y="202495"/>
                    </a:lnTo>
                    <a:lnTo>
                      <a:pt x="8568" y="172369"/>
                    </a:lnTo>
                    <a:lnTo>
                      <a:pt x="20585" y="138273"/>
                    </a:lnTo>
                    <a:lnTo>
                      <a:pt x="33376" y="104527"/>
                    </a:lnTo>
                    <a:lnTo>
                      <a:pt x="38974" y="75448"/>
                    </a:lnTo>
                    <a:lnTo>
                      <a:pt x="34431" y="51495"/>
                    </a:lnTo>
                    <a:lnTo>
                      <a:pt x="24264" y="30590"/>
                    </a:lnTo>
                    <a:lnTo>
                      <a:pt x="11709" y="13253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375F92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668" name="object 78">
                <a:extLst>
                  <a:ext uri="{FF2B5EF4-FFF2-40B4-BE49-F238E27FC236}">
                    <a16:creationId xmlns:a16="http://schemas.microsoft.com/office/drawing/2014/main" id="{3AD33397-22BA-4F3D-8D2D-DED8EE2F40DF}"/>
                  </a:ext>
                </a:extLst>
              </p:cNvPr>
              <p:cNvSpPr/>
              <p:nvPr/>
            </p:nvSpPr>
            <p:spPr>
              <a:xfrm>
                <a:off x="8811742" y="19977497"/>
                <a:ext cx="76439" cy="317242"/>
              </a:xfrm>
              <a:custGeom>
                <a:avLst/>
                <a:gdLst/>
                <a:ahLst/>
                <a:cxnLst/>
                <a:rect l="l" t="t" r="r" b="b"/>
                <a:pathLst>
                  <a:path w="39370" h="141605">
                    <a:moveTo>
                      <a:pt x="39091" y="141007"/>
                    </a:moveTo>
                    <a:lnTo>
                      <a:pt x="26838" y="131603"/>
                    </a:lnTo>
                    <a:lnTo>
                      <a:pt x="15888" y="121745"/>
                    </a:lnTo>
                    <a:lnTo>
                      <a:pt x="7523" y="110961"/>
                    </a:lnTo>
                    <a:lnTo>
                      <a:pt x="3024" y="98775"/>
                    </a:lnTo>
                    <a:lnTo>
                      <a:pt x="4868" y="84097"/>
                    </a:lnTo>
                    <a:lnTo>
                      <a:pt x="11663" y="67471"/>
                    </a:lnTo>
                    <a:lnTo>
                      <a:pt x="18894" y="51010"/>
                    </a:lnTo>
                    <a:lnTo>
                      <a:pt x="22047" y="36822"/>
                    </a:lnTo>
                    <a:lnTo>
                      <a:pt x="19461" y="25130"/>
                    </a:lnTo>
                    <a:lnTo>
                      <a:pt x="13706" y="14921"/>
                    </a:lnTo>
                    <a:lnTo>
                      <a:pt x="6610" y="6457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375F92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669" name="object 79">
                <a:extLst>
                  <a:ext uri="{FF2B5EF4-FFF2-40B4-BE49-F238E27FC236}">
                    <a16:creationId xmlns:a16="http://schemas.microsoft.com/office/drawing/2014/main" id="{9C2E7D57-E4B6-9314-CFDE-42338E811DDE}"/>
                  </a:ext>
                </a:extLst>
              </p:cNvPr>
              <p:cNvSpPr/>
              <p:nvPr/>
            </p:nvSpPr>
            <p:spPr>
              <a:xfrm>
                <a:off x="8910930" y="19952611"/>
                <a:ext cx="68061" cy="279299"/>
              </a:xfrm>
              <a:custGeom>
                <a:avLst/>
                <a:gdLst/>
                <a:ahLst/>
                <a:cxnLst/>
                <a:rect l="l" t="t" r="r" b="b"/>
                <a:pathLst>
                  <a:path w="48895" h="129540">
                    <a:moveTo>
                      <a:pt x="48864" y="129140"/>
                    </a:moveTo>
                    <a:lnTo>
                      <a:pt x="33557" y="120527"/>
                    </a:lnTo>
                    <a:lnTo>
                      <a:pt x="19865" y="111500"/>
                    </a:lnTo>
                    <a:lnTo>
                      <a:pt x="9401" y="101622"/>
                    </a:lnTo>
                    <a:lnTo>
                      <a:pt x="3781" y="90456"/>
                    </a:lnTo>
                    <a:lnTo>
                      <a:pt x="6091" y="77013"/>
                    </a:lnTo>
                    <a:lnTo>
                      <a:pt x="14586" y="61792"/>
                    </a:lnTo>
                    <a:lnTo>
                      <a:pt x="23626" y="46724"/>
                    </a:lnTo>
                    <a:lnTo>
                      <a:pt x="27573" y="33739"/>
                    </a:lnTo>
                    <a:lnTo>
                      <a:pt x="24344" y="23035"/>
                    </a:lnTo>
                    <a:lnTo>
                      <a:pt x="17146" y="13684"/>
                    </a:lnTo>
                    <a:lnTo>
                      <a:pt x="8267" y="5926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E36C09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670" name="object 80">
                <a:extLst>
                  <a:ext uri="{FF2B5EF4-FFF2-40B4-BE49-F238E27FC236}">
                    <a16:creationId xmlns:a16="http://schemas.microsoft.com/office/drawing/2014/main" id="{8DEE9778-080A-F702-44D3-DC840D6FD4DA}"/>
                  </a:ext>
                </a:extLst>
              </p:cNvPr>
              <p:cNvSpPr/>
              <p:nvPr/>
            </p:nvSpPr>
            <p:spPr>
              <a:xfrm>
                <a:off x="9005804" y="19964234"/>
                <a:ext cx="68580" cy="289560"/>
              </a:xfrm>
              <a:custGeom>
                <a:avLst/>
                <a:gdLst/>
                <a:ahLst/>
                <a:cxnLst/>
                <a:rect l="l" t="t" r="r" b="b"/>
                <a:pathLst>
                  <a:path w="68579" h="289559">
                    <a:moveTo>
                      <a:pt x="68409" y="288996"/>
                    </a:moveTo>
                    <a:lnTo>
                      <a:pt x="46971" y="269738"/>
                    </a:lnTo>
                    <a:lnTo>
                      <a:pt x="27791" y="249541"/>
                    </a:lnTo>
                    <a:lnTo>
                      <a:pt x="13126" y="227447"/>
                    </a:lnTo>
                    <a:lnTo>
                      <a:pt x="5235" y="202495"/>
                    </a:lnTo>
                    <a:lnTo>
                      <a:pt x="8480" y="172369"/>
                    </a:lnTo>
                    <a:lnTo>
                      <a:pt x="20374" y="138273"/>
                    </a:lnTo>
                    <a:lnTo>
                      <a:pt x="33032" y="104527"/>
                    </a:lnTo>
                    <a:lnTo>
                      <a:pt x="38567" y="75448"/>
                    </a:lnTo>
                    <a:lnTo>
                      <a:pt x="34063" y="51495"/>
                    </a:lnTo>
                    <a:lnTo>
                      <a:pt x="23995" y="30590"/>
                    </a:lnTo>
                    <a:lnTo>
                      <a:pt x="11572" y="13253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E36C09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671" name="object 81">
                <a:extLst>
                  <a:ext uri="{FF2B5EF4-FFF2-40B4-BE49-F238E27FC236}">
                    <a16:creationId xmlns:a16="http://schemas.microsoft.com/office/drawing/2014/main" id="{86E27A58-0288-015A-147B-C993DA44B811}"/>
                  </a:ext>
                </a:extLst>
              </p:cNvPr>
              <p:cNvSpPr/>
              <p:nvPr/>
            </p:nvSpPr>
            <p:spPr>
              <a:xfrm>
                <a:off x="8048765" y="20014494"/>
                <a:ext cx="69215" cy="289560"/>
              </a:xfrm>
              <a:custGeom>
                <a:avLst/>
                <a:gdLst/>
                <a:ahLst/>
                <a:cxnLst/>
                <a:rect l="l" t="t" r="r" b="b"/>
                <a:pathLst>
                  <a:path w="69214" h="289559">
                    <a:moveTo>
                      <a:pt x="69107" y="288996"/>
                    </a:moveTo>
                    <a:lnTo>
                      <a:pt x="47455" y="269738"/>
                    </a:lnTo>
                    <a:lnTo>
                      <a:pt x="28082" y="249541"/>
                    </a:lnTo>
                    <a:lnTo>
                      <a:pt x="13268" y="227447"/>
                    </a:lnTo>
                    <a:lnTo>
                      <a:pt x="5293" y="202495"/>
                    </a:lnTo>
                    <a:lnTo>
                      <a:pt x="8568" y="172369"/>
                    </a:lnTo>
                    <a:lnTo>
                      <a:pt x="20585" y="138273"/>
                    </a:lnTo>
                    <a:lnTo>
                      <a:pt x="33376" y="104527"/>
                    </a:lnTo>
                    <a:lnTo>
                      <a:pt x="38974" y="75448"/>
                    </a:lnTo>
                    <a:lnTo>
                      <a:pt x="34431" y="51495"/>
                    </a:lnTo>
                    <a:lnTo>
                      <a:pt x="24264" y="30590"/>
                    </a:lnTo>
                    <a:lnTo>
                      <a:pt x="11709" y="13253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375F92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672" name="object 79">
                <a:extLst>
                  <a:ext uri="{FF2B5EF4-FFF2-40B4-BE49-F238E27FC236}">
                    <a16:creationId xmlns:a16="http://schemas.microsoft.com/office/drawing/2014/main" id="{7AB13A34-B7B7-570E-6A1E-CF1DA8DFE037}"/>
                  </a:ext>
                </a:extLst>
              </p:cNvPr>
              <p:cNvSpPr/>
              <p:nvPr/>
            </p:nvSpPr>
            <p:spPr>
              <a:xfrm>
                <a:off x="8598581" y="20008725"/>
                <a:ext cx="68061" cy="279299"/>
              </a:xfrm>
              <a:custGeom>
                <a:avLst/>
                <a:gdLst/>
                <a:ahLst/>
                <a:cxnLst/>
                <a:rect l="l" t="t" r="r" b="b"/>
                <a:pathLst>
                  <a:path w="48895" h="129540">
                    <a:moveTo>
                      <a:pt x="48864" y="129140"/>
                    </a:moveTo>
                    <a:lnTo>
                      <a:pt x="33557" y="120527"/>
                    </a:lnTo>
                    <a:lnTo>
                      <a:pt x="19865" y="111500"/>
                    </a:lnTo>
                    <a:lnTo>
                      <a:pt x="9401" y="101622"/>
                    </a:lnTo>
                    <a:lnTo>
                      <a:pt x="3781" y="90456"/>
                    </a:lnTo>
                    <a:lnTo>
                      <a:pt x="6091" y="77013"/>
                    </a:lnTo>
                    <a:lnTo>
                      <a:pt x="14586" y="61792"/>
                    </a:lnTo>
                    <a:lnTo>
                      <a:pt x="23626" y="46724"/>
                    </a:lnTo>
                    <a:lnTo>
                      <a:pt x="27573" y="33739"/>
                    </a:lnTo>
                    <a:lnTo>
                      <a:pt x="24344" y="23035"/>
                    </a:lnTo>
                    <a:lnTo>
                      <a:pt x="17146" y="13684"/>
                    </a:lnTo>
                    <a:lnTo>
                      <a:pt x="8267" y="5926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375F92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673" name="object 82">
                <a:extLst>
                  <a:ext uri="{FF2B5EF4-FFF2-40B4-BE49-F238E27FC236}">
                    <a16:creationId xmlns:a16="http://schemas.microsoft.com/office/drawing/2014/main" id="{A027185E-033D-182A-8328-3AF9F9FD43A8}"/>
                  </a:ext>
                </a:extLst>
              </p:cNvPr>
              <p:cNvSpPr/>
              <p:nvPr/>
            </p:nvSpPr>
            <p:spPr>
              <a:xfrm>
                <a:off x="8003457" y="19949392"/>
                <a:ext cx="1131570" cy="84455"/>
              </a:xfrm>
              <a:custGeom>
                <a:avLst/>
                <a:gdLst/>
                <a:ahLst/>
                <a:cxnLst/>
                <a:rect l="l" t="t" r="r" b="b"/>
                <a:pathLst>
                  <a:path w="1131570" h="84455">
                    <a:moveTo>
                      <a:pt x="0" y="84290"/>
                    </a:moveTo>
                    <a:lnTo>
                      <a:pt x="45196" y="60401"/>
                    </a:lnTo>
                    <a:lnTo>
                      <a:pt x="91601" y="38277"/>
                    </a:lnTo>
                    <a:lnTo>
                      <a:pt x="140410" y="19668"/>
                    </a:lnTo>
                    <a:lnTo>
                      <a:pt x="192818" y="6325"/>
                    </a:lnTo>
                    <a:lnTo>
                      <a:pt x="250021" y="0"/>
                    </a:lnTo>
                    <a:lnTo>
                      <a:pt x="294955" y="2250"/>
                    </a:lnTo>
                    <a:lnTo>
                      <a:pt x="343339" y="10623"/>
                    </a:lnTo>
                    <a:lnTo>
                      <a:pt x="394116" y="22765"/>
                    </a:lnTo>
                    <a:lnTo>
                      <a:pt x="446227" y="36323"/>
                    </a:lnTo>
                    <a:lnTo>
                      <a:pt x="498614" y="48942"/>
                    </a:lnTo>
                    <a:lnTo>
                      <a:pt x="550218" y="58270"/>
                    </a:lnTo>
                    <a:lnTo>
                      <a:pt x="599981" y="61952"/>
                    </a:lnTo>
                    <a:lnTo>
                      <a:pt x="649180" y="58793"/>
                    </a:lnTo>
                    <a:lnTo>
                      <a:pt x="699180" y="50452"/>
                    </a:lnTo>
                    <a:lnTo>
                      <a:pt x="749060" y="38935"/>
                    </a:lnTo>
                    <a:lnTo>
                      <a:pt x="797898" y="26247"/>
                    </a:lnTo>
                    <a:lnTo>
                      <a:pt x="844773" y="14396"/>
                    </a:lnTo>
                    <a:lnTo>
                      <a:pt x="888761" y="5385"/>
                    </a:lnTo>
                    <a:lnTo>
                      <a:pt x="928942" y="1221"/>
                    </a:lnTo>
                    <a:lnTo>
                      <a:pt x="992609" y="5996"/>
                    </a:lnTo>
                    <a:lnTo>
                      <a:pt x="1049160" y="19654"/>
                    </a:lnTo>
                    <a:lnTo>
                      <a:pt x="1096255" y="35571"/>
                    </a:lnTo>
                    <a:lnTo>
                      <a:pt x="1131553" y="47118"/>
                    </a:lnTo>
                  </a:path>
                </a:pathLst>
              </a:custGeom>
              <a:ln w="381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</p:grpSp>
      </p:grpSp>
      <p:sp>
        <p:nvSpPr>
          <p:cNvPr id="62" name="object 234">
            <a:extLst>
              <a:ext uri="{FF2B5EF4-FFF2-40B4-BE49-F238E27FC236}">
                <a16:creationId xmlns:a16="http://schemas.microsoft.com/office/drawing/2014/main" id="{1497F41A-4805-D486-3671-D6261346040E}"/>
              </a:ext>
            </a:extLst>
          </p:cNvPr>
          <p:cNvSpPr txBox="1"/>
          <p:nvPr/>
        </p:nvSpPr>
        <p:spPr>
          <a:xfrm>
            <a:off x="1101106" y="14162067"/>
            <a:ext cx="9966407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0"/>
              </a:spcBef>
              <a:buFont typeface="Wingdings" panose="05000000000000000000" pitchFamily="2" charset="2"/>
              <a:buChar char="§"/>
              <a:tabLst>
                <a:tab pos="273685" algn="l"/>
              </a:tabLst>
            </a:pPr>
            <a:r>
              <a:rPr lang="en-US" sz="2800" b="1" u="sng" spc="-10" dirty="0">
                <a:uFill>
                  <a:solidFill>
                    <a:srgbClr val="000000"/>
                  </a:solidFill>
                </a:uFill>
                <a:latin typeface="Avenir Next LT Pro Demi" panose="020B0704020202020204" pitchFamily="34" charset="0"/>
                <a:cs typeface="Calibri"/>
              </a:rPr>
              <a:t>SYNTHESIS AND HIGH THROUGHPUT</a:t>
            </a:r>
            <a:endParaRPr sz="2800" u="sng" dirty="0">
              <a:latin typeface="Avenir Next LT Pro Demi" panose="020B0704020202020204" pitchFamily="34" charset="0"/>
              <a:cs typeface="Calibri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CB47F49-4E1A-D9CB-8C8D-2A132BA8FF6C}"/>
              </a:ext>
            </a:extLst>
          </p:cNvPr>
          <p:cNvSpPr txBox="1"/>
          <p:nvPr/>
        </p:nvSpPr>
        <p:spPr>
          <a:xfrm>
            <a:off x="1426116" y="20718740"/>
            <a:ext cx="434951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venir Next LT Pro Demi" panose="020B0704020202020204" pitchFamily="34" charset="0"/>
              </a:rPr>
              <a:t>BBCPs</a:t>
            </a:r>
            <a:r>
              <a:rPr lang="en-US" sz="2400" dirty="0">
                <a:latin typeface="Avenir Next LT Pro" panose="020B0504020202020204" pitchFamily="34" charset="0"/>
              </a:rPr>
              <a:t> with </a:t>
            </a:r>
            <a:r>
              <a:rPr lang="en-US" sz="2400" dirty="0">
                <a:latin typeface="Avenir Next LT Pro Demi" panose="020B0704020202020204" pitchFamily="34" charset="0"/>
              </a:rPr>
              <a:t>various compositions</a:t>
            </a:r>
            <a:r>
              <a:rPr lang="en-US" sz="2400" dirty="0">
                <a:latin typeface="Avenir Next LT Pro" panose="020B0504020202020204" pitchFamily="34" charset="0"/>
              </a:rPr>
              <a:t> need to be </a:t>
            </a:r>
            <a:r>
              <a:rPr lang="en-US" sz="2400" dirty="0">
                <a:latin typeface="Avenir Next LT Pro Demi" panose="020B0704020202020204" pitchFamily="34" charset="0"/>
              </a:rPr>
              <a:t>synthesized</a:t>
            </a:r>
            <a:r>
              <a:rPr lang="en-US" sz="2400" dirty="0">
                <a:latin typeface="Avenir Next LT Pro" panose="020B0504020202020204" pitchFamily="34" charset="0"/>
              </a:rPr>
              <a:t> and </a:t>
            </a:r>
            <a:r>
              <a:rPr lang="en-US" sz="2400" dirty="0">
                <a:latin typeface="Avenir Next LT Pro Demi" panose="020B0704020202020204" pitchFamily="34" charset="0"/>
              </a:rPr>
              <a:t>characterized</a:t>
            </a:r>
            <a:endParaRPr lang="en-US" sz="2400" dirty="0">
              <a:latin typeface="Avenir Next LT Pro" panose="020B0504020202020204" pitchFamily="34" charset="0"/>
            </a:endParaRPr>
          </a:p>
        </p:txBody>
      </p:sp>
      <p:sp>
        <p:nvSpPr>
          <p:cNvPr id="674" name="TextBox 673">
            <a:extLst>
              <a:ext uri="{FF2B5EF4-FFF2-40B4-BE49-F238E27FC236}">
                <a16:creationId xmlns:a16="http://schemas.microsoft.com/office/drawing/2014/main" id="{6A98B832-36E4-5CCD-02B3-CADFB01633F5}"/>
              </a:ext>
            </a:extLst>
          </p:cNvPr>
          <p:cNvSpPr txBox="1"/>
          <p:nvPr/>
        </p:nvSpPr>
        <p:spPr>
          <a:xfrm flipH="1">
            <a:off x="6088284" y="18634037"/>
            <a:ext cx="9236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>
                <a:latin typeface="Avenir Next LT Pro Demi" panose="020B0704020202020204" pitchFamily="34" charset="0"/>
                <a:cs typeface="Calibri" panose="020F0502020204030204" pitchFamily="34" charset="0"/>
              </a:rPr>
              <a:t>Change in the size of the first and second block (</a:t>
            </a:r>
            <a:r>
              <a:rPr lang="en-US" sz="2400" i="1" dirty="0">
                <a:solidFill>
                  <a:schemeClr val="tx1"/>
                </a:solidFill>
                <a:latin typeface="Avenir Next LT Pro Demi" panose="020B0704020202020204" pitchFamily="34" charset="0"/>
              </a:rPr>
              <a:t>DP</a:t>
            </a:r>
            <a:r>
              <a:rPr lang="en-US" sz="2400" i="1" baseline="-25000" dirty="0">
                <a:solidFill>
                  <a:schemeClr val="tx1"/>
                </a:solidFill>
                <a:latin typeface="Avenir Next LT Pro Demi" panose="020B0704020202020204" pitchFamily="34" charset="0"/>
              </a:rPr>
              <a:t>PS</a:t>
            </a:r>
            <a:r>
              <a:rPr lang="en-US" sz="2400" i="1" dirty="0">
                <a:solidFill>
                  <a:schemeClr val="tx1"/>
                </a:solidFill>
                <a:latin typeface="Avenir Next LT Pro Demi" panose="020B0704020202020204" pitchFamily="34" charset="0"/>
              </a:rPr>
              <a:t>, DP</a:t>
            </a:r>
            <a:r>
              <a:rPr lang="en-US" sz="2400" i="1" baseline="-25000" dirty="0">
                <a:solidFill>
                  <a:schemeClr val="tx1"/>
                </a:solidFill>
                <a:latin typeface="Avenir Next LT Pro Demi" panose="020B0704020202020204" pitchFamily="34" charset="0"/>
              </a:rPr>
              <a:t>PLA</a:t>
            </a:r>
            <a:r>
              <a:rPr lang="en-US" sz="2400" i="1" dirty="0">
                <a:solidFill>
                  <a:schemeClr val="tx1"/>
                </a:solidFill>
                <a:latin typeface="Avenir Next LT Pro Demi" panose="020B0704020202020204" pitchFamily="34" charset="0"/>
              </a:rPr>
              <a:t>)</a:t>
            </a:r>
            <a:endParaRPr lang="en-US" sz="2400" i="1" dirty="0">
              <a:latin typeface="Avenir Next LT Pro Demi" panose="020B07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D1C21CC-9CBC-7EFA-BE3E-F27B2C21A1AF}"/>
              </a:ext>
            </a:extLst>
          </p:cNvPr>
          <p:cNvSpPr txBox="1"/>
          <p:nvPr/>
        </p:nvSpPr>
        <p:spPr>
          <a:xfrm>
            <a:off x="2973220" y="22734285"/>
            <a:ext cx="1169296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0" i="0" dirty="0">
                <a:effectLst/>
                <a:latin typeface="Avenir Next LT Pro Light" panose="020B0304020202020204" pitchFamily="34" charset="0"/>
              </a:rPr>
              <a:t>(4) </a:t>
            </a:r>
            <a:r>
              <a:rPr lang="en-US" sz="1400" b="0" i="0" dirty="0" err="1">
                <a:effectLst/>
                <a:latin typeface="Avenir Next LT Pro Light" panose="020B0304020202020204" pitchFamily="34" charset="0"/>
              </a:rPr>
              <a:t>Jawiczuk</a:t>
            </a:r>
            <a:r>
              <a:rPr lang="en-US" sz="1400" b="0" i="0" dirty="0">
                <a:effectLst/>
                <a:latin typeface="Avenir Next LT Pro Light" panose="020B0304020202020204" pitchFamily="34" charset="0"/>
              </a:rPr>
              <a:t>, M.; Marczyk, A.; Trzaskowski, B. Decomposition of Ruthenium Olefin Metathesis Catalyst. </a:t>
            </a:r>
            <a:r>
              <a:rPr lang="en-US" sz="1400" b="0" i="1" dirty="0">
                <a:effectLst/>
                <a:latin typeface="Avenir Next LT Pro Light" panose="020B0304020202020204" pitchFamily="34" charset="0"/>
              </a:rPr>
              <a:t>Catalysts</a:t>
            </a:r>
            <a:r>
              <a:rPr lang="en-US" sz="1400" b="0" i="0" dirty="0">
                <a:effectLst/>
                <a:latin typeface="Avenir Next LT Pro Light" panose="020B0304020202020204" pitchFamily="34" charset="0"/>
              </a:rPr>
              <a:t> </a:t>
            </a:r>
            <a:r>
              <a:rPr lang="en-US" sz="1400" b="0" i="0" dirty="0">
                <a:effectLst/>
                <a:latin typeface="Avenir Next LT Pro Demi" panose="020B0704020202020204" pitchFamily="34" charset="0"/>
              </a:rPr>
              <a:t>2020</a:t>
            </a:r>
            <a:r>
              <a:rPr lang="en-US" sz="1400" b="0" i="0" dirty="0">
                <a:effectLst/>
                <a:latin typeface="Avenir Next LT Pro Light" panose="020B0304020202020204" pitchFamily="34" charset="0"/>
              </a:rPr>
              <a:t>, 10 (8), 887. </a:t>
            </a:r>
            <a:r>
              <a:rPr lang="en-US" sz="1400" dirty="0">
                <a:latin typeface="Avenir Next LT Pro Light" panose="020B0304020202020204" pitchFamily="34" charset="0"/>
              </a:rPr>
              <a:t>| (5) Kamble, Y. L.; Shi, J.; Jeon, S.; Diao, Y.; Rogers, S.; </a:t>
            </a:r>
            <a:r>
              <a:rPr lang="en-US" sz="1400" dirty="0" err="1">
                <a:latin typeface="Avenir Next LT Pro Light" panose="020B0304020202020204" pitchFamily="34" charset="0"/>
              </a:rPr>
              <a:t>Guironnet</a:t>
            </a:r>
            <a:r>
              <a:rPr lang="en-US" sz="1400" dirty="0">
                <a:latin typeface="Avenir Next LT Pro Light" panose="020B0304020202020204" pitchFamily="34" charset="0"/>
              </a:rPr>
              <a:t>, D. Synthesis and Characterization of High-Density and High Degree of Polymerization Bottlebrush Block Copolymers for Photonic Applications. </a:t>
            </a:r>
            <a:r>
              <a:rPr lang="en-US" sz="1400" i="1" dirty="0">
                <a:latin typeface="Avenir Next LT Pro Light" panose="020B0304020202020204" pitchFamily="34" charset="0"/>
              </a:rPr>
              <a:t>Macromolecules</a:t>
            </a:r>
            <a:r>
              <a:rPr lang="en-US" sz="1400" dirty="0">
                <a:latin typeface="Avenir Next LT Pro Light" panose="020B0304020202020204" pitchFamily="34" charset="0"/>
              </a:rPr>
              <a:t> </a:t>
            </a:r>
            <a:r>
              <a:rPr lang="en-US" sz="1400" dirty="0">
                <a:latin typeface="Avenir Next LT Pro Demi" panose="020B0704020202020204" pitchFamily="34" charset="0"/>
              </a:rPr>
              <a:t>2025</a:t>
            </a:r>
            <a:r>
              <a:rPr lang="en-US" sz="1400" dirty="0">
                <a:latin typeface="Avenir Next LT Pro Light" panose="020B0304020202020204" pitchFamily="34" charset="0"/>
              </a:rPr>
              <a:t>, 58 (6), 3006–3015. </a:t>
            </a:r>
          </a:p>
        </p:txBody>
      </p:sp>
      <p:sp>
        <p:nvSpPr>
          <p:cNvPr id="266" name="Rectangle: Rounded Corners 265">
            <a:extLst>
              <a:ext uri="{FF2B5EF4-FFF2-40B4-BE49-F238E27FC236}">
                <a16:creationId xmlns:a16="http://schemas.microsoft.com/office/drawing/2014/main" id="{FAFD0C78-72A0-93E5-2A5C-08E997F5EF56}"/>
              </a:ext>
            </a:extLst>
          </p:cNvPr>
          <p:cNvSpPr/>
          <p:nvPr/>
        </p:nvSpPr>
        <p:spPr>
          <a:xfrm>
            <a:off x="1005614" y="13989693"/>
            <a:ext cx="15559072" cy="9483255"/>
          </a:xfrm>
          <a:prstGeom prst="roundRect">
            <a:avLst>
              <a:gd name="adj" fmla="val 4095"/>
            </a:avLst>
          </a:prstGeom>
          <a:noFill/>
          <a:ln w="9525" cap="flat" cmpd="sng" algn="ctr">
            <a:solidFill>
              <a:schemeClr val="bg2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0" name="TextBox 589">
            <a:extLst>
              <a:ext uri="{FF2B5EF4-FFF2-40B4-BE49-F238E27FC236}">
                <a16:creationId xmlns:a16="http://schemas.microsoft.com/office/drawing/2014/main" id="{E415D1BB-5B48-817D-A84B-AB87AAE9801A}"/>
              </a:ext>
            </a:extLst>
          </p:cNvPr>
          <p:cNvSpPr txBox="1"/>
          <p:nvPr/>
        </p:nvSpPr>
        <p:spPr>
          <a:xfrm>
            <a:off x="5550688" y="14770682"/>
            <a:ext cx="7662056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SzPct val="200000"/>
              <a:buBlip>
                <a:blip r:embed="rId29">
                  <a:extLst>
                    <a:ext uri="{96DAC541-7B7A-43D3-8B79-37D633B846F1}">
                      <asvg:svgBlip xmlns:asvg="http://schemas.microsoft.com/office/drawing/2016/SVG/main" r:embed="rId30"/>
                    </a:ext>
                  </a:extLst>
                </a:blip>
              </a:buBlip>
            </a:pPr>
            <a:r>
              <a:rPr lang="en-US" sz="2400" b="1" dirty="0">
                <a:solidFill>
                  <a:schemeClr val="accent6"/>
                </a:solidFill>
                <a:latin typeface="Avenir Next LT Pro" panose="020B0504020202020204" pitchFamily="34" charset="0"/>
              </a:rPr>
              <a:t>Goal: </a:t>
            </a:r>
          </a:p>
          <a:p>
            <a:pPr marL="914400" lvl="1" indent="-457200"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latin typeface="Avenir Next LT Pro Demi" panose="020B0704020202020204" pitchFamily="34" charset="0"/>
              </a:rPr>
              <a:t>Accelerate synthesis to speed up discoveries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1600" dirty="0">
              <a:latin typeface="Avenir Next LT Pro" panose="020B0504020202020204" pitchFamily="34" charset="0"/>
            </a:endParaRPr>
          </a:p>
          <a:p>
            <a:pPr marL="457200" indent="-457200">
              <a:buSzPct val="200000"/>
              <a:buBlip>
                <a:blip r:embed="rId31">
                  <a:extLst>
                    <a:ext uri="{96DAC541-7B7A-43D3-8B79-37D633B846F1}">
                      <asvg:svgBlip xmlns:asvg="http://schemas.microsoft.com/office/drawing/2016/SVG/main" r:embed="rId32"/>
                    </a:ext>
                  </a:extLst>
                </a:blip>
              </a:buBlip>
            </a:pPr>
            <a:r>
              <a:rPr lang="en-US" sz="2400" b="1" dirty="0">
                <a:solidFill>
                  <a:srgbClr val="C00000"/>
                </a:solidFill>
                <a:latin typeface="Avenir Next LT Pro" panose="020B0504020202020204" pitchFamily="34" charset="0"/>
              </a:rPr>
              <a:t>Problems: </a:t>
            </a:r>
          </a:p>
          <a:p>
            <a:pPr marL="914400" lvl="1" indent="-457200"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latin typeface="Avenir Next LT Pro" panose="020B0504020202020204" pitchFamily="34" charset="0"/>
              </a:rPr>
              <a:t>Chemistry is </a:t>
            </a:r>
            <a:r>
              <a:rPr lang="en-US" sz="2400" b="1" dirty="0">
                <a:latin typeface="Avenir Next LT Pro Demi" panose="020B0704020202020204" pitchFamily="34" charset="0"/>
              </a:rPr>
              <a:t>air-</a:t>
            </a:r>
            <a:r>
              <a:rPr lang="en-US" sz="2400" dirty="0">
                <a:latin typeface="Avenir Next LT Pro" panose="020B0504020202020204" pitchFamily="34" charset="0"/>
              </a:rPr>
              <a:t> and </a:t>
            </a:r>
            <a:r>
              <a:rPr lang="en-US" sz="2400" b="1" dirty="0">
                <a:latin typeface="Avenir Next LT Pro Demi" panose="020B0704020202020204" pitchFamily="34" charset="0"/>
              </a:rPr>
              <a:t>moisture-sensitive</a:t>
            </a:r>
            <a:r>
              <a:rPr lang="en-US" sz="2400" baseline="30000" dirty="0">
                <a:latin typeface="Avenir Next LT Pro" panose="020B0504020202020204" pitchFamily="34" charset="0"/>
              </a:rPr>
              <a:t>4</a:t>
            </a:r>
            <a:endParaRPr lang="en-US" sz="2400" dirty="0">
              <a:latin typeface="Avenir Next LT Pro" panose="020B0504020202020204" pitchFamily="34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Avenir Next LT Pro" panose="020B0504020202020204" pitchFamily="34" charset="0"/>
              </a:rPr>
              <a:t>Synthesis can</a:t>
            </a:r>
            <a:r>
              <a:rPr lang="en-US" sz="2400" b="1" dirty="0">
                <a:latin typeface="Avenir Next LT Pro Demi" panose="020B0704020202020204" pitchFamily="34" charset="0"/>
              </a:rPr>
              <a:t> </a:t>
            </a:r>
            <a:r>
              <a:rPr lang="en-US" sz="2400" dirty="0">
                <a:latin typeface="Avenir Next LT Pro" panose="020B0504020202020204" pitchFamily="34" charset="0"/>
              </a:rPr>
              <a:t>be</a:t>
            </a:r>
            <a:r>
              <a:rPr lang="en-US" sz="2400" dirty="0">
                <a:latin typeface="Avenir Next LT Pro Demi" panose="020B0704020202020204" pitchFamily="34" charset="0"/>
              </a:rPr>
              <a:t> complex </a:t>
            </a:r>
            <a:r>
              <a:rPr lang="en-US" sz="2400" dirty="0">
                <a:latin typeface="Avenir Next LT Pro" panose="020B0504020202020204" pitchFamily="34" charset="0"/>
              </a:rPr>
              <a:t>and</a:t>
            </a:r>
            <a:r>
              <a:rPr lang="en-US" sz="2400" dirty="0">
                <a:latin typeface="Avenir Next LT Pro Demi" panose="020B0704020202020204" pitchFamily="34" charset="0"/>
              </a:rPr>
              <a:t> tedious</a:t>
            </a:r>
            <a:r>
              <a:rPr lang="en-US" sz="2400" baseline="30000" dirty="0">
                <a:latin typeface="Avenir Next LT Pro" panose="020B0504020202020204" pitchFamily="34" charset="0"/>
              </a:rPr>
              <a:t>5</a:t>
            </a:r>
            <a:endParaRPr lang="en-US" sz="2400" dirty="0">
              <a:latin typeface="Avenir Next LT Pro" panose="020B0504020202020204" pitchFamily="34" charset="0"/>
            </a:endParaRPr>
          </a:p>
        </p:txBody>
      </p:sp>
      <p:sp>
        <p:nvSpPr>
          <p:cNvPr id="596" name="TextBox 595">
            <a:extLst>
              <a:ext uri="{FF2B5EF4-FFF2-40B4-BE49-F238E27FC236}">
                <a16:creationId xmlns:a16="http://schemas.microsoft.com/office/drawing/2014/main" id="{227C256A-BAB3-DCDA-BFBB-ECBD038BC84E}"/>
              </a:ext>
            </a:extLst>
          </p:cNvPr>
          <p:cNvSpPr txBox="1"/>
          <p:nvPr/>
        </p:nvSpPr>
        <p:spPr>
          <a:xfrm>
            <a:off x="31647708" y="12442402"/>
            <a:ext cx="116747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4320" indent="-274320" algn="ctr">
              <a:buFont typeface="Arial" panose="020B0604020202020204" pitchFamily="34" charset="0"/>
              <a:buChar char="•"/>
            </a:pPr>
            <a:r>
              <a:rPr lang="en-US" sz="2400" dirty="0">
                <a:latin typeface="Avenir Next LT Pro Demi" panose="020B0704020202020204" pitchFamily="34" charset="0"/>
              </a:rPr>
              <a:t>Similar</a:t>
            </a:r>
            <a:r>
              <a:rPr lang="en-US" sz="2400" dirty="0">
                <a:latin typeface="Avenir Next LT Pro" panose="020B0504020202020204" pitchFamily="34" charset="0"/>
              </a:rPr>
              <a:t> </a:t>
            </a:r>
            <a:r>
              <a:rPr lang="en-US" sz="2400" dirty="0">
                <a:latin typeface="Avenir Next LT Pro Demi" panose="020B0704020202020204" pitchFamily="34" charset="0"/>
              </a:rPr>
              <a:t>sharp peaks </a:t>
            </a:r>
            <a:r>
              <a:rPr lang="en-US" sz="2400" dirty="0">
                <a:latin typeface="Avenir Next LT Pro" panose="020B0504020202020204" pitchFamily="34" charset="0"/>
              </a:rPr>
              <a:t>→ Control experiment </a:t>
            </a:r>
            <a:r>
              <a:rPr lang="en-US" sz="2400" dirty="0">
                <a:latin typeface="Avenir Next LT Pro Demi" panose="020B0704020202020204" pitchFamily="34" charset="0"/>
              </a:rPr>
              <a:t>reproducible</a:t>
            </a:r>
          </a:p>
        </p:txBody>
      </p:sp>
      <p:sp>
        <p:nvSpPr>
          <p:cNvPr id="599" name="Rectangle: Rounded Corners 598">
            <a:extLst>
              <a:ext uri="{FF2B5EF4-FFF2-40B4-BE49-F238E27FC236}">
                <a16:creationId xmlns:a16="http://schemas.microsoft.com/office/drawing/2014/main" id="{56F77024-A779-5294-DE6C-537F2A867AB7}"/>
              </a:ext>
            </a:extLst>
          </p:cNvPr>
          <p:cNvSpPr/>
          <p:nvPr/>
        </p:nvSpPr>
        <p:spPr>
          <a:xfrm>
            <a:off x="27481095" y="21398363"/>
            <a:ext cx="3677954" cy="3577455"/>
          </a:xfrm>
          <a:prstGeom prst="roundRect">
            <a:avLst>
              <a:gd name="adj" fmla="val 11137"/>
            </a:avLst>
          </a:prstGeom>
          <a:solidFill>
            <a:srgbClr val="AFDC7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AvenirNext LT Pro Medium" panose="020B0604020202020204" pitchFamily="34" charset="0"/>
              </a:rPr>
              <a:t>Synthetic capabilities are highly dependent on what the machine does</a:t>
            </a:r>
            <a:br>
              <a:rPr lang="en-US" sz="2400" dirty="0">
                <a:solidFill>
                  <a:schemeClr val="tx1"/>
                </a:solidFill>
                <a:latin typeface="AvenirNext LT Pro Medium" panose="020B0604020202020204" pitchFamily="34" charset="0"/>
              </a:rPr>
            </a:br>
            <a:endParaRPr lang="en-US" sz="2400" dirty="0">
              <a:solidFill>
                <a:schemeClr val="tx1"/>
              </a:solidFill>
              <a:latin typeface="AvenirNext LT Pro Medium" panose="020B0604020202020204" pitchFamily="34" charset="0"/>
            </a:endParaRPr>
          </a:p>
          <a:p>
            <a:pPr algn="ctr"/>
            <a:r>
              <a:rPr lang="en-US" sz="2400" dirty="0">
                <a:solidFill>
                  <a:schemeClr val="tx1"/>
                </a:solidFill>
                <a:latin typeface="AvenirNext LT Pro Medium" panose="020B0604020202020204" pitchFamily="34" charset="0"/>
              </a:rPr>
              <a:t>Ability to run up to 112 reactions simultaneously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F8D83A-8B87-AF1F-C0EE-80626D4DBFE5}"/>
              </a:ext>
            </a:extLst>
          </p:cNvPr>
          <p:cNvSpPr txBox="1"/>
          <p:nvPr/>
        </p:nvSpPr>
        <p:spPr>
          <a:xfrm>
            <a:off x="1457004" y="12003219"/>
            <a:ext cx="53757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i="1" dirty="0">
                <a:latin typeface="Avenir Next LT Pro Demi" panose="020B0704020202020204" pitchFamily="34" charset="0"/>
                <a:cs typeface="Calibri" panose="020F0502020204030204" pitchFamily="34" charset="0"/>
              </a:rPr>
              <a:t>Bottlebrush block co-polymers (BBCPs)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106F20C-8448-3667-365D-F4DEE614C755}"/>
              </a:ext>
            </a:extLst>
          </p:cNvPr>
          <p:cNvCxnSpPr>
            <a:cxnSpLocks/>
          </p:cNvCxnSpPr>
          <p:nvPr/>
        </p:nvCxnSpPr>
        <p:spPr>
          <a:xfrm>
            <a:off x="2268562" y="9106592"/>
            <a:ext cx="0" cy="1103847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679E83A-46D8-6664-11C8-653EE8BBDE96}"/>
              </a:ext>
            </a:extLst>
          </p:cNvPr>
          <p:cNvCxnSpPr>
            <a:cxnSpLocks/>
          </p:cNvCxnSpPr>
          <p:nvPr/>
        </p:nvCxnSpPr>
        <p:spPr>
          <a:xfrm>
            <a:off x="2458369" y="11473547"/>
            <a:ext cx="1851325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A18E30A2-830E-3F25-8739-6F1022B995D6}"/>
              </a:ext>
            </a:extLst>
          </p:cNvPr>
          <p:cNvSpPr txBox="1"/>
          <p:nvPr/>
        </p:nvSpPr>
        <p:spPr>
          <a:xfrm flipH="1">
            <a:off x="522667" y="10176477"/>
            <a:ext cx="25646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>
                <a:latin typeface="Avenir Next LT Pro Demi" panose="020B0704020202020204" pitchFamily="34" charset="0"/>
                <a:cs typeface="Calibri" panose="020F0502020204030204" pitchFamily="34" charset="0"/>
              </a:rPr>
              <a:t>Backbone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27123F0-1929-6EA2-D777-EFCE52EBA506}"/>
              </a:ext>
            </a:extLst>
          </p:cNvPr>
          <p:cNvSpPr txBox="1"/>
          <p:nvPr/>
        </p:nvSpPr>
        <p:spPr>
          <a:xfrm flipH="1">
            <a:off x="4540517" y="8660174"/>
            <a:ext cx="15610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>
                <a:latin typeface="Avenir Next LT Pro Demi" panose="020B0704020202020204" pitchFamily="34" charset="0"/>
                <a:cs typeface="Calibri" panose="020F0502020204030204" pitchFamily="34" charset="0"/>
              </a:rPr>
              <a:t>Brushes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E8D62FC-60C0-EE4A-EC7B-072F64291AA0}"/>
              </a:ext>
            </a:extLst>
          </p:cNvPr>
          <p:cNvSpPr txBox="1"/>
          <p:nvPr/>
        </p:nvSpPr>
        <p:spPr>
          <a:xfrm flipH="1">
            <a:off x="2792758" y="11444359"/>
            <a:ext cx="13821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>
                <a:latin typeface="Avenir Next LT Pro Demi" panose="020B0704020202020204" pitchFamily="34" charset="0"/>
                <a:cs typeface="Calibri" panose="020F0502020204030204" pitchFamily="34" charset="0"/>
              </a:rPr>
              <a:t>N</a:t>
            </a:r>
            <a:r>
              <a:rPr lang="en-US" sz="2400" i="1" baseline="-25000" dirty="0">
                <a:latin typeface="Avenir Next LT Pro Demi" panose="020B0704020202020204" pitchFamily="34" charset="0"/>
                <a:cs typeface="Calibri" panose="020F0502020204030204" pitchFamily="34" charset="0"/>
              </a:rPr>
              <a:t>block1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918F482-B08C-A388-7B61-EBC299CAA214}"/>
              </a:ext>
            </a:extLst>
          </p:cNvPr>
          <p:cNvSpPr txBox="1"/>
          <p:nvPr/>
        </p:nvSpPr>
        <p:spPr>
          <a:xfrm flipH="1">
            <a:off x="1116773" y="9394488"/>
            <a:ext cx="10976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>
                <a:latin typeface="Avenir Next LT Pro Demi" panose="020B0704020202020204" pitchFamily="34" charset="0"/>
                <a:cs typeface="Calibri" panose="020F0502020204030204" pitchFamily="34" charset="0"/>
              </a:rPr>
              <a:t>N</a:t>
            </a:r>
            <a:r>
              <a:rPr lang="en-US" sz="2400" i="1" baseline="-25000" dirty="0">
                <a:latin typeface="Avenir Next LT Pro Demi" panose="020B0704020202020204" pitchFamily="34" charset="0"/>
                <a:cs typeface="Calibri" panose="020F0502020204030204" pitchFamily="34" charset="0"/>
              </a:rPr>
              <a:t>brush</a:t>
            </a:r>
          </a:p>
        </p:txBody>
      </p:sp>
      <p:grpSp>
        <p:nvGrpSpPr>
          <p:cNvPr id="37" name="Graphic 68">
            <a:extLst>
              <a:ext uri="{FF2B5EF4-FFF2-40B4-BE49-F238E27FC236}">
                <a16:creationId xmlns:a16="http://schemas.microsoft.com/office/drawing/2014/main" id="{E508B674-CD3A-DF34-DA46-BBB8377EAB70}"/>
              </a:ext>
            </a:extLst>
          </p:cNvPr>
          <p:cNvGrpSpPr/>
          <p:nvPr/>
        </p:nvGrpSpPr>
        <p:grpSpPr>
          <a:xfrm flipV="1">
            <a:off x="2510751" y="9095328"/>
            <a:ext cx="1889935" cy="2266406"/>
            <a:chOff x="20772667" y="17599070"/>
            <a:chExt cx="1889935" cy="2266406"/>
          </a:xfrm>
        </p:grpSpPr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3037A9C1-FF94-B107-566B-DC139AB5CB0F}"/>
                </a:ext>
              </a:extLst>
            </p:cNvPr>
            <p:cNvSpPr/>
            <p:nvPr/>
          </p:nvSpPr>
          <p:spPr>
            <a:xfrm>
              <a:off x="20811291" y="18671574"/>
              <a:ext cx="188269" cy="173787"/>
            </a:xfrm>
            <a:custGeom>
              <a:avLst/>
              <a:gdLst>
                <a:gd name="connsiteX0" fmla="*/ 188175 w 188269"/>
                <a:gd name="connsiteY0" fmla="*/ 86928 h 173787"/>
                <a:gd name="connsiteX1" fmla="*/ 94041 w 188269"/>
                <a:gd name="connsiteY1" fmla="*/ 173822 h 173787"/>
                <a:gd name="connsiteX2" fmla="*/ -94 w 188269"/>
                <a:gd name="connsiteY2" fmla="*/ 86928 h 173787"/>
                <a:gd name="connsiteX3" fmla="*/ 94041 w 188269"/>
                <a:gd name="connsiteY3" fmla="*/ 34 h 173787"/>
                <a:gd name="connsiteX4" fmla="*/ 188175 w 188269"/>
                <a:gd name="connsiteY4" fmla="*/ 86928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69" h="173787">
                  <a:moveTo>
                    <a:pt x="188175" y="86928"/>
                  </a:moveTo>
                  <a:cubicBezTo>
                    <a:pt x="188175" y="134918"/>
                    <a:pt x="146030" y="173822"/>
                    <a:pt x="94041" y="173822"/>
                  </a:cubicBezTo>
                  <a:cubicBezTo>
                    <a:pt x="42051" y="173822"/>
                    <a:pt x="-94" y="134918"/>
                    <a:pt x="-94" y="86928"/>
                  </a:cubicBezTo>
                  <a:cubicBezTo>
                    <a:pt x="-94" y="38938"/>
                    <a:pt x="42052" y="34"/>
                    <a:pt x="94041" y="34"/>
                  </a:cubicBezTo>
                  <a:cubicBezTo>
                    <a:pt x="146030" y="34"/>
                    <a:pt x="188175" y="38938"/>
                    <a:pt x="188175" y="86928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2">
                    <a:lumMod val="50000"/>
                    <a:shade val="30000"/>
                    <a:satMod val="115000"/>
                  </a:schemeClr>
                </a:gs>
                <a:gs pos="50000">
                  <a:schemeClr val="bg2">
                    <a:lumMod val="50000"/>
                    <a:shade val="67500"/>
                    <a:satMod val="115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0" scaled="1"/>
              <a:tileRect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FF9752A5-82B9-15A7-0E3B-D601942480A3}"/>
                </a:ext>
              </a:extLst>
            </p:cNvPr>
            <p:cNvSpPr/>
            <p:nvPr/>
          </p:nvSpPr>
          <p:spPr>
            <a:xfrm>
              <a:off x="20956106" y="18656213"/>
              <a:ext cx="188269" cy="173787"/>
            </a:xfrm>
            <a:custGeom>
              <a:avLst/>
              <a:gdLst>
                <a:gd name="connsiteX0" fmla="*/ 188184 w 188269"/>
                <a:gd name="connsiteY0" fmla="*/ 86927 h 173787"/>
                <a:gd name="connsiteX1" fmla="*/ 94049 w 188269"/>
                <a:gd name="connsiteY1" fmla="*/ 173821 h 173787"/>
                <a:gd name="connsiteX2" fmla="*/ -86 w 188269"/>
                <a:gd name="connsiteY2" fmla="*/ 86927 h 173787"/>
                <a:gd name="connsiteX3" fmla="*/ 94049 w 188269"/>
                <a:gd name="connsiteY3" fmla="*/ 33 h 173787"/>
                <a:gd name="connsiteX4" fmla="*/ 188184 w 188269"/>
                <a:gd name="connsiteY4" fmla="*/ 86927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69" h="173787">
                  <a:moveTo>
                    <a:pt x="188184" y="86927"/>
                  </a:moveTo>
                  <a:cubicBezTo>
                    <a:pt x="188184" y="134917"/>
                    <a:pt x="146038" y="173821"/>
                    <a:pt x="94049" y="173821"/>
                  </a:cubicBezTo>
                  <a:cubicBezTo>
                    <a:pt x="42060" y="173821"/>
                    <a:pt x="-86" y="134917"/>
                    <a:pt x="-86" y="86927"/>
                  </a:cubicBezTo>
                  <a:cubicBezTo>
                    <a:pt x="-86" y="38937"/>
                    <a:pt x="42060" y="33"/>
                    <a:pt x="94049" y="33"/>
                  </a:cubicBezTo>
                  <a:cubicBezTo>
                    <a:pt x="146039" y="33"/>
                    <a:pt x="188184" y="38937"/>
                    <a:pt x="188184" y="86927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2">
                    <a:lumMod val="50000"/>
                    <a:shade val="30000"/>
                    <a:satMod val="115000"/>
                  </a:schemeClr>
                </a:gs>
                <a:gs pos="50000">
                  <a:schemeClr val="bg2">
                    <a:lumMod val="50000"/>
                    <a:shade val="67500"/>
                    <a:satMod val="115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0" scaled="1"/>
              <a:tileRect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EE28CCDC-C03C-0FB0-294A-FC1AF12362C1}"/>
                </a:ext>
              </a:extLst>
            </p:cNvPr>
            <p:cNvSpPr/>
            <p:nvPr/>
          </p:nvSpPr>
          <p:spPr>
            <a:xfrm>
              <a:off x="21095811" y="18664775"/>
              <a:ext cx="188269" cy="173787"/>
            </a:xfrm>
            <a:custGeom>
              <a:avLst/>
              <a:gdLst>
                <a:gd name="connsiteX0" fmla="*/ 188192 w 188269"/>
                <a:gd name="connsiteY0" fmla="*/ 86927 h 173787"/>
                <a:gd name="connsiteX1" fmla="*/ 94058 w 188269"/>
                <a:gd name="connsiteY1" fmla="*/ 173821 h 173787"/>
                <a:gd name="connsiteX2" fmla="*/ -77 w 188269"/>
                <a:gd name="connsiteY2" fmla="*/ 86927 h 173787"/>
                <a:gd name="connsiteX3" fmla="*/ 94058 w 188269"/>
                <a:gd name="connsiteY3" fmla="*/ 33 h 173787"/>
                <a:gd name="connsiteX4" fmla="*/ 188192 w 188269"/>
                <a:gd name="connsiteY4" fmla="*/ 86927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69" h="173787">
                  <a:moveTo>
                    <a:pt x="188192" y="86927"/>
                  </a:moveTo>
                  <a:cubicBezTo>
                    <a:pt x="188192" y="134917"/>
                    <a:pt x="146047" y="173821"/>
                    <a:pt x="94058" y="173821"/>
                  </a:cubicBezTo>
                  <a:cubicBezTo>
                    <a:pt x="42068" y="173821"/>
                    <a:pt x="-77" y="134917"/>
                    <a:pt x="-77" y="86927"/>
                  </a:cubicBezTo>
                  <a:cubicBezTo>
                    <a:pt x="-77" y="38937"/>
                    <a:pt x="42069" y="33"/>
                    <a:pt x="94058" y="33"/>
                  </a:cubicBezTo>
                  <a:cubicBezTo>
                    <a:pt x="146047" y="33"/>
                    <a:pt x="188192" y="38937"/>
                    <a:pt x="188192" y="86927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2">
                    <a:lumMod val="50000"/>
                    <a:shade val="30000"/>
                    <a:satMod val="115000"/>
                  </a:schemeClr>
                </a:gs>
                <a:gs pos="50000">
                  <a:schemeClr val="bg2">
                    <a:lumMod val="50000"/>
                    <a:shade val="67500"/>
                    <a:satMod val="115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0" scaled="1"/>
              <a:tileRect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89E813C8-116B-A2A4-CA2A-45837D356F34}"/>
                </a:ext>
              </a:extLst>
            </p:cNvPr>
            <p:cNvSpPr/>
            <p:nvPr/>
          </p:nvSpPr>
          <p:spPr>
            <a:xfrm>
              <a:off x="21236391" y="18643412"/>
              <a:ext cx="188269" cy="173787"/>
            </a:xfrm>
            <a:custGeom>
              <a:avLst/>
              <a:gdLst>
                <a:gd name="connsiteX0" fmla="*/ 188201 w 188269"/>
                <a:gd name="connsiteY0" fmla="*/ 86926 h 173787"/>
                <a:gd name="connsiteX1" fmla="*/ 94066 w 188269"/>
                <a:gd name="connsiteY1" fmla="*/ 173820 h 173787"/>
                <a:gd name="connsiteX2" fmla="*/ -68 w 188269"/>
                <a:gd name="connsiteY2" fmla="*/ 86926 h 173787"/>
                <a:gd name="connsiteX3" fmla="*/ 94066 w 188269"/>
                <a:gd name="connsiteY3" fmla="*/ 32 h 173787"/>
                <a:gd name="connsiteX4" fmla="*/ 188201 w 188269"/>
                <a:gd name="connsiteY4" fmla="*/ 86926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69" h="173787">
                  <a:moveTo>
                    <a:pt x="188201" y="86926"/>
                  </a:moveTo>
                  <a:cubicBezTo>
                    <a:pt x="188201" y="134916"/>
                    <a:pt x="146055" y="173820"/>
                    <a:pt x="94066" y="173820"/>
                  </a:cubicBezTo>
                  <a:cubicBezTo>
                    <a:pt x="42077" y="173820"/>
                    <a:pt x="-68" y="134916"/>
                    <a:pt x="-68" y="86926"/>
                  </a:cubicBezTo>
                  <a:cubicBezTo>
                    <a:pt x="-68" y="38936"/>
                    <a:pt x="42077" y="32"/>
                    <a:pt x="94066" y="32"/>
                  </a:cubicBezTo>
                  <a:cubicBezTo>
                    <a:pt x="146056" y="32"/>
                    <a:pt x="188201" y="38936"/>
                    <a:pt x="188201" y="86926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2">
                    <a:lumMod val="50000"/>
                    <a:shade val="30000"/>
                    <a:satMod val="115000"/>
                  </a:schemeClr>
                </a:gs>
                <a:gs pos="50000">
                  <a:schemeClr val="bg2">
                    <a:lumMod val="50000"/>
                    <a:shade val="67500"/>
                    <a:satMod val="115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0" scaled="1"/>
              <a:tileRect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2D12B0C6-D2BE-2DEB-F372-AD1793161DB9}"/>
                </a:ext>
              </a:extLst>
            </p:cNvPr>
            <p:cNvSpPr/>
            <p:nvPr/>
          </p:nvSpPr>
          <p:spPr>
            <a:xfrm>
              <a:off x="21370986" y="18709099"/>
              <a:ext cx="188269" cy="173787"/>
            </a:xfrm>
            <a:custGeom>
              <a:avLst/>
              <a:gdLst>
                <a:gd name="connsiteX0" fmla="*/ 188209 w 188269"/>
                <a:gd name="connsiteY0" fmla="*/ 86930 h 173787"/>
                <a:gd name="connsiteX1" fmla="*/ 94074 w 188269"/>
                <a:gd name="connsiteY1" fmla="*/ 173824 h 173787"/>
                <a:gd name="connsiteX2" fmla="*/ -60 w 188269"/>
                <a:gd name="connsiteY2" fmla="*/ 86930 h 173787"/>
                <a:gd name="connsiteX3" fmla="*/ 94074 w 188269"/>
                <a:gd name="connsiteY3" fmla="*/ 36 h 173787"/>
                <a:gd name="connsiteX4" fmla="*/ 188209 w 188269"/>
                <a:gd name="connsiteY4" fmla="*/ 86930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69" h="173787">
                  <a:moveTo>
                    <a:pt x="188209" y="86930"/>
                  </a:moveTo>
                  <a:cubicBezTo>
                    <a:pt x="188209" y="134920"/>
                    <a:pt x="146063" y="173824"/>
                    <a:pt x="94074" y="173824"/>
                  </a:cubicBezTo>
                  <a:cubicBezTo>
                    <a:pt x="42085" y="173824"/>
                    <a:pt x="-60" y="134920"/>
                    <a:pt x="-60" y="86930"/>
                  </a:cubicBezTo>
                  <a:cubicBezTo>
                    <a:pt x="-60" y="38940"/>
                    <a:pt x="42085" y="36"/>
                    <a:pt x="94074" y="36"/>
                  </a:cubicBezTo>
                  <a:cubicBezTo>
                    <a:pt x="146064" y="36"/>
                    <a:pt x="188209" y="38940"/>
                    <a:pt x="188209" y="8693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2">
                    <a:lumMod val="50000"/>
                    <a:shade val="30000"/>
                    <a:satMod val="115000"/>
                  </a:schemeClr>
                </a:gs>
                <a:gs pos="50000">
                  <a:schemeClr val="bg2">
                    <a:lumMod val="50000"/>
                    <a:shade val="67500"/>
                    <a:satMod val="115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0" scaled="1"/>
              <a:tileRect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0BED1132-92DF-EA13-3D77-EB57AD9885D4}"/>
                </a:ext>
              </a:extLst>
            </p:cNvPr>
            <p:cNvSpPr/>
            <p:nvPr/>
          </p:nvSpPr>
          <p:spPr>
            <a:xfrm>
              <a:off x="21506456" y="18656213"/>
              <a:ext cx="188269" cy="173787"/>
            </a:xfrm>
            <a:custGeom>
              <a:avLst/>
              <a:gdLst>
                <a:gd name="connsiteX0" fmla="*/ 188217 w 188269"/>
                <a:gd name="connsiteY0" fmla="*/ 86927 h 173787"/>
                <a:gd name="connsiteX1" fmla="*/ 94083 w 188269"/>
                <a:gd name="connsiteY1" fmla="*/ 173821 h 173787"/>
                <a:gd name="connsiteX2" fmla="*/ -52 w 188269"/>
                <a:gd name="connsiteY2" fmla="*/ 86927 h 173787"/>
                <a:gd name="connsiteX3" fmla="*/ 94083 w 188269"/>
                <a:gd name="connsiteY3" fmla="*/ 33 h 173787"/>
                <a:gd name="connsiteX4" fmla="*/ 188217 w 188269"/>
                <a:gd name="connsiteY4" fmla="*/ 86927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69" h="173787">
                  <a:moveTo>
                    <a:pt x="188217" y="86927"/>
                  </a:moveTo>
                  <a:cubicBezTo>
                    <a:pt x="188217" y="134917"/>
                    <a:pt x="146072" y="173821"/>
                    <a:pt x="94083" y="173821"/>
                  </a:cubicBezTo>
                  <a:cubicBezTo>
                    <a:pt x="42093" y="173821"/>
                    <a:pt x="-52" y="134917"/>
                    <a:pt x="-52" y="86927"/>
                  </a:cubicBezTo>
                  <a:cubicBezTo>
                    <a:pt x="-52" y="38937"/>
                    <a:pt x="42094" y="33"/>
                    <a:pt x="94083" y="33"/>
                  </a:cubicBezTo>
                  <a:cubicBezTo>
                    <a:pt x="146072" y="33"/>
                    <a:pt x="188217" y="38937"/>
                    <a:pt x="188217" y="86927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2">
                    <a:lumMod val="50000"/>
                    <a:shade val="30000"/>
                    <a:satMod val="115000"/>
                  </a:schemeClr>
                </a:gs>
                <a:gs pos="50000">
                  <a:schemeClr val="bg2">
                    <a:lumMod val="50000"/>
                    <a:shade val="67500"/>
                    <a:satMod val="115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0" scaled="1"/>
              <a:tileRect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4E0FDC4B-B371-EFF7-20FE-30FFEC21E21A}"/>
                </a:ext>
              </a:extLst>
            </p:cNvPr>
            <p:cNvSpPr/>
            <p:nvPr/>
          </p:nvSpPr>
          <p:spPr>
            <a:xfrm>
              <a:off x="21651271" y="18684375"/>
              <a:ext cx="188269" cy="173787"/>
            </a:xfrm>
            <a:custGeom>
              <a:avLst/>
              <a:gdLst>
                <a:gd name="connsiteX0" fmla="*/ 188226 w 188269"/>
                <a:gd name="connsiteY0" fmla="*/ 86928 h 173787"/>
                <a:gd name="connsiteX1" fmla="*/ 94091 w 188269"/>
                <a:gd name="connsiteY1" fmla="*/ 173822 h 173787"/>
                <a:gd name="connsiteX2" fmla="*/ -43 w 188269"/>
                <a:gd name="connsiteY2" fmla="*/ 86928 h 173787"/>
                <a:gd name="connsiteX3" fmla="*/ 94091 w 188269"/>
                <a:gd name="connsiteY3" fmla="*/ 35 h 173787"/>
                <a:gd name="connsiteX4" fmla="*/ 188226 w 188269"/>
                <a:gd name="connsiteY4" fmla="*/ 86928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69" h="173787">
                  <a:moveTo>
                    <a:pt x="188226" y="86928"/>
                  </a:moveTo>
                  <a:cubicBezTo>
                    <a:pt x="188226" y="134919"/>
                    <a:pt x="146080" y="173822"/>
                    <a:pt x="94091" y="173822"/>
                  </a:cubicBezTo>
                  <a:cubicBezTo>
                    <a:pt x="42102" y="173822"/>
                    <a:pt x="-43" y="134919"/>
                    <a:pt x="-43" y="86928"/>
                  </a:cubicBezTo>
                  <a:cubicBezTo>
                    <a:pt x="-43" y="38938"/>
                    <a:pt x="42102" y="35"/>
                    <a:pt x="94091" y="35"/>
                  </a:cubicBezTo>
                  <a:cubicBezTo>
                    <a:pt x="146081" y="35"/>
                    <a:pt x="188226" y="38938"/>
                    <a:pt x="188226" y="86928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2">
                    <a:lumMod val="50000"/>
                    <a:shade val="30000"/>
                    <a:satMod val="115000"/>
                  </a:schemeClr>
                </a:gs>
                <a:gs pos="50000">
                  <a:schemeClr val="bg2">
                    <a:lumMod val="50000"/>
                    <a:shade val="67500"/>
                    <a:satMod val="115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0" scaled="1"/>
              <a:tileRect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B54CD768-5E33-FAF4-B4D0-93E110E69126}"/>
                </a:ext>
              </a:extLst>
            </p:cNvPr>
            <p:cNvSpPr/>
            <p:nvPr/>
          </p:nvSpPr>
          <p:spPr>
            <a:xfrm>
              <a:off x="21811460" y="18628051"/>
              <a:ext cx="188269" cy="173787"/>
            </a:xfrm>
            <a:custGeom>
              <a:avLst/>
              <a:gdLst>
                <a:gd name="connsiteX0" fmla="*/ 188236 w 188269"/>
                <a:gd name="connsiteY0" fmla="*/ 86925 h 173787"/>
                <a:gd name="connsiteX1" fmla="*/ 94101 w 188269"/>
                <a:gd name="connsiteY1" fmla="*/ 173819 h 173787"/>
                <a:gd name="connsiteX2" fmla="*/ -34 w 188269"/>
                <a:gd name="connsiteY2" fmla="*/ 86925 h 173787"/>
                <a:gd name="connsiteX3" fmla="*/ 94101 w 188269"/>
                <a:gd name="connsiteY3" fmla="*/ 31 h 173787"/>
                <a:gd name="connsiteX4" fmla="*/ 188236 w 188269"/>
                <a:gd name="connsiteY4" fmla="*/ 86925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69" h="173787">
                  <a:moveTo>
                    <a:pt x="188236" y="86925"/>
                  </a:moveTo>
                  <a:cubicBezTo>
                    <a:pt x="188236" y="134915"/>
                    <a:pt x="146090" y="173819"/>
                    <a:pt x="94101" y="173819"/>
                  </a:cubicBezTo>
                  <a:cubicBezTo>
                    <a:pt x="42111" y="173819"/>
                    <a:pt x="-34" y="134915"/>
                    <a:pt x="-34" y="86925"/>
                  </a:cubicBezTo>
                  <a:cubicBezTo>
                    <a:pt x="-34" y="38935"/>
                    <a:pt x="42112" y="31"/>
                    <a:pt x="94101" y="31"/>
                  </a:cubicBezTo>
                  <a:cubicBezTo>
                    <a:pt x="146090" y="31"/>
                    <a:pt x="188236" y="38935"/>
                    <a:pt x="188236" y="86925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2">
                    <a:lumMod val="50000"/>
                    <a:shade val="30000"/>
                    <a:satMod val="115000"/>
                  </a:schemeClr>
                </a:gs>
                <a:gs pos="50000">
                  <a:schemeClr val="bg2">
                    <a:lumMod val="50000"/>
                    <a:shade val="67500"/>
                    <a:satMod val="115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0" scaled="1"/>
              <a:tileRect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4D65965D-C2AE-FA79-5B23-ADFE7141A18F}"/>
                </a:ext>
              </a:extLst>
            </p:cNvPr>
            <p:cNvSpPr/>
            <p:nvPr/>
          </p:nvSpPr>
          <p:spPr>
            <a:xfrm>
              <a:off x="21953743" y="18696297"/>
              <a:ext cx="188269" cy="173787"/>
            </a:xfrm>
            <a:custGeom>
              <a:avLst/>
              <a:gdLst>
                <a:gd name="connsiteX0" fmla="*/ 188244 w 188269"/>
                <a:gd name="connsiteY0" fmla="*/ 86929 h 173787"/>
                <a:gd name="connsiteX1" fmla="*/ 94110 w 188269"/>
                <a:gd name="connsiteY1" fmla="*/ 173823 h 173787"/>
                <a:gd name="connsiteX2" fmla="*/ -25 w 188269"/>
                <a:gd name="connsiteY2" fmla="*/ 86929 h 173787"/>
                <a:gd name="connsiteX3" fmla="*/ 94110 w 188269"/>
                <a:gd name="connsiteY3" fmla="*/ 35 h 173787"/>
                <a:gd name="connsiteX4" fmla="*/ 188244 w 188269"/>
                <a:gd name="connsiteY4" fmla="*/ 86929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69" h="173787">
                  <a:moveTo>
                    <a:pt x="188244" y="86929"/>
                  </a:moveTo>
                  <a:cubicBezTo>
                    <a:pt x="188244" y="134919"/>
                    <a:pt x="146099" y="173823"/>
                    <a:pt x="94110" y="173823"/>
                  </a:cubicBezTo>
                  <a:cubicBezTo>
                    <a:pt x="42120" y="173823"/>
                    <a:pt x="-25" y="134919"/>
                    <a:pt x="-25" y="86929"/>
                  </a:cubicBezTo>
                  <a:cubicBezTo>
                    <a:pt x="-25" y="38939"/>
                    <a:pt x="42121" y="35"/>
                    <a:pt x="94110" y="35"/>
                  </a:cubicBezTo>
                  <a:cubicBezTo>
                    <a:pt x="146099" y="35"/>
                    <a:pt x="188244" y="38939"/>
                    <a:pt x="188244" y="86929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2">
                    <a:lumMod val="50000"/>
                    <a:shade val="30000"/>
                    <a:satMod val="115000"/>
                  </a:schemeClr>
                </a:gs>
                <a:gs pos="50000">
                  <a:schemeClr val="bg2">
                    <a:lumMod val="50000"/>
                    <a:shade val="67500"/>
                    <a:satMod val="115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0" scaled="1"/>
              <a:tileRect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C937AC11-5FCC-2FF4-10C5-9E5731B1D48F}"/>
                </a:ext>
              </a:extLst>
            </p:cNvPr>
            <p:cNvSpPr/>
            <p:nvPr/>
          </p:nvSpPr>
          <p:spPr>
            <a:xfrm>
              <a:off x="22100214" y="18632295"/>
              <a:ext cx="188269" cy="173787"/>
            </a:xfrm>
            <a:custGeom>
              <a:avLst/>
              <a:gdLst>
                <a:gd name="connsiteX0" fmla="*/ 188253 w 188269"/>
                <a:gd name="connsiteY0" fmla="*/ 86925 h 173787"/>
                <a:gd name="connsiteX1" fmla="*/ 94118 w 188269"/>
                <a:gd name="connsiteY1" fmla="*/ 173819 h 173787"/>
                <a:gd name="connsiteX2" fmla="*/ -17 w 188269"/>
                <a:gd name="connsiteY2" fmla="*/ 86925 h 173787"/>
                <a:gd name="connsiteX3" fmla="*/ 94118 w 188269"/>
                <a:gd name="connsiteY3" fmla="*/ 31 h 173787"/>
                <a:gd name="connsiteX4" fmla="*/ 188253 w 188269"/>
                <a:gd name="connsiteY4" fmla="*/ 86925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69" h="173787">
                  <a:moveTo>
                    <a:pt x="188253" y="86925"/>
                  </a:moveTo>
                  <a:cubicBezTo>
                    <a:pt x="188253" y="134915"/>
                    <a:pt x="146107" y="173819"/>
                    <a:pt x="94118" y="173819"/>
                  </a:cubicBezTo>
                  <a:cubicBezTo>
                    <a:pt x="42128" y="173819"/>
                    <a:pt x="-17" y="134915"/>
                    <a:pt x="-17" y="86925"/>
                  </a:cubicBezTo>
                  <a:cubicBezTo>
                    <a:pt x="-17" y="38935"/>
                    <a:pt x="42129" y="31"/>
                    <a:pt x="94118" y="31"/>
                  </a:cubicBezTo>
                  <a:cubicBezTo>
                    <a:pt x="146108" y="31"/>
                    <a:pt x="188253" y="38935"/>
                    <a:pt x="188253" y="86925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2">
                    <a:lumMod val="50000"/>
                    <a:shade val="30000"/>
                    <a:satMod val="115000"/>
                  </a:schemeClr>
                </a:gs>
                <a:gs pos="50000">
                  <a:schemeClr val="bg2">
                    <a:lumMod val="50000"/>
                    <a:shade val="67500"/>
                    <a:satMod val="115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0" scaled="1"/>
              <a:tileRect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73571E04-CC00-E8D0-681B-94E3280B54D5}"/>
                </a:ext>
              </a:extLst>
            </p:cNvPr>
            <p:cNvSpPr/>
            <p:nvPr/>
          </p:nvSpPr>
          <p:spPr>
            <a:xfrm>
              <a:off x="22250184" y="18635734"/>
              <a:ext cx="188269" cy="173787"/>
            </a:xfrm>
            <a:custGeom>
              <a:avLst/>
              <a:gdLst>
                <a:gd name="connsiteX0" fmla="*/ 188262 w 188269"/>
                <a:gd name="connsiteY0" fmla="*/ 86926 h 173787"/>
                <a:gd name="connsiteX1" fmla="*/ 94128 w 188269"/>
                <a:gd name="connsiteY1" fmla="*/ 173819 h 173787"/>
                <a:gd name="connsiteX2" fmla="*/ -7 w 188269"/>
                <a:gd name="connsiteY2" fmla="*/ 86926 h 173787"/>
                <a:gd name="connsiteX3" fmla="*/ 94128 w 188269"/>
                <a:gd name="connsiteY3" fmla="*/ 32 h 173787"/>
                <a:gd name="connsiteX4" fmla="*/ 188262 w 188269"/>
                <a:gd name="connsiteY4" fmla="*/ 86926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69" h="173787">
                  <a:moveTo>
                    <a:pt x="188262" y="86926"/>
                  </a:moveTo>
                  <a:cubicBezTo>
                    <a:pt x="188262" y="134916"/>
                    <a:pt x="146117" y="173819"/>
                    <a:pt x="94128" y="173819"/>
                  </a:cubicBezTo>
                  <a:cubicBezTo>
                    <a:pt x="42138" y="173819"/>
                    <a:pt x="-7" y="134916"/>
                    <a:pt x="-7" y="86926"/>
                  </a:cubicBezTo>
                  <a:cubicBezTo>
                    <a:pt x="-7" y="38936"/>
                    <a:pt x="42139" y="32"/>
                    <a:pt x="94128" y="32"/>
                  </a:cubicBezTo>
                  <a:cubicBezTo>
                    <a:pt x="146117" y="32"/>
                    <a:pt x="188262" y="38936"/>
                    <a:pt x="188262" y="86926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2">
                    <a:lumMod val="50000"/>
                    <a:shade val="30000"/>
                    <a:satMod val="115000"/>
                  </a:schemeClr>
                </a:gs>
                <a:gs pos="50000">
                  <a:schemeClr val="bg2">
                    <a:lumMod val="50000"/>
                    <a:shade val="67500"/>
                    <a:satMod val="115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0" scaled="1"/>
              <a:tileRect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0A8CF83B-5B19-441B-A215-23E0F77C3D17}"/>
                </a:ext>
              </a:extLst>
            </p:cNvPr>
            <p:cNvSpPr/>
            <p:nvPr/>
          </p:nvSpPr>
          <p:spPr>
            <a:xfrm>
              <a:off x="22400030" y="18643412"/>
              <a:ext cx="188269" cy="173787"/>
            </a:xfrm>
            <a:custGeom>
              <a:avLst/>
              <a:gdLst>
                <a:gd name="connsiteX0" fmla="*/ 188271 w 188269"/>
                <a:gd name="connsiteY0" fmla="*/ 86924 h 173787"/>
                <a:gd name="connsiteX1" fmla="*/ 94137 w 188269"/>
                <a:gd name="connsiteY1" fmla="*/ 173818 h 173787"/>
                <a:gd name="connsiteX2" fmla="*/ 2 w 188269"/>
                <a:gd name="connsiteY2" fmla="*/ 86924 h 173787"/>
                <a:gd name="connsiteX3" fmla="*/ 94137 w 188269"/>
                <a:gd name="connsiteY3" fmla="*/ 30 h 173787"/>
                <a:gd name="connsiteX4" fmla="*/ 188271 w 188269"/>
                <a:gd name="connsiteY4" fmla="*/ 86924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69" h="173787">
                  <a:moveTo>
                    <a:pt x="188271" y="86924"/>
                  </a:moveTo>
                  <a:cubicBezTo>
                    <a:pt x="188271" y="134914"/>
                    <a:pt x="146126" y="173818"/>
                    <a:pt x="94137" y="173818"/>
                  </a:cubicBezTo>
                  <a:cubicBezTo>
                    <a:pt x="42147" y="173818"/>
                    <a:pt x="2" y="134914"/>
                    <a:pt x="2" y="86924"/>
                  </a:cubicBezTo>
                  <a:cubicBezTo>
                    <a:pt x="2" y="38934"/>
                    <a:pt x="42148" y="30"/>
                    <a:pt x="94137" y="30"/>
                  </a:cubicBezTo>
                  <a:cubicBezTo>
                    <a:pt x="146126" y="30"/>
                    <a:pt x="188271" y="38934"/>
                    <a:pt x="188271" y="86924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2">
                    <a:lumMod val="50000"/>
                    <a:shade val="30000"/>
                    <a:satMod val="115000"/>
                  </a:schemeClr>
                </a:gs>
                <a:gs pos="50000">
                  <a:schemeClr val="bg2">
                    <a:lumMod val="50000"/>
                    <a:shade val="67500"/>
                    <a:satMod val="115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0" scaled="1"/>
              <a:tileRect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A2560D56-5BA1-F470-15FC-0D29F0E2C904}"/>
                </a:ext>
              </a:extLst>
            </p:cNvPr>
            <p:cNvSpPr/>
            <p:nvPr/>
          </p:nvSpPr>
          <p:spPr>
            <a:xfrm rot="16229754">
              <a:off x="20811732" y="18514797"/>
              <a:ext cx="188270" cy="173787"/>
            </a:xfrm>
            <a:custGeom>
              <a:avLst/>
              <a:gdLst>
                <a:gd name="connsiteX0" fmla="*/ 188379 w 188270"/>
                <a:gd name="connsiteY0" fmla="*/ 86829 h 173787"/>
                <a:gd name="connsiteX1" fmla="*/ 94244 w 188270"/>
                <a:gd name="connsiteY1" fmla="*/ 173723 h 173787"/>
                <a:gd name="connsiteX2" fmla="*/ 109 w 188270"/>
                <a:gd name="connsiteY2" fmla="*/ 86829 h 173787"/>
                <a:gd name="connsiteX3" fmla="*/ 94244 w 188270"/>
                <a:gd name="connsiteY3" fmla="*/ -65 h 173787"/>
                <a:gd name="connsiteX4" fmla="*/ 188379 w 188270"/>
                <a:gd name="connsiteY4" fmla="*/ 86829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379" y="86829"/>
                  </a:moveTo>
                  <a:cubicBezTo>
                    <a:pt x="188379" y="134819"/>
                    <a:pt x="146233" y="173723"/>
                    <a:pt x="94244" y="173723"/>
                  </a:cubicBezTo>
                  <a:cubicBezTo>
                    <a:pt x="42254" y="173723"/>
                    <a:pt x="109" y="134819"/>
                    <a:pt x="109" y="86829"/>
                  </a:cubicBezTo>
                  <a:cubicBezTo>
                    <a:pt x="109" y="38839"/>
                    <a:pt x="42254" y="-65"/>
                    <a:pt x="94244" y="-65"/>
                  </a:cubicBezTo>
                  <a:cubicBezTo>
                    <a:pt x="146233" y="-65"/>
                    <a:pt x="188379" y="38839"/>
                    <a:pt x="188379" y="86829"/>
                  </a:cubicBezTo>
                  <a:close/>
                </a:path>
              </a:pathLst>
            </a:custGeom>
            <a:gradFill>
              <a:gsLst>
                <a:gs pos="0">
                  <a:srgbClr val="4F81BC"/>
                </a:gs>
                <a:gs pos="50000">
                  <a:srgbClr val="7199C9"/>
                </a:gs>
                <a:gs pos="100000">
                  <a:srgbClr val="BFD1E7"/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863457AF-05C7-0E6A-B723-29F07DDD6300}"/>
                </a:ext>
              </a:extLst>
            </p:cNvPr>
            <p:cNvSpPr/>
            <p:nvPr/>
          </p:nvSpPr>
          <p:spPr>
            <a:xfrm rot="16229754">
              <a:off x="20820185" y="18341261"/>
              <a:ext cx="188270" cy="173787"/>
            </a:xfrm>
            <a:custGeom>
              <a:avLst/>
              <a:gdLst>
                <a:gd name="connsiteX0" fmla="*/ 188376 w 188270"/>
                <a:gd name="connsiteY0" fmla="*/ 86814 h 173787"/>
                <a:gd name="connsiteX1" fmla="*/ 94241 w 188270"/>
                <a:gd name="connsiteY1" fmla="*/ 173708 h 173787"/>
                <a:gd name="connsiteX2" fmla="*/ 105 w 188270"/>
                <a:gd name="connsiteY2" fmla="*/ 86814 h 173787"/>
                <a:gd name="connsiteX3" fmla="*/ 94241 w 188270"/>
                <a:gd name="connsiteY3" fmla="*/ -79 h 173787"/>
                <a:gd name="connsiteX4" fmla="*/ 188376 w 188270"/>
                <a:gd name="connsiteY4" fmla="*/ 86814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376" y="86814"/>
                  </a:moveTo>
                  <a:cubicBezTo>
                    <a:pt x="188376" y="134805"/>
                    <a:pt x="146230" y="173708"/>
                    <a:pt x="94241" y="173708"/>
                  </a:cubicBezTo>
                  <a:cubicBezTo>
                    <a:pt x="42251" y="173708"/>
                    <a:pt x="105" y="134805"/>
                    <a:pt x="105" y="86814"/>
                  </a:cubicBezTo>
                  <a:cubicBezTo>
                    <a:pt x="105" y="38824"/>
                    <a:pt x="42251" y="-79"/>
                    <a:pt x="94241" y="-79"/>
                  </a:cubicBezTo>
                  <a:cubicBezTo>
                    <a:pt x="146230" y="-79"/>
                    <a:pt x="188376" y="38824"/>
                    <a:pt x="188376" y="86814"/>
                  </a:cubicBezTo>
                  <a:close/>
                </a:path>
              </a:pathLst>
            </a:custGeom>
            <a:gradFill>
              <a:gsLst>
                <a:gs pos="0">
                  <a:srgbClr val="4F81BC"/>
                </a:gs>
                <a:gs pos="50000">
                  <a:srgbClr val="7199C9"/>
                </a:gs>
                <a:gs pos="100000">
                  <a:srgbClr val="BFD1E7"/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61D8CEB6-56A0-E829-55CD-80354B33882E}"/>
                </a:ext>
              </a:extLst>
            </p:cNvPr>
            <p:cNvSpPr/>
            <p:nvPr/>
          </p:nvSpPr>
          <p:spPr>
            <a:xfrm rot="16229754">
              <a:off x="20850379" y="18192698"/>
              <a:ext cx="188270" cy="173787"/>
            </a:xfrm>
            <a:custGeom>
              <a:avLst/>
              <a:gdLst>
                <a:gd name="connsiteX0" fmla="*/ 188375 w 188270"/>
                <a:gd name="connsiteY0" fmla="*/ 86802 h 173787"/>
                <a:gd name="connsiteX1" fmla="*/ 94240 w 188270"/>
                <a:gd name="connsiteY1" fmla="*/ 173696 h 173787"/>
                <a:gd name="connsiteX2" fmla="*/ 105 w 188270"/>
                <a:gd name="connsiteY2" fmla="*/ 86802 h 173787"/>
                <a:gd name="connsiteX3" fmla="*/ 94240 w 188270"/>
                <a:gd name="connsiteY3" fmla="*/ -92 h 173787"/>
                <a:gd name="connsiteX4" fmla="*/ 188375 w 188270"/>
                <a:gd name="connsiteY4" fmla="*/ 86802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375" y="86802"/>
                  </a:moveTo>
                  <a:cubicBezTo>
                    <a:pt x="188375" y="134792"/>
                    <a:pt x="146229" y="173696"/>
                    <a:pt x="94240" y="173696"/>
                  </a:cubicBezTo>
                  <a:cubicBezTo>
                    <a:pt x="42251" y="173696"/>
                    <a:pt x="105" y="134792"/>
                    <a:pt x="105" y="86802"/>
                  </a:cubicBezTo>
                  <a:cubicBezTo>
                    <a:pt x="105" y="38812"/>
                    <a:pt x="42251" y="-92"/>
                    <a:pt x="94240" y="-92"/>
                  </a:cubicBezTo>
                  <a:cubicBezTo>
                    <a:pt x="146229" y="-92"/>
                    <a:pt x="188375" y="38812"/>
                    <a:pt x="188375" y="86802"/>
                  </a:cubicBezTo>
                  <a:close/>
                </a:path>
              </a:pathLst>
            </a:custGeom>
            <a:gradFill>
              <a:gsLst>
                <a:gs pos="0">
                  <a:srgbClr val="4F81BC"/>
                </a:gs>
                <a:gs pos="50000">
                  <a:srgbClr val="7199C9"/>
                </a:gs>
                <a:gs pos="100000">
                  <a:srgbClr val="BFD1E7"/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F05F8702-4926-5794-35E5-11CB39DC870F}"/>
                </a:ext>
              </a:extLst>
            </p:cNvPr>
            <p:cNvSpPr/>
            <p:nvPr/>
          </p:nvSpPr>
          <p:spPr>
            <a:xfrm rot="16229754">
              <a:off x="20782718" y="18058869"/>
              <a:ext cx="188270" cy="173787"/>
            </a:xfrm>
            <a:custGeom>
              <a:avLst/>
              <a:gdLst>
                <a:gd name="connsiteX0" fmla="*/ 188366 w 188270"/>
                <a:gd name="connsiteY0" fmla="*/ 86792 h 173787"/>
                <a:gd name="connsiteX1" fmla="*/ 94231 w 188270"/>
                <a:gd name="connsiteY1" fmla="*/ 173686 h 173787"/>
                <a:gd name="connsiteX2" fmla="*/ 96 w 188270"/>
                <a:gd name="connsiteY2" fmla="*/ 86792 h 173787"/>
                <a:gd name="connsiteX3" fmla="*/ 94231 w 188270"/>
                <a:gd name="connsiteY3" fmla="*/ -102 h 173787"/>
                <a:gd name="connsiteX4" fmla="*/ 188366 w 188270"/>
                <a:gd name="connsiteY4" fmla="*/ 86792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366" y="86792"/>
                  </a:moveTo>
                  <a:cubicBezTo>
                    <a:pt x="188366" y="134782"/>
                    <a:pt x="146221" y="173686"/>
                    <a:pt x="94231" y="173686"/>
                  </a:cubicBezTo>
                  <a:cubicBezTo>
                    <a:pt x="42242" y="173686"/>
                    <a:pt x="96" y="134782"/>
                    <a:pt x="96" y="86792"/>
                  </a:cubicBezTo>
                  <a:cubicBezTo>
                    <a:pt x="96" y="38802"/>
                    <a:pt x="42242" y="-102"/>
                    <a:pt x="94231" y="-102"/>
                  </a:cubicBezTo>
                  <a:cubicBezTo>
                    <a:pt x="146221" y="-102"/>
                    <a:pt x="188366" y="38802"/>
                    <a:pt x="188366" y="86792"/>
                  </a:cubicBezTo>
                  <a:close/>
                </a:path>
              </a:pathLst>
            </a:custGeom>
            <a:gradFill>
              <a:gsLst>
                <a:gs pos="0">
                  <a:srgbClr val="4F81BC"/>
                </a:gs>
                <a:gs pos="50000">
                  <a:srgbClr val="7199C9"/>
                </a:gs>
                <a:gs pos="100000">
                  <a:srgbClr val="BFD1E7"/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F5ECFF97-4939-483B-1366-9E03EDADD487}"/>
                </a:ext>
              </a:extLst>
            </p:cNvPr>
            <p:cNvSpPr/>
            <p:nvPr/>
          </p:nvSpPr>
          <p:spPr>
            <a:xfrm rot="16229754">
              <a:off x="20798460" y="17888831"/>
              <a:ext cx="188270" cy="173787"/>
            </a:xfrm>
            <a:custGeom>
              <a:avLst/>
              <a:gdLst>
                <a:gd name="connsiteX0" fmla="*/ 188364 w 188270"/>
                <a:gd name="connsiteY0" fmla="*/ 86778 h 173787"/>
                <a:gd name="connsiteX1" fmla="*/ 94229 w 188270"/>
                <a:gd name="connsiteY1" fmla="*/ 173672 h 173787"/>
                <a:gd name="connsiteX2" fmla="*/ 94 w 188270"/>
                <a:gd name="connsiteY2" fmla="*/ 86778 h 173787"/>
                <a:gd name="connsiteX3" fmla="*/ 94229 w 188270"/>
                <a:gd name="connsiteY3" fmla="*/ -116 h 173787"/>
                <a:gd name="connsiteX4" fmla="*/ 188364 w 188270"/>
                <a:gd name="connsiteY4" fmla="*/ 86778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364" y="86778"/>
                  </a:moveTo>
                  <a:cubicBezTo>
                    <a:pt x="188364" y="134769"/>
                    <a:pt x="146218" y="173672"/>
                    <a:pt x="94229" y="173672"/>
                  </a:cubicBezTo>
                  <a:cubicBezTo>
                    <a:pt x="42240" y="173672"/>
                    <a:pt x="94" y="134769"/>
                    <a:pt x="94" y="86778"/>
                  </a:cubicBezTo>
                  <a:cubicBezTo>
                    <a:pt x="94" y="38788"/>
                    <a:pt x="42240" y="-116"/>
                    <a:pt x="94229" y="-116"/>
                  </a:cubicBezTo>
                  <a:cubicBezTo>
                    <a:pt x="146218" y="-116"/>
                    <a:pt x="188364" y="38788"/>
                    <a:pt x="188364" y="86778"/>
                  </a:cubicBezTo>
                  <a:close/>
                </a:path>
              </a:pathLst>
            </a:custGeom>
            <a:gradFill>
              <a:gsLst>
                <a:gs pos="0">
                  <a:srgbClr val="4F81BC"/>
                </a:gs>
                <a:gs pos="50000">
                  <a:srgbClr val="7199C9"/>
                </a:gs>
                <a:gs pos="100000">
                  <a:srgbClr val="BFD1E7"/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A97AC8FA-32EC-998A-5E99-05A9665B7175}"/>
                </a:ext>
              </a:extLst>
            </p:cNvPr>
            <p:cNvSpPr/>
            <p:nvPr/>
          </p:nvSpPr>
          <p:spPr>
            <a:xfrm rot="16229754">
              <a:off x="20853910" y="17747510"/>
              <a:ext cx="188270" cy="173787"/>
            </a:xfrm>
            <a:custGeom>
              <a:avLst/>
              <a:gdLst>
                <a:gd name="connsiteX0" fmla="*/ 188366 w 188270"/>
                <a:gd name="connsiteY0" fmla="*/ 86765 h 173787"/>
                <a:gd name="connsiteX1" fmla="*/ 94230 w 188270"/>
                <a:gd name="connsiteY1" fmla="*/ 173659 h 173787"/>
                <a:gd name="connsiteX2" fmla="*/ 95 w 188270"/>
                <a:gd name="connsiteY2" fmla="*/ 86765 h 173787"/>
                <a:gd name="connsiteX3" fmla="*/ 94230 w 188270"/>
                <a:gd name="connsiteY3" fmla="*/ -129 h 173787"/>
                <a:gd name="connsiteX4" fmla="*/ 188366 w 188270"/>
                <a:gd name="connsiteY4" fmla="*/ 86765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366" y="86765"/>
                  </a:moveTo>
                  <a:cubicBezTo>
                    <a:pt x="188366" y="134755"/>
                    <a:pt x="146220" y="173659"/>
                    <a:pt x="94230" y="173659"/>
                  </a:cubicBezTo>
                  <a:cubicBezTo>
                    <a:pt x="42241" y="173659"/>
                    <a:pt x="95" y="134755"/>
                    <a:pt x="95" y="86765"/>
                  </a:cubicBezTo>
                  <a:cubicBezTo>
                    <a:pt x="95" y="38775"/>
                    <a:pt x="42241" y="-129"/>
                    <a:pt x="94230" y="-129"/>
                  </a:cubicBezTo>
                  <a:cubicBezTo>
                    <a:pt x="146220" y="-129"/>
                    <a:pt x="188366" y="38775"/>
                    <a:pt x="188366" y="86765"/>
                  </a:cubicBezTo>
                  <a:close/>
                </a:path>
              </a:pathLst>
            </a:custGeom>
            <a:gradFill>
              <a:gsLst>
                <a:gs pos="0">
                  <a:srgbClr val="4F81BC"/>
                </a:gs>
                <a:gs pos="50000">
                  <a:srgbClr val="7199C9"/>
                </a:gs>
                <a:gs pos="100000">
                  <a:srgbClr val="BFD1E7"/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027687E2-4C7F-FD61-EFA8-650B08739B17}"/>
                </a:ext>
              </a:extLst>
            </p:cNvPr>
            <p:cNvSpPr/>
            <p:nvPr/>
          </p:nvSpPr>
          <p:spPr>
            <a:xfrm rot="16229754">
              <a:off x="20775495" y="17606311"/>
              <a:ext cx="188270" cy="173787"/>
            </a:xfrm>
            <a:custGeom>
              <a:avLst/>
              <a:gdLst>
                <a:gd name="connsiteX0" fmla="*/ 188356 w 188270"/>
                <a:gd name="connsiteY0" fmla="*/ 86756 h 173787"/>
                <a:gd name="connsiteX1" fmla="*/ 94221 w 188270"/>
                <a:gd name="connsiteY1" fmla="*/ 173649 h 173787"/>
                <a:gd name="connsiteX2" fmla="*/ 86 w 188270"/>
                <a:gd name="connsiteY2" fmla="*/ 86756 h 173787"/>
                <a:gd name="connsiteX3" fmla="*/ 94221 w 188270"/>
                <a:gd name="connsiteY3" fmla="*/ -138 h 173787"/>
                <a:gd name="connsiteX4" fmla="*/ 188356 w 188270"/>
                <a:gd name="connsiteY4" fmla="*/ 86756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356" y="86756"/>
                  </a:moveTo>
                  <a:cubicBezTo>
                    <a:pt x="188356" y="134746"/>
                    <a:pt x="146210" y="173649"/>
                    <a:pt x="94221" y="173649"/>
                  </a:cubicBezTo>
                  <a:cubicBezTo>
                    <a:pt x="42232" y="173649"/>
                    <a:pt x="86" y="134746"/>
                    <a:pt x="86" y="86756"/>
                  </a:cubicBezTo>
                  <a:cubicBezTo>
                    <a:pt x="86" y="38765"/>
                    <a:pt x="42232" y="-138"/>
                    <a:pt x="94221" y="-138"/>
                  </a:cubicBezTo>
                  <a:cubicBezTo>
                    <a:pt x="146210" y="-138"/>
                    <a:pt x="188356" y="38765"/>
                    <a:pt x="188356" y="86756"/>
                  </a:cubicBezTo>
                  <a:close/>
                </a:path>
              </a:pathLst>
            </a:custGeom>
            <a:gradFill>
              <a:gsLst>
                <a:gs pos="0">
                  <a:srgbClr val="4F81BC"/>
                </a:gs>
                <a:gs pos="50000">
                  <a:srgbClr val="7199C9"/>
                </a:gs>
                <a:gs pos="100000">
                  <a:srgbClr val="BFD1E7"/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A4819497-A052-0BAF-3F9A-291831DFD2A7}"/>
                </a:ext>
              </a:extLst>
            </p:cNvPr>
            <p:cNvSpPr/>
            <p:nvPr/>
          </p:nvSpPr>
          <p:spPr>
            <a:xfrm rot="16229754">
              <a:off x="20765426" y="19684447"/>
              <a:ext cx="188270" cy="173787"/>
            </a:xfrm>
            <a:custGeom>
              <a:avLst/>
              <a:gdLst>
                <a:gd name="connsiteX0" fmla="*/ 188400 w 188270"/>
                <a:gd name="connsiteY0" fmla="*/ 86926 h 173787"/>
                <a:gd name="connsiteX1" fmla="*/ 94265 w 188270"/>
                <a:gd name="connsiteY1" fmla="*/ 173820 h 173787"/>
                <a:gd name="connsiteX2" fmla="*/ 130 w 188270"/>
                <a:gd name="connsiteY2" fmla="*/ 86926 h 173787"/>
                <a:gd name="connsiteX3" fmla="*/ 94265 w 188270"/>
                <a:gd name="connsiteY3" fmla="*/ 32 h 173787"/>
                <a:gd name="connsiteX4" fmla="*/ 188400 w 188270"/>
                <a:gd name="connsiteY4" fmla="*/ 86926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400" y="86926"/>
                  </a:moveTo>
                  <a:cubicBezTo>
                    <a:pt x="188400" y="134916"/>
                    <a:pt x="146254" y="173820"/>
                    <a:pt x="94265" y="173820"/>
                  </a:cubicBezTo>
                  <a:cubicBezTo>
                    <a:pt x="42276" y="173820"/>
                    <a:pt x="130" y="134916"/>
                    <a:pt x="130" y="86926"/>
                  </a:cubicBezTo>
                  <a:cubicBezTo>
                    <a:pt x="130" y="38936"/>
                    <a:pt x="42276" y="32"/>
                    <a:pt x="94265" y="32"/>
                  </a:cubicBezTo>
                  <a:cubicBezTo>
                    <a:pt x="146254" y="32"/>
                    <a:pt x="188400" y="38936"/>
                    <a:pt x="188400" y="86926"/>
                  </a:cubicBezTo>
                  <a:close/>
                </a:path>
              </a:pathLst>
            </a:custGeom>
            <a:gradFill>
              <a:gsLst>
                <a:gs pos="0">
                  <a:srgbClr val="4F81BC"/>
                </a:gs>
                <a:gs pos="50000">
                  <a:srgbClr val="7199C9"/>
                </a:gs>
                <a:gs pos="100000">
                  <a:srgbClr val="BFD1E7"/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A1347901-1ED9-CB66-75FA-ABA4D2448C68}"/>
                </a:ext>
              </a:extLst>
            </p:cNvPr>
            <p:cNvSpPr/>
            <p:nvPr/>
          </p:nvSpPr>
          <p:spPr>
            <a:xfrm rot="16229754">
              <a:off x="20871648" y="19553983"/>
              <a:ext cx="188270" cy="173787"/>
            </a:xfrm>
            <a:custGeom>
              <a:avLst/>
              <a:gdLst>
                <a:gd name="connsiteX0" fmla="*/ 188406 w 188270"/>
                <a:gd name="connsiteY0" fmla="*/ 86913 h 173787"/>
                <a:gd name="connsiteX1" fmla="*/ 94271 w 188270"/>
                <a:gd name="connsiteY1" fmla="*/ 173807 h 173787"/>
                <a:gd name="connsiteX2" fmla="*/ 136 w 188270"/>
                <a:gd name="connsiteY2" fmla="*/ 86913 h 173787"/>
                <a:gd name="connsiteX3" fmla="*/ 94271 w 188270"/>
                <a:gd name="connsiteY3" fmla="*/ 19 h 173787"/>
                <a:gd name="connsiteX4" fmla="*/ 188406 w 188270"/>
                <a:gd name="connsiteY4" fmla="*/ 86913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406" y="86913"/>
                  </a:moveTo>
                  <a:cubicBezTo>
                    <a:pt x="188406" y="134903"/>
                    <a:pt x="146260" y="173807"/>
                    <a:pt x="94271" y="173807"/>
                  </a:cubicBezTo>
                  <a:cubicBezTo>
                    <a:pt x="42282" y="173807"/>
                    <a:pt x="136" y="134903"/>
                    <a:pt x="136" y="86913"/>
                  </a:cubicBezTo>
                  <a:cubicBezTo>
                    <a:pt x="136" y="38923"/>
                    <a:pt x="42282" y="19"/>
                    <a:pt x="94271" y="19"/>
                  </a:cubicBezTo>
                  <a:cubicBezTo>
                    <a:pt x="146260" y="19"/>
                    <a:pt x="188406" y="38923"/>
                    <a:pt x="188406" y="86913"/>
                  </a:cubicBezTo>
                  <a:close/>
                </a:path>
              </a:pathLst>
            </a:custGeom>
            <a:gradFill>
              <a:gsLst>
                <a:gs pos="0">
                  <a:srgbClr val="4F81BC"/>
                </a:gs>
                <a:gs pos="50000">
                  <a:srgbClr val="7199C9"/>
                </a:gs>
                <a:gs pos="100000">
                  <a:srgbClr val="BFD1E7"/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25CDAEC8-AD30-741F-7A0D-1360B2868FC3}"/>
                </a:ext>
              </a:extLst>
            </p:cNvPr>
            <p:cNvSpPr/>
            <p:nvPr/>
          </p:nvSpPr>
          <p:spPr>
            <a:xfrm rot="16229754">
              <a:off x="20930704" y="19405669"/>
              <a:ext cx="188270" cy="173787"/>
            </a:xfrm>
            <a:custGeom>
              <a:avLst/>
              <a:gdLst>
                <a:gd name="connsiteX0" fmla="*/ 188408 w 188270"/>
                <a:gd name="connsiteY0" fmla="*/ 86899 h 173787"/>
                <a:gd name="connsiteX1" fmla="*/ 94273 w 188270"/>
                <a:gd name="connsiteY1" fmla="*/ 173793 h 173787"/>
                <a:gd name="connsiteX2" fmla="*/ 138 w 188270"/>
                <a:gd name="connsiteY2" fmla="*/ 86899 h 173787"/>
                <a:gd name="connsiteX3" fmla="*/ 94273 w 188270"/>
                <a:gd name="connsiteY3" fmla="*/ 5 h 173787"/>
                <a:gd name="connsiteX4" fmla="*/ 188408 w 188270"/>
                <a:gd name="connsiteY4" fmla="*/ 86899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408" y="86899"/>
                  </a:moveTo>
                  <a:cubicBezTo>
                    <a:pt x="188408" y="134889"/>
                    <a:pt x="146262" y="173793"/>
                    <a:pt x="94273" y="173793"/>
                  </a:cubicBezTo>
                  <a:cubicBezTo>
                    <a:pt x="42283" y="173793"/>
                    <a:pt x="138" y="134889"/>
                    <a:pt x="138" y="86899"/>
                  </a:cubicBezTo>
                  <a:cubicBezTo>
                    <a:pt x="138" y="38909"/>
                    <a:pt x="42283" y="5"/>
                    <a:pt x="94273" y="5"/>
                  </a:cubicBezTo>
                  <a:cubicBezTo>
                    <a:pt x="146262" y="5"/>
                    <a:pt x="188408" y="38909"/>
                    <a:pt x="188408" y="86899"/>
                  </a:cubicBezTo>
                  <a:close/>
                </a:path>
              </a:pathLst>
            </a:custGeom>
            <a:gradFill>
              <a:gsLst>
                <a:gs pos="0">
                  <a:srgbClr val="4F81BC"/>
                </a:gs>
                <a:gs pos="50000">
                  <a:srgbClr val="7199C9"/>
                </a:gs>
                <a:gs pos="100000">
                  <a:srgbClr val="BFD1E7"/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9985E23F-3782-B213-6270-F23417BAA246}"/>
                </a:ext>
              </a:extLst>
            </p:cNvPr>
            <p:cNvSpPr/>
            <p:nvPr/>
          </p:nvSpPr>
          <p:spPr>
            <a:xfrm rot="16229754">
              <a:off x="20971823" y="19250116"/>
              <a:ext cx="188270" cy="173787"/>
            </a:xfrm>
            <a:custGeom>
              <a:avLst/>
              <a:gdLst>
                <a:gd name="connsiteX0" fmla="*/ 188408 w 188270"/>
                <a:gd name="connsiteY0" fmla="*/ 86885 h 173787"/>
                <a:gd name="connsiteX1" fmla="*/ 94273 w 188270"/>
                <a:gd name="connsiteY1" fmla="*/ 173779 h 173787"/>
                <a:gd name="connsiteX2" fmla="*/ 138 w 188270"/>
                <a:gd name="connsiteY2" fmla="*/ 86885 h 173787"/>
                <a:gd name="connsiteX3" fmla="*/ 94273 w 188270"/>
                <a:gd name="connsiteY3" fmla="*/ -8 h 173787"/>
                <a:gd name="connsiteX4" fmla="*/ 188408 w 188270"/>
                <a:gd name="connsiteY4" fmla="*/ 86885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408" y="86885"/>
                  </a:moveTo>
                  <a:cubicBezTo>
                    <a:pt x="188408" y="134876"/>
                    <a:pt x="146262" y="173779"/>
                    <a:pt x="94273" y="173779"/>
                  </a:cubicBezTo>
                  <a:cubicBezTo>
                    <a:pt x="42284" y="173779"/>
                    <a:pt x="138" y="134876"/>
                    <a:pt x="138" y="86885"/>
                  </a:cubicBezTo>
                  <a:cubicBezTo>
                    <a:pt x="138" y="38895"/>
                    <a:pt x="42284" y="-8"/>
                    <a:pt x="94273" y="-8"/>
                  </a:cubicBezTo>
                  <a:cubicBezTo>
                    <a:pt x="146262" y="-8"/>
                    <a:pt x="188408" y="38895"/>
                    <a:pt x="188408" y="86885"/>
                  </a:cubicBezTo>
                  <a:close/>
                </a:path>
              </a:pathLst>
            </a:custGeom>
            <a:gradFill>
              <a:gsLst>
                <a:gs pos="0">
                  <a:srgbClr val="4F81BC"/>
                </a:gs>
                <a:gs pos="50000">
                  <a:srgbClr val="7199C9"/>
                </a:gs>
                <a:gs pos="100000">
                  <a:srgbClr val="BFD1E7"/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A7003D28-29E1-A479-94A1-E77ADF527234}"/>
                </a:ext>
              </a:extLst>
            </p:cNvPr>
            <p:cNvSpPr/>
            <p:nvPr/>
          </p:nvSpPr>
          <p:spPr>
            <a:xfrm rot="16229754">
              <a:off x="20914998" y="19108795"/>
              <a:ext cx="188270" cy="173787"/>
            </a:xfrm>
            <a:custGeom>
              <a:avLst/>
              <a:gdLst>
                <a:gd name="connsiteX0" fmla="*/ 188400 w 188270"/>
                <a:gd name="connsiteY0" fmla="*/ 86875 h 173787"/>
                <a:gd name="connsiteX1" fmla="*/ 94265 w 188270"/>
                <a:gd name="connsiteY1" fmla="*/ 173769 h 173787"/>
                <a:gd name="connsiteX2" fmla="*/ 130 w 188270"/>
                <a:gd name="connsiteY2" fmla="*/ 86875 h 173787"/>
                <a:gd name="connsiteX3" fmla="*/ 94265 w 188270"/>
                <a:gd name="connsiteY3" fmla="*/ -19 h 173787"/>
                <a:gd name="connsiteX4" fmla="*/ 188400 w 188270"/>
                <a:gd name="connsiteY4" fmla="*/ 86875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400" y="86875"/>
                  </a:moveTo>
                  <a:cubicBezTo>
                    <a:pt x="188400" y="134865"/>
                    <a:pt x="146254" y="173769"/>
                    <a:pt x="94265" y="173769"/>
                  </a:cubicBezTo>
                  <a:cubicBezTo>
                    <a:pt x="42276" y="173769"/>
                    <a:pt x="130" y="134865"/>
                    <a:pt x="130" y="86875"/>
                  </a:cubicBezTo>
                  <a:cubicBezTo>
                    <a:pt x="130" y="38885"/>
                    <a:pt x="42276" y="-19"/>
                    <a:pt x="94265" y="-19"/>
                  </a:cubicBezTo>
                  <a:cubicBezTo>
                    <a:pt x="146254" y="-19"/>
                    <a:pt x="188400" y="38885"/>
                    <a:pt x="188400" y="86875"/>
                  </a:cubicBezTo>
                  <a:close/>
                </a:path>
              </a:pathLst>
            </a:custGeom>
            <a:gradFill>
              <a:gsLst>
                <a:gs pos="0">
                  <a:srgbClr val="4F81BC"/>
                </a:gs>
                <a:gs pos="50000">
                  <a:srgbClr val="7199C9"/>
                </a:gs>
                <a:gs pos="100000">
                  <a:srgbClr val="BFD1E7"/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77DEE289-2481-FE09-7CBF-D22E009518BF}"/>
                </a:ext>
              </a:extLst>
            </p:cNvPr>
            <p:cNvSpPr/>
            <p:nvPr/>
          </p:nvSpPr>
          <p:spPr>
            <a:xfrm rot="16229754">
              <a:off x="20905375" y="18949493"/>
              <a:ext cx="188270" cy="173787"/>
            </a:xfrm>
            <a:custGeom>
              <a:avLst/>
              <a:gdLst>
                <a:gd name="connsiteX0" fmla="*/ 188396 w 188270"/>
                <a:gd name="connsiteY0" fmla="*/ 86862 h 173787"/>
                <a:gd name="connsiteX1" fmla="*/ 94261 w 188270"/>
                <a:gd name="connsiteY1" fmla="*/ 173756 h 173787"/>
                <a:gd name="connsiteX2" fmla="*/ 126 w 188270"/>
                <a:gd name="connsiteY2" fmla="*/ 86862 h 173787"/>
                <a:gd name="connsiteX3" fmla="*/ 94261 w 188270"/>
                <a:gd name="connsiteY3" fmla="*/ -32 h 173787"/>
                <a:gd name="connsiteX4" fmla="*/ 188396 w 188270"/>
                <a:gd name="connsiteY4" fmla="*/ 86862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396" y="86862"/>
                  </a:moveTo>
                  <a:cubicBezTo>
                    <a:pt x="188396" y="134853"/>
                    <a:pt x="146250" y="173756"/>
                    <a:pt x="94261" y="173756"/>
                  </a:cubicBezTo>
                  <a:cubicBezTo>
                    <a:pt x="42271" y="173756"/>
                    <a:pt x="126" y="134853"/>
                    <a:pt x="126" y="86862"/>
                  </a:cubicBezTo>
                  <a:cubicBezTo>
                    <a:pt x="126" y="38872"/>
                    <a:pt x="42271" y="-32"/>
                    <a:pt x="94261" y="-32"/>
                  </a:cubicBezTo>
                  <a:cubicBezTo>
                    <a:pt x="146250" y="-32"/>
                    <a:pt x="188396" y="38872"/>
                    <a:pt x="188396" y="86862"/>
                  </a:cubicBezTo>
                  <a:close/>
                </a:path>
              </a:pathLst>
            </a:custGeom>
            <a:gradFill>
              <a:gsLst>
                <a:gs pos="0">
                  <a:srgbClr val="4F81BC"/>
                </a:gs>
                <a:gs pos="50000">
                  <a:srgbClr val="7199C9"/>
                </a:gs>
                <a:gs pos="100000">
                  <a:srgbClr val="BFD1E7"/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C230D0D4-15C4-2203-DA41-34783E2D213C}"/>
                </a:ext>
              </a:extLst>
            </p:cNvPr>
            <p:cNvSpPr/>
            <p:nvPr/>
          </p:nvSpPr>
          <p:spPr>
            <a:xfrm rot="16229754">
              <a:off x="20960964" y="18797434"/>
              <a:ext cx="188270" cy="173787"/>
            </a:xfrm>
            <a:custGeom>
              <a:avLst/>
              <a:gdLst>
                <a:gd name="connsiteX0" fmla="*/ 188397 w 188270"/>
                <a:gd name="connsiteY0" fmla="*/ 86849 h 173787"/>
                <a:gd name="connsiteX1" fmla="*/ 94262 w 188270"/>
                <a:gd name="connsiteY1" fmla="*/ 173742 h 173787"/>
                <a:gd name="connsiteX2" fmla="*/ 127 w 188270"/>
                <a:gd name="connsiteY2" fmla="*/ 86849 h 173787"/>
                <a:gd name="connsiteX3" fmla="*/ 94262 w 188270"/>
                <a:gd name="connsiteY3" fmla="*/ -45 h 173787"/>
                <a:gd name="connsiteX4" fmla="*/ 188397 w 188270"/>
                <a:gd name="connsiteY4" fmla="*/ 86849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397" y="86849"/>
                  </a:moveTo>
                  <a:cubicBezTo>
                    <a:pt x="188397" y="134839"/>
                    <a:pt x="146251" y="173742"/>
                    <a:pt x="94262" y="173742"/>
                  </a:cubicBezTo>
                  <a:cubicBezTo>
                    <a:pt x="42273" y="173742"/>
                    <a:pt x="127" y="134839"/>
                    <a:pt x="127" y="86849"/>
                  </a:cubicBezTo>
                  <a:cubicBezTo>
                    <a:pt x="127" y="38858"/>
                    <a:pt x="42273" y="-45"/>
                    <a:pt x="94262" y="-45"/>
                  </a:cubicBezTo>
                  <a:cubicBezTo>
                    <a:pt x="146251" y="-45"/>
                    <a:pt x="188397" y="38858"/>
                    <a:pt x="188397" y="86849"/>
                  </a:cubicBezTo>
                  <a:close/>
                </a:path>
              </a:pathLst>
            </a:custGeom>
            <a:gradFill>
              <a:gsLst>
                <a:gs pos="0">
                  <a:srgbClr val="4F81BC"/>
                </a:gs>
                <a:gs pos="50000">
                  <a:srgbClr val="7199C9"/>
                </a:gs>
                <a:gs pos="100000">
                  <a:srgbClr val="BFD1E7"/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64" name="Freeform: Shape 363">
              <a:extLst>
                <a:ext uri="{FF2B5EF4-FFF2-40B4-BE49-F238E27FC236}">
                  <a16:creationId xmlns:a16="http://schemas.microsoft.com/office/drawing/2014/main" id="{39C307AE-9E9C-6AD0-57F9-064F563271BD}"/>
                </a:ext>
              </a:extLst>
            </p:cNvPr>
            <p:cNvSpPr/>
            <p:nvPr/>
          </p:nvSpPr>
          <p:spPr>
            <a:xfrm rot="16229754">
              <a:off x="21098514" y="18525860"/>
              <a:ext cx="188270" cy="173787"/>
            </a:xfrm>
            <a:custGeom>
              <a:avLst/>
              <a:gdLst>
                <a:gd name="connsiteX0" fmla="*/ 188402 w 188270"/>
                <a:gd name="connsiteY0" fmla="*/ 86824 h 173787"/>
                <a:gd name="connsiteX1" fmla="*/ 94267 w 188270"/>
                <a:gd name="connsiteY1" fmla="*/ 173718 h 173787"/>
                <a:gd name="connsiteX2" fmla="*/ 132 w 188270"/>
                <a:gd name="connsiteY2" fmla="*/ 86824 h 173787"/>
                <a:gd name="connsiteX3" fmla="*/ 94267 w 188270"/>
                <a:gd name="connsiteY3" fmla="*/ -70 h 173787"/>
                <a:gd name="connsiteX4" fmla="*/ 188402 w 188270"/>
                <a:gd name="connsiteY4" fmla="*/ 86824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402" y="86824"/>
                  </a:moveTo>
                  <a:cubicBezTo>
                    <a:pt x="188402" y="134814"/>
                    <a:pt x="146257" y="173718"/>
                    <a:pt x="94267" y="173718"/>
                  </a:cubicBezTo>
                  <a:cubicBezTo>
                    <a:pt x="42278" y="173718"/>
                    <a:pt x="132" y="134814"/>
                    <a:pt x="132" y="86824"/>
                  </a:cubicBezTo>
                  <a:cubicBezTo>
                    <a:pt x="132" y="38834"/>
                    <a:pt x="42278" y="-70"/>
                    <a:pt x="94267" y="-70"/>
                  </a:cubicBezTo>
                  <a:cubicBezTo>
                    <a:pt x="146257" y="-70"/>
                    <a:pt x="188402" y="38834"/>
                    <a:pt x="188402" y="86824"/>
                  </a:cubicBezTo>
                  <a:close/>
                </a:path>
              </a:pathLst>
            </a:custGeom>
            <a:gradFill>
              <a:gsLst>
                <a:gs pos="0">
                  <a:srgbClr val="4F81BC"/>
                </a:gs>
                <a:gs pos="50000">
                  <a:srgbClr val="7199C9"/>
                </a:gs>
                <a:gs pos="100000">
                  <a:srgbClr val="BFD1E7"/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67" name="Freeform: Shape 366">
              <a:extLst>
                <a:ext uri="{FF2B5EF4-FFF2-40B4-BE49-F238E27FC236}">
                  <a16:creationId xmlns:a16="http://schemas.microsoft.com/office/drawing/2014/main" id="{2CE3CDB9-83E1-D2D4-E1E5-61B00DCCEE81}"/>
                </a:ext>
              </a:extLst>
            </p:cNvPr>
            <p:cNvSpPr/>
            <p:nvPr/>
          </p:nvSpPr>
          <p:spPr>
            <a:xfrm rot="16229754">
              <a:off x="21070786" y="18362815"/>
              <a:ext cx="188270" cy="173787"/>
            </a:xfrm>
            <a:custGeom>
              <a:avLst/>
              <a:gdLst>
                <a:gd name="connsiteX0" fmla="*/ 188397 w 188270"/>
                <a:gd name="connsiteY0" fmla="*/ 86811 h 173787"/>
                <a:gd name="connsiteX1" fmla="*/ 94261 w 188270"/>
                <a:gd name="connsiteY1" fmla="*/ 173705 h 173787"/>
                <a:gd name="connsiteX2" fmla="*/ 126 w 188270"/>
                <a:gd name="connsiteY2" fmla="*/ 86811 h 173787"/>
                <a:gd name="connsiteX3" fmla="*/ 94261 w 188270"/>
                <a:gd name="connsiteY3" fmla="*/ -83 h 173787"/>
                <a:gd name="connsiteX4" fmla="*/ 188397 w 188270"/>
                <a:gd name="connsiteY4" fmla="*/ 86811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397" y="86811"/>
                  </a:moveTo>
                  <a:cubicBezTo>
                    <a:pt x="188397" y="134801"/>
                    <a:pt x="146251" y="173705"/>
                    <a:pt x="94261" y="173705"/>
                  </a:cubicBezTo>
                  <a:cubicBezTo>
                    <a:pt x="42272" y="173705"/>
                    <a:pt x="126" y="134801"/>
                    <a:pt x="126" y="86811"/>
                  </a:cubicBezTo>
                  <a:cubicBezTo>
                    <a:pt x="126" y="38820"/>
                    <a:pt x="42272" y="-83"/>
                    <a:pt x="94261" y="-83"/>
                  </a:cubicBezTo>
                  <a:cubicBezTo>
                    <a:pt x="146251" y="-83"/>
                    <a:pt x="188397" y="38820"/>
                    <a:pt x="188397" y="86811"/>
                  </a:cubicBezTo>
                  <a:close/>
                </a:path>
              </a:pathLst>
            </a:custGeom>
            <a:gradFill>
              <a:gsLst>
                <a:gs pos="0">
                  <a:srgbClr val="4F81BC"/>
                </a:gs>
                <a:gs pos="50000">
                  <a:srgbClr val="7199C9"/>
                </a:gs>
                <a:gs pos="100000">
                  <a:srgbClr val="BFD1E7"/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68" name="Freeform: Shape 367">
              <a:extLst>
                <a:ext uri="{FF2B5EF4-FFF2-40B4-BE49-F238E27FC236}">
                  <a16:creationId xmlns:a16="http://schemas.microsoft.com/office/drawing/2014/main" id="{E394A343-798D-4F3A-E0B0-29DEA26021D5}"/>
                </a:ext>
              </a:extLst>
            </p:cNvPr>
            <p:cNvSpPr/>
            <p:nvPr/>
          </p:nvSpPr>
          <p:spPr>
            <a:xfrm rot="16229754">
              <a:off x="21100887" y="18214499"/>
              <a:ext cx="188270" cy="173787"/>
            </a:xfrm>
            <a:custGeom>
              <a:avLst/>
              <a:gdLst>
                <a:gd name="connsiteX0" fmla="*/ 188396 w 188270"/>
                <a:gd name="connsiteY0" fmla="*/ 86798 h 173787"/>
                <a:gd name="connsiteX1" fmla="*/ 94261 w 188270"/>
                <a:gd name="connsiteY1" fmla="*/ 173692 h 173787"/>
                <a:gd name="connsiteX2" fmla="*/ 126 w 188270"/>
                <a:gd name="connsiteY2" fmla="*/ 86798 h 173787"/>
                <a:gd name="connsiteX3" fmla="*/ 94261 w 188270"/>
                <a:gd name="connsiteY3" fmla="*/ -96 h 173787"/>
                <a:gd name="connsiteX4" fmla="*/ 188396 w 188270"/>
                <a:gd name="connsiteY4" fmla="*/ 86798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396" y="86798"/>
                  </a:moveTo>
                  <a:cubicBezTo>
                    <a:pt x="188396" y="134789"/>
                    <a:pt x="146250" y="173692"/>
                    <a:pt x="94261" y="173692"/>
                  </a:cubicBezTo>
                  <a:cubicBezTo>
                    <a:pt x="42271" y="173692"/>
                    <a:pt x="126" y="134789"/>
                    <a:pt x="126" y="86798"/>
                  </a:cubicBezTo>
                  <a:cubicBezTo>
                    <a:pt x="126" y="38808"/>
                    <a:pt x="42271" y="-96"/>
                    <a:pt x="94261" y="-96"/>
                  </a:cubicBezTo>
                  <a:cubicBezTo>
                    <a:pt x="146250" y="-96"/>
                    <a:pt x="188396" y="38808"/>
                    <a:pt x="188396" y="86798"/>
                  </a:cubicBezTo>
                  <a:close/>
                </a:path>
              </a:pathLst>
            </a:custGeom>
            <a:gradFill>
              <a:gsLst>
                <a:gs pos="0">
                  <a:srgbClr val="4F81BC"/>
                </a:gs>
                <a:gs pos="50000">
                  <a:srgbClr val="7199C9"/>
                </a:gs>
                <a:gs pos="100000">
                  <a:srgbClr val="BFD1E7"/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6" name="Freeform: Shape 575">
              <a:extLst>
                <a:ext uri="{FF2B5EF4-FFF2-40B4-BE49-F238E27FC236}">
                  <a16:creationId xmlns:a16="http://schemas.microsoft.com/office/drawing/2014/main" id="{B21B9F76-C0C7-4433-AA8D-54E162DE63BC}"/>
                </a:ext>
              </a:extLst>
            </p:cNvPr>
            <p:cNvSpPr/>
            <p:nvPr/>
          </p:nvSpPr>
          <p:spPr>
            <a:xfrm rot="16229754">
              <a:off x="21105778" y="18058945"/>
              <a:ext cx="188270" cy="173787"/>
            </a:xfrm>
            <a:custGeom>
              <a:avLst/>
              <a:gdLst>
                <a:gd name="connsiteX0" fmla="*/ 188393 w 188270"/>
                <a:gd name="connsiteY0" fmla="*/ 86785 h 173787"/>
                <a:gd name="connsiteX1" fmla="*/ 94258 w 188270"/>
                <a:gd name="connsiteY1" fmla="*/ 173679 h 173787"/>
                <a:gd name="connsiteX2" fmla="*/ 123 w 188270"/>
                <a:gd name="connsiteY2" fmla="*/ 86785 h 173787"/>
                <a:gd name="connsiteX3" fmla="*/ 94258 w 188270"/>
                <a:gd name="connsiteY3" fmla="*/ -109 h 173787"/>
                <a:gd name="connsiteX4" fmla="*/ 188393 w 188270"/>
                <a:gd name="connsiteY4" fmla="*/ 86785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393" y="86785"/>
                  </a:moveTo>
                  <a:cubicBezTo>
                    <a:pt x="188393" y="134775"/>
                    <a:pt x="146247" y="173679"/>
                    <a:pt x="94258" y="173679"/>
                  </a:cubicBezTo>
                  <a:cubicBezTo>
                    <a:pt x="42268" y="173679"/>
                    <a:pt x="123" y="134775"/>
                    <a:pt x="123" y="86785"/>
                  </a:cubicBezTo>
                  <a:cubicBezTo>
                    <a:pt x="123" y="38795"/>
                    <a:pt x="42268" y="-109"/>
                    <a:pt x="94258" y="-109"/>
                  </a:cubicBezTo>
                  <a:cubicBezTo>
                    <a:pt x="146247" y="-109"/>
                    <a:pt x="188393" y="38795"/>
                    <a:pt x="188393" y="86785"/>
                  </a:cubicBezTo>
                  <a:close/>
                </a:path>
              </a:pathLst>
            </a:custGeom>
            <a:gradFill>
              <a:gsLst>
                <a:gs pos="0">
                  <a:srgbClr val="4F81BC"/>
                </a:gs>
                <a:gs pos="50000">
                  <a:srgbClr val="7199C9"/>
                </a:gs>
                <a:gs pos="100000">
                  <a:srgbClr val="BFD1E7"/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5" name="Freeform: Shape 584">
              <a:extLst>
                <a:ext uri="{FF2B5EF4-FFF2-40B4-BE49-F238E27FC236}">
                  <a16:creationId xmlns:a16="http://schemas.microsoft.com/office/drawing/2014/main" id="{0F8B8008-2DB1-4475-7459-F1B6243E8F35}"/>
                </a:ext>
              </a:extLst>
            </p:cNvPr>
            <p:cNvSpPr/>
            <p:nvPr/>
          </p:nvSpPr>
          <p:spPr>
            <a:xfrm rot="16229754">
              <a:off x="21125014" y="17921243"/>
              <a:ext cx="188270" cy="173787"/>
            </a:xfrm>
            <a:custGeom>
              <a:avLst/>
              <a:gdLst>
                <a:gd name="connsiteX0" fmla="*/ 188391 w 188270"/>
                <a:gd name="connsiteY0" fmla="*/ 86773 h 173787"/>
                <a:gd name="connsiteX1" fmla="*/ 94256 w 188270"/>
                <a:gd name="connsiteY1" fmla="*/ 173667 h 173787"/>
                <a:gd name="connsiteX2" fmla="*/ 121 w 188270"/>
                <a:gd name="connsiteY2" fmla="*/ 86773 h 173787"/>
                <a:gd name="connsiteX3" fmla="*/ 94256 w 188270"/>
                <a:gd name="connsiteY3" fmla="*/ -120 h 173787"/>
                <a:gd name="connsiteX4" fmla="*/ 188391 w 188270"/>
                <a:gd name="connsiteY4" fmla="*/ 86773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391" y="86773"/>
                  </a:moveTo>
                  <a:cubicBezTo>
                    <a:pt x="188391" y="134764"/>
                    <a:pt x="146246" y="173667"/>
                    <a:pt x="94256" y="173667"/>
                  </a:cubicBezTo>
                  <a:cubicBezTo>
                    <a:pt x="42267" y="173667"/>
                    <a:pt x="121" y="134764"/>
                    <a:pt x="121" y="86773"/>
                  </a:cubicBezTo>
                  <a:cubicBezTo>
                    <a:pt x="121" y="38783"/>
                    <a:pt x="42267" y="-120"/>
                    <a:pt x="94256" y="-120"/>
                  </a:cubicBezTo>
                  <a:cubicBezTo>
                    <a:pt x="146246" y="-120"/>
                    <a:pt x="188391" y="38783"/>
                    <a:pt x="188391" y="86773"/>
                  </a:cubicBezTo>
                  <a:close/>
                </a:path>
              </a:pathLst>
            </a:custGeom>
            <a:gradFill>
              <a:gsLst>
                <a:gs pos="0">
                  <a:srgbClr val="4F81BC"/>
                </a:gs>
                <a:gs pos="50000">
                  <a:srgbClr val="7199C9"/>
                </a:gs>
                <a:gs pos="100000">
                  <a:srgbClr val="BFD1E7"/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6" name="Freeform: Shape 585">
              <a:extLst>
                <a:ext uri="{FF2B5EF4-FFF2-40B4-BE49-F238E27FC236}">
                  <a16:creationId xmlns:a16="http://schemas.microsoft.com/office/drawing/2014/main" id="{CEF05F52-7A26-7E83-E2D7-161B7B2E53E5}"/>
                </a:ext>
              </a:extLst>
            </p:cNvPr>
            <p:cNvSpPr/>
            <p:nvPr/>
          </p:nvSpPr>
          <p:spPr>
            <a:xfrm rot="16229754">
              <a:off x="21097284" y="17769186"/>
              <a:ext cx="188270" cy="173787"/>
            </a:xfrm>
            <a:custGeom>
              <a:avLst/>
              <a:gdLst>
                <a:gd name="connsiteX0" fmla="*/ 188386 w 188270"/>
                <a:gd name="connsiteY0" fmla="*/ 86762 h 173787"/>
                <a:gd name="connsiteX1" fmla="*/ 94251 w 188270"/>
                <a:gd name="connsiteY1" fmla="*/ 173656 h 173787"/>
                <a:gd name="connsiteX2" fmla="*/ 116 w 188270"/>
                <a:gd name="connsiteY2" fmla="*/ 86762 h 173787"/>
                <a:gd name="connsiteX3" fmla="*/ 94251 w 188270"/>
                <a:gd name="connsiteY3" fmla="*/ -132 h 173787"/>
                <a:gd name="connsiteX4" fmla="*/ 188386 w 188270"/>
                <a:gd name="connsiteY4" fmla="*/ 86762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386" y="86762"/>
                  </a:moveTo>
                  <a:cubicBezTo>
                    <a:pt x="188386" y="134752"/>
                    <a:pt x="146240" y="173656"/>
                    <a:pt x="94251" y="173656"/>
                  </a:cubicBezTo>
                  <a:cubicBezTo>
                    <a:pt x="42261" y="173656"/>
                    <a:pt x="116" y="134752"/>
                    <a:pt x="116" y="86762"/>
                  </a:cubicBezTo>
                  <a:cubicBezTo>
                    <a:pt x="116" y="38771"/>
                    <a:pt x="42261" y="-132"/>
                    <a:pt x="94251" y="-132"/>
                  </a:cubicBezTo>
                  <a:cubicBezTo>
                    <a:pt x="146240" y="-132"/>
                    <a:pt x="188386" y="38771"/>
                    <a:pt x="188386" y="86762"/>
                  </a:cubicBezTo>
                  <a:close/>
                </a:path>
              </a:pathLst>
            </a:custGeom>
            <a:gradFill>
              <a:gsLst>
                <a:gs pos="0">
                  <a:srgbClr val="4F81BC"/>
                </a:gs>
                <a:gs pos="50000">
                  <a:srgbClr val="7199C9"/>
                </a:gs>
                <a:gs pos="100000">
                  <a:srgbClr val="BFD1E7"/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7" name="Freeform: Shape 586">
              <a:extLst>
                <a:ext uri="{FF2B5EF4-FFF2-40B4-BE49-F238E27FC236}">
                  <a16:creationId xmlns:a16="http://schemas.microsoft.com/office/drawing/2014/main" id="{724A06B8-28BC-4748-E96E-3189CB424C8D}"/>
                </a:ext>
              </a:extLst>
            </p:cNvPr>
            <p:cNvSpPr/>
            <p:nvPr/>
          </p:nvSpPr>
          <p:spPr>
            <a:xfrm rot="16229754">
              <a:off x="21127523" y="17620747"/>
              <a:ext cx="188270" cy="173787"/>
            </a:xfrm>
            <a:custGeom>
              <a:avLst/>
              <a:gdLst>
                <a:gd name="connsiteX0" fmla="*/ 188385 w 188270"/>
                <a:gd name="connsiteY0" fmla="*/ 86749 h 173787"/>
                <a:gd name="connsiteX1" fmla="*/ 94250 w 188270"/>
                <a:gd name="connsiteY1" fmla="*/ 173643 h 173787"/>
                <a:gd name="connsiteX2" fmla="*/ 115 w 188270"/>
                <a:gd name="connsiteY2" fmla="*/ 86749 h 173787"/>
                <a:gd name="connsiteX3" fmla="*/ 94250 w 188270"/>
                <a:gd name="connsiteY3" fmla="*/ -145 h 173787"/>
                <a:gd name="connsiteX4" fmla="*/ 188385 w 188270"/>
                <a:gd name="connsiteY4" fmla="*/ 86749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385" y="86749"/>
                  </a:moveTo>
                  <a:cubicBezTo>
                    <a:pt x="188385" y="134739"/>
                    <a:pt x="146239" y="173643"/>
                    <a:pt x="94250" y="173643"/>
                  </a:cubicBezTo>
                  <a:cubicBezTo>
                    <a:pt x="42261" y="173643"/>
                    <a:pt x="115" y="134739"/>
                    <a:pt x="115" y="86749"/>
                  </a:cubicBezTo>
                  <a:cubicBezTo>
                    <a:pt x="115" y="38758"/>
                    <a:pt x="42261" y="-145"/>
                    <a:pt x="94250" y="-145"/>
                  </a:cubicBezTo>
                  <a:cubicBezTo>
                    <a:pt x="146239" y="-145"/>
                    <a:pt x="188385" y="38758"/>
                    <a:pt x="188385" y="86749"/>
                  </a:cubicBezTo>
                  <a:close/>
                </a:path>
              </a:pathLst>
            </a:custGeom>
            <a:gradFill>
              <a:gsLst>
                <a:gs pos="0">
                  <a:srgbClr val="4F81BC"/>
                </a:gs>
                <a:gs pos="50000">
                  <a:srgbClr val="7199C9"/>
                </a:gs>
                <a:gs pos="100000">
                  <a:srgbClr val="BFD1E7"/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8" name="Freeform: Shape 587">
              <a:extLst>
                <a:ext uri="{FF2B5EF4-FFF2-40B4-BE49-F238E27FC236}">
                  <a16:creationId xmlns:a16="http://schemas.microsoft.com/office/drawing/2014/main" id="{3ECEAED7-9780-E2E4-5481-580FEFEEDED0}"/>
                </a:ext>
              </a:extLst>
            </p:cNvPr>
            <p:cNvSpPr/>
            <p:nvPr/>
          </p:nvSpPr>
          <p:spPr>
            <a:xfrm rot="16229754">
              <a:off x="21221630" y="19677205"/>
              <a:ext cx="188270" cy="173787"/>
            </a:xfrm>
            <a:custGeom>
              <a:avLst/>
              <a:gdLst>
                <a:gd name="connsiteX0" fmla="*/ 188438 w 188270"/>
                <a:gd name="connsiteY0" fmla="*/ 86915 h 173787"/>
                <a:gd name="connsiteX1" fmla="*/ 94302 w 188270"/>
                <a:gd name="connsiteY1" fmla="*/ 173809 h 173787"/>
                <a:gd name="connsiteX2" fmla="*/ 167 w 188270"/>
                <a:gd name="connsiteY2" fmla="*/ 86915 h 173787"/>
                <a:gd name="connsiteX3" fmla="*/ 94302 w 188270"/>
                <a:gd name="connsiteY3" fmla="*/ 21 h 173787"/>
                <a:gd name="connsiteX4" fmla="*/ 188438 w 188270"/>
                <a:gd name="connsiteY4" fmla="*/ 86915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438" y="86915"/>
                  </a:moveTo>
                  <a:cubicBezTo>
                    <a:pt x="188438" y="134905"/>
                    <a:pt x="146292" y="173809"/>
                    <a:pt x="94302" y="173809"/>
                  </a:cubicBezTo>
                  <a:cubicBezTo>
                    <a:pt x="42313" y="173809"/>
                    <a:pt x="167" y="134905"/>
                    <a:pt x="167" y="86915"/>
                  </a:cubicBezTo>
                  <a:cubicBezTo>
                    <a:pt x="167" y="38925"/>
                    <a:pt x="42313" y="21"/>
                    <a:pt x="94302" y="21"/>
                  </a:cubicBezTo>
                  <a:cubicBezTo>
                    <a:pt x="146292" y="21"/>
                    <a:pt x="188438" y="38925"/>
                    <a:pt x="188438" y="86915"/>
                  </a:cubicBezTo>
                  <a:close/>
                </a:path>
              </a:pathLst>
            </a:custGeom>
            <a:gradFill>
              <a:gsLst>
                <a:gs pos="0">
                  <a:srgbClr val="4F81BC"/>
                </a:gs>
                <a:gs pos="50000">
                  <a:srgbClr val="7199C9"/>
                </a:gs>
                <a:gs pos="100000">
                  <a:srgbClr val="BFD1E7"/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9" name="Freeform: Shape 588">
              <a:extLst>
                <a:ext uri="{FF2B5EF4-FFF2-40B4-BE49-F238E27FC236}">
                  <a16:creationId xmlns:a16="http://schemas.microsoft.com/office/drawing/2014/main" id="{985946E9-C8C5-054A-2F05-6DF5DCCB89F8}"/>
                </a:ext>
              </a:extLst>
            </p:cNvPr>
            <p:cNvSpPr/>
            <p:nvPr/>
          </p:nvSpPr>
          <p:spPr>
            <a:xfrm rot="16229754">
              <a:off x="21280794" y="19532261"/>
              <a:ext cx="188270" cy="173787"/>
            </a:xfrm>
            <a:custGeom>
              <a:avLst/>
              <a:gdLst>
                <a:gd name="connsiteX0" fmla="*/ 188439 w 188270"/>
                <a:gd name="connsiteY0" fmla="*/ 86902 h 173787"/>
                <a:gd name="connsiteX1" fmla="*/ 94304 w 188270"/>
                <a:gd name="connsiteY1" fmla="*/ 173796 h 173787"/>
                <a:gd name="connsiteX2" fmla="*/ 169 w 188270"/>
                <a:gd name="connsiteY2" fmla="*/ 86902 h 173787"/>
                <a:gd name="connsiteX3" fmla="*/ 94304 w 188270"/>
                <a:gd name="connsiteY3" fmla="*/ 8 h 173787"/>
                <a:gd name="connsiteX4" fmla="*/ 188439 w 188270"/>
                <a:gd name="connsiteY4" fmla="*/ 86902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439" y="86902"/>
                  </a:moveTo>
                  <a:cubicBezTo>
                    <a:pt x="188439" y="134892"/>
                    <a:pt x="146293" y="173796"/>
                    <a:pt x="94304" y="173796"/>
                  </a:cubicBezTo>
                  <a:cubicBezTo>
                    <a:pt x="42315" y="173796"/>
                    <a:pt x="169" y="134892"/>
                    <a:pt x="169" y="86902"/>
                  </a:cubicBezTo>
                  <a:cubicBezTo>
                    <a:pt x="169" y="38912"/>
                    <a:pt x="42315" y="8"/>
                    <a:pt x="94304" y="8"/>
                  </a:cubicBezTo>
                  <a:cubicBezTo>
                    <a:pt x="146293" y="8"/>
                    <a:pt x="188439" y="38912"/>
                    <a:pt x="188439" y="86902"/>
                  </a:cubicBezTo>
                  <a:close/>
                </a:path>
              </a:pathLst>
            </a:custGeom>
            <a:gradFill>
              <a:gsLst>
                <a:gs pos="0">
                  <a:srgbClr val="4F81BC"/>
                </a:gs>
                <a:gs pos="50000">
                  <a:srgbClr val="7199C9"/>
                </a:gs>
                <a:gs pos="100000">
                  <a:srgbClr val="BFD1E7"/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1" name="Freeform: Shape 590">
              <a:extLst>
                <a:ext uri="{FF2B5EF4-FFF2-40B4-BE49-F238E27FC236}">
                  <a16:creationId xmlns:a16="http://schemas.microsoft.com/office/drawing/2014/main" id="{C0D9E70B-6B3E-1B57-3A7A-6D048680A894}"/>
                </a:ext>
              </a:extLst>
            </p:cNvPr>
            <p:cNvSpPr/>
            <p:nvPr/>
          </p:nvSpPr>
          <p:spPr>
            <a:xfrm rot="16229754">
              <a:off x="21209497" y="19398429"/>
              <a:ext cx="188270" cy="173787"/>
            </a:xfrm>
            <a:custGeom>
              <a:avLst/>
              <a:gdLst>
                <a:gd name="connsiteX0" fmla="*/ 188431 w 188270"/>
                <a:gd name="connsiteY0" fmla="*/ 86893 h 173787"/>
                <a:gd name="connsiteX1" fmla="*/ 94296 w 188270"/>
                <a:gd name="connsiteY1" fmla="*/ 173787 h 173787"/>
                <a:gd name="connsiteX2" fmla="*/ 160 w 188270"/>
                <a:gd name="connsiteY2" fmla="*/ 86893 h 173787"/>
                <a:gd name="connsiteX3" fmla="*/ 94296 w 188270"/>
                <a:gd name="connsiteY3" fmla="*/ -1 h 173787"/>
                <a:gd name="connsiteX4" fmla="*/ 188431 w 188270"/>
                <a:gd name="connsiteY4" fmla="*/ 86893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431" y="86893"/>
                  </a:moveTo>
                  <a:cubicBezTo>
                    <a:pt x="188431" y="134883"/>
                    <a:pt x="146285" y="173787"/>
                    <a:pt x="94296" y="173787"/>
                  </a:cubicBezTo>
                  <a:cubicBezTo>
                    <a:pt x="42306" y="173787"/>
                    <a:pt x="160" y="134883"/>
                    <a:pt x="160" y="86893"/>
                  </a:cubicBezTo>
                  <a:cubicBezTo>
                    <a:pt x="160" y="38903"/>
                    <a:pt x="42306" y="-1"/>
                    <a:pt x="94296" y="-1"/>
                  </a:cubicBezTo>
                  <a:cubicBezTo>
                    <a:pt x="146285" y="-1"/>
                    <a:pt x="188431" y="38903"/>
                    <a:pt x="188431" y="86893"/>
                  </a:cubicBezTo>
                  <a:close/>
                </a:path>
              </a:pathLst>
            </a:custGeom>
            <a:gradFill>
              <a:gsLst>
                <a:gs pos="0">
                  <a:srgbClr val="4F81BC"/>
                </a:gs>
                <a:gs pos="50000">
                  <a:srgbClr val="7199C9"/>
                </a:gs>
                <a:gs pos="100000">
                  <a:srgbClr val="BFD1E7"/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2" name="Freeform: Shape 591">
              <a:extLst>
                <a:ext uri="{FF2B5EF4-FFF2-40B4-BE49-F238E27FC236}">
                  <a16:creationId xmlns:a16="http://schemas.microsoft.com/office/drawing/2014/main" id="{58380172-4E11-985A-1282-FA82596D8E04}"/>
                </a:ext>
              </a:extLst>
            </p:cNvPr>
            <p:cNvSpPr/>
            <p:nvPr/>
          </p:nvSpPr>
          <p:spPr>
            <a:xfrm rot="16229754">
              <a:off x="21268707" y="19242876"/>
              <a:ext cx="188270" cy="173787"/>
            </a:xfrm>
            <a:custGeom>
              <a:avLst/>
              <a:gdLst>
                <a:gd name="connsiteX0" fmla="*/ 188432 w 188270"/>
                <a:gd name="connsiteY0" fmla="*/ 86879 h 173787"/>
                <a:gd name="connsiteX1" fmla="*/ 94297 w 188270"/>
                <a:gd name="connsiteY1" fmla="*/ 173773 h 173787"/>
                <a:gd name="connsiteX2" fmla="*/ 162 w 188270"/>
                <a:gd name="connsiteY2" fmla="*/ 86879 h 173787"/>
                <a:gd name="connsiteX3" fmla="*/ 94297 w 188270"/>
                <a:gd name="connsiteY3" fmla="*/ -15 h 173787"/>
                <a:gd name="connsiteX4" fmla="*/ 188432 w 188270"/>
                <a:gd name="connsiteY4" fmla="*/ 86879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432" y="86879"/>
                  </a:moveTo>
                  <a:cubicBezTo>
                    <a:pt x="188432" y="134869"/>
                    <a:pt x="146286" y="173773"/>
                    <a:pt x="94297" y="173773"/>
                  </a:cubicBezTo>
                  <a:cubicBezTo>
                    <a:pt x="42308" y="173773"/>
                    <a:pt x="162" y="134869"/>
                    <a:pt x="162" y="86879"/>
                  </a:cubicBezTo>
                  <a:cubicBezTo>
                    <a:pt x="162" y="38889"/>
                    <a:pt x="42308" y="-15"/>
                    <a:pt x="94297" y="-15"/>
                  </a:cubicBezTo>
                  <a:cubicBezTo>
                    <a:pt x="146286" y="-15"/>
                    <a:pt x="188432" y="38889"/>
                    <a:pt x="188432" y="86879"/>
                  </a:cubicBezTo>
                  <a:close/>
                </a:path>
              </a:pathLst>
            </a:custGeom>
            <a:gradFill>
              <a:gsLst>
                <a:gs pos="0">
                  <a:srgbClr val="4F81BC"/>
                </a:gs>
                <a:gs pos="50000">
                  <a:srgbClr val="7199C9"/>
                </a:gs>
                <a:gs pos="100000">
                  <a:srgbClr val="BFD1E7"/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3" name="Freeform: Shape 592">
              <a:extLst>
                <a:ext uri="{FF2B5EF4-FFF2-40B4-BE49-F238E27FC236}">
                  <a16:creationId xmlns:a16="http://schemas.microsoft.com/office/drawing/2014/main" id="{4756E58D-457A-DCCA-8DE0-920B6D3B1C3B}"/>
                </a:ext>
              </a:extLst>
            </p:cNvPr>
            <p:cNvSpPr/>
            <p:nvPr/>
          </p:nvSpPr>
          <p:spPr>
            <a:xfrm rot="16229754">
              <a:off x="21215519" y="19101554"/>
              <a:ext cx="188270" cy="173787"/>
            </a:xfrm>
            <a:custGeom>
              <a:avLst/>
              <a:gdLst>
                <a:gd name="connsiteX0" fmla="*/ 188424 w 188270"/>
                <a:gd name="connsiteY0" fmla="*/ 86868 h 173787"/>
                <a:gd name="connsiteX1" fmla="*/ 94289 w 188270"/>
                <a:gd name="connsiteY1" fmla="*/ 173762 h 173787"/>
                <a:gd name="connsiteX2" fmla="*/ 154 w 188270"/>
                <a:gd name="connsiteY2" fmla="*/ 86868 h 173787"/>
                <a:gd name="connsiteX3" fmla="*/ 94289 w 188270"/>
                <a:gd name="connsiteY3" fmla="*/ -26 h 173787"/>
                <a:gd name="connsiteX4" fmla="*/ 188424 w 188270"/>
                <a:gd name="connsiteY4" fmla="*/ 86868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424" y="86868"/>
                  </a:moveTo>
                  <a:cubicBezTo>
                    <a:pt x="188424" y="134859"/>
                    <a:pt x="146279" y="173762"/>
                    <a:pt x="94289" y="173762"/>
                  </a:cubicBezTo>
                  <a:cubicBezTo>
                    <a:pt x="42300" y="173762"/>
                    <a:pt x="154" y="134859"/>
                    <a:pt x="154" y="86868"/>
                  </a:cubicBezTo>
                  <a:cubicBezTo>
                    <a:pt x="154" y="38878"/>
                    <a:pt x="42300" y="-26"/>
                    <a:pt x="94289" y="-26"/>
                  </a:cubicBezTo>
                  <a:cubicBezTo>
                    <a:pt x="146279" y="-26"/>
                    <a:pt x="188424" y="38878"/>
                    <a:pt x="188424" y="86868"/>
                  </a:cubicBezTo>
                  <a:close/>
                </a:path>
              </a:pathLst>
            </a:custGeom>
            <a:gradFill>
              <a:gsLst>
                <a:gs pos="0">
                  <a:srgbClr val="4F81BC"/>
                </a:gs>
                <a:gs pos="50000">
                  <a:srgbClr val="7199C9"/>
                </a:gs>
                <a:gs pos="100000">
                  <a:srgbClr val="BFD1E7"/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0" name="Freeform: Shape 599">
              <a:extLst>
                <a:ext uri="{FF2B5EF4-FFF2-40B4-BE49-F238E27FC236}">
                  <a16:creationId xmlns:a16="http://schemas.microsoft.com/office/drawing/2014/main" id="{D71DBED9-7BE0-A41C-C097-5EF445F4727C}"/>
                </a:ext>
              </a:extLst>
            </p:cNvPr>
            <p:cNvSpPr/>
            <p:nvPr/>
          </p:nvSpPr>
          <p:spPr>
            <a:xfrm rot="16229754">
              <a:off x="21227623" y="18942251"/>
              <a:ext cx="188270" cy="173787"/>
            </a:xfrm>
            <a:custGeom>
              <a:avLst/>
              <a:gdLst>
                <a:gd name="connsiteX0" fmla="*/ 188422 w 188270"/>
                <a:gd name="connsiteY0" fmla="*/ 86855 h 173787"/>
                <a:gd name="connsiteX1" fmla="*/ 94287 w 188270"/>
                <a:gd name="connsiteY1" fmla="*/ 173749 h 173787"/>
                <a:gd name="connsiteX2" fmla="*/ 152 w 188270"/>
                <a:gd name="connsiteY2" fmla="*/ 86855 h 173787"/>
                <a:gd name="connsiteX3" fmla="*/ 94287 w 188270"/>
                <a:gd name="connsiteY3" fmla="*/ -39 h 173787"/>
                <a:gd name="connsiteX4" fmla="*/ 188422 w 188270"/>
                <a:gd name="connsiteY4" fmla="*/ 86855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422" y="86855"/>
                  </a:moveTo>
                  <a:cubicBezTo>
                    <a:pt x="188422" y="134845"/>
                    <a:pt x="146276" y="173749"/>
                    <a:pt x="94287" y="173749"/>
                  </a:cubicBezTo>
                  <a:cubicBezTo>
                    <a:pt x="42298" y="173749"/>
                    <a:pt x="152" y="134845"/>
                    <a:pt x="152" y="86855"/>
                  </a:cubicBezTo>
                  <a:cubicBezTo>
                    <a:pt x="152" y="38865"/>
                    <a:pt x="42298" y="-39"/>
                    <a:pt x="94287" y="-39"/>
                  </a:cubicBezTo>
                  <a:cubicBezTo>
                    <a:pt x="146276" y="-39"/>
                    <a:pt x="188422" y="38865"/>
                    <a:pt x="188422" y="86855"/>
                  </a:cubicBezTo>
                  <a:close/>
                </a:path>
              </a:pathLst>
            </a:custGeom>
            <a:gradFill>
              <a:gsLst>
                <a:gs pos="0">
                  <a:srgbClr val="4F81BC"/>
                </a:gs>
                <a:gs pos="50000">
                  <a:srgbClr val="7199C9"/>
                </a:gs>
                <a:gs pos="100000">
                  <a:srgbClr val="BFD1E7"/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5" name="Freeform: Shape 624">
              <a:extLst>
                <a:ext uri="{FF2B5EF4-FFF2-40B4-BE49-F238E27FC236}">
                  <a16:creationId xmlns:a16="http://schemas.microsoft.com/office/drawing/2014/main" id="{AA1FD8D3-64CF-F681-BF64-E06AFA360EF7}"/>
                </a:ext>
              </a:extLst>
            </p:cNvPr>
            <p:cNvSpPr/>
            <p:nvPr/>
          </p:nvSpPr>
          <p:spPr>
            <a:xfrm rot="16229754">
              <a:off x="21236139" y="18772090"/>
              <a:ext cx="188270" cy="173787"/>
            </a:xfrm>
            <a:custGeom>
              <a:avLst/>
              <a:gdLst>
                <a:gd name="connsiteX0" fmla="*/ 188419 w 188270"/>
                <a:gd name="connsiteY0" fmla="*/ 86841 h 173787"/>
                <a:gd name="connsiteX1" fmla="*/ 94284 w 188270"/>
                <a:gd name="connsiteY1" fmla="*/ 173735 h 173787"/>
                <a:gd name="connsiteX2" fmla="*/ 149 w 188270"/>
                <a:gd name="connsiteY2" fmla="*/ 86841 h 173787"/>
                <a:gd name="connsiteX3" fmla="*/ 94284 w 188270"/>
                <a:gd name="connsiteY3" fmla="*/ -53 h 173787"/>
                <a:gd name="connsiteX4" fmla="*/ 188419 w 188270"/>
                <a:gd name="connsiteY4" fmla="*/ 86841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419" y="86841"/>
                  </a:moveTo>
                  <a:cubicBezTo>
                    <a:pt x="188419" y="134831"/>
                    <a:pt x="146273" y="173735"/>
                    <a:pt x="94284" y="173735"/>
                  </a:cubicBezTo>
                  <a:cubicBezTo>
                    <a:pt x="42295" y="173735"/>
                    <a:pt x="149" y="134831"/>
                    <a:pt x="149" y="86841"/>
                  </a:cubicBezTo>
                  <a:cubicBezTo>
                    <a:pt x="149" y="38851"/>
                    <a:pt x="42295" y="-53"/>
                    <a:pt x="94284" y="-53"/>
                  </a:cubicBezTo>
                  <a:cubicBezTo>
                    <a:pt x="146273" y="-53"/>
                    <a:pt x="188419" y="38851"/>
                    <a:pt x="188419" y="86841"/>
                  </a:cubicBezTo>
                  <a:close/>
                </a:path>
              </a:pathLst>
            </a:custGeom>
            <a:gradFill>
              <a:gsLst>
                <a:gs pos="0">
                  <a:srgbClr val="4F81BC"/>
                </a:gs>
                <a:gs pos="50000">
                  <a:srgbClr val="7199C9"/>
                </a:gs>
                <a:gs pos="100000">
                  <a:srgbClr val="BFD1E7"/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6" name="Freeform: Shape 675">
              <a:extLst>
                <a:ext uri="{FF2B5EF4-FFF2-40B4-BE49-F238E27FC236}">
                  <a16:creationId xmlns:a16="http://schemas.microsoft.com/office/drawing/2014/main" id="{AE612938-2548-D373-81C3-D99314B39BF0}"/>
                </a:ext>
              </a:extLst>
            </p:cNvPr>
            <p:cNvSpPr/>
            <p:nvPr/>
          </p:nvSpPr>
          <p:spPr>
            <a:xfrm rot="16229754">
              <a:off x="21373666" y="18540339"/>
              <a:ext cx="188270" cy="173787"/>
            </a:xfrm>
            <a:custGeom>
              <a:avLst/>
              <a:gdLst>
                <a:gd name="connsiteX0" fmla="*/ 188425 w 188270"/>
                <a:gd name="connsiteY0" fmla="*/ 86819 h 173787"/>
                <a:gd name="connsiteX1" fmla="*/ 94290 w 188270"/>
                <a:gd name="connsiteY1" fmla="*/ 173713 h 173787"/>
                <a:gd name="connsiteX2" fmla="*/ 155 w 188270"/>
                <a:gd name="connsiteY2" fmla="*/ 86819 h 173787"/>
                <a:gd name="connsiteX3" fmla="*/ 94290 w 188270"/>
                <a:gd name="connsiteY3" fmla="*/ -75 h 173787"/>
                <a:gd name="connsiteX4" fmla="*/ 188425 w 188270"/>
                <a:gd name="connsiteY4" fmla="*/ 86819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425" y="86819"/>
                  </a:moveTo>
                  <a:cubicBezTo>
                    <a:pt x="188425" y="134809"/>
                    <a:pt x="146279" y="173713"/>
                    <a:pt x="94290" y="173713"/>
                  </a:cubicBezTo>
                  <a:cubicBezTo>
                    <a:pt x="42301" y="173713"/>
                    <a:pt x="155" y="134809"/>
                    <a:pt x="155" y="86819"/>
                  </a:cubicBezTo>
                  <a:cubicBezTo>
                    <a:pt x="155" y="38829"/>
                    <a:pt x="42301" y="-75"/>
                    <a:pt x="94290" y="-75"/>
                  </a:cubicBezTo>
                  <a:cubicBezTo>
                    <a:pt x="146279" y="-75"/>
                    <a:pt x="188425" y="38829"/>
                    <a:pt x="188425" y="86819"/>
                  </a:cubicBezTo>
                  <a:close/>
                </a:path>
              </a:pathLst>
            </a:custGeom>
            <a:gradFill>
              <a:gsLst>
                <a:gs pos="0">
                  <a:srgbClr val="4F81BC"/>
                </a:gs>
                <a:gs pos="50000">
                  <a:srgbClr val="7199C9"/>
                </a:gs>
                <a:gs pos="100000">
                  <a:srgbClr val="BFD1E7"/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7" name="Freeform: Shape 676">
              <a:extLst>
                <a:ext uri="{FF2B5EF4-FFF2-40B4-BE49-F238E27FC236}">
                  <a16:creationId xmlns:a16="http://schemas.microsoft.com/office/drawing/2014/main" id="{0030AC7E-7632-F96C-32F9-DA6CFC670285}"/>
                </a:ext>
              </a:extLst>
            </p:cNvPr>
            <p:cNvSpPr/>
            <p:nvPr/>
          </p:nvSpPr>
          <p:spPr>
            <a:xfrm rot="16229754">
              <a:off x="21393014" y="18384537"/>
              <a:ext cx="188270" cy="173787"/>
            </a:xfrm>
            <a:custGeom>
              <a:avLst/>
              <a:gdLst>
                <a:gd name="connsiteX0" fmla="*/ 188423 w 188270"/>
                <a:gd name="connsiteY0" fmla="*/ 86805 h 173787"/>
                <a:gd name="connsiteX1" fmla="*/ 94288 w 188270"/>
                <a:gd name="connsiteY1" fmla="*/ 173699 h 173787"/>
                <a:gd name="connsiteX2" fmla="*/ 153 w 188270"/>
                <a:gd name="connsiteY2" fmla="*/ 86805 h 173787"/>
                <a:gd name="connsiteX3" fmla="*/ 94288 w 188270"/>
                <a:gd name="connsiteY3" fmla="*/ -88 h 173787"/>
                <a:gd name="connsiteX4" fmla="*/ 188423 w 188270"/>
                <a:gd name="connsiteY4" fmla="*/ 86805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423" y="86805"/>
                  </a:moveTo>
                  <a:cubicBezTo>
                    <a:pt x="188423" y="134796"/>
                    <a:pt x="146278" y="173699"/>
                    <a:pt x="94288" y="173699"/>
                  </a:cubicBezTo>
                  <a:cubicBezTo>
                    <a:pt x="42299" y="173699"/>
                    <a:pt x="153" y="134796"/>
                    <a:pt x="153" y="86805"/>
                  </a:cubicBezTo>
                  <a:cubicBezTo>
                    <a:pt x="153" y="38815"/>
                    <a:pt x="42299" y="-88"/>
                    <a:pt x="94288" y="-88"/>
                  </a:cubicBezTo>
                  <a:cubicBezTo>
                    <a:pt x="146278" y="-88"/>
                    <a:pt x="188423" y="38815"/>
                    <a:pt x="188423" y="86805"/>
                  </a:cubicBezTo>
                  <a:close/>
                </a:path>
              </a:pathLst>
            </a:custGeom>
            <a:gradFill>
              <a:gsLst>
                <a:gs pos="0">
                  <a:srgbClr val="4F81BC"/>
                </a:gs>
                <a:gs pos="50000">
                  <a:srgbClr val="7199C9"/>
                </a:gs>
                <a:gs pos="100000">
                  <a:srgbClr val="BFD1E7"/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8" name="Freeform: Shape 677">
              <a:extLst>
                <a:ext uri="{FF2B5EF4-FFF2-40B4-BE49-F238E27FC236}">
                  <a16:creationId xmlns:a16="http://schemas.microsoft.com/office/drawing/2014/main" id="{95BB49E4-EB0A-5D2A-8ED6-63852B3B82D7}"/>
                </a:ext>
              </a:extLst>
            </p:cNvPr>
            <p:cNvSpPr/>
            <p:nvPr/>
          </p:nvSpPr>
          <p:spPr>
            <a:xfrm rot="16229754">
              <a:off x="21321747" y="18247083"/>
              <a:ext cx="188270" cy="173787"/>
            </a:xfrm>
            <a:custGeom>
              <a:avLst/>
              <a:gdLst>
                <a:gd name="connsiteX0" fmla="*/ 188415 w 188270"/>
                <a:gd name="connsiteY0" fmla="*/ 86796 h 173787"/>
                <a:gd name="connsiteX1" fmla="*/ 94280 w 188270"/>
                <a:gd name="connsiteY1" fmla="*/ 173690 h 173787"/>
                <a:gd name="connsiteX2" fmla="*/ 145 w 188270"/>
                <a:gd name="connsiteY2" fmla="*/ 86796 h 173787"/>
                <a:gd name="connsiteX3" fmla="*/ 94280 w 188270"/>
                <a:gd name="connsiteY3" fmla="*/ -98 h 173787"/>
                <a:gd name="connsiteX4" fmla="*/ 188415 w 188270"/>
                <a:gd name="connsiteY4" fmla="*/ 86796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415" y="86796"/>
                  </a:moveTo>
                  <a:cubicBezTo>
                    <a:pt x="188415" y="134786"/>
                    <a:pt x="146269" y="173690"/>
                    <a:pt x="94280" y="173690"/>
                  </a:cubicBezTo>
                  <a:cubicBezTo>
                    <a:pt x="42290" y="173690"/>
                    <a:pt x="145" y="134786"/>
                    <a:pt x="145" y="86796"/>
                  </a:cubicBezTo>
                  <a:cubicBezTo>
                    <a:pt x="145" y="38806"/>
                    <a:pt x="42290" y="-98"/>
                    <a:pt x="94280" y="-98"/>
                  </a:cubicBezTo>
                  <a:cubicBezTo>
                    <a:pt x="146269" y="-98"/>
                    <a:pt x="188415" y="38806"/>
                    <a:pt x="188415" y="86796"/>
                  </a:cubicBezTo>
                  <a:close/>
                </a:path>
              </a:pathLst>
            </a:custGeom>
            <a:gradFill>
              <a:gsLst>
                <a:gs pos="0">
                  <a:srgbClr val="4F81BC"/>
                </a:gs>
                <a:gs pos="50000">
                  <a:srgbClr val="7199C9"/>
                </a:gs>
                <a:gs pos="100000">
                  <a:srgbClr val="BFD1E7"/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1" name="Freeform: Shape 680">
              <a:extLst>
                <a:ext uri="{FF2B5EF4-FFF2-40B4-BE49-F238E27FC236}">
                  <a16:creationId xmlns:a16="http://schemas.microsoft.com/office/drawing/2014/main" id="{4B937BC9-41BF-D152-1C93-E35D71765809}"/>
                </a:ext>
              </a:extLst>
            </p:cNvPr>
            <p:cNvSpPr/>
            <p:nvPr/>
          </p:nvSpPr>
          <p:spPr>
            <a:xfrm rot="16229754">
              <a:off x="21391775" y="18091531"/>
              <a:ext cx="188270" cy="173787"/>
            </a:xfrm>
            <a:custGeom>
              <a:avLst/>
              <a:gdLst>
                <a:gd name="connsiteX0" fmla="*/ 188417 w 188270"/>
                <a:gd name="connsiteY0" fmla="*/ 86781 h 173787"/>
                <a:gd name="connsiteX1" fmla="*/ 94282 w 188270"/>
                <a:gd name="connsiteY1" fmla="*/ 173675 h 173787"/>
                <a:gd name="connsiteX2" fmla="*/ 147 w 188270"/>
                <a:gd name="connsiteY2" fmla="*/ 86781 h 173787"/>
                <a:gd name="connsiteX3" fmla="*/ 94282 w 188270"/>
                <a:gd name="connsiteY3" fmla="*/ -112 h 173787"/>
                <a:gd name="connsiteX4" fmla="*/ 188417 w 188270"/>
                <a:gd name="connsiteY4" fmla="*/ 86781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417" y="86781"/>
                  </a:moveTo>
                  <a:cubicBezTo>
                    <a:pt x="188417" y="134772"/>
                    <a:pt x="146271" y="173675"/>
                    <a:pt x="94282" y="173675"/>
                  </a:cubicBezTo>
                  <a:cubicBezTo>
                    <a:pt x="42293" y="173675"/>
                    <a:pt x="147" y="134772"/>
                    <a:pt x="147" y="86781"/>
                  </a:cubicBezTo>
                  <a:cubicBezTo>
                    <a:pt x="147" y="38791"/>
                    <a:pt x="42293" y="-112"/>
                    <a:pt x="94282" y="-112"/>
                  </a:cubicBezTo>
                  <a:cubicBezTo>
                    <a:pt x="146271" y="-112"/>
                    <a:pt x="188417" y="38791"/>
                    <a:pt x="188417" y="86781"/>
                  </a:cubicBezTo>
                  <a:close/>
                </a:path>
              </a:pathLst>
            </a:custGeom>
            <a:gradFill>
              <a:gsLst>
                <a:gs pos="0">
                  <a:srgbClr val="4F81BC"/>
                </a:gs>
                <a:gs pos="50000">
                  <a:srgbClr val="7199C9"/>
                </a:gs>
                <a:gs pos="100000">
                  <a:srgbClr val="BFD1E7"/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2" name="Freeform: Shape 681">
              <a:extLst>
                <a:ext uri="{FF2B5EF4-FFF2-40B4-BE49-F238E27FC236}">
                  <a16:creationId xmlns:a16="http://schemas.microsoft.com/office/drawing/2014/main" id="{9827F104-BCE0-F622-D0AD-1F099C466E4C}"/>
                </a:ext>
              </a:extLst>
            </p:cNvPr>
            <p:cNvSpPr/>
            <p:nvPr/>
          </p:nvSpPr>
          <p:spPr>
            <a:xfrm rot="16229754">
              <a:off x="21338602" y="17953828"/>
              <a:ext cx="188270" cy="173787"/>
            </a:xfrm>
            <a:custGeom>
              <a:avLst/>
              <a:gdLst>
                <a:gd name="connsiteX0" fmla="*/ 188410 w 188270"/>
                <a:gd name="connsiteY0" fmla="*/ 86771 h 173787"/>
                <a:gd name="connsiteX1" fmla="*/ 94275 w 188270"/>
                <a:gd name="connsiteY1" fmla="*/ 173665 h 173787"/>
                <a:gd name="connsiteX2" fmla="*/ 140 w 188270"/>
                <a:gd name="connsiteY2" fmla="*/ 86771 h 173787"/>
                <a:gd name="connsiteX3" fmla="*/ 94275 w 188270"/>
                <a:gd name="connsiteY3" fmla="*/ -123 h 173787"/>
                <a:gd name="connsiteX4" fmla="*/ 188410 w 188270"/>
                <a:gd name="connsiteY4" fmla="*/ 86771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410" y="86771"/>
                  </a:moveTo>
                  <a:cubicBezTo>
                    <a:pt x="188410" y="134762"/>
                    <a:pt x="146264" y="173665"/>
                    <a:pt x="94275" y="173665"/>
                  </a:cubicBezTo>
                  <a:cubicBezTo>
                    <a:pt x="42285" y="173665"/>
                    <a:pt x="140" y="134762"/>
                    <a:pt x="140" y="86771"/>
                  </a:cubicBezTo>
                  <a:cubicBezTo>
                    <a:pt x="140" y="38781"/>
                    <a:pt x="42285" y="-123"/>
                    <a:pt x="94275" y="-123"/>
                  </a:cubicBezTo>
                  <a:cubicBezTo>
                    <a:pt x="146264" y="-123"/>
                    <a:pt x="188410" y="38781"/>
                    <a:pt x="188410" y="86771"/>
                  </a:cubicBezTo>
                  <a:close/>
                </a:path>
              </a:pathLst>
            </a:custGeom>
            <a:gradFill>
              <a:gsLst>
                <a:gs pos="0">
                  <a:srgbClr val="4F81BC"/>
                </a:gs>
                <a:gs pos="50000">
                  <a:srgbClr val="7199C9"/>
                </a:gs>
                <a:gs pos="100000">
                  <a:srgbClr val="BFD1E7"/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9" name="Freeform: Shape 688">
              <a:extLst>
                <a:ext uri="{FF2B5EF4-FFF2-40B4-BE49-F238E27FC236}">
                  <a16:creationId xmlns:a16="http://schemas.microsoft.com/office/drawing/2014/main" id="{AB14AE87-AAD8-82D9-1672-8CE53E765F8A}"/>
                </a:ext>
              </a:extLst>
            </p:cNvPr>
            <p:cNvSpPr/>
            <p:nvPr/>
          </p:nvSpPr>
          <p:spPr>
            <a:xfrm rot="16229754">
              <a:off x="21401418" y="17801772"/>
              <a:ext cx="188270" cy="173787"/>
            </a:xfrm>
            <a:custGeom>
              <a:avLst/>
              <a:gdLst>
                <a:gd name="connsiteX0" fmla="*/ 188411 w 188270"/>
                <a:gd name="connsiteY0" fmla="*/ 86758 h 173787"/>
                <a:gd name="connsiteX1" fmla="*/ 94276 w 188270"/>
                <a:gd name="connsiteY1" fmla="*/ 173652 h 173787"/>
                <a:gd name="connsiteX2" fmla="*/ 141 w 188270"/>
                <a:gd name="connsiteY2" fmla="*/ 86758 h 173787"/>
                <a:gd name="connsiteX3" fmla="*/ 94276 w 188270"/>
                <a:gd name="connsiteY3" fmla="*/ -136 h 173787"/>
                <a:gd name="connsiteX4" fmla="*/ 188411 w 188270"/>
                <a:gd name="connsiteY4" fmla="*/ 86758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411" y="86758"/>
                  </a:moveTo>
                  <a:cubicBezTo>
                    <a:pt x="188411" y="134748"/>
                    <a:pt x="146266" y="173652"/>
                    <a:pt x="94276" y="173652"/>
                  </a:cubicBezTo>
                  <a:cubicBezTo>
                    <a:pt x="42287" y="173652"/>
                    <a:pt x="141" y="134748"/>
                    <a:pt x="141" y="86758"/>
                  </a:cubicBezTo>
                  <a:cubicBezTo>
                    <a:pt x="141" y="38768"/>
                    <a:pt x="42287" y="-136"/>
                    <a:pt x="94276" y="-136"/>
                  </a:cubicBezTo>
                  <a:cubicBezTo>
                    <a:pt x="146266" y="-136"/>
                    <a:pt x="188411" y="38768"/>
                    <a:pt x="188411" y="86758"/>
                  </a:cubicBezTo>
                  <a:close/>
                </a:path>
              </a:pathLst>
            </a:custGeom>
            <a:gradFill>
              <a:gsLst>
                <a:gs pos="0">
                  <a:srgbClr val="4F81BC"/>
                </a:gs>
                <a:gs pos="50000">
                  <a:srgbClr val="7199C9"/>
                </a:gs>
                <a:gs pos="100000">
                  <a:srgbClr val="BFD1E7"/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2" name="Freeform: Shape 691">
              <a:extLst>
                <a:ext uri="{FF2B5EF4-FFF2-40B4-BE49-F238E27FC236}">
                  <a16:creationId xmlns:a16="http://schemas.microsoft.com/office/drawing/2014/main" id="{012C5C51-D83F-2546-7CF2-4E763E383EFC}"/>
                </a:ext>
              </a:extLst>
            </p:cNvPr>
            <p:cNvSpPr/>
            <p:nvPr/>
          </p:nvSpPr>
          <p:spPr>
            <a:xfrm rot="16229754">
              <a:off x="21370084" y="17635229"/>
              <a:ext cx="188270" cy="173787"/>
            </a:xfrm>
            <a:custGeom>
              <a:avLst/>
              <a:gdLst>
                <a:gd name="connsiteX0" fmla="*/ 188405 w 188270"/>
                <a:gd name="connsiteY0" fmla="*/ 86745 h 173787"/>
                <a:gd name="connsiteX1" fmla="*/ 94270 w 188270"/>
                <a:gd name="connsiteY1" fmla="*/ 173639 h 173787"/>
                <a:gd name="connsiteX2" fmla="*/ 135 w 188270"/>
                <a:gd name="connsiteY2" fmla="*/ 86745 h 173787"/>
                <a:gd name="connsiteX3" fmla="*/ 94270 w 188270"/>
                <a:gd name="connsiteY3" fmla="*/ -149 h 173787"/>
                <a:gd name="connsiteX4" fmla="*/ 188405 w 188270"/>
                <a:gd name="connsiteY4" fmla="*/ 86745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405" y="86745"/>
                  </a:moveTo>
                  <a:cubicBezTo>
                    <a:pt x="188405" y="134735"/>
                    <a:pt x="146259" y="173639"/>
                    <a:pt x="94270" y="173639"/>
                  </a:cubicBezTo>
                  <a:cubicBezTo>
                    <a:pt x="42281" y="173639"/>
                    <a:pt x="135" y="134735"/>
                    <a:pt x="135" y="86745"/>
                  </a:cubicBezTo>
                  <a:cubicBezTo>
                    <a:pt x="135" y="38755"/>
                    <a:pt x="42281" y="-149"/>
                    <a:pt x="94270" y="-149"/>
                  </a:cubicBezTo>
                  <a:cubicBezTo>
                    <a:pt x="146259" y="-149"/>
                    <a:pt x="188405" y="38755"/>
                    <a:pt x="188405" y="86745"/>
                  </a:cubicBezTo>
                  <a:close/>
                </a:path>
              </a:pathLst>
            </a:custGeom>
            <a:gradFill>
              <a:gsLst>
                <a:gs pos="0">
                  <a:srgbClr val="4F81BC"/>
                </a:gs>
                <a:gs pos="50000">
                  <a:srgbClr val="7199C9"/>
                </a:gs>
                <a:gs pos="100000">
                  <a:srgbClr val="BFD1E7"/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4" name="Freeform: Shape 703">
              <a:extLst>
                <a:ext uri="{FF2B5EF4-FFF2-40B4-BE49-F238E27FC236}">
                  <a16:creationId xmlns:a16="http://schemas.microsoft.com/office/drawing/2014/main" id="{C5793AB6-E860-CB9D-06EE-69FBE11AF327}"/>
                </a:ext>
              </a:extLst>
            </p:cNvPr>
            <p:cNvSpPr/>
            <p:nvPr/>
          </p:nvSpPr>
          <p:spPr>
            <a:xfrm rot="16229754">
              <a:off x="21554713" y="19662719"/>
              <a:ext cx="188270" cy="173787"/>
            </a:xfrm>
            <a:custGeom>
              <a:avLst/>
              <a:gdLst>
                <a:gd name="connsiteX0" fmla="*/ 188464 w 188270"/>
                <a:gd name="connsiteY0" fmla="*/ 86907 h 173787"/>
                <a:gd name="connsiteX1" fmla="*/ 94329 w 188270"/>
                <a:gd name="connsiteY1" fmla="*/ 173801 h 173787"/>
                <a:gd name="connsiteX2" fmla="*/ 194 w 188270"/>
                <a:gd name="connsiteY2" fmla="*/ 86907 h 173787"/>
                <a:gd name="connsiteX3" fmla="*/ 94329 w 188270"/>
                <a:gd name="connsiteY3" fmla="*/ 13 h 173787"/>
                <a:gd name="connsiteX4" fmla="*/ 188464 w 188270"/>
                <a:gd name="connsiteY4" fmla="*/ 86907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464" y="86907"/>
                  </a:moveTo>
                  <a:cubicBezTo>
                    <a:pt x="188464" y="134897"/>
                    <a:pt x="146319" y="173801"/>
                    <a:pt x="94329" y="173801"/>
                  </a:cubicBezTo>
                  <a:cubicBezTo>
                    <a:pt x="42340" y="173801"/>
                    <a:pt x="194" y="134897"/>
                    <a:pt x="194" y="86907"/>
                  </a:cubicBezTo>
                  <a:cubicBezTo>
                    <a:pt x="194" y="38917"/>
                    <a:pt x="42340" y="13"/>
                    <a:pt x="94329" y="13"/>
                  </a:cubicBezTo>
                  <a:cubicBezTo>
                    <a:pt x="146319" y="13"/>
                    <a:pt x="188464" y="38917"/>
                    <a:pt x="188464" y="86907"/>
                  </a:cubicBezTo>
                  <a:close/>
                </a:path>
              </a:pathLst>
            </a:custGeom>
            <a:gradFill>
              <a:gsLst>
                <a:gs pos="0">
                  <a:srgbClr val="4F81BC"/>
                </a:gs>
                <a:gs pos="50000">
                  <a:srgbClr val="7199C9"/>
                </a:gs>
                <a:gs pos="100000">
                  <a:srgbClr val="BFD1E7"/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7" name="Freeform: Shape 706">
              <a:extLst>
                <a:ext uri="{FF2B5EF4-FFF2-40B4-BE49-F238E27FC236}">
                  <a16:creationId xmlns:a16="http://schemas.microsoft.com/office/drawing/2014/main" id="{762A7BE0-BA04-8D9E-41AA-58ADFE64CA37}"/>
                </a:ext>
              </a:extLst>
            </p:cNvPr>
            <p:cNvSpPr/>
            <p:nvPr/>
          </p:nvSpPr>
          <p:spPr>
            <a:xfrm rot="16229754">
              <a:off x="21490795" y="19543120"/>
              <a:ext cx="188270" cy="173787"/>
            </a:xfrm>
            <a:custGeom>
              <a:avLst/>
              <a:gdLst>
                <a:gd name="connsiteX0" fmla="*/ 188457 w 188270"/>
                <a:gd name="connsiteY0" fmla="*/ 86899 h 173787"/>
                <a:gd name="connsiteX1" fmla="*/ 94322 w 188270"/>
                <a:gd name="connsiteY1" fmla="*/ 173792 h 173787"/>
                <a:gd name="connsiteX2" fmla="*/ 187 w 188270"/>
                <a:gd name="connsiteY2" fmla="*/ 86899 h 173787"/>
                <a:gd name="connsiteX3" fmla="*/ 94322 w 188270"/>
                <a:gd name="connsiteY3" fmla="*/ 5 h 173787"/>
                <a:gd name="connsiteX4" fmla="*/ 188457 w 188270"/>
                <a:gd name="connsiteY4" fmla="*/ 86899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457" y="86899"/>
                  </a:moveTo>
                  <a:cubicBezTo>
                    <a:pt x="188457" y="134889"/>
                    <a:pt x="146311" y="173792"/>
                    <a:pt x="94322" y="173792"/>
                  </a:cubicBezTo>
                  <a:cubicBezTo>
                    <a:pt x="42332" y="173792"/>
                    <a:pt x="187" y="134889"/>
                    <a:pt x="187" y="86899"/>
                  </a:cubicBezTo>
                  <a:cubicBezTo>
                    <a:pt x="187" y="38908"/>
                    <a:pt x="42332" y="5"/>
                    <a:pt x="94322" y="5"/>
                  </a:cubicBezTo>
                  <a:cubicBezTo>
                    <a:pt x="146311" y="5"/>
                    <a:pt x="188457" y="38908"/>
                    <a:pt x="188457" y="86899"/>
                  </a:cubicBezTo>
                  <a:close/>
                </a:path>
              </a:pathLst>
            </a:custGeom>
            <a:gradFill>
              <a:gsLst>
                <a:gs pos="0">
                  <a:srgbClr val="4F81BC"/>
                </a:gs>
                <a:gs pos="50000">
                  <a:srgbClr val="7199C9"/>
                </a:gs>
                <a:gs pos="100000">
                  <a:srgbClr val="BFD1E7"/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8" name="Freeform: Shape 707">
              <a:extLst>
                <a:ext uri="{FF2B5EF4-FFF2-40B4-BE49-F238E27FC236}">
                  <a16:creationId xmlns:a16="http://schemas.microsoft.com/office/drawing/2014/main" id="{347FB300-AF0C-F7EE-1E54-69900B57838A}"/>
                </a:ext>
              </a:extLst>
            </p:cNvPr>
            <p:cNvSpPr/>
            <p:nvPr/>
          </p:nvSpPr>
          <p:spPr>
            <a:xfrm rot="16229754">
              <a:off x="21542588" y="19420154"/>
              <a:ext cx="188270" cy="173787"/>
            </a:xfrm>
            <a:custGeom>
              <a:avLst/>
              <a:gdLst>
                <a:gd name="connsiteX0" fmla="*/ 188458 w 188270"/>
                <a:gd name="connsiteY0" fmla="*/ 86887 h 173787"/>
                <a:gd name="connsiteX1" fmla="*/ 94323 w 188270"/>
                <a:gd name="connsiteY1" fmla="*/ 173781 h 173787"/>
                <a:gd name="connsiteX2" fmla="*/ 188 w 188270"/>
                <a:gd name="connsiteY2" fmla="*/ 86887 h 173787"/>
                <a:gd name="connsiteX3" fmla="*/ 94323 w 188270"/>
                <a:gd name="connsiteY3" fmla="*/ -7 h 173787"/>
                <a:gd name="connsiteX4" fmla="*/ 188458 w 188270"/>
                <a:gd name="connsiteY4" fmla="*/ 86887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458" y="86887"/>
                  </a:moveTo>
                  <a:cubicBezTo>
                    <a:pt x="188458" y="134877"/>
                    <a:pt x="146313" y="173781"/>
                    <a:pt x="94323" y="173781"/>
                  </a:cubicBezTo>
                  <a:cubicBezTo>
                    <a:pt x="42334" y="173781"/>
                    <a:pt x="188" y="134877"/>
                    <a:pt x="188" y="86887"/>
                  </a:cubicBezTo>
                  <a:cubicBezTo>
                    <a:pt x="188" y="38897"/>
                    <a:pt x="42334" y="-7"/>
                    <a:pt x="94323" y="-7"/>
                  </a:cubicBezTo>
                  <a:cubicBezTo>
                    <a:pt x="146313" y="-7"/>
                    <a:pt x="188458" y="38897"/>
                    <a:pt x="188458" y="86887"/>
                  </a:cubicBezTo>
                  <a:close/>
                </a:path>
              </a:pathLst>
            </a:custGeom>
            <a:gradFill>
              <a:gsLst>
                <a:gs pos="0">
                  <a:srgbClr val="4F81BC"/>
                </a:gs>
                <a:gs pos="50000">
                  <a:srgbClr val="7199C9"/>
                </a:gs>
                <a:gs pos="100000">
                  <a:srgbClr val="BFD1E7"/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3" name="Freeform: Shape 712">
              <a:extLst>
                <a:ext uri="{FF2B5EF4-FFF2-40B4-BE49-F238E27FC236}">
                  <a16:creationId xmlns:a16="http://schemas.microsoft.com/office/drawing/2014/main" id="{421C5BF5-F5FF-B1DF-4673-FB70E737C90D}"/>
                </a:ext>
              </a:extLst>
            </p:cNvPr>
            <p:cNvSpPr/>
            <p:nvPr/>
          </p:nvSpPr>
          <p:spPr>
            <a:xfrm rot="16229754">
              <a:off x="21518509" y="19260979"/>
              <a:ext cx="188270" cy="173787"/>
            </a:xfrm>
            <a:custGeom>
              <a:avLst/>
              <a:gdLst>
                <a:gd name="connsiteX0" fmla="*/ 188453 w 188270"/>
                <a:gd name="connsiteY0" fmla="*/ 86875 h 173787"/>
                <a:gd name="connsiteX1" fmla="*/ 94318 w 188270"/>
                <a:gd name="connsiteY1" fmla="*/ 173769 h 173787"/>
                <a:gd name="connsiteX2" fmla="*/ 183 w 188270"/>
                <a:gd name="connsiteY2" fmla="*/ 86875 h 173787"/>
                <a:gd name="connsiteX3" fmla="*/ 94318 w 188270"/>
                <a:gd name="connsiteY3" fmla="*/ -19 h 173787"/>
                <a:gd name="connsiteX4" fmla="*/ 188453 w 188270"/>
                <a:gd name="connsiteY4" fmla="*/ 86875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453" y="86875"/>
                  </a:moveTo>
                  <a:cubicBezTo>
                    <a:pt x="188453" y="134865"/>
                    <a:pt x="146307" y="173769"/>
                    <a:pt x="94318" y="173769"/>
                  </a:cubicBezTo>
                  <a:cubicBezTo>
                    <a:pt x="42328" y="173769"/>
                    <a:pt x="183" y="134865"/>
                    <a:pt x="183" y="86875"/>
                  </a:cubicBezTo>
                  <a:cubicBezTo>
                    <a:pt x="183" y="38884"/>
                    <a:pt x="42328" y="-19"/>
                    <a:pt x="94318" y="-19"/>
                  </a:cubicBezTo>
                  <a:cubicBezTo>
                    <a:pt x="146307" y="-19"/>
                    <a:pt x="188453" y="38884"/>
                    <a:pt x="188453" y="86875"/>
                  </a:cubicBezTo>
                  <a:close/>
                </a:path>
              </a:pathLst>
            </a:custGeom>
            <a:gradFill>
              <a:gsLst>
                <a:gs pos="0">
                  <a:srgbClr val="4F81BC"/>
                </a:gs>
                <a:gs pos="50000">
                  <a:srgbClr val="7199C9"/>
                </a:gs>
                <a:gs pos="100000">
                  <a:srgbClr val="BFD1E7"/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9" name="Freeform: Shape 718">
              <a:extLst>
                <a:ext uri="{FF2B5EF4-FFF2-40B4-BE49-F238E27FC236}">
                  <a16:creationId xmlns:a16="http://schemas.microsoft.com/office/drawing/2014/main" id="{7E9EAA60-1668-1C9D-E79D-4C089C23591D}"/>
                </a:ext>
              </a:extLst>
            </p:cNvPr>
            <p:cNvSpPr/>
            <p:nvPr/>
          </p:nvSpPr>
          <p:spPr>
            <a:xfrm rot="16229754">
              <a:off x="21573947" y="19105172"/>
              <a:ext cx="188270" cy="173787"/>
            </a:xfrm>
            <a:custGeom>
              <a:avLst/>
              <a:gdLst>
                <a:gd name="connsiteX0" fmla="*/ 188454 w 188270"/>
                <a:gd name="connsiteY0" fmla="*/ 86861 h 173787"/>
                <a:gd name="connsiteX1" fmla="*/ 94319 w 188270"/>
                <a:gd name="connsiteY1" fmla="*/ 173755 h 173787"/>
                <a:gd name="connsiteX2" fmla="*/ 184 w 188270"/>
                <a:gd name="connsiteY2" fmla="*/ 86861 h 173787"/>
                <a:gd name="connsiteX3" fmla="*/ 94319 w 188270"/>
                <a:gd name="connsiteY3" fmla="*/ -33 h 173787"/>
                <a:gd name="connsiteX4" fmla="*/ 188454 w 188270"/>
                <a:gd name="connsiteY4" fmla="*/ 86861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454" y="86861"/>
                  </a:moveTo>
                  <a:cubicBezTo>
                    <a:pt x="188454" y="134851"/>
                    <a:pt x="146308" y="173755"/>
                    <a:pt x="94319" y="173755"/>
                  </a:cubicBezTo>
                  <a:cubicBezTo>
                    <a:pt x="42329" y="173755"/>
                    <a:pt x="184" y="134851"/>
                    <a:pt x="184" y="86861"/>
                  </a:cubicBezTo>
                  <a:cubicBezTo>
                    <a:pt x="184" y="38871"/>
                    <a:pt x="42329" y="-33"/>
                    <a:pt x="94319" y="-33"/>
                  </a:cubicBezTo>
                  <a:cubicBezTo>
                    <a:pt x="146308" y="-33"/>
                    <a:pt x="188454" y="38871"/>
                    <a:pt x="188454" y="86861"/>
                  </a:cubicBezTo>
                  <a:close/>
                </a:path>
              </a:pathLst>
            </a:custGeom>
            <a:gradFill>
              <a:gsLst>
                <a:gs pos="0">
                  <a:srgbClr val="4F81BC"/>
                </a:gs>
                <a:gs pos="50000">
                  <a:srgbClr val="7199C9"/>
                </a:gs>
                <a:gs pos="100000">
                  <a:srgbClr val="BFD1E7"/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0" name="Freeform: Shape 719">
              <a:extLst>
                <a:ext uri="{FF2B5EF4-FFF2-40B4-BE49-F238E27FC236}">
                  <a16:creationId xmlns:a16="http://schemas.microsoft.com/office/drawing/2014/main" id="{F08D25F6-FCB8-211D-6E48-BA4AD2227C3C}"/>
                </a:ext>
              </a:extLst>
            </p:cNvPr>
            <p:cNvSpPr/>
            <p:nvPr/>
          </p:nvSpPr>
          <p:spPr>
            <a:xfrm rot="16229754">
              <a:off x="21510051" y="18945874"/>
              <a:ext cx="188270" cy="173787"/>
            </a:xfrm>
            <a:custGeom>
              <a:avLst/>
              <a:gdLst>
                <a:gd name="connsiteX0" fmla="*/ 188445 w 188270"/>
                <a:gd name="connsiteY0" fmla="*/ 86849 h 173787"/>
                <a:gd name="connsiteX1" fmla="*/ 94310 w 188270"/>
                <a:gd name="connsiteY1" fmla="*/ 173743 h 173787"/>
                <a:gd name="connsiteX2" fmla="*/ 175 w 188270"/>
                <a:gd name="connsiteY2" fmla="*/ 86849 h 173787"/>
                <a:gd name="connsiteX3" fmla="*/ 94310 w 188270"/>
                <a:gd name="connsiteY3" fmla="*/ -45 h 173787"/>
                <a:gd name="connsiteX4" fmla="*/ 188445 w 188270"/>
                <a:gd name="connsiteY4" fmla="*/ 86849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445" y="86849"/>
                  </a:moveTo>
                  <a:cubicBezTo>
                    <a:pt x="188445" y="134840"/>
                    <a:pt x="146299" y="173743"/>
                    <a:pt x="94310" y="173743"/>
                  </a:cubicBezTo>
                  <a:cubicBezTo>
                    <a:pt x="42321" y="173743"/>
                    <a:pt x="175" y="134840"/>
                    <a:pt x="175" y="86849"/>
                  </a:cubicBezTo>
                  <a:cubicBezTo>
                    <a:pt x="175" y="38859"/>
                    <a:pt x="42321" y="-45"/>
                    <a:pt x="94310" y="-45"/>
                  </a:cubicBezTo>
                  <a:cubicBezTo>
                    <a:pt x="146299" y="-45"/>
                    <a:pt x="188445" y="38859"/>
                    <a:pt x="188445" y="86849"/>
                  </a:cubicBezTo>
                  <a:close/>
                </a:path>
              </a:pathLst>
            </a:custGeom>
            <a:gradFill>
              <a:gsLst>
                <a:gs pos="0">
                  <a:srgbClr val="4F81BC"/>
                </a:gs>
                <a:gs pos="50000">
                  <a:srgbClr val="7199C9"/>
                </a:gs>
                <a:gs pos="100000">
                  <a:srgbClr val="BFD1E7"/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2" name="Freeform: Shape 721">
              <a:extLst>
                <a:ext uri="{FF2B5EF4-FFF2-40B4-BE49-F238E27FC236}">
                  <a16:creationId xmlns:a16="http://schemas.microsoft.com/office/drawing/2014/main" id="{D0ECFF34-C930-6C14-8A74-C9B12BF1C844}"/>
                </a:ext>
              </a:extLst>
            </p:cNvPr>
            <p:cNvSpPr/>
            <p:nvPr/>
          </p:nvSpPr>
          <p:spPr>
            <a:xfrm rot="16229754">
              <a:off x="21489547" y="18793815"/>
              <a:ext cx="188270" cy="173787"/>
            </a:xfrm>
            <a:custGeom>
              <a:avLst/>
              <a:gdLst>
                <a:gd name="connsiteX0" fmla="*/ 188440 w 188270"/>
                <a:gd name="connsiteY0" fmla="*/ 86837 h 173787"/>
                <a:gd name="connsiteX1" fmla="*/ 94305 w 188270"/>
                <a:gd name="connsiteY1" fmla="*/ 173731 h 173787"/>
                <a:gd name="connsiteX2" fmla="*/ 170 w 188270"/>
                <a:gd name="connsiteY2" fmla="*/ 86837 h 173787"/>
                <a:gd name="connsiteX3" fmla="*/ 94305 w 188270"/>
                <a:gd name="connsiteY3" fmla="*/ -57 h 173787"/>
                <a:gd name="connsiteX4" fmla="*/ 188440 w 188270"/>
                <a:gd name="connsiteY4" fmla="*/ 86837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440" y="86837"/>
                  </a:moveTo>
                  <a:cubicBezTo>
                    <a:pt x="188440" y="134828"/>
                    <a:pt x="146294" y="173731"/>
                    <a:pt x="94305" y="173731"/>
                  </a:cubicBezTo>
                  <a:cubicBezTo>
                    <a:pt x="42316" y="173731"/>
                    <a:pt x="170" y="134828"/>
                    <a:pt x="170" y="86837"/>
                  </a:cubicBezTo>
                  <a:cubicBezTo>
                    <a:pt x="170" y="38847"/>
                    <a:pt x="42316" y="-57"/>
                    <a:pt x="94305" y="-57"/>
                  </a:cubicBezTo>
                  <a:cubicBezTo>
                    <a:pt x="146294" y="-57"/>
                    <a:pt x="188440" y="38847"/>
                    <a:pt x="188440" y="86837"/>
                  </a:cubicBezTo>
                  <a:close/>
                </a:path>
              </a:pathLst>
            </a:custGeom>
            <a:gradFill>
              <a:gsLst>
                <a:gs pos="0">
                  <a:srgbClr val="4F81BC"/>
                </a:gs>
                <a:gs pos="50000">
                  <a:srgbClr val="7199C9"/>
                </a:gs>
                <a:gs pos="100000">
                  <a:srgbClr val="BFD1E7"/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3" name="Freeform: Shape 722">
              <a:extLst>
                <a:ext uri="{FF2B5EF4-FFF2-40B4-BE49-F238E27FC236}">
                  <a16:creationId xmlns:a16="http://schemas.microsoft.com/office/drawing/2014/main" id="{87F84424-DF8A-FFA5-093B-A797A74E1989}"/>
                </a:ext>
              </a:extLst>
            </p:cNvPr>
            <p:cNvSpPr/>
            <p:nvPr/>
          </p:nvSpPr>
          <p:spPr>
            <a:xfrm rot="16229754">
              <a:off x="21670580" y="18540340"/>
              <a:ext cx="188270" cy="173787"/>
            </a:xfrm>
            <a:custGeom>
              <a:avLst/>
              <a:gdLst>
                <a:gd name="connsiteX0" fmla="*/ 188450 w 188270"/>
                <a:gd name="connsiteY0" fmla="*/ 86812 h 173787"/>
                <a:gd name="connsiteX1" fmla="*/ 94315 w 188270"/>
                <a:gd name="connsiteY1" fmla="*/ 173706 h 173787"/>
                <a:gd name="connsiteX2" fmla="*/ 179 w 188270"/>
                <a:gd name="connsiteY2" fmla="*/ 86812 h 173787"/>
                <a:gd name="connsiteX3" fmla="*/ 94315 w 188270"/>
                <a:gd name="connsiteY3" fmla="*/ -81 h 173787"/>
                <a:gd name="connsiteX4" fmla="*/ 188450 w 188270"/>
                <a:gd name="connsiteY4" fmla="*/ 86812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450" y="86812"/>
                  </a:moveTo>
                  <a:cubicBezTo>
                    <a:pt x="188450" y="134803"/>
                    <a:pt x="146304" y="173706"/>
                    <a:pt x="94315" y="173706"/>
                  </a:cubicBezTo>
                  <a:cubicBezTo>
                    <a:pt x="42325" y="173706"/>
                    <a:pt x="179" y="134803"/>
                    <a:pt x="179" y="86812"/>
                  </a:cubicBezTo>
                  <a:cubicBezTo>
                    <a:pt x="179" y="38822"/>
                    <a:pt x="42325" y="-81"/>
                    <a:pt x="94315" y="-81"/>
                  </a:cubicBezTo>
                  <a:cubicBezTo>
                    <a:pt x="146304" y="-81"/>
                    <a:pt x="188450" y="38822"/>
                    <a:pt x="188450" y="86812"/>
                  </a:cubicBezTo>
                  <a:close/>
                </a:path>
              </a:pathLst>
            </a:custGeom>
            <a:gradFill>
              <a:gsLst>
                <a:gs pos="0">
                  <a:srgbClr val="4F81BC"/>
                </a:gs>
                <a:gs pos="50000">
                  <a:srgbClr val="7199C9"/>
                </a:gs>
                <a:gs pos="100000">
                  <a:srgbClr val="BFD1E7"/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4" name="Freeform: Shape 723">
              <a:extLst>
                <a:ext uri="{FF2B5EF4-FFF2-40B4-BE49-F238E27FC236}">
                  <a16:creationId xmlns:a16="http://schemas.microsoft.com/office/drawing/2014/main" id="{C330AF4D-604A-9C97-8CEB-984EBD67332D}"/>
                </a:ext>
              </a:extLst>
            </p:cNvPr>
            <p:cNvSpPr/>
            <p:nvPr/>
          </p:nvSpPr>
          <p:spPr>
            <a:xfrm rot="16230945">
              <a:off x="21653695" y="18384534"/>
              <a:ext cx="181029" cy="173787"/>
            </a:xfrm>
            <a:custGeom>
              <a:avLst/>
              <a:gdLst>
                <a:gd name="connsiteX0" fmla="*/ 181204 w 181029"/>
                <a:gd name="connsiteY0" fmla="*/ 86800 h 173787"/>
                <a:gd name="connsiteX1" fmla="*/ 90689 w 181029"/>
                <a:gd name="connsiteY1" fmla="*/ 173694 h 173787"/>
                <a:gd name="connsiteX2" fmla="*/ 175 w 181029"/>
                <a:gd name="connsiteY2" fmla="*/ 86800 h 173787"/>
                <a:gd name="connsiteX3" fmla="*/ 90689 w 181029"/>
                <a:gd name="connsiteY3" fmla="*/ -94 h 173787"/>
                <a:gd name="connsiteX4" fmla="*/ 181204 w 181029"/>
                <a:gd name="connsiteY4" fmla="*/ 86800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1029" h="173787">
                  <a:moveTo>
                    <a:pt x="181204" y="86800"/>
                  </a:moveTo>
                  <a:cubicBezTo>
                    <a:pt x="181204" y="134790"/>
                    <a:pt x="140679" y="173694"/>
                    <a:pt x="90689" y="173694"/>
                  </a:cubicBezTo>
                  <a:cubicBezTo>
                    <a:pt x="40699" y="173694"/>
                    <a:pt x="175" y="134790"/>
                    <a:pt x="175" y="86800"/>
                  </a:cubicBezTo>
                  <a:cubicBezTo>
                    <a:pt x="175" y="38810"/>
                    <a:pt x="40699" y="-94"/>
                    <a:pt x="90689" y="-94"/>
                  </a:cubicBezTo>
                  <a:cubicBezTo>
                    <a:pt x="140679" y="-94"/>
                    <a:pt x="181204" y="38810"/>
                    <a:pt x="181204" y="86800"/>
                  </a:cubicBezTo>
                  <a:close/>
                </a:path>
              </a:pathLst>
            </a:custGeom>
            <a:gradFill>
              <a:gsLst>
                <a:gs pos="0">
                  <a:srgbClr val="4F81BC"/>
                </a:gs>
                <a:gs pos="50000">
                  <a:srgbClr val="7199C9"/>
                </a:gs>
                <a:gs pos="100000">
                  <a:srgbClr val="BFD1E7"/>
                </a:gs>
              </a:gsLst>
              <a:lin ang="0" scaled="1"/>
            </a:gradFill>
            <a:ln w="225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5" name="Freeform: Shape 724">
              <a:extLst>
                <a:ext uri="{FF2B5EF4-FFF2-40B4-BE49-F238E27FC236}">
                  <a16:creationId xmlns:a16="http://schemas.microsoft.com/office/drawing/2014/main" id="{480778C1-7E93-8455-F777-02F7B33E3B7B}"/>
                </a:ext>
              </a:extLst>
            </p:cNvPr>
            <p:cNvSpPr/>
            <p:nvPr/>
          </p:nvSpPr>
          <p:spPr>
            <a:xfrm rot="16229754">
              <a:off x="21691045" y="18218120"/>
              <a:ext cx="188270" cy="173787"/>
            </a:xfrm>
            <a:custGeom>
              <a:avLst/>
              <a:gdLst>
                <a:gd name="connsiteX0" fmla="*/ 188444 w 188270"/>
                <a:gd name="connsiteY0" fmla="*/ 86786 h 173787"/>
                <a:gd name="connsiteX1" fmla="*/ 94309 w 188270"/>
                <a:gd name="connsiteY1" fmla="*/ 173680 h 173787"/>
                <a:gd name="connsiteX2" fmla="*/ 174 w 188270"/>
                <a:gd name="connsiteY2" fmla="*/ 86786 h 173787"/>
                <a:gd name="connsiteX3" fmla="*/ 94309 w 188270"/>
                <a:gd name="connsiteY3" fmla="*/ -108 h 173787"/>
                <a:gd name="connsiteX4" fmla="*/ 188444 w 188270"/>
                <a:gd name="connsiteY4" fmla="*/ 86786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444" y="86786"/>
                  </a:moveTo>
                  <a:cubicBezTo>
                    <a:pt x="188444" y="134776"/>
                    <a:pt x="146298" y="173680"/>
                    <a:pt x="94309" y="173680"/>
                  </a:cubicBezTo>
                  <a:cubicBezTo>
                    <a:pt x="42320" y="173680"/>
                    <a:pt x="174" y="134776"/>
                    <a:pt x="174" y="86786"/>
                  </a:cubicBezTo>
                  <a:cubicBezTo>
                    <a:pt x="174" y="38795"/>
                    <a:pt x="42320" y="-108"/>
                    <a:pt x="94309" y="-108"/>
                  </a:cubicBezTo>
                  <a:cubicBezTo>
                    <a:pt x="146298" y="-108"/>
                    <a:pt x="188444" y="38795"/>
                    <a:pt x="188444" y="86786"/>
                  </a:cubicBezTo>
                  <a:close/>
                </a:path>
              </a:pathLst>
            </a:custGeom>
            <a:gradFill>
              <a:gsLst>
                <a:gs pos="0">
                  <a:srgbClr val="4F81BC"/>
                </a:gs>
                <a:gs pos="50000">
                  <a:srgbClr val="7199C9"/>
                </a:gs>
                <a:gs pos="100000">
                  <a:srgbClr val="BFD1E7"/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6" name="Freeform: Shape 725">
              <a:extLst>
                <a:ext uri="{FF2B5EF4-FFF2-40B4-BE49-F238E27FC236}">
                  <a16:creationId xmlns:a16="http://schemas.microsoft.com/office/drawing/2014/main" id="{CF627551-D9D2-BD9D-955C-9BF7001CC0D7}"/>
                </a:ext>
              </a:extLst>
            </p:cNvPr>
            <p:cNvSpPr/>
            <p:nvPr/>
          </p:nvSpPr>
          <p:spPr>
            <a:xfrm rot="16229754">
              <a:off x="21648846" y="18051705"/>
              <a:ext cx="188270" cy="173787"/>
            </a:xfrm>
            <a:custGeom>
              <a:avLst/>
              <a:gdLst>
                <a:gd name="connsiteX0" fmla="*/ 188437 w 188270"/>
                <a:gd name="connsiteY0" fmla="*/ 86773 h 173787"/>
                <a:gd name="connsiteX1" fmla="*/ 94302 w 188270"/>
                <a:gd name="connsiteY1" fmla="*/ 173667 h 173787"/>
                <a:gd name="connsiteX2" fmla="*/ 167 w 188270"/>
                <a:gd name="connsiteY2" fmla="*/ 86773 h 173787"/>
                <a:gd name="connsiteX3" fmla="*/ 94302 w 188270"/>
                <a:gd name="connsiteY3" fmla="*/ -121 h 173787"/>
                <a:gd name="connsiteX4" fmla="*/ 188437 w 188270"/>
                <a:gd name="connsiteY4" fmla="*/ 86773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437" y="86773"/>
                  </a:moveTo>
                  <a:cubicBezTo>
                    <a:pt x="188437" y="134763"/>
                    <a:pt x="146291" y="173667"/>
                    <a:pt x="94302" y="173667"/>
                  </a:cubicBezTo>
                  <a:cubicBezTo>
                    <a:pt x="42313" y="173667"/>
                    <a:pt x="167" y="134763"/>
                    <a:pt x="167" y="86773"/>
                  </a:cubicBezTo>
                  <a:cubicBezTo>
                    <a:pt x="167" y="38783"/>
                    <a:pt x="42313" y="-121"/>
                    <a:pt x="94302" y="-121"/>
                  </a:cubicBezTo>
                  <a:cubicBezTo>
                    <a:pt x="146291" y="-121"/>
                    <a:pt x="188437" y="38783"/>
                    <a:pt x="188437" y="86773"/>
                  </a:cubicBezTo>
                  <a:close/>
                </a:path>
              </a:pathLst>
            </a:custGeom>
            <a:gradFill>
              <a:gsLst>
                <a:gs pos="0">
                  <a:srgbClr val="4F81BC"/>
                </a:gs>
                <a:gs pos="50000">
                  <a:srgbClr val="7199C9"/>
                </a:gs>
                <a:gs pos="100000">
                  <a:srgbClr val="BFD1E7"/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7" name="Freeform: Shape 726">
              <a:extLst>
                <a:ext uri="{FF2B5EF4-FFF2-40B4-BE49-F238E27FC236}">
                  <a16:creationId xmlns:a16="http://schemas.microsoft.com/office/drawing/2014/main" id="{CE417643-C9C4-302C-2326-FFFE150DD753}"/>
                </a:ext>
              </a:extLst>
            </p:cNvPr>
            <p:cNvSpPr/>
            <p:nvPr/>
          </p:nvSpPr>
          <p:spPr>
            <a:xfrm rot="16229754">
              <a:off x="21693435" y="17899519"/>
              <a:ext cx="188270" cy="173787"/>
            </a:xfrm>
            <a:custGeom>
              <a:avLst/>
              <a:gdLst>
                <a:gd name="connsiteX0" fmla="*/ 188437 w 188270"/>
                <a:gd name="connsiteY0" fmla="*/ 86760 h 173787"/>
                <a:gd name="connsiteX1" fmla="*/ 94302 w 188270"/>
                <a:gd name="connsiteY1" fmla="*/ 173654 h 173787"/>
                <a:gd name="connsiteX2" fmla="*/ 167 w 188270"/>
                <a:gd name="connsiteY2" fmla="*/ 86760 h 173787"/>
                <a:gd name="connsiteX3" fmla="*/ 94302 w 188270"/>
                <a:gd name="connsiteY3" fmla="*/ -134 h 173787"/>
                <a:gd name="connsiteX4" fmla="*/ 188437 w 188270"/>
                <a:gd name="connsiteY4" fmla="*/ 86760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437" y="86760"/>
                  </a:moveTo>
                  <a:cubicBezTo>
                    <a:pt x="188437" y="134750"/>
                    <a:pt x="146292" y="173654"/>
                    <a:pt x="94302" y="173654"/>
                  </a:cubicBezTo>
                  <a:cubicBezTo>
                    <a:pt x="42313" y="173654"/>
                    <a:pt x="167" y="134750"/>
                    <a:pt x="167" y="86760"/>
                  </a:cubicBezTo>
                  <a:cubicBezTo>
                    <a:pt x="167" y="38769"/>
                    <a:pt x="42313" y="-134"/>
                    <a:pt x="94302" y="-134"/>
                  </a:cubicBezTo>
                  <a:cubicBezTo>
                    <a:pt x="146292" y="-134"/>
                    <a:pt x="188437" y="38769"/>
                    <a:pt x="188437" y="86760"/>
                  </a:cubicBezTo>
                  <a:close/>
                </a:path>
              </a:pathLst>
            </a:custGeom>
            <a:gradFill>
              <a:gsLst>
                <a:gs pos="0">
                  <a:srgbClr val="4F81BC"/>
                </a:gs>
                <a:gs pos="50000">
                  <a:srgbClr val="7199C9"/>
                </a:gs>
                <a:gs pos="100000">
                  <a:srgbClr val="BFD1E7"/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8" name="Freeform: Shape 727">
              <a:extLst>
                <a:ext uri="{FF2B5EF4-FFF2-40B4-BE49-F238E27FC236}">
                  <a16:creationId xmlns:a16="http://schemas.microsoft.com/office/drawing/2014/main" id="{A0602C7A-008D-0832-22EA-B83477D81981}"/>
                </a:ext>
              </a:extLst>
            </p:cNvPr>
            <p:cNvSpPr/>
            <p:nvPr/>
          </p:nvSpPr>
          <p:spPr>
            <a:xfrm rot="16229754">
              <a:off x="21643989" y="17761944"/>
              <a:ext cx="188270" cy="173787"/>
            </a:xfrm>
            <a:custGeom>
              <a:avLst/>
              <a:gdLst>
                <a:gd name="connsiteX0" fmla="*/ 188431 w 188270"/>
                <a:gd name="connsiteY0" fmla="*/ 86749 h 173787"/>
                <a:gd name="connsiteX1" fmla="*/ 94295 w 188270"/>
                <a:gd name="connsiteY1" fmla="*/ 173643 h 173787"/>
                <a:gd name="connsiteX2" fmla="*/ 160 w 188270"/>
                <a:gd name="connsiteY2" fmla="*/ 86749 h 173787"/>
                <a:gd name="connsiteX3" fmla="*/ 94295 w 188270"/>
                <a:gd name="connsiteY3" fmla="*/ -145 h 173787"/>
                <a:gd name="connsiteX4" fmla="*/ 188431 w 188270"/>
                <a:gd name="connsiteY4" fmla="*/ 86749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431" y="86749"/>
                  </a:moveTo>
                  <a:cubicBezTo>
                    <a:pt x="188431" y="134740"/>
                    <a:pt x="146285" y="173643"/>
                    <a:pt x="94295" y="173643"/>
                  </a:cubicBezTo>
                  <a:cubicBezTo>
                    <a:pt x="42306" y="173643"/>
                    <a:pt x="160" y="134740"/>
                    <a:pt x="160" y="86749"/>
                  </a:cubicBezTo>
                  <a:cubicBezTo>
                    <a:pt x="160" y="38759"/>
                    <a:pt x="42306" y="-145"/>
                    <a:pt x="94295" y="-145"/>
                  </a:cubicBezTo>
                  <a:cubicBezTo>
                    <a:pt x="146285" y="-145"/>
                    <a:pt x="188431" y="38759"/>
                    <a:pt x="188431" y="86749"/>
                  </a:cubicBezTo>
                  <a:close/>
                </a:path>
              </a:pathLst>
            </a:custGeom>
            <a:gradFill>
              <a:gsLst>
                <a:gs pos="0">
                  <a:srgbClr val="4F81BC"/>
                </a:gs>
                <a:gs pos="50000">
                  <a:srgbClr val="7199C9"/>
                </a:gs>
                <a:gs pos="100000">
                  <a:srgbClr val="BFD1E7"/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9" name="Freeform: Shape 728">
              <a:extLst>
                <a:ext uri="{FF2B5EF4-FFF2-40B4-BE49-F238E27FC236}">
                  <a16:creationId xmlns:a16="http://schemas.microsoft.com/office/drawing/2014/main" id="{F9A9B56F-CCB0-EB84-04F3-014B00969A16}"/>
                </a:ext>
              </a:extLst>
            </p:cNvPr>
            <p:cNvSpPr/>
            <p:nvPr/>
          </p:nvSpPr>
          <p:spPr>
            <a:xfrm rot="16229754">
              <a:off x="21703167" y="17620744"/>
              <a:ext cx="188270" cy="173787"/>
            </a:xfrm>
            <a:custGeom>
              <a:avLst/>
              <a:gdLst>
                <a:gd name="connsiteX0" fmla="*/ 188432 w 188270"/>
                <a:gd name="connsiteY0" fmla="*/ 86736 h 173787"/>
                <a:gd name="connsiteX1" fmla="*/ 94297 w 188270"/>
                <a:gd name="connsiteY1" fmla="*/ 173630 h 173787"/>
                <a:gd name="connsiteX2" fmla="*/ 162 w 188270"/>
                <a:gd name="connsiteY2" fmla="*/ 86736 h 173787"/>
                <a:gd name="connsiteX3" fmla="*/ 94297 w 188270"/>
                <a:gd name="connsiteY3" fmla="*/ -157 h 173787"/>
                <a:gd name="connsiteX4" fmla="*/ 188432 w 188270"/>
                <a:gd name="connsiteY4" fmla="*/ 86736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432" y="86736"/>
                  </a:moveTo>
                  <a:cubicBezTo>
                    <a:pt x="188432" y="134727"/>
                    <a:pt x="146286" y="173630"/>
                    <a:pt x="94297" y="173630"/>
                  </a:cubicBezTo>
                  <a:cubicBezTo>
                    <a:pt x="42308" y="173630"/>
                    <a:pt x="162" y="134727"/>
                    <a:pt x="162" y="86736"/>
                  </a:cubicBezTo>
                  <a:cubicBezTo>
                    <a:pt x="162" y="38746"/>
                    <a:pt x="42308" y="-157"/>
                    <a:pt x="94297" y="-157"/>
                  </a:cubicBezTo>
                  <a:cubicBezTo>
                    <a:pt x="146286" y="-157"/>
                    <a:pt x="188432" y="38746"/>
                    <a:pt x="188432" y="86736"/>
                  </a:cubicBezTo>
                  <a:close/>
                </a:path>
              </a:pathLst>
            </a:custGeom>
            <a:gradFill>
              <a:gsLst>
                <a:gs pos="0">
                  <a:srgbClr val="4F81BC"/>
                </a:gs>
                <a:gs pos="50000">
                  <a:srgbClr val="7199C9"/>
                </a:gs>
                <a:gs pos="100000">
                  <a:srgbClr val="BFD1E7"/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0" name="Freeform: Shape 729">
              <a:extLst>
                <a:ext uri="{FF2B5EF4-FFF2-40B4-BE49-F238E27FC236}">
                  <a16:creationId xmlns:a16="http://schemas.microsoft.com/office/drawing/2014/main" id="{291EFBCA-E6DC-6649-6C0E-AA0D537DE836}"/>
                </a:ext>
              </a:extLst>
            </p:cNvPr>
            <p:cNvSpPr/>
            <p:nvPr/>
          </p:nvSpPr>
          <p:spPr>
            <a:xfrm rot="16229754">
              <a:off x="21844338" y="19659099"/>
              <a:ext cx="188270" cy="173787"/>
            </a:xfrm>
            <a:custGeom>
              <a:avLst/>
              <a:gdLst>
                <a:gd name="connsiteX0" fmla="*/ 188488 w 188270"/>
                <a:gd name="connsiteY0" fmla="*/ 86900 h 173787"/>
                <a:gd name="connsiteX1" fmla="*/ 94353 w 188270"/>
                <a:gd name="connsiteY1" fmla="*/ 173794 h 173787"/>
                <a:gd name="connsiteX2" fmla="*/ 218 w 188270"/>
                <a:gd name="connsiteY2" fmla="*/ 86900 h 173787"/>
                <a:gd name="connsiteX3" fmla="*/ 94353 w 188270"/>
                <a:gd name="connsiteY3" fmla="*/ 6 h 173787"/>
                <a:gd name="connsiteX4" fmla="*/ 188488 w 188270"/>
                <a:gd name="connsiteY4" fmla="*/ 86900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488" y="86900"/>
                  </a:moveTo>
                  <a:cubicBezTo>
                    <a:pt x="188488" y="134891"/>
                    <a:pt x="146342" y="173794"/>
                    <a:pt x="94353" y="173794"/>
                  </a:cubicBezTo>
                  <a:cubicBezTo>
                    <a:pt x="42364" y="173794"/>
                    <a:pt x="218" y="134891"/>
                    <a:pt x="218" y="86900"/>
                  </a:cubicBezTo>
                  <a:cubicBezTo>
                    <a:pt x="218" y="38910"/>
                    <a:pt x="42364" y="6"/>
                    <a:pt x="94353" y="6"/>
                  </a:cubicBezTo>
                  <a:cubicBezTo>
                    <a:pt x="146342" y="6"/>
                    <a:pt x="188488" y="38910"/>
                    <a:pt x="188488" y="86900"/>
                  </a:cubicBezTo>
                  <a:close/>
                </a:path>
              </a:pathLst>
            </a:custGeom>
            <a:gradFill>
              <a:gsLst>
                <a:gs pos="0">
                  <a:srgbClr val="4F81BC"/>
                </a:gs>
                <a:gs pos="50000">
                  <a:srgbClr val="7199C9"/>
                </a:gs>
                <a:gs pos="100000">
                  <a:srgbClr val="BFD1E7"/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1" name="Freeform: Shape 730">
              <a:extLst>
                <a:ext uri="{FF2B5EF4-FFF2-40B4-BE49-F238E27FC236}">
                  <a16:creationId xmlns:a16="http://schemas.microsoft.com/office/drawing/2014/main" id="{A61853F7-9AB9-6876-2C91-8F17B952A353}"/>
                </a:ext>
              </a:extLst>
            </p:cNvPr>
            <p:cNvSpPr/>
            <p:nvPr/>
          </p:nvSpPr>
          <p:spPr>
            <a:xfrm rot="16229754">
              <a:off x="21758710" y="19532260"/>
              <a:ext cx="188270" cy="173787"/>
            </a:xfrm>
            <a:custGeom>
              <a:avLst/>
              <a:gdLst>
                <a:gd name="connsiteX0" fmla="*/ 188478 w 188270"/>
                <a:gd name="connsiteY0" fmla="*/ 86892 h 173787"/>
                <a:gd name="connsiteX1" fmla="*/ 94343 w 188270"/>
                <a:gd name="connsiteY1" fmla="*/ 173785 h 173787"/>
                <a:gd name="connsiteX2" fmla="*/ 208 w 188270"/>
                <a:gd name="connsiteY2" fmla="*/ 86892 h 173787"/>
                <a:gd name="connsiteX3" fmla="*/ 94343 w 188270"/>
                <a:gd name="connsiteY3" fmla="*/ -2 h 173787"/>
                <a:gd name="connsiteX4" fmla="*/ 188478 w 188270"/>
                <a:gd name="connsiteY4" fmla="*/ 86892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478" y="86892"/>
                  </a:moveTo>
                  <a:cubicBezTo>
                    <a:pt x="188478" y="134882"/>
                    <a:pt x="146333" y="173785"/>
                    <a:pt x="94343" y="173785"/>
                  </a:cubicBezTo>
                  <a:cubicBezTo>
                    <a:pt x="42354" y="173785"/>
                    <a:pt x="208" y="134882"/>
                    <a:pt x="208" y="86892"/>
                  </a:cubicBezTo>
                  <a:cubicBezTo>
                    <a:pt x="208" y="38901"/>
                    <a:pt x="42354" y="-2"/>
                    <a:pt x="94343" y="-2"/>
                  </a:cubicBezTo>
                  <a:cubicBezTo>
                    <a:pt x="146333" y="-2"/>
                    <a:pt x="188478" y="38901"/>
                    <a:pt x="188478" y="86892"/>
                  </a:cubicBezTo>
                  <a:close/>
                </a:path>
              </a:pathLst>
            </a:custGeom>
            <a:gradFill>
              <a:gsLst>
                <a:gs pos="0">
                  <a:srgbClr val="4F81BC"/>
                </a:gs>
                <a:gs pos="50000">
                  <a:srgbClr val="7199C9"/>
                </a:gs>
                <a:gs pos="100000">
                  <a:srgbClr val="BFD1E7"/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2" name="Freeform: Shape 731">
              <a:extLst>
                <a:ext uri="{FF2B5EF4-FFF2-40B4-BE49-F238E27FC236}">
                  <a16:creationId xmlns:a16="http://schemas.microsoft.com/office/drawing/2014/main" id="{A4A707A0-E1C9-40C3-CF34-BDFFC4FDC813}"/>
                </a:ext>
              </a:extLst>
            </p:cNvPr>
            <p:cNvSpPr/>
            <p:nvPr/>
          </p:nvSpPr>
          <p:spPr>
            <a:xfrm rot="16229754">
              <a:off x="21857605" y="19434637"/>
              <a:ext cx="188270" cy="173787"/>
            </a:xfrm>
            <a:custGeom>
              <a:avLst/>
              <a:gdLst>
                <a:gd name="connsiteX0" fmla="*/ 188484 w 188270"/>
                <a:gd name="connsiteY0" fmla="*/ 86882 h 173787"/>
                <a:gd name="connsiteX1" fmla="*/ 94349 w 188270"/>
                <a:gd name="connsiteY1" fmla="*/ 173776 h 173787"/>
                <a:gd name="connsiteX2" fmla="*/ 214 w 188270"/>
                <a:gd name="connsiteY2" fmla="*/ 86882 h 173787"/>
                <a:gd name="connsiteX3" fmla="*/ 94349 w 188270"/>
                <a:gd name="connsiteY3" fmla="*/ -12 h 173787"/>
                <a:gd name="connsiteX4" fmla="*/ 188484 w 188270"/>
                <a:gd name="connsiteY4" fmla="*/ 86882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484" y="86882"/>
                  </a:moveTo>
                  <a:cubicBezTo>
                    <a:pt x="188484" y="134872"/>
                    <a:pt x="146339" y="173776"/>
                    <a:pt x="94349" y="173776"/>
                  </a:cubicBezTo>
                  <a:cubicBezTo>
                    <a:pt x="42360" y="173776"/>
                    <a:pt x="214" y="134872"/>
                    <a:pt x="214" y="86882"/>
                  </a:cubicBezTo>
                  <a:cubicBezTo>
                    <a:pt x="214" y="38891"/>
                    <a:pt x="42360" y="-12"/>
                    <a:pt x="94349" y="-12"/>
                  </a:cubicBezTo>
                  <a:cubicBezTo>
                    <a:pt x="146339" y="-12"/>
                    <a:pt x="188484" y="38891"/>
                    <a:pt x="188484" y="86882"/>
                  </a:cubicBezTo>
                  <a:close/>
                </a:path>
              </a:pathLst>
            </a:custGeom>
            <a:gradFill>
              <a:gsLst>
                <a:gs pos="0">
                  <a:srgbClr val="4F81BC"/>
                </a:gs>
                <a:gs pos="50000">
                  <a:srgbClr val="7199C9"/>
                </a:gs>
                <a:gs pos="100000">
                  <a:srgbClr val="BFD1E7"/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3" name="Freeform: Shape 732">
              <a:extLst>
                <a:ext uri="{FF2B5EF4-FFF2-40B4-BE49-F238E27FC236}">
                  <a16:creationId xmlns:a16="http://schemas.microsoft.com/office/drawing/2014/main" id="{DFB2977A-66BF-9637-3425-F27634D26F9E}"/>
                </a:ext>
              </a:extLst>
            </p:cNvPr>
            <p:cNvSpPr/>
            <p:nvPr/>
          </p:nvSpPr>
          <p:spPr>
            <a:xfrm rot="16229754">
              <a:off x="21829892" y="19264600"/>
              <a:ext cx="188270" cy="173787"/>
            </a:xfrm>
            <a:custGeom>
              <a:avLst/>
              <a:gdLst>
                <a:gd name="connsiteX0" fmla="*/ 188478 w 188270"/>
                <a:gd name="connsiteY0" fmla="*/ 86868 h 173787"/>
                <a:gd name="connsiteX1" fmla="*/ 94343 w 188270"/>
                <a:gd name="connsiteY1" fmla="*/ 173762 h 173787"/>
                <a:gd name="connsiteX2" fmla="*/ 208 w 188270"/>
                <a:gd name="connsiteY2" fmla="*/ 86868 h 173787"/>
                <a:gd name="connsiteX3" fmla="*/ 94343 w 188270"/>
                <a:gd name="connsiteY3" fmla="*/ -26 h 173787"/>
                <a:gd name="connsiteX4" fmla="*/ 188478 w 188270"/>
                <a:gd name="connsiteY4" fmla="*/ 86868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478" y="86868"/>
                  </a:moveTo>
                  <a:cubicBezTo>
                    <a:pt x="188478" y="134859"/>
                    <a:pt x="146333" y="173762"/>
                    <a:pt x="94343" y="173762"/>
                  </a:cubicBezTo>
                  <a:cubicBezTo>
                    <a:pt x="42354" y="173762"/>
                    <a:pt x="208" y="134859"/>
                    <a:pt x="208" y="86868"/>
                  </a:cubicBezTo>
                  <a:cubicBezTo>
                    <a:pt x="208" y="38878"/>
                    <a:pt x="42354" y="-26"/>
                    <a:pt x="94343" y="-26"/>
                  </a:cubicBezTo>
                  <a:cubicBezTo>
                    <a:pt x="146333" y="-26"/>
                    <a:pt x="188478" y="38878"/>
                    <a:pt x="188478" y="86868"/>
                  </a:cubicBezTo>
                  <a:close/>
                </a:path>
              </a:pathLst>
            </a:custGeom>
            <a:gradFill>
              <a:gsLst>
                <a:gs pos="0">
                  <a:srgbClr val="4F81BC"/>
                </a:gs>
                <a:gs pos="50000">
                  <a:srgbClr val="7199C9"/>
                </a:gs>
                <a:gs pos="100000">
                  <a:srgbClr val="BFD1E7"/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4" name="Freeform: Shape 733">
              <a:extLst>
                <a:ext uri="{FF2B5EF4-FFF2-40B4-BE49-F238E27FC236}">
                  <a16:creationId xmlns:a16="http://schemas.microsoft.com/office/drawing/2014/main" id="{1C86136D-97C9-9A27-098D-A27093C8C8F7}"/>
                </a:ext>
              </a:extLst>
            </p:cNvPr>
            <p:cNvSpPr/>
            <p:nvPr/>
          </p:nvSpPr>
          <p:spPr>
            <a:xfrm rot="16229754">
              <a:off x="21888922" y="19097932"/>
              <a:ext cx="188270" cy="173787"/>
            </a:xfrm>
            <a:custGeom>
              <a:avLst/>
              <a:gdLst>
                <a:gd name="connsiteX0" fmla="*/ 188479 w 188270"/>
                <a:gd name="connsiteY0" fmla="*/ 86854 h 173787"/>
                <a:gd name="connsiteX1" fmla="*/ 94344 w 188270"/>
                <a:gd name="connsiteY1" fmla="*/ 173747 h 173787"/>
                <a:gd name="connsiteX2" fmla="*/ 209 w 188270"/>
                <a:gd name="connsiteY2" fmla="*/ 86854 h 173787"/>
                <a:gd name="connsiteX3" fmla="*/ 94344 w 188270"/>
                <a:gd name="connsiteY3" fmla="*/ -40 h 173787"/>
                <a:gd name="connsiteX4" fmla="*/ 188479 w 188270"/>
                <a:gd name="connsiteY4" fmla="*/ 86854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479" y="86854"/>
                  </a:moveTo>
                  <a:cubicBezTo>
                    <a:pt x="188479" y="134844"/>
                    <a:pt x="146334" y="173747"/>
                    <a:pt x="94344" y="173747"/>
                  </a:cubicBezTo>
                  <a:cubicBezTo>
                    <a:pt x="42355" y="173747"/>
                    <a:pt x="209" y="134844"/>
                    <a:pt x="209" y="86854"/>
                  </a:cubicBezTo>
                  <a:cubicBezTo>
                    <a:pt x="209" y="38863"/>
                    <a:pt x="42355" y="-40"/>
                    <a:pt x="94344" y="-40"/>
                  </a:cubicBezTo>
                  <a:cubicBezTo>
                    <a:pt x="146334" y="-40"/>
                    <a:pt x="188479" y="38863"/>
                    <a:pt x="188479" y="86854"/>
                  </a:cubicBezTo>
                  <a:close/>
                </a:path>
              </a:pathLst>
            </a:custGeom>
            <a:gradFill>
              <a:gsLst>
                <a:gs pos="0">
                  <a:srgbClr val="4F81BC"/>
                </a:gs>
                <a:gs pos="50000">
                  <a:srgbClr val="7199C9"/>
                </a:gs>
                <a:gs pos="100000">
                  <a:srgbClr val="BFD1E7"/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5" name="Freeform: Shape 734">
              <a:extLst>
                <a:ext uri="{FF2B5EF4-FFF2-40B4-BE49-F238E27FC236}">
                  <a16:creationId xmlns:a16="http://schemas.microsoft.com/office/drawing/2014/main" id="{9F136CCF-DEDE-214E-3054-9D0ED7B3F711}"/>
                </a:ext>
              </a:extLst>
            </p:cNvPr>
            <p:cNvSpPr/>
            <p:nvPr/>
          </p:nvSpPr>
          <p:spPr>
            <a:xfrm rot="16229754">
              <a:off x="21799689" y="18956736"/>
              <a:ext cx="188270" cy="173787"/>
            </a:xfrm>
            <a:custGeom>
              <a:avLst/>
              <a:gdLst>
                <a:gd name="connsiteX0" fmla="*/ 188469 w 188270"/>
                <a:gd name="connsiteY0" fmla="*/ 86843 h 173787"/>
                <a:gd name="connsiteX1" fmla="*/ 94334 w 188270"/>
                <a:gd name="connsiteY1" fmla="*/ 173737 h 173787"/>
                <a:gd name="connsiteX2" fmla="*/ 199 w 188270"/>
                <a:gd name="connsiteY2" fmla="*/ 86843 h 173787"/>
                <a:gd name="connsiteX3" fmla="*/ 94334 w 188270"/>
                <a:gd name="connsiteY3" fmla="*/ -50 h 173787"/>
                <a:gd name="connsiteX4" fmla="*/ 188469 w 188270"/>
                <a:gd name="connsiteY4" fmla="*/ 86843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469" y="86843"/>
                  </a:moveTo>
                  <a:cubicBezTo>
                    <a:pt x="188469" y="134834"/>
                    <a:pt x="146324" y="173737"/>
                    <a:pt x="94334" y="173737"/>
                  </a:cubicBezTo>
                  <a:cubicBezTo>
                    <a:pt x="42345" y="173737"/>
                    <a:pt x="199" y="134834"/>
                    <a:pt x="199" y="86843"/>
                  </a:cubicBezTo>
                  <a:cubicBezTo>
                    <a:pt x="199" y="38853"/>
                    <a:pt x="42345" y="-50"/>
                    <a:pt x="94334" y="-50"/>
                  </a:cubicBezTo>
                  <a:cubicBezTo>
                    <a:pt x="146324" y="-50"/>
                    <a:pt x="188469" y="38853"/>
                    <a:pt x="188469" y="86843"/>
                  </a:cubicBezTo>
                  <a:close/>
                </a:path>
              </a:pathLst>
            </a:custGeom>
            <a:gradFill>
              <a:gsLst>
                <a:gs pos="0">
                  <a:srgbClr val="4F81BC"/>
                </a:gs>
                <a:gs pos="50000">
                  <a:srgbClr val="7199C9"/>
                </a:gs>
                <a:gs pos="100000">
                  <a:srgbClr val="BFD1E7"/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6" name="Freeform: Shape 735">
              <a:extLst>
                <a:ext uri="{FF2B5EF4-FFF2-40B4-BE49-F238E27FC236}">
                  <a16:creationId xmlns:a16="http://schemas.microsoft.com/office/drawing/2014/main" id="{619EF383-2093-4D20-5C87-2A1FBA775716}"/>
                </a:ext>
              </a:extLst>
            </p:cNvPr>
            <p:cNvSpPr/>
            <p:nvPr/>
          </p:nvSpPr>
          <p:spPr>
            <a:xfrm rot="16229754">
              <a:off x="21815432" y="18786573"/>
              <a:ext cx="188270" cy="173787"/>
            </a:xfrm>
            <a:custGeom>
              <a:avLst/>
              <a:gdLst>
                <a:gd name="connsiteX0" fmla="*/ 188467 w 188270"/>
                <a:gd name="connsiteY0" fmla="*/ 86829 h 173787"/>
                <a:gd name="connsiteX1" fmla="*/ 94332 w 188270"/>
                <a:gd name="connsiteY1" fmla="*/ 173723 h 173787"/>
                <a:gd name="connsiteX2" fmla="*/ 197 w 188270"/>
                <a:gd name="connsiteY2" fmla="*/ 86829 h 173787"/>
                <a:gd name="connsiteX3" fmla="*/ 94332 w 188270"/>
                <a:gd name="connsiteY3" fmla="*/ -65 h 173787"/>
                <a:gd name="connsiteX4" fmla="*/ 188467 w 188270"/>
                <a:gd name="connsiteY4" fmla="*/ 86829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467" y="86829"/>
                  </a:moveTo>
                  <a:cubicBezTo>
                    <a:pt x="188467" y="134819"/>
                    <a:pt x="146321" y="173723"/>
                    <a:pt x="94332" y="173723"/>
                  </a:cubicBezTo>
                  <a:cubicBezTo>
                    <a:pt x="42342" y="173723"/>
                    <a:pt x="197" y="134819"/>
                    <a:pt x="197" y="86829"/>
                  </a:cubicBezTo>
                  <a:cubicBezTo>
                    <a:pt x="197" y="38839"/>
                    <a:pt x="42343" y="-65"/>
                    <a:pt x="94332" y="-65"/>
                  </a:cubicBezTo>
                  <a:cubicBezTo>
                    <a:pt x="146321" y="-65"/>
                    <a:pt x="188467" y="38839"/>
                    <a:pt x="188467" y="86829"/>
                  </a:cubicBezTo>
                  <a:close/>
                </a:path>
              </a:pathLst>
            </a:custGeom>
            <a:gradFill>
              <a:gsLst>
                <a:gs pos="0">
                  <a:srgbClr val="4F81BC"/>
                </a:gs>
                <a:gs pos="50000">
                  <a:srgbClr val="7199C9"/>
                </a:gs>
                <a:gs pos="100000">
                  <a:srgbClr val="BFD1E7"/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7" name="Freeform: Shape 736">
              <a:extLst>
                <a:ext uri="{FF2B5EF4-FFF2-40B4-BE49-F238E27FC236}">
                  <a16:creationId xmlns:a16="http://schemas.microsoft.com/office/drawing/2014/main" id="{34FEF1B9-C63D-F983-CF4A-02AB82EA8991}"/>
                </a:ext>
              </a:extLst>
            </p:cNvPr>
            <p:cNvSpPr/>
            <p:nvPr/>
          </p:nvSpPr>
          <p:spPr>
            <a:xfrm rot="16229754">
              <a:off x="21952959" y="18554822"/>
              <a:ext cx="188270" cy="173787"/>
            </a:xfrm>
            <a:custGeom>
              <a:avLst/>
              <a:gdLst>
                <a:gd name="connsiteX0" fmla="*/ 188473 w 188270"/>
                <a:gd name="connsiteY0" fmla="*/ 86807 h 173787"/>
                <a:gd name="connsiteX1" fmla="*/ 94338 w 188270"/>
                <a:gd name="connsiteY1" fmla="*/ 173701 h 173787"/>
                <a:gd name="connsiteX2" fmla="*/ 203 w 188270"/>
                <a:gd name="connsiteY2" fmla="*/ 86807 h 173787"/>
                <a:gd name="connsiteX3" fmla="*/ 94338 w 188270"/>
                <a:gd name="connsiteY3" fmla="*/ -87 h 173787"/>
                <a:gd name="connsiteX4" fmla="*/ 188473 w 188270"/>
                <a:gd name="connsiteY4" fmla="*/ 86807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473" y="86807"/>
                  </a:moveTo>
                  <a:cubicBezTo>
                    <a:pt x="188473" y="134797"/>
                    <a:pt x="146327" y="173701"/>
                    <a:pt x="94338" y="173701"/>
                  </a:cubicBezTo>
                  <a:cubicBezTo>
                    <a:pt x="42349" y="173701"/>
                    <a:pt x="203" y="134797"/>
                    <a:pt x="203" y="86807"/>
                  </a:cubicBezTo>
                  <a:cubicBezTo>
                    <a:pt x="203" y="38817"/>
                    <a:pt x="42349" y="-87"/>
                    <a:pt x="94338" y="-87"/>
                  </a:cubicBezTo>
                  <a:cubicBezTo>
                    <a:pt x="146327" y="-87"/>
                    <a:pt x="188473" y="38817"/>
                    <a:pt x="188473" y="86807"/>
                  </a:cubicBezTo>
                  <a:close/>
                </a:path>
              </a:pathLst>
            </a:custGeom>
            <a:gradFill>
              <a:gsLst>
                <a:gs pos="0">
                  <a:srgbClr val="4F81BC"/>
                </a:gs>
                <a:gs pos="50000">
                  <a:srgbClr val="7199C9"/>
                </a:gs>
                <a:gs pos="100000">
                  <a:srgbClr val="BFD1E7"/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9" name="Freeform: Shape 738">
              <a:extLst>
                <a:ext uri="{FF2B5EF4-FFF2-40B4-BE49-F238E27FC236}">
                  <a16:creationId xmlns:a16="http://schemas.microsoft.com/office/drawing/2014/main" id="{5A530F18-DBCE-E32C-8012-E267C16E22C4}"/>
                </a:ext>
              </a:extLst>
            </p:cNvPr>
            <p:cNvSpPr/>
            <p:nvPr/>
          </p:nvSpPr>
          <p:spPr>
            <a:xfrm rot="16229754">
              <a:off x="21925278" y="18391777"/>
              <a:ext cx="188270" cy="173787"/>
            </a:xfrm>
            <a:custGeom>
              <a:avLst/>
              <a:gdLst>
                <a:gd name="connsiteX0" fmla="*/ 188467 w 188270"/>
                <a:gd name="connsiteY0" fmla="*/ 86795 h 173787"/>
                <a:gd name="connsiteX1" fmla="*/ 94332 w 188270"/>
                <a:gd name="connsiteY1" fmla="*/ 173689 h 173787"/>
                <a:gd name="connsiteX2" fmla="*/ 197 w 188270"/>
                <a:gd name="connsiteY2" fmla="*/ 86795 h 173787"/>
                <a:gd name="connsiteX3" fmla="*/ 94332 w 188270"/>
                <a:gd name="connsiteY3" fmla="*/ -99 h 173787"/>
                <a:gd name="connsiteX4" fmla="*/ 188467 w 188270"/>
                <a:gd name="connsiteY4" fmla="*/ 86795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467" y="86795"/>
                  </a:moveTo>
                  <a:cubicBezTo>
                    <a:pt x="188467" y="134785"/>
                    <a:pt x="146322" y="173689"/>
                    <a:pt x="94332" y="173689"/>
                  </a:cubicBezTo>
                  <a:cubicBezTo>
                    <a:pt x="42343" y="173689"/>
                    <a:pt x="197" y="134785"/>
                    <a:pt x="197" y="86795"/>
                  </a:cubicBezTo>
                  <a:cubicBezTo>
                    <a:pt x="197" y="38805"/>
                    <a:pt x="42343" y="-99"/>
                    <a:pt x="94332" y="-99"/>
                  </a:cubicBezTo>
                  <a:cubicBezTo>
                    <a:pt x="146322" y="-99"/>
                    <a:pt x="188467" y="38805"/>
                    <a:pt x="188467" y="86795"/>
                  </a:cubicBezTo>
                  <a:close/>
                </a:path>
              </a:pathLst>
            </a:custGeom>
            <a:gradFill>
              <a:gsLst>
                <a:gs pos="0">
                  <a:srgbClr val="4F81BC"/>
                </a:gs>
                <a:gs pos="50000">
                  <a:srgbClr val="7199C9"/>
                </a:gs>
                <a:gs pos="100000">
                  <a:srgbClr val="BFD1E7"/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5" name="Freeform: Shape 1024">
              <a:extLst>
                <a:ext uri="{FF2B5EF4-FFF2-40B4-BE49-F238E27FC236}">
                  <a16:creationId xmlns:a16="http://schemas.microsoft.com/office/drawing/2014/main" id="{72288023-1754-2AB7-4B05-33D819E56593}"/>
                </a:ext>
              </a:extLst>
            </p:cNvPr>
            <p:cNvSpPr/>
            <p:nvPr/>
          </p:nvSpPr>
          <p:spPr>
            <a:xfrm rot="16229754">
              <a:off x="21977074" y="18247084"/>
              <a:ext cx="188270" cy="173787"/>
            </a:xfrm>
            <a:custGeom>
              <a:avLst/>
              <a:gdLst>
                <a:gd name="connsiteX0" fmla="*/ 188468 w 188270"/>
                <a:gd name="connsiteY0" fmla="*/ 86782 h 173787"/>
                <a:gd name="connsiteX1" fmla="*/ 94333 w 188270"/>
                <a:gd name="connsiteY1" fmla="*/ 173675 h 173787"/>
                <a:gd name="connsiteX2" fmla="*/ 198 w 188270"/>
                <a:gd name="connsiteY2" fmla="*/ 86782 h 173787"/>
                <a:gd name="connsiteX3" fmla="*/ 94333 w 188270"/>
                <a:gd name="connsiteY3" fmla="*/ -112 h 173787"/>
                <a:gd name="connsiteX4" fmla="*/ 188468 w 188270"/>
                <a:gd name="connsiteY4" fmla="*/ 86782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468" y="86782"/>
                  </a:moveTo>
                  <a:cubicBezTo>
                    <a:pt x="188468" y="134772"/>
                    <a:pt x="146323" y="173675"/>
                    <a:pt x="94333" y="173675"/>
                  </a:cubicBezTo>
                  <a:cubicBezTo>
                    <a:pt x="42344" y="173675"/>
                    <a:pt x="198" y="134772"/>
                    <a:pt x="198" y="86782"/>
                  </a:cubicBezTo>
                  <a:cubicBezTo>
                    <a:pt x="198" y="38791"/>
                    <a:pt x="42344" y="-112"/>
                    <a:pt x="94333" y="-112"/>
                  </a:cubicBezTo>
                  <a:cubicBezTo>
                    <a:pt x="146323" y="-112"/>
                    <a:pt x="188468" y="38791"/>
                    <a:pt x="188468" y="86782"/>
                  </a:cubicBezTo>
                  <a:close/>
                </a:path>
              </a:pathLst>
            </a:custGeom>
            <a:gradFill>
              <a:gsLst>
                <a:gs pos="0">
                  <a:srgbClr val="4F81BC"/>
                </a:gs>
                <a:gs pos="50000">
                  <a:srgbClr val="7199C9"/>
                </a:gs>
                <a:gs pos="100000">
                  <a:srgbClr val="BFD1E7"/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7" name="Freeform: Shape 1026">
              <a:extLst>
                <a:ext uri="{FF2B5EF4-FFF2-40B4-BE49-F238E27FC236}">
                  <a16:creationId xmlns:a16="http://schemas.microsoft.com/office/drawing/2014/main" id="{B06BAA3F-A7F1-05C4-64A9-90E81AD4B71A}"/>
                </a:ext>
              </a:extLst>
            </p:cNvPr>
            <p:cNvSpPr/>
            <p:nvPr/>
          </p:nvSpPr>
          <p:spPr>
            <a:xfrm rot="16229754">
              <a:off x="21938495" y="18087908"/>
              <a:ext cx="188270" cy="173787"/>
            </a:xfrm>
            <a:custGeom>
              <a:avLst/>
              <a:gdLst>
                <a:gd name="connsiteX0" fmla="*/ 188462 w 188270"/>
                <a:gd name="connsiteY0" fmla="*/ 86770 h 173787"/>
                <a:gd name="connsiteX1" fmla="*/ 94327 w 188270"/>
                <a:gd name="connsiteY1" fmla="*/ 173663 h 173787"/>
                <a:gd name="connsiteX2" fmla="*/ 192 w 188270"/>
                <a:gd name="connsiteY2" fmla="*/ 86770 h 173787"/>
                <a:gd name="connsiteX3" fmla="*/ 94327 w 188270"/>
                <a:gd name="connsiteY3" fmla="*/ -124 h 173787"/>
                <a:gd name="connsiteX4" fmla="*/ 188462 w 188270"/>
                <a:gd name="connsiteY4" fmla="*/ 86770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462" y="86770"/>
                  </a:moveTo>
                  <a:cubicBezTo>
                    <a:pt x="188462" y="134760"/>
                    <a:pt x="146316" y="173663"/>
                    <a:pt x="94327" y="173663"/>
                  </a:cubicBezTo>
                  <a:cubicBezTo>
                    <a:pt x="42337" y="173663"/>
                    <a:pt x="192" y="134760"/>
                    <a:pt x="192" y="86770"/>
                  </a:cubicBezTo>
                  <a:cubicBezTo>
                    <a:pt x="192" y="38779"/>
                    <a:pt x="42337" y="-124"/>
                    <a:pt x="94327" y="-124"/>
                  </a:cubicBezTo>
                  <a:cubicBezTo>
                    <a:pt x="146316" y="-124"/>
                    <a:pt x="188462" y="38779"/>
                    <a:pt x="188462" y="86770"/>
                  </a:cubicBezTo>
                  <a:close/>
                </a:path>
              </a:pathLst>
            </a:custGeom>
            <a:gradFill>
              <a:gsLst>
                <a:gs pos="0">
                  <a:srgbClr val="4F81BC"/>
                </a:gs>
                <a:gs pos="50000">
                  <a:srgbClr val="7199C9"/>
                </a:gs>
                <a:gs pos="100000">
                  <a:srgbClr val="BFD1E7"/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0" name="Freeform: Shape 1029">
              <a:extLst>
                <a:ext uri="{FF2B5EF4-FFF2-40B4-BE49-F238E27FC236}">
                  <a16:creationId xmlns:a16="http://schemas.microsoft.com/office/drawing/2014/main" id="{B34CF12C-52C6-F6A4-2451-85184F6406D9}"/>
                </a:ext>
              </a:extLst>
            </p:cNvPr>
            <p:cNvSpPr/>
            <p:nvPr/>
          </p:nvSpPr>
          <p:spPr>
            <a:xfrm rot="16229754">
              <a:off x="22012022" y="17942965"/>
              <a:ext cx="188270" cy="173787"/>
            </a:xfrm>
            <a:custGeom>
              <a:avLst/>
              <a:gdLst>
                <a:gd name="connsiteX0" fmla="*/ 188465 w 188270"/>
                <a:gd name="connsiteY0" fmla="*/ 86756 h 173787"/>
                <a:gd name="connsiteX1" fmla="*/ 94329 w 188270"/>
                <a:gd name="connsiteY1" fmla="*/ 173650 h 173787"/>
                <a:gd name="connsiteX2" fmla="*/ 194 w 188270"/>
                <a:gd name="connsiteY2" fmla="*/ 86756 h 173787"/>
                <a:gd name="connsiteX3" fmla="*/ 94329 w 188270"/>
                <a:gd name="connsiteY3" fmla="*/ -137 h 173787"/>
                <a:gd name="connsiteX4" fmla="*/ 188465 w 188270"/>
                <a:gd name="connsiteY4" fmla="*/ 86756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465" y="86756"/>
                  </a:moveTo>
                  <a:cubicBezTo>
                    <a:pt x="188465" y="134747"/>
                    <a:pt x="146319" y="173650"/>
                    <a:pt x="94329" y="173650"/>
                  </a:cubicBezTo>
                  <a:cubicBezTo>
                    <a:pt x="42340" y="173650"/>
                    <a:pt x="194" y="134747"/>
                    <a:pt x="194" y="86756"/>
                  </a:cubicBezTo>
                  <a:cubicBezTo>
                    <a:pt x="194" y="38766"/>
                    <a:pt x="42340" y="-137"/>
                    <a:pt x="94329" y="-137"/>
                  </a:cubicBezTo>
                  <a:cubicBezTo>
                    <a:pt x="146319" y="-137"/>
                    <a:pt x="188465" y="38766"/>
                    <a:pt x="188465" y="86756"/>
                  </a:cubicBezTo>
                  <a:close/>
                </a:path>
              </a:pathLst>
            </a:custGeom>
            <a:gradFill>
              <a:gsLst>
                <a:gs pos="0">
                  <a:srgbClr val="4F81BC"/>
                </a:gs>
                <a:gs pos="50000">
                  <a:srgbClr val="7199C9"/>
                </a:gs>
                <a:gs pos="100000">
                  <a:srgbClr val="BFD1E7"/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9" name="Freeform: Shape 1038">
              <a:extLst>
                <a:ext uri="{FF2B5EF4-FFF2-40B4-BE49-F238E27FC236}">
                  <a16:creationId xmlns:a16="http://schemas.microsoft.com/office/drawing/2014/main" id="{E743CE39-2102-5BEC-2D3A-5E8DA5CF685E}"/>
                </a:ext>
              </a:extLst>
            </p:cNvPr>
            <p:cNvSpPr/>
            <p:nvPr/>
          </p:nvSpPr>
          <p:spPr>
            <a:xfrm rot="16229754">
              <a:off x="21977110" y="17790910"/>
              <a:ext cx="188270" cy="173787"/>
            </a:xfrm>
            <a:custGeom>
              <a:avLst/>
              <a:gdLst>
                <a:gd name="connsiteX0" fmla="*/ 188458 w 188270"/>
                <a:gd name="connsiteY0" fmla="*/ 86745 h 173787"/>
                <a:gd name="connsiteX1" fmla="*/ 94323 w 188270"/>
                <a:gd name="connsiteY1" fmla="*/ 173638 h 173787"/>
                <a:gd name="connsiteX2" fmla="*/ 188 w 188270"/>
                <a:gd name="connsiteY2" fmla="*/ 86745 h 173787"/>
                <a:gd name="connsiteX3" fmla="*/ 94323 w 188270"/>
                <a:gd name="connsiteY3" fmla="*/ -149 h 173787"/>
                <a:gd name="connsiteX4" fmla="*/ 188458 w 188270"/>
                <a:gd name="connsiteY4" fmla="*/ 86745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458" y="86745"/>
                  </a:moveTo>
                  <a:cubicBezTo>
                    <a:pt x="188458" y="134735"/>
                    <a:pt x="146313" y="173638"/>
                    <a:pt x="94323" y="173638"/>
                  </a:cubicBezTo>
                  <a:cubicBezTo>
                    <a:pt x="42334" y="173638"/>
                    <a:pt x="188" y="134735"/>
                    <a:pt x="188" y="86745"/>
                  </a:cubicBezTo>
                  <a:cubicBezTo>
                    <a:pt x="188" y="38754"/>
                    <a:pt x="42334" y="-149"/>
                    <a:pt x="94323" y="-149"/>
                  </a:cubicBezTo>
                  <a:cubicBezTo>
                    <a:pt x="146313" y="-149"/>
                    <a:pt x="188458" y="38754"/>
                    <a:pt x="188458" y="86745"/>
                  </a:cubicBezTo>
                  <a:close/>
                </a:path>
              </a:pathLst>
            </a:custGeom>
            <a:gradFill>
              <a:gsLst>
                <a:gs pos="0">
                  <a:srgbClr val="4F81BC"/>
                </a:gs>
                <a:gs pos="50000">
                  <a:srgbClr val="7199C9"/>
                </a:gs>
                <a:gs pos="100000">
                  <a:srgbClr val="BFD1E7"/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1" name="Freeform: Shape 1040">
              <a:extLst>
                <a:ext uri="{FF2B5EF4-FFF2-40B4-BE49-F238E27FC236}">
                  <a16:creationId xmlns:a16="http://schemas.microsoft.com/office/drawing/2014/main" id="{8DB9763F-47CE-09BA-9930-2D8ABBDA3EB9}"/>
                </a:ext>
              </a:extLst>
            </p:cNvPr>
            <p:cNvSpPr/>
            <p:nvPr/>
          </p:nvSpPr>
          <p:spPr>
            <a:xfrm rot="16229754">
              <a:off x="21916788" y="17638847"/>
              <a:ext cx="188270" cy="173787"/>
            </a:xfrm>
            <a:custGeom>
              <a:avLst/>
              <a:gdLst>
                <a:gd name="connsiteX0" fmla="*/ 188450 w 188270"/>
                <a:gd name="connsiteY0" fmla="*/ 86733 h 173787"/>
                <a:gd name="connsiteX1" fmla="*/ 94315 w 188270"/>
                <a:gd name="connsiteY1" fmla="*/ 173627 h 173787"/>
                <a:gd name="connsiteX2" fmla="*/ 180 w 188270"/>
                <a:gd name="connsiteY2" fmla="*/ 86733 h 173787"/>
                <a:gd name="connsiteX3" fmla="*/ 94315 w 188270"/>
                <a:gd name="connsiteY3" fmla="*/ -161 h 173787"/>
                <a:gd name="connsiteX4" fmla="*/ 188450 w 188270"/>
                <a:gd name="connsiteY4" fmla="*/ 86733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450" y="86733"/>
                  </a:moveTo>
                  <a:cubicBezTo>
                    <a:pt x="188450" y="134724"/>
                    <a:pt x="146304" y="173627"/>
                    <a:pt x="94315" y="173627"/>
                  </a:cubicBezTo>
                  <a:cubicBezTo>
                    <a:pt x="42326" y="173627"/>
                    <a:pt x="180" y="134724"/>
                    <a:pt x="180" y="86733"/>
                  </a:cubicBezTo>
                  <a:cubicBezTo>
                    <a:pt x="180" y="38743"/>
                    <a:pt x="42326" y="-161"/>
                    <a:pt x="94315" y="-161"/>
                  </a:cubicBezTo>
                  <a:cubicBezTo>
                    <a:pt x="146304" y="-161"/>
                    <a:pt x="188450" y="38743"/>
                    <a:pt x="188450" y="86733"/>
                  </a:cubicBezTo>
                  <a:close/>
                </a:path>
              </a:pathLst>
            </a:custGeom>
            <a:gradFill>
              <a:gsLst>
                <a:gs pos="0">
                  <a:srgbClr val="4F81BC"/>
                </a:gs>
                <a:gs pos="50000">
                  <a:srgbClr val="7199C9"/>
                </a:gs>
                <a:gs pos="100000">
                  <a:srgbClr val="BFD1E7"/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8" name="Freeform: Shape 1047">
              <a:extLst>
                <a:ext uri="{FF2B5EF4-FFF2-40B4-BE49-F238E27FC236}">
                  <a16:creationId xmlns:a16="http://schemas.microsoft.com/office/drawing/2014/main" id="{BCC2F439-A4D1-9DC7-D797-5C41D1185271}"/>
                </a:ext>
              </a:extLst>
            </p:cNvPr>
            <p:cNvSpPr/>
            <p:nvPr/>
          </p:nvSpPr>
          <p:spPr>
            <a:xfrm rot="16229754">
              <a:off x="22159361" y="19640996"/>
              <a:ext cx="188270" cy="173787"/>
            </a:xfrm>
            <a:custGeom>
              <a:avLst/>
              <a:gdLst>
                <a:gd name="connsiteX0" fmla="*/ 188513 w 188270"/>
                <a:gd name="connsiteY0" fmla="*/ 86892 h 173787"/>
                <a:gd name="connsiteX1" fmla="*/ 94378 w 188270"/>
                <a:gd name="connsiteY1" fmla="*/ 173786 h 173787"/>
                <a:gd name="connsiteX2" fmla="*/ 243 w 188270"/>
                <a:gd name="connsiteY2" fmla="*/ 86892 h 173787"/>
                <a:gd name="connsiteX3" fmla="*/ 94378 w 188270"/>
                <a:gd name="connsiteY3" fmla="*/ -2 h 173787"/>
                <a:gd name="connsiteX4" fmla="*/ 188513 w 188270"/>
                <a:gd name="connsiteY4" fmla="*/ 86892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513" y="86892"/>
                  </a:moveTo>
                  <a:cubicBezTo>
                    <a:pt x="188513" y="134882"/>
                    <a:pt x="146368" y="173786"/>
                    <a:pt x="94378" y="173786"/>
                  </a:cubicBezTo>
                  <a:cubicBezTo>
                    <a:pt x="42389" y="173786"/>
                    <a:pt x="243" y="134882"/>
                    <a:pt x="243" y="86892"/>
                  </a:cubicBezTo>
                  <a:cubicBezTo>
                    <a:pt x="243" y="38901"/>
                    <a:pt x="42389" y="-2"/>
                    <a:pt x="94378" y="-2"/>
                  </a:cubicBezTo>
                  <a:cubicBezTo>
                    <a:pt x="146368" y="-2"/>
                    <a:pt x="188513" y="38901"/>
                    <a:pt x="188513" y="86892"/>
                  </a:cubicBezTo>
                  <a:close/>
                </a:path>
              </a:pathLst>
            </a:custGeom>
            <a:gradFill>
              <a:gsLst>
                <a:gs pos="0">
                  <a:srgbClr val="4F81BC"/>
                </a:gs>
                <a:gs pos="50000">
                  <a:srgbClr val="7199C9"/>
                </a:gs>
                <a:gs pos="100000">
                  <a:srgbClr val="BFD1E7"/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9" name="Freeform: Shape 1048">
              <a:extLst>
                <a:ext uri="{FF2B5EF4-FFF2-40B4-BE49-F238E27FC236}">
                  <a16:creationId xmlns:a16="http://schemas.microsoft.com/office/drawing/2014/main" id="{1BB228FE-973F-0B29-9F62-7A3A782840B6}"/>
                </a:ext>
              </a:extLst>
            </p:cNvPr>
            <p:cNvSpPr/>
            <p:nvPr/>
          </p:nvSpPr>
          <p:spPr>
            <a:xfrm rot="16229754">
              <a:off x="22080962" y="19503295"/>
              <a:ext cx="188270" cy="173787"/>
            </a:xfrm>
            <a:custGeom>
              <a:avLst/>
              <a:gdLst>
                <a:gd name="connsiteX0" fmla="*/ 188504 w 188270"/>
                <a:gd name="connsiteY0" fmla="*/ 86882 h 173787"/>
                <a:gd name="connsiteX1" fmla="*/ 94369 w 188270"/>
                <a:gd name="connsiteY1" fmla="*/ 173776 h 173787"/>
                <a:gd name="connsiteX2" fmla="*/ 234 w 188270"/>
                <a:gd name="connsiteY2" fmla="*/ 86882 h 173787"/>
                <a:gd name="connsiteX3" fmla="*/ 94369 w 188270"/>
                <a:gd name="connsiteY3" fmla="*/ -12 h 173787"/>
                <a:gd name="connsiteX4" fmla="*/ 188504 w 188270"/>
                <a:gd name="connsiteY4" fmla="*/ 86882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504" y="86882"/>
                  </a:moveTo>
                  <a:cubicBezTo>
                    <a:pt x="188504" y="134872"/>
                    <a:pt x="146358" y="173776"/>
                    <a:pt x="94369" y="173776"/>
                  </a:cubicBezTo>
                  <a:cubicBezTo>
                    <a:pt x="42380" y="173776"/>
                    <a:pt x="234" y="134872"/>
                    <a:pt x="234" y="86882"/>
                  </a:cubicBezTo>
                  <a:cubicBezTo>
                    <a:pt x="234" y="38892"/>
                    <a:pt x="42380" y="-12"/>
                    <a:pt x="94369" y="-12"/>
                  </a:cubicBezTo>
                  <a:cubicBezTo>
                    <a:pt x="146358" y="-12"/>
                    <a:pt x="188504" y="38892"/>
                    <a:pt x="188504" y="86882"/>
                  </a:cubicBezTo>
                  <a:close/>
                </a:path>
              </a:pathLst>
            </a:custGeom>
            <a:gradFill>
              <a:gsLst>
                <a:gs pos="0">
                  <a:srgbClr val="4F81BC"/>
                </a:gs>
                <a:gs pos="50000">
                  <a:srgbClr val="7199C9"/>
                </a:gs>
                <a:gs pos="100000">
                  <a:srgbClr val="BFD1E7"/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0" name="Freeform: Shape 1049">
              <a:extLst>
                <a:ext uri="{FF2B5EF4-FFF2-40B4-BE49-F238E27FC236}">
                  <a16:creationId xmlns:a16="http://schemas.microsoft.com/office/drawing/2014/main" id="{6E37C8CE-4715-3217-43F8-2AC77E0685D1}"/>
                </a:ext>
              </a:extLst>
            </p:cNvPr>
            <p:cNvSpPr/>
            <p:nvPr/>
          </p:nvSpPr>
          <p:spPr>
            <a:xfrm rot="16229754">
              <a:off x="22201544" y="19373085"/>
              <a:ext cx="188270" cy="173787"/>
            </a:xfrm>
            <a:custGeom>
              <a:avLst/>
              <a:gdLst>
                <a:gd name="connsiteX0" fmla="*/ 188511 w 188270"/>
                <a:gd name="connsiteY0" fmla="*/ 86869 h 173787"/>
                <a:gd name="connsiteX1" fmla="*/ 94376 w 188270"/>
                <a:gd name="connsiteY1" fmla="*/ 173763 h 173787"/>
                <a:gd name="connsiteX2" fmla="*/ 241 w 188270"/>
                <a:gd name="connsiteY2" fmla="*/ 86869 h 173787"/>
                <a:gd name="connsiteX3" fmla="*/ 94376 w 188270"/>
                <a:gd name="connsiteY3" fmla="*/ -25 h 173787"/>
                <a:gd name="connsiteX4" fmla="*/ 188511 w 188270"/>
                <a:gd name="connsiteY4" fmla="*/ 86869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511" y="86869"/>
                  </a:moveTo>
                  <a:cubicBezTo>
                    <a:pt x="188511" y="134859"/>
                    <a:pt x="146366" y="173763"/>
                    <a:pt x="94376" y="173763"/>
                  </a:cubicBezTo>
                  <a:cubicBezTo>
                    <a:pt x="42387" y="173763"/>
                    <a:pt x="241" y="134859"/>
                    <a:pt x="241" y="86869"/>
                  </a:cubicBezTo>
                  <a:cubicBezTo>
                    <a:pt x="241" y="38878"/>
                    <a:pt x="42387" y="-25"/>
                    <a:pt x="94376" y="-25"/>
                  </a:cubicBezTo>
                  <a:cubicBezTo>
                    <a:pt x="146366" y="-25"/>
                    <a:pt x="188511" y="38878"/>
                    <a:pt x="188511" y="86869"/>
                  </a:cubicBezTo>
                  <a:close/>
                </a:path>
              </a:pathLst>
            </a:custGeom>
            <a:gradFill>
              <a:gsLst>
                <a:gs pos="0">
                  <a:srgbClr val="4F81BC"/>
                </a:gs>
                <a:gs pos="50000">
                  <a:srgbClr val="7199C9"/>
                </a:gs>
                <a:gs pos="100000">
                  <a:srgbClr val="BFD1E7"/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1" name="Freeform: Shape 1050">
              <a:extLst>
                <a:ext uri="{FF2B5EF4-FFF2-40B4-BE49-F238E27FC236}">
                  <a16:creationId xmlns:a16="http://schemas.microsoft.com/office/drawing/2014/main" id="{2D7E5537-D20A-C034-7934-F2BC63FEFBAA}"/>
                </a:ext>
              </a:extLst>
            </p:cNvPr>
            <p:cNvSpPr/>
            <p:nvPr/>
          </p:nvSpPr>
          <p:spPr>
            <a:xfrm rot="16229754">
              <a:off x="22108659" y="19228391"/>
              <a:ext cx="188270" cy="173787"/>
            </a:xfrm>
            <a:custGeom>
              <a:avLst/>
              <a:gdLst>
                <a:gd name="connsiteX0" fmla="*/ 188501 w 188270"/>
                <a:gd name="connsiteY0" fmla="*/ 86859 h 173787"/>
                <a:gd name="connsiteX1" fmla="*/ 94365 w 188270"/>
                <a:gd name="connsiteY1" fmla="*/ 173753 h 173787"/>
                <a:gd name="connsiteX2" fmla="*/ 230 w 188270"/>
                <a:gd name="connsiteY2" fmla="*/ 86859 h 173787"/>
                <a:gd name="connsiteX3" fmla="*/ 94365 w 188270"/>
                <a:gd name="connsiteY3" fmla="*/ -35 h 173787"/>
                <a:gd name="connsiteX4" fmla="*/ 188501 w 188270"/>
                <a:gd name="connsiteY4" fmla="*/ 86859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501" y="86859"/>
                  </a:moveTo>
                  <a:cubicBezTo>
                    <a:pt x="188501" y="134849"/>
                    <a:pt x="146355" y="173753"/>
                    <a:pt x="94365" y="173753"/>
                  </a:cubicBezTo>
                  <a:cubicBezTo>
                    <a:pt x="42376" y="173753"/>
                    <a:pt x="230" y="134849"/>
                    <a:pt x="230" y="86859"/>
                  </a:cubicBezTo>
                  <a:cubicBezTo>
                    <a:pt x="230" y="38869"/>
                    <a:pt x="42376" y="-35"/>
                    <a:pt x="94365" y="-35"/>
                  </a:cubicBezTo>
                  <a:cubicBezTo>
                    <a:pt x="146355" y="-35"/>
                    <a:pt x="188501" y="38869"/>
                    <a:pt x="188501" y="86859"/>
                  </a:cubicBezTo>
                  <a:close/>
                </a:path>
              </a:pathLst>
            </a:custGeom>
            <a:gradFill>
              <a:gsLst>
                <a:gs pos="0">
                  <a:srgbClr val="4F81BC"/>
                </a:gs>
                <a:gs pos="50000">
                  <a:srgbClr val="7199C9"/>
                </a:gs>
                <a:gs pos="100000">
                  <a:srgbClr val="BFD1E7"/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2" name="Freeform: Shape 1051">
              <a:extLst>
                <a:ext uri="{FF2B5EF4-FFF2-40B4-BE49-F238E27FC236}">
                  <a16:creationId xmlns:a16="http://schemas.microsoft.com/office/drawing/2014/main" id="{9802C6C1-B1D4-AF26-6BAF-91878DBA3E75}"/>
                </a:ext>
              </a:extLst>
            </p:cNvPr>
            <p:cNvSpPr/>
            <p:nvPr/>
          </p:nvSpPr>
          <p:spPr>
            <a:xfrm rot="16229754">
              <a:off x="22200323" y="19083448"/>
              <a:ext cx="188270" cy="173787"/>
            </a:xfrm>
            <a:custGeom>
              <a:avLst/>
              <a:gdLst>
                <a:gd name="connsiteX0" fmla="*/ 188505 w 188270"/>
                <a:gd name="connsiteY0" fmla="*/ 86845 h 173787"/>
                <a:gd name="connsiteX1" fmla="*/ 94370 w 188270"/>
                <a:gd name="connsiteY1" fmla="*/ 173739 h 173787"/>
                <a:gd name="connsiteX2" fmla="*/ 234 w 188270"/>
                <a:gd name="connsiteY2" fmla="*/ 86845 h 173787"/>
                <a:gd name="connsiteX3" fmla="*/ 94370 w 188270"/>
                <a:gd name="connsiteY3" fmla="*/ -48 h 173787"/>
                <a:gd name="connsiteX4" fmla="*/ 188505 w 188270"/>
                <a:gd name="connsiteY4" fmla="*/ 86845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505" y="86845"/>
                  </a:moveTo>
                  <a:cubicBezTo>
                    <a:pt x="188505" y="134836"/>
                    <a:pt x="146359" y="173739"/>
                    <a:pt x="94370" y="173739"/>
                  </a:cubicBezTo>
                  <a:cubicBezTo>
                    <a:pt x="42380" y="173739"/>
                    <a:pt x="234" y="134836"/>
                    <a:pt x="234" y="86845"/>
                  </a:cubicBezTo>
                  <a:cubicBezTo>
                    <a:pt x="234" y="38855"/>
                    <a:pt x="42380" y="-48"/>
                    <a:pt x="94370" y="-48"/>
                  </a:cubicBezTo>
                  <a:cubicBezTo>
                    <a:pt x="146359" y="-48"/>
                    <a:pt x="188505" y="38855"/>
                    <a:pt x="188505" y="86845"/>
                  </a:cubicBezTo>
                  <a:close/>
                </a:path>
              </a:pathLst>
            </a:custGeom>
            <a:gradFill>
              <a:gsLst>
                <a:gs pos="0">
                  <a:srgbClr val="4F81BC"/>
                </a:gs>
                <a:gs pos="50000">
                  <a:srgbClr val="7199C9"/>
                </a:gs>
                <a:gs pos="100000">
                  <a:srgbClr val="BFD1E7"/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3" name="Freeform: Shape 1052">
              <a:extLst>
                <a:ext uri="{FF2B5EF4-FFF2-40B4-BE49-F238E27FC236}">
                  <a16:creationId xmlns:a16="http://schemas.microsoft.com/office/drawing/2014/main" id="{943AA2D3-2C37-16F5-022B-0DE251539CC2}"/>
                </a:ext>
              </a:extLst>
            </p:cNvPr>
            <p:cNvSpPr/>
            <p:nvPr/>
          </p:nvSpPr>
          <p:spPr>
            <a:xfrm rot="16229754">
              <a:off x="22103785" y="18945871"/>
              <a:ext cx="188270" cy="173787"/>
            </a:xfrm>
            <a:custGeom>
              <a:avLst/>
              <a:gdLst>
                <a:gd name="connsiteX0" fmla="*/ 188494 w 188270"/>
                <a:gd name="connsiteY0" fmla="*/ 86836 h 173787"/>
                <a:gd name="connsiteX1" fmla="*/ 94359 w 188270"/>
                <a:gd name="connsiteY1" fmla="*/ 173730 h 173787"/>
                <a:gd name="connsiteX2" fmla="*/ 224 w 188270"/>
                <a:gd name="connsiteY2" fmla="*/ 86836 h 173787"/>
                <a:gd name="connsiteX3" fmla="*/ 94359 w 188270"/>
                <a:gd name="connsiteY3" fmla="*/ -58 h 173787"/>
                <a:gd name="connsiteX4" fmla="*/ 188494 w 188270"/>
                <a:gd name="connsiteY4" fmla="*/ 86836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494" y="86836"/>
                  </a:moveTo>
                  <a:cubicBezTo>
                    <a:pt x="188494" y="134826"/>
                    <a:pt x="146348" y="173730"/>
                    <a:pt x="94359" y="173730"/>
                  </a:cubicBezTo>
                  <a:cubicBezTo>
                    <a:pt x="42370" y="173730"/>
                    <a:pt x="224" y="134826"/>
                    <a:pt x="224" y="86836"/>
                  </a:cubicBezTo>
                  <a:cubicBezTo>
                    <a:pt x="224" y="38846"/>
                    <a:pt x="42370" y="-58"/>
                    <a:pt x="94359" y="-58"/>
                  </a:cubicBezTo>
                  <a:cubicBezTo>
                    <a:pt x="146348" y="-58"/>
                    <a:pt x="188494" y="38846"/>
                    <a:pt x="188494" y="86836"/>
                  </a:cubicBezTo>
                  <a:close/>
                </a:path>
              </a:pathLst>
            </a:custGeom>
            <a:gradFill>
              <a:gsLst>
                <a:gs pos="0">
                  <a:srgbClr val="4F81BC"/>
                </a:gs>
                <a:gs pos="50000">
                  <a:srgbClr val="7199C9"/>
                </a:gs>
                <a:gs pos="100000">
                  <a:srgbClr val="BFD1E7"/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4" name="Freeform: Shape 1053">
              <a:extLst>
                <a:ext uri="{FF2B5EF4-FFF2-40B4-BE49-F238E27FC236}">
                  <a16:creationId xmlns:a16="http://schemas.microsoft.com/office/drawing/2014/main" id="{E5CADC65-7299-1EE2-3EAE-61D36D08B691}"/>
                </a:ext>
              </a:extLst>
            </p:cNvPr>
            <p:cNvSpPr/>
            <p:nvPr/>
          </p:nvSpPr>
          <p:spPr>
            <a:xfrm rot="16229754">
              <a:off x="22105039" y="18801053"/>
              <a:ext cx="188270" cy="173787"/>
            </a:xfrm>
            <a:custGeom>
              <a:avLst/>
              <a:gdLst>
                <a:gd name="connsiteX0" fmla="*/ 188491 w 188270"/>
                <a:gd name="connsiteY0" fmla="*/ 86824 h 173787"/>
                <a:gd name="connsiteX1" fmla="*/ 94356 w 188270"/>
                <a:gd name="connsiteY1" fmla="*/ 173718 h 173787"/>
                <a:gd name="connsiteX2" fmla="*/ 221 w 188270"/>
                <a:gd name="connsiteY2" fmla="*/ 86824 h 173787"/>
                <a:gd name="connsiteX3" fmla="*/ 94356 w 188270"/>
                <a:gd name="connsiteY3" fmla="*/ -70 h 173787"/>
                <a:gd name="connsiteX4" fmla="*/ 188491 w 188270"/>
                <a:gd name="connsiteY4" fmla="*/ 86824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491" y="86824"/>
                  </a:moveTo>
                  <a:cubicBezTo>
                    <a:pt x="188491" y="134815"/>
                    <a:pt x="146345" y="173718"/>
                    <a:pt x="94356" y="173718"/>
                  </a:cubicBezTo>
                  <a:cubicBezTo>
                    <a:pt x="42366" y="173718"/>
                    <a:pt x="221" y="134815"/>
                    <a:pt x="221" y="86824"/>
                  </a:cubicBezTo>
                  <a:cubicBezTo>
                    <a:pt x="221" y="38834"/>
                    <a:pt x="42367" y="-70"/>
                    <a:pt x="94356" y="-70"/>
                  </a:cubicBezTo>
                  <a:cubicBezTo>
                    <a:pt x="146345" y="-70"/>
                    <a:pt x="188491" y="38834"/>
                    <a:pt x="188491" y="86824"/>
                  </a:cubicBezTo>
                  <a:close/>
                </a:path>
              </a:pathLst>
            </a:custGeom>
            <a:gradFill>
              <a:gsLst>
                <a:gs pos="0">
                  <a:srgbClr val="4F81BC"/>
                </a:gs>
                <a:gs pos="50000">
                  <a:srgbClr val="7199C9"/>
                </a:gs>
                <a:gs pos="100000">
                  <a:srgbClr val="BFD1E7"/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5" name="Freeform: Shape 1054">
              <a:extLst>
                <a:ext uri="{FF2B5EF4-FFF2-40B4-BE49-F238E27FC236}">
                  <a16:creationId xmlns:a16="http://schemas.microsoft.com/office/drawing/2014/main" id="{A5FBC6FB-F994-9418-8E76-F2697D77E264}"/>
                </a:ext>
              </a:extLst>
            </p:cNvPr>
            <p:cNvSpPr/>
            <p:nvPr/>
          </p:nvSpPr>
          <p:spPr>
            <a:xfrm rot="16229754">
              <a:off x="22257111" y="18489653"/>
              <a:ext cx="188270" cy="173787"/>
            </a:xfrm>
            <a:custGeom>
              <a:avLst/>
              <a:gdLst>
                <a:gd name="connsiteX0" fmla="*/ 188497 w 188270"/>
                <a:gd name="connsiteY0" fmla="*/ 86795 h 173787"/>
                <a:gd name="connsiteX1" fmla="*/ 94361 w 188270"/>
                <a:gd name="connsiteY1" fmla="*/ 173689 h 173787"/>
                <a:gd name="connsiteX2" fmla="*/ 226 w 188270"/>
                <a:gd name="connsiteY2" fmla="*/ 86795 h 173787"/>
                <a:gd name="connsiteX3" fmla="*/ 94361 w 188270"/>
                <a:gd name="connsiteY3" fmla="*/ -99 h 173787"/>
                <a:gd name="connsiteX4" fmla="*/ 188497 w 188270"/>
                <a:gd name="connsiteY4" fmla="*/ 86795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497" y="86795"/>
                  </a:moveTo>
                  <a:cubicBezTo>
                    <a:pt x="188497" y="134786"/>
                    <a:pt x="146351" y="173689"/>
                    <a:pt x="94361" y="173689"/>
                  </a:cubicBezTo>
                  <a:cubicBezTo>
                    <a:pt x="42372" y="173689"/>
                    <a:pt x="226" y="134786"/>
                    <a:pt x="226" y="86795"/>
                  </a:cubicBezTo>
                  <a:cubicBezTo>
                    <a:pt x="226" y="38805"/>
                    <a:pt x="42372" y="-99"/>
                    <a:pt x="94361" y="-99"/>
                  </a:cubicBezTo>
                  <a:cubicBezTo>
                    <a:pt x="146351" y="-99"/>
                    <a:pt x="188497" y="38805"/>
                    <a:pt x="188497" y="86795"/>
                  </a:cubicBezTo>
                  <a:close/>
                </a:path>
              </a:pathLst>
            </a:custGeom>
            <a:gradFill>
              <a:gsLst>
                <a:gs pos="0">
                  <a:srgbClr val="4F81BC"/>
                </a:gs>
                <a:gs pos="50000">
                  <a:srgbClr val="7199C9"/>
                </a:gs>
                <a:gs pos="100000">
                  <a:srgbClr val="BFD1E7"/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6" name="Freeform: Shape 1055">
              <a:extLst>
                <a:ext uri="{FF2B5EF4-FFF2-40B4-BE49-F238E27FC236}">
                  <a16:creationId xmlns:a16="http://schemas.microsoft.com/office/drawing/2014/main" id="{751AEB2D-98C9-FF32-04F5-817DD6C88406}"/>
                </a:ext>
              </a:extLst>
            </p:cNvPr>
            <p:cNvSpPr/>
            <p:nvPr/>
          </p:nvSpPr>
          <p:spPr>
            <a:xfrm rot="16229754">
              <a:off x="22301803" y="18362813"/>
              <a:ext cx="188270" cy="173787"/>
            </a:xfrm>
            <a:custGeom>
              <a:avLst/>
              <a:gdLst>
                <a:gd name="connsiteX0" fmla="*/ 188497 w 188270"/>
                <a:gd name="connsiteY0" fmla="*/ 86784 h 173787"/>
                <a:gd name="connsiteX1" fmla="*/ 94362 w 188270"/>
                <a:gd name="connsiteY1" fmla="*/ 173678 h 173787"/>
                <a:gd name="connsiteX2" fmla="*/ 227 w 188270"/>
                <a:gd name="connsiteY2" fmla="*/ 86784 h 173787"/>
                <a:gd name="connsiteX3" fmla="*/ 94362 w 188270"/>
                <a:gd name="connsiteY3" fmla="*/ -110 h 173787"/>
                <a:gd name="connsiteX4" fmla="*/ 188497 w 188270"/>
                <a:gd name="connsiteY4" fmla="*/ 86784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497" y="86784"/>
                  </a:moveTo>
                  <a:cubicBezTo>
                    <a:pt x="188497" y="134774"/>
                    <a:pt x="146352" y="173678"/>
                    <a:pt x="94362" y="173678"/>
                  </a:cubicBezTo>
                  <a:cubicBezTo>
                    <a:pt x="42373" y="173678"/>
                    <a:pt x="227" y="134774"/>
                    <a:pt x="227" y="86784"/>
                  </a:cubicBezTo>
                  <a:cubicBezTo>
                    <a:pt x="227" y="38794"/>
                    <a:pt x="42373" y="-110"/>
                    <a:pt x="94362" y="-110"/>
                  </a:cubicBezTo>
                  <a:cubicBezTo>
                    <a:pt x="146352" y="-110"/>
                    <a:pt x="188497" y="38794"/>
                    <a:pt x="188497" y="86784"/>
                  </a:cubicBezTo>
                  <a:close/>
                </a:path>
              </a:pathLst>
            </a:custGeom>
            <a:gradFill>
              <a:gsLst>
                <a:gs pos="0">
                  <a:srgbClr val="4F81BC"/>
                </a:gs>
                <a:gs pos="50000">
                  <a:srgbClr val="7199C9"/>
                </a:gs>
                <a:gs pos="100000">
                  <a:srgbClr val="BFD1E7"/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7" name="Freeform: Shape 1056">
              <a:extLst>
                <a:ext uri="{FF2B5EF4-FFF2-40B4-BE49-F238E27FC236}">
                  <a16:creationId xmlns:a16="http://schemas.microsoft.com/office/drawing/2014/main" id="{2DDF2E30-EA95-A6B1-43EC-D97ECBE446AF}"/>
                </a:ext>
              </a:extLst>
            </p:cNvPr>
            <p:cNvSpPr/>
            <p:nvPr/>
          </p:nvSpPr>
          <p:spPr>
            <a:xfrm rot="16229754">
              <a:off x="22259476" y="18221742"/>
              <a:ext cx="188270" cy="173787"/>
            </a:xfrm>
            <a:custGeom>
              <a:avLst/>
              <a:gdLst>
                <a:gd name="connsiteX0" fmla="*/ 188491 w 188270"/>
                <a:gd name="connsiteY0" fmla="*/ 86774 h 173787"/>
                <a:gd name="connsiteX1" fmla="*/ 94356 w 188270"/>
                <a:gd name="connsiteY1" fmla="*/ 173667 h 173787"/>
                <a:gd name="connsiteX2" fmla="*/ 221 w 188270"/>
                <a:gd name="connsiteY2" fmla="*/ 86774 h 173787"/>
                <a:gd name="connsiteX3" fmla="*/ 94356 w 188270"/>
                <a:gd name="connsiteY3" fmla="*/ -120 h 173787"/>
                <a:gd name="connsiteX4" fmla="*/ 188491 w 188270"/>
                <a:gd name="connsiteY4" fmla="*/ 86774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491" y="86774"/>
                  </a:moveTo>
                  <a:cubicBezTo>
                    <a:pt x="188491" y="134764"/>
                    <a:pt x="146345" y="173667"/>
                    <a:pt x="94356" y="173667"/>
                  </a:cubicBezTo>
                  <a:cubicBezTo>
                    <a:pt x="42367" y="173667"/>
                    <a:pt x="221" y="134764"/>
                    <a:pt x="221" y="86774"/>
                  </a:cubicBezTo>
                  <a:cubicBezTo>
                    <a:pt x="221" y="38783"/>
                    <a:pt x="42367" y="-120"/>
                    <a:pt x="94356" y="-120"/>
                  </a:cubicBezTo>
                  <a:cubicBezTo>
                    <a:pt x="146345" y="-120"/>
                    <a:pt x="188491" y="38783"/>
                    <a:pt x="188491" y="86774"/>
                  </a:cubicBezTo>
                  <a:close/>
                </a:path>
              </a:pathLst>
            </a:custGeom>
            <a:gradFill>
              <a:gsLst>
                <a:gs pos="0">
                  <a:srgbClr val="4F81BC"/>
                </a:gs>
                <a:gs pos="50000">
                  <a:srgbClr val="7199C9"/>
                </a:gs>
                <a:gs pos="100000">
                  <a:srgbClr val="BFD1E7"/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8" name="Freeform: Shape 1057">
              <a:extLst>
                <a:ext uri="{FF2B5EF4-FFF2-40B4-BE49-F238E27FC236}">
                  <a16:creationId xmlns:a16="http://schemas.microsoft.com/office/drawing/2014/main" id="{6E52CC91-7BAF-AC57-BDCC-04804C908DE4}"/>
                </a:ext>
              </a:extLst>
            </p:cNvPr>
            <p:cNvSpPr/>
            <p:nvPr/>
          </p:nvSpPr>
          <p:spPr>
            <a:xfrm rot="16229754">
              <a:off x="22289673" y="18051704"/>
              <a:ext cx="188270" cy="173787"/>
            </a:xfrm>
            <a:custGeom>
              <a:avLst/>
              <a:gdLst>
                <a:gd name="connsiteX0" fmla="*/ 188490 w 188270"/>
                <a:gd name="connsiteY0" fmla="*/ 86759 h 173787"/>
                <a:gd name="connsiteX1" fmla="*/ 94355 w 188270"/>
                <a:gd name="connsiteY1" fmla="*/ 173652 h 173787"/>
                <a:gd name="connsiteX2" fmla="*/ 220 w 188270"/>
                <a:gd name="connsiteY2" fmla="*/ 86759 h 173787"/>
                <a:gd name="connsiteX3" fmla="*/ 94355 w 188270"/>
                <a:gd name="connsiteY3" fmla="*/ -135 h 173787"/>
                <a:gd name="connsiteX4" fmla="*/ 188490 w 188270"/>
                <a:gd name="connsiteY4" fmla="*/ 86759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490" y="86759"/>
                  </a:moveTo>
                  <a:cubicBezTo>
                    <a:pt x="188490" y="134749"/>
                    <a:pt x="146344" y="173652"/>
                    <a:pt x="94355" y="173652"/>
                  </a:cubicBezTo>
                  <a:cubicBezTo>
                    <a:pt x="42365" y="173652"/>
                    <a:pt x="220" y="134749"/>
                    <a:pt x="220" y="86759"/>
                  </a:cubicBezTo>
                  <a:cubicBezTo>
                    <a:pt x="220" y="38768"/>
                    <a:pt x="42365" y="-135"/>
                    <a:pt x="94355" y="-135"/>
                  </a:cubicBezTo>
                  <a:cubicBezTo>
                    <a:pt x="146344" y="-135"/>
                    <a:pt x="188490" y="38768"/>
                    <a:pt x="188490" y="86759"/>
                  </a:cubicBezTo>
                  <a:close/>
                </a:path>
              </a:pathLst>
            </a:custGeom>
            <a:gradFill>
              <a:gsLst>
                <a:gs pos="0">
                  <a:srgbClr val="4F81BC"/>
                </a:gs>
                <a:gs pos="50000">
                  <a:srgbClr val="7199C9"/>
                </a:gs>
                <a:gs pos="100000">
                  <a:srgbClr val="BFD1E7"/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9" name="Freeform: Shape 1058">
              <a:extLst>
                <a:ext uri="{FF2B5EF4-FFF2-40B4-BE49-F238E27FC236}">
                  <a16:creationId xmlns:a16="http://schemas.microsoft.com/office/drawing/2014/main" id="{37282FA5-ADAD-F585-4372-B972385F5E3B}"/>
                </a:ext>
              </a:extLst>
            </p:cNvPr>
            <p:cNvSpPr/>
            <p:nvPr/>
          </p:nvSpPr>
          <p:spPr>
            <a:xfrm rot="16229754">
              <a:off x="22251015" y="17917621"/>
              <a:ext cx="188270" cy="173787"/>
            </a:xfrm>
            <a:custGeom>
              <a:avLst/>
              <a:gdLst>
                <a:gd name="connsiteX0" fmla="*/ 188484 w 188270"/>
                <a:gd name="connsiteY0" fmla="*/ 86749 h 173787"/>
                <a:gd name="connsiteX1" fmla="*/ 94349 w 188270"/>
                <a:gd name="connsiteY1" fmla="*/ 173643 h 173787"/>
                <a:gd name="connsiteX2" fmla="*/ 213 w 188270"/>
                <a:gd name="connsiteY2" fmla="*/ 86749 h 173787"/>
                <a:gd name="connsiteX3" fmla="*/ 94349 w 188270"/>
                <a:gd name="connsiteY3" fmla="*/ -145 h 173787"/>
                <a:gd name="connsiteX4" fmla="*/ 188484 w 188270"/>
                <a:gd name="connsiteY4" fmla="*/ 86749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484" y="86749"/>
                  </a:moveTo>
                  <a:cubicBezTo>
                    <a:pt x="188484" y="134739"/>
                    <a:pt x="146338" y="173643"/>
                    <a:pt x="94349" y="173643"/>
                  </a:cubicBezTo>
                  <a:cubicBezTo>
                    <a:pt x="42359" y="173643"/>
                    <a:pt x="213" y="134739"/>
                    <a:pt x="213" y="86749"/>
                  </a:cubicBezTo>
                  <a:cubicBezTo>
                    <a:pt x="213" y="38759"/>
                    <a:pt x="42359" y="-145"/>
                    <a:pt x="94349" y="-145"/>
                  </a:cubicBezTo>
                  <a:cubicBezTo>
                    <a:pt x="146338" y="-145"/>
                    <a:pt x="188484" y="38759"/>
                    <a:pt x="188484" y="86749"/>
                  </a:cubicBezTo>
                  <a:close/>
                </a:path>
              </a:pathLst>
            </a:custGeom>
            <a:gradFill>
              <a:gsLst>
                <a:gs pos="0">
                  <a:srgbClr val="4F81BC"/>
                </a:gs>
                <a:gs pos="50000">
                  <a:srgbClr val="7199C9"/>
                </a:gs>
                <a:gs pos="100000">
                  <a:srgbClr val="BFD1E7"/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0" name="Freeform: Shape 1059">
              <a:extLst>
                <a:ext uri="{FF2B5EF4-FFF2-40B4-BE49-F238E27FC236}">
                  <a16:creationId xmlns:a16="http://schemas.microsoft.com/office/drawing/2014/main" id="{2F842A89-00DB-C0E8-AEF3-2DDAE44236B6}"/>
                </a:ext>
              </a:extLst>
            </p:cNvPr>
            <p:cNvSpPr/>
            <p:nvPr/>
          </p:nvSpPr>
          <p:spPr>
            <a:xfrm rot="16229754">
              <a:off x="22201584" y="17783665"/>
              <a:ext cx="188270" cy="173787"/>
            </a:xfrm>
            <a:custGeom>
              <a:avLst/>
              <a:gdLst>
                <a:gd name="connsiteX0" fmla="*/ 188477 w 188270"/>
                <a:gd name="connsiteY0" fmla="*/ 86739 h 173787"/>
                <a:gd name="connsiteX1" fmla="*/ 94342 w 188270"/>
                <a:gd name="connsiteY1" fmla="*/ 173633 h 173787"/>
                <a:gd name="connsiteX2" fmla="*/ 206 w 188270"/>
                <a:gd name="connsiteY2" fmla="*/ 86739 h 173787"/>
                <a:gd name="connsiteX3" fmla="*/ 94342 w 188270"/>
                <a:gd name="connsiteY3" fmla="*/ -155 h 173787"/>
                <a:gd name="connsiteX4" fmla="*/ 188477 w 188270"/>
                <a:gd name="connsiteY4" fmla="*/ 86739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477" y="86739"/>
                  </a:moveTo>
                  <a:cubicBezTo>
                    <a:pt x="188477" y="134729"/>
                    <a:pt x="146331" y="173633"/>
                    <a:pt x="94342" y="173633"/>
                  </a:cubicBezTo>
                  <a:cubicBezTo>
                    <a:pt x="42352" y="173633"/>
                    <a:pt x="206" y="134729"/>
                    <a:pt x="206" y="86739"/>
                  </a:cubicBezTo>
                  <a:cubicBezTo>
                    <a:pt x="206" y="38749"/>
                    <a:pt x="42352" y="-155"/>
                    <a:pt x="94342" y="-155"/>
                  </a:cubicBezTo>
                  <a:cubicBezTo>
                    <a:pt x="146331" y="-155"/>
                    <a:pt x="188477" y="38749"/>
                    <a:pt x="188477" y="86739"/>
                  </a:cubicBezTo>
                  <a:close/>
                </a:path>
              </a:pathLst>
            </a:custGeom>
            <a:gradFill>
              <a:gsLst>
                <a:gs pos="0">
                  <a:srgbClr val="4F81BC"/>
                </a:gs>
                <a:gs pos="50000">
                  <a:srgbClr val="7199C9"/>
                </a:gs>
                <a:gs pos="100000">
                  <a:srgbClr val="BFD1E7"/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1" name="Freeform: Shape 1060">
              <a:extLst>
                <a:ext uri="{FF2B5EF4-FFF2-40B4-BE49-F238E27FC236}">
                  <a16:creationId xmlns:a16="http://schemas.microsoft.com/office/drawing/2014/main" id="{EC2D0109-9442-FFF5-E073-8C4FB57DCADD}"/>
                </a:ext>
              </a:extLst>
            </p:cNvPr>
            <p:cNvSpPr/>
            <p:nvPr/>
          </p:nvSpPr>
          <p:spPr>
            <a:xfrm rot="16229754">
              <a:off x="22264383" y="17638850"/>
              <a:ext cx="188270" cy="173787"/>
            </a:xfrm>
            <a:custGeom>
              <a:avLst/>
              <a:gdLst>
                <a:gd name="connsiteX0" fmla="*/ 188479 w 188270"/>
                <a:gd name="connsiteY0" fmla="*/ 86725 h 173787"/>
                <a:gd name="connsiteX1" fmla="*/ 94344 w 188270"/>
                <a:gd name="connsiteY1" fmla="*/ 173619 h 173787"/>
                <a:gd name="connsiteX2" fmla="*/ 208 w 188270"/>
                <a:gd name="connsiteY2" fmla="*/ 86725 h 173787"/>
                <a:gd name="connsiteX3" fmla="*/ 94344 w 188270"/>
                <a:gd name="connsiteY3" fmla="*/ -168 h 173787"/>
                <a:gd name="connsiteX4" fmla="*/ 188479 w 188270"/>
                <a:gd name="connsiteY4" fmla="*/ 86725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479" y="86725"/>
                  </a:moveTo>
                  <a:cubicBezTo>
                    <a:pt x="188479" y="134716"/>
                    <a:pt x="146333" y="173619"/>
                    <a:pt x="94344" y="173619"/>
                  </a:cubicBezTo>
                  <a:cubicBezTo>
                    <a:pt x="42354" y="173619"/>
                    <a:pt x="208" y="134716"/>
                    <a:pt x="208" y="86725"/>
                  </a:cubicBezTo>
                  <a:cubicBezTo>
                    <a:pt x="208" y="38735"/>
                    <a:pt x="42354" y="-168"/>
                    <a:pt x="94344" y="-168"/>
                  </a:cubicBezTo>
                  <a:cubicBezTo>
                    <a:pt x="146333" y="-168"/>
                    <a:pt x="188479" y="38735"/>
                    <a:pt x="188479" y="86725"/>
                  </a:cubicBezTo>
                  <a:close/>
                </a:path>
              </a:pathLst>
            </a:custGeom>
            <a:gradFill>
              <a:gsLst>
                <a:gs pos="0">
                  <a:srgbClr val="4F81BC"/>
                </a:gs>
                <a:gs pos="50000">
                  <a:srgbClr val="7199C9"/>
                </a:gs>
                <a:gs pos="100000">
                  <a:srgbClr val="BFD1E7"/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2" name="Freeform: Shape 1061">
              <a:extLst>
                <a:ext uri="{FF2B5EF4-FFF2-40B4-BE49-F238E27FC236}">
                  <a16:creationId xmlns:a16="http://schemas.microsoft.com/office/drawing/2014/main" id="{FC46C487-E807-1B3B-8FFE-A2B9D3E5B9F7}"/>
                </a:ext>
              </a:extLst>
            </p:cNvPr>
            <p:cNvSpPr/>
            <p:nvPr/>
          </p:nvSpPr>
          <p:spPr>
            <a:xfrm rot="16229754">
              <a:off x="22481574" y="19659100"/>
              <a:ext cx="188270" cy="173787"/>
            </a:xfrm>
            <a:custGeom>
              <a:avLst/>
              <a:gdLst>
                <a:gd name="connsiteX0" fmla="*/ 188540 w 188270"/>
                <a:gd name="connsiteY0" fmla="*/ 86887 h 173787"/>
                <a:gd name="connsiteX1" fmla="*/ 94405 w 188270"/>
                <a:gd name="connsiteY1" fmla="*/ 173780 h 173787"/>
                <a:gd name="connsiteX2" fmla="*/ 270 w 188270"/>
                <a:gd name="connsiteY2" fmla="*/ 86887 h 173787"/>
                <a:gd name="connsiteX3" fmla="*/ 94405 w 188270"/>
                <a:gd name="connsiteY3" fmla="*/ -7 h 173787"/>
                <a:gd name="connsiteX4" fmla="*/ 188540 w 188270"/>
                <a:gd name="connsiteY4" fmla="*/ 86887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540" y="86887"/>
                  </a:moveTo>
                  <a:cubicBezTo>
                    <a:pt x="188540" y="134877"/>
                    <a:pt x="146395" y="173780"/>
                    <a:pt x="94405" y="173780"/>
                  </a:cubicBezTo>
                  <a:cubicBezTo>
                    <a:pt x="42416" y="173780"/>
                    <a:pt x="270" y="134877"/>
                    <a:pt x="270" y="86887"/>
                  </a:cubicBezTo>
                  <a:cubicBezTo>
                    <a:pt x="270" y="38896"/>
                    <a:pt x="42416" y="-7"/>
                    <a:pt x="94405" y="-7"/>
                  </a:cubicBezTo>
                  <a:cubicBezTo>
                    <a:pt x="146395" y="-7"/>
                    <a:pt x="188540" y="38896"/>
                    <a:pt x="188540" y="86887"/>
                  </a:cubicBezTo>
                  <a:close/>
                </a:path>
              </a:pathLst>
            </a:custGeom>
            <a:gradFill>
              <a:gsLst>
                <a:gs pos="0">
                  <a:srgbClr val="4F81BC"/>
                </a:gs>
                <a:gs pos="50000">
                  <a:srgbClr val="7199C9"/>
                </a:gs>
                <a:gs pos="100000">
                  <a:srgbClr val="BFD1E7"/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3" name="Freeform: Shape 1062">
              <a:extLst>
                <a:ext uri="{FF2B5EF4-FFF2-40B4-BE49-F238E27FC236}">
                  <a16:creationId xmlns:a16="http://schemas.microsoft.com/office/drawing/2014/main" id="{8CB1ADCB-6F62-E317-47A9-A103B4B70E5A}"/>
                </a:ext>
              </a:extLst>
            </p:cNvPr>
            <p:cNvSpPr/>
            <p:nvPr/>
          </p:nvSpPr>
          <p:spPr>
            <a:xfrm rot="16229754">
              <a:off x="22414038" y="19521397"/>
              <a:ext cx="188270" cy="173787"/>
            </a:xfrm>
            <a:custGeom>
              <a:avLst/>
              <a:gdLst>
                <a:gd name="connsiteX0" fmla="*/ 188532 w 188270"/>
                <a:gd name="connsiteY0" fmla="*/ 86877 h 173787"/>
                <a:gd name="connsiteX1" fmla="*/ 94397 w 188270"/>
                <a:gd name="connsiteY1" fmla="*/ 173771 h 173787"/>
                <a:gd name="connsiteX2" fmla="*/ 262 w 188270"/>
                <a:gd name="connsiteY2" fmla="*/ 86877 h 173787"/>
                <a:gd name="connsiteX3" fmla="*/ 94397 w 188270"/>
                <a:gd name="connsiteY3" fmla="*/ -17 h 173787"/>
                <a:gd name="connsiteX4" fmla="*/ 188532 w 188270"/>
                <a:gd name="connsiteY4" fmla="*/ 86877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532" y="86877"/>
                  </a:moveTo>
                  <a:cubicBezTo>
                    <a:pt x="188532" y="134867"/>
                    <a:pt x="146386" y="173771"/>
                    <a:pt x="94397" y="173771"/>
                  </a:cubicBezTo>
                  <a:cubicBezTo>
                    <a:pt x="42408" y="173771"/>
                    <a:pt x="262" y="134867"/>
                    <a:pt x="262" y="86877"/>
                  </a:cubicBezTo>
                  <a:cubicBezTo>
                    <a:pt x="262" y="38887"/>
                    <a:pt x="42408" y="-17"/>
                    <a:pt x="94397" y="-17"/>
                  </a:cubicBezTo>
                  <a:cubicBezTo>
                    <a:pt x="146386" y="-17"/>
                    <a:pt x="188532" y="38887"/>
                    <a:pt x="188532" y="86877"/>
                  </a:cubicBezTo>
                  <a:close/>
                </a:path>
              </a:pathLst>
            </a:custGeom>
            <a:gradFill>
              <a:gsLst>
                <a:gs pos="0">
                  <a:srgbClr val="4F81BC"/>
                </a:gs>
                <a:gs pos="50000">
                  <a:srgbClr val="7199C9"/>
                </a:gs>
                <a:gs pos="100000">
                  <a:srgbClr val="BFD1E7"/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4" name="Freeform: Shape 1063">
              <a:extLst>
                <a:ext uri="{FF2B5EF4-FFF2-40B4-BE49-F238E27FC236}">
                  <a16:creationId xmlns:a16="http://schemas.microsoft.com/office/drawing/2014/main" id="{6B22C92B-3262-779E-870F-D404DBF93C50}"/>
                </a:ext>
              </a:extLst>
            </p:cNvPr>
            <p:cNvSpPr/>
            <p:nvPr/>
          </p:nvSpPr>
          <p:spPr>
            <a:xfrm rot="16229754">
              <a:off x="22436897" y="19369464"/>
              <a:ext cx="188270" cy="173787"/>
            </a:xfrm>
            <a:custGeom>
              <a:avLst/>
              <a:gdLst>
                <a:gd name="connsiteX0" fmla="*/ 188530 w 188270"/>
                <a:gd name="connsiteY0" fmla="*/ 86863 h 173787"/>
                <a:gd name="connsiteX1" fmla="*/ 94395 w 188270"/>
                <a:gd name="connsiteY1" fmla="*/ 173757 h 173787"/>
                <a:gd name="connsiteX2" fmla="*/ 260 w 188270"/>
                <a:gd name="connsiteY2" fmla="*/ 86863 h 173787"/>
                <a:gd name="connsiteX3" fmla="*/ 94395 w 188270"/>
                <a:gd name="connsiteY3" fmla="*/ -31 h 173787"/>
                <a:gd name="connsiteX4" fmla="*/ 188530 w 188270"/>
                <a:gd name="connsiteY4" fmla="*/ 86863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530" y="86863"/>
                  </a:moveTo>
                  <a:cubicBezTo>
                    <a:pt x="188530" y="134854"/>
                    <a:pt x="146384" y="173757"/>
                    <a:pt x="94395" y="173757"/>
                  </a:cubicBezTo>
                  <a:cubicBezTo>
                    <a:pt x="42406" y="173757"/>
                    <a:pt x="260" y="134854"/>
                    <a:pt x="260" y="86863"/>
                  </a:cubicBezTo>
                  <a:cubicBezTo>
                    <a:pt x="260" y="38873"/>
                    <a:pt x="42406" y="-31"/>
                    <a:pt x="94395" y="-31"/>
                  </a:cubicBezTo>
                  <a:cubicBezTo>
                    <a:pt x="146384" y="-31"/>
                    <a:pt x="188530" y="38873"/>
                    <a:pt x="188530" y="86863"/>
                  </a:cubicBezTo>
                  <a:close/>
                </a:path>
              </a:pathLst>
            </a:custGeom>
            <a:gradFill>
              <a:gsLst>
                <a:gs pos="0">
                  <a:srgbClr val="4F81BC"/>
                </a:gs>
                <a:gs pos="50000">
                  <a:srgbClr val="7199C9"/>
                </a:gs>
                <a:gs pos="100000">
                  <a:srgbClr val="BFD1E7"/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5" name="Freeform: Shape 1064">
              <a:extLst>
                <a:ext uri="{FF2B5EF4-FFF2-40B4-BE49-F238E27FC236}">
                  <a16:creationId xmlns:a16="http://schemas.microsoft.com/office/drawing/2014/main" id="{2A2CC425-E49C-6C50-171D-847976834E5D}"/>
                </a:ext>
              </a:extLst>
            </p:cNvPr>
            <p:cNvSpPr/>
            <p:nvPr/>
          </p:nvSpPr>
          <p:spPr>
            <a:xfrm rot="16229754">
              <a:off x="22434531" y="19206671"/>
              <a:ext cx="188270" cy="173787"/>
            </a:xfrm>
            <a:custGeom>
              <a:avLst/>
              <a:gdLst>
                <a:gd name="connsiteX0" fmla="*/ 188527 w 188270"/>
                <a:gd name="connsiteY0" fmla="*/ 86850 h 173787"/>
                <a:gd name="connsiteX1" fmla="*/ 94392 w 188270"/>
                <a:gd name="connsiteY1" fmla="*/ 173744 h 173787"/>
                <a:gd name="connsiteX2" fmla="*/ 256 w 188270"/>
                <a:gd name="connsiteY2" fmla="*/ 86850 h 173787"/>
                <a:gd name="connsiteX3" fmla="*/ 94392 w 188270"/>
                <a:gd name="connsiteY3" fmla="*/ -44 h 173787"/>
                <a:gd name="connsiteX4" fmla="*/ 188527 w 188270"/>
                <a:gd name="connsiteY4" fmla="*/ 86850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527" y="86850"/>
                  </a:moveTo>
                  <a:cubicBezTo>
                    <a:pt x="188527" y="134840"/>
                    <a:pt x="146381" y="173744"/>
                    <a:pt x="94392" y="173744"/>
                  </a:cubicBezTo>
                  <a:cubicBezTo>
                    <a:pt x="42402" y="173744"/>
                    <a:pt x="256" y="134840"/>
                    <a:pt x="256" y="86850"/>
                  </a:cubicBezTo>
                  <a:cubicBezTo>
                    <a:pt x="256" y="38860"/>
                    <a:pt x="42402" y="-44"/>
                    <a:pt x="94392" y="-44"/>
                  </a:cubicBezTo>
                  <a:cubicBezTo>
                    <a:pt x="146381" y="-44"/>
                    <a:pt x="188527" y="38860"/>
                    <a:pt x="188527" y="86850"/>
                  </a:cubicBezTo>
                  <a:close/>
                </a:path>
              </a:pathLst>
            </a:custGeom>
            <a:gradFill>
              <a:gsLst>
                <a:gs pos="0">
                  <a:srgbClr val="4F81BC"/>
                </a:gs>
                <a:gs pos="50000">
                  <a:srgbClr val="7199C9"/>
                </a:gs>
                <a:gs pos="100000">
                  <a:srgbClr val="BFD1E7"/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6" name="Freeform: Shape 1065">
              <a:extLst>
                <a:ext uri="{FF2B5EF4-FFF2-40B4-BE49-F238E27FC236}">
                  <a16:creationId xmlns:a16="http://schemas.microsoft.com/office/drawing/2014/main" id="{60CD57EF-AEB1-356F-289D-ED908CC14506}"/>
                </a:ext>
              </a:extLst>
            </p:cNvPr>
            <p:cNvSpPr/>
            <p:nvPr/>
          </p:nvSpPr>
          <p:spPr>
            <a:xfrm>
              <a:off x="22467424" y="19079164"/>
              <a:ext cx="175411" cy="167870"/>
            </a:xfrm>
            <a:custGeom>
              <a:avLst/>
              <a:gdLst>
                <a:gd name="connsiteX0" fmla="*/ 88520 w 175411"/>
                <a:gd name="connsiteY0" fmla="*/ 665 h 167870"/>
                <a:gd name="connsiteX1" fmla="*/ 174596 w 175411"/>
                <a:gd name="connsiteY1" fmla="*/ 84600 h 167870"/>
                <a:gd name="connsiteX2" fmla="*/ 86891 w 175411"/>
                <a:gd name="connsiteY2" fmla="*/ 167205 h 167870"/>
                <a:gd name="connsiteX3" fmla="*/ 815 w 175411"/>
                <a:gd name="connsiteY3" fmla="*/ 83270 h 167870"/>
                <a:gd name="connsiteX4" fmla="*/ 88520 w 175411"/>
                <a:gd name="connsiteY4" fmla="*/ 665 h 167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5411" h="167870">
                  <a:moveTo>
                    <a:pt x="88520" y="665"/>
                  </a:moveTo>
                  <a:cubicBezTo>
                    <a:pt x="136508" y="1033"/>
                    <a:pt x="175046" y="38612"/>
                    <a:pt x="174596" y="84600"/>
                  </a:cubicBezTo>
                  <a:cubicBezTo>
                    <a:pt x="174146" y="130589"/>
                    <a:pt x="134879" y="167572"/>
                    <a:pt x="86891" y="167205"/>
                  </a:cubicBezTo>
                  <a:cubicBezTo>
                    <a:pt x="38903" y="166837"/>
                    <a:pt x="365" y="129258"/>
                    <a:pt x="815" y="83270"/>
                  </a:cubicBezTo>
                  <a:cubicBezTo>
                    <a:pt x="1265" y="37281"/>
                    <a:pt x="40532" y="298"/>
                    <a:pt x="88520" y="665"/>
                  </a:cubicBezTo>
                  <a:close/>
                </a:path>
              </a:pathLst>
            </a:custGeom>
            <a:gradFill>
              <a:gsLst>
                <a:gs pos="0">
                  <a:srgbClr val="4F81BC"/>
                </a:gs>
                <a:gs pos="50000">
                  <a:srgbClr val="7199C9"/>
                </a:gs>
                <a:gs pos="100000">
                  <a:srgbClr val="BFD1E7"/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7" name="Freeform: Shape 1066">
              <a:extLst>
                <a:ext uri="{FF2B5EF4-FFF2-40B4-BE49-F238E27FC236}">
                  <a16:creationId xmlns:a16="http://schemas.microsoft.com/office/drawing/2014/main" id="{AEB87403-C826-9B96-E2C7-497161DE01BE}"/>
                </a:ext>
              </a:extLst>
            </p:cNvPr>
            <p:cNvSpPr/>
            <p:nvPr/>
          </p:nvSpPr>
          <p:spPr>
            <a:xfrm rot="16229754">
              <a:off x="22415157" y="18924150"/>
              <a:ext cx="188270" cy="173787"/>
            </a:xfrm>
            <a:custGeom>
              <a:avLst/>
              <a:gdLst>
                <a:gd name="connsiteX0" fmla="*/ 188519 w 188270"/>
                <a:gd name="connsiteY0" fmla="*/ 86827 h 173787"/>
                <a:gd name="connsiteX1" fmla="*/ 94384 w 188270"/>
                <a:gd name="connsiteY1" fmla="*/ 173721 h 173787"/>
                <a:gd name="connsiteX2" fmla="*/ 249 w 188270"/>
                <a:gd name="connsiteY2" fmla="*/ 86827 h 173787"/>
                <a:gd name="connsiteX3" fmla="*/ 94384 w 188270"/>
                <a:gd name="connsiteY3" fmla="*/ -66 h 173787"/>
                <a:gd name="connsiteX4" fmla="*/ 188519 w 188270"/>
                <a:gd name="connsiteY4" fmla="*/ 86827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519" y="86827"/>
                  </a:moveTo>
                  <a:cubicBezTo>
                    <a:pt x="188519" y="134818"/>
                    <a:pt x="146373" y="173721"/>
                    <a:pt x="94384" y="173721"/>
                  </a:cubicBezTo>
                  <a:cubicBezTo>
                    <a:pt x="42395" y="173721"/>
                    <a:pt x="249" y="134818"/>
                    <a:pt x="249" y="86827"/>
                  </a:cubicBezTo>
                  <a:cubicBezTo>
                    <a:pt x="249" y="38837"/>
                    <a:pt x="42395" y="-66"/>
                    <a:pt x="94384" y="-66"/>
                  </a:cubicBezTo>
                  <a:cubicBezTo>
                    <a:pt x="146373" y="-66"/>
                    <a:pt x="188519" y="38837"/>
                    <a:pt x="188519" y="86827"/>
                  </a:cubicBezTo>
                  <a:close/>
                </a:path>
              </a:pathLst>
            </a:custGeom>
            <a:gradFill>
              <a:gsLst>
                <a:gs pos="0">
                  <a:srgbClr val="4F81BC"/>
                </a:gs>
                <a:gs pos="50000">
                  <a:srgbClr val="7199C9"/>
                </a:gs>
                <a:gs pos="100000">
                  <a:srgbClr val="BFD1E7"/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8" name="Freeform: Shape 1067">
              <a:extLst>
                <a:ext uri="{FF2B5EF4-FFF2-40B4-BE49-F238E27FC236}">
                  <a16:creationId xmlns:a16="http://schemas.microsoft.com/office/drawing/2014/main" id="{7D1FBF34-DCF7-CBF6-1510-886377999C03}"/>
                </a:ext>
              </a:extLst>
            </p:cNvPr>
            <p:cNvSpPr/>
            <p:nvPr/>
          </p:nvSpPr>
          <p:spPr>
            <a:xfrm rot="16229754">
              <a:off x="22380245" y="18772091"/>
              <a:ext cx="188270" cy="173787"/>
            </a:xfrm>
            <a:custGeom>
              <a:avLst/>
              <a:gdLst>
                <a:gd name="connsiteX0" fmla="*/ 188513 w 188270"/>
                <a:gd name="connsiteY0" fmla="*/ 86816 h 173787"/>
                <a:gd name="connsiteX1" fmla="*/ 94378 w 188270"/>
                <a:gd name="connsiteY1" fmla="*/ 173710 h 173787"/>
                <a:gd name="connsiteX2" fmla="*/ 243 w 188270"/>
                <a:gd name="connsiteY2" fmla="*/ 86816 h 173787"/>
                <a:gd name="connsiteX3" fmla="*/ 94378 w 188270"/>
                <a:gd name="connsiteY3" fmla="*/ -78 h 173787"/>
                <a:gd name="connsiteX4" fmla="*/ 188513 w 188270"/>
                <a:gd name="connsiteY4" fmla="*/ 86816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513" y="86816"/>
                  </a:moveTo>
                  <a:cubicBezTo>
                    <a:pt x="188513" y="134807"/>
                    <a:pt x="146367" y="173710"/>
                    <a:pt x="94378" y="173710"/>
                  </a:cubicBezTo>
                  <a:cubicBezTo>
                    <a:pt x="42388" y="173710"/>
                    <a:pt x="243" y="134807"/>
                    <a:pt x="243" y="86816"/>
                  </a:cubicBezTo>
                  <a:cubicBezTo>
                    <a:pt x="243" y="38826"/>
                    <a:pt x="42388" y="-78"/>
                    <a:pt x="94378" y="-78"/>
                  </a:cubicBezTo>
                  <a:cubicBezTo>
                    <a:pt x="146367" y="-78"/>
                    <a:pt x="188513" y="38826"/>
                    <a:pt x="188513" y="86816"/>
                  </a:cubicBezTo>
                  <a:close/>
                </a:path>
              </a:pathLst>
            </a:custGeom>
            <a:gradFill>
              <a:gsLst>
                <a:gs pos="0">
                  <a:srgbClr val="4F81BC"/>
                </a:gs>
                <a:gs pos="50000">
                  <a:srgbClr val="7199C9"/>
                </a:gs>
                <a:gs pos="100000">
                  <a:srgbClr val="BFD1E7"/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1069" name="Graphic 68">
            <a:extLst>
              <a:ext uri="{FF2B5EF4-FFF2-40B4-BE49-F238E27FC236}">
                <a16:creationId xmlns:a16="http://schemas.microsoft.com/office/drawing/2014/main" id="{D081F231-8A9D-4716-5505-9E6F5DFF3205}"/>
              </a:ext>
            </a:extLst>
          </p:cNvPr>
          <p:cNvGrpSpPr/>
          <p:nvPr/>
        </p:nvGrpSpPr>
        <p:grpSpPr>
          <a:xfrm rot="10800000" flipH="1">
            <a:off x="2031122" y="9119738"/>
            <a:ext cx="4508284" cy="2261339"/>
            <a:chOff x="18557622" y="17604482"/>
            <a:chExt cx="4508284" cy="2261339"/>
          </a:xfrm>
        </p:grpSpPr>
        <p:sp>
          <p:nvSpPr>
            <p:cNvPr id="1070" name="Freeform: Shape 1069">
              <a:extLst>
                <a:ext uri="{FF2B5EF4-FFF2-40B4-BE49-F238E27FC236}">
                  <a16:creationId xmlns:a16="http://schemas.microsoft.com/office/drawing/2014/main" id="{B1EB0ACA-2FE8-6BFF-DED5-C082C7F1D6B2}"/>
                </a:ext>
              </a:extLst>
            </p:cNvPr>
            <p:cNvSpPr/>
            <p:nvPr/>
          </p:nvSpPr>
          <p:spPr>
            <a:xfrm rot="10800000">
              <a:off x="18557622" y="18750196"/>
              <a:ext cx="474859" cy="55288"/>
            </a:xfrm>
            <a:custGeom>
              <a:avLst/>
              <a:gdLst>
                <a:gd name="connsiteX0" fmla="*/ 21 w 474859"/>
                <a:gd name="connsiteY0" fmla="*/ 41940 h 55288"/>
                <a:gd name="connsiteX1" fmla="*/ 267142 w 474859"/>
                <a:gd name="connsiteY1" fmla="*/ 12052 h 55288"/>
                <a:gd name="connsiteX2" fmla="*/ 334945 w 474859"/>
                <a:gd name="connsiteY2" fmla="*/ 424 h 55288"/>
                <a:gd name="connsiteX3" fmla="*/ 474881 w 474859"/>
                <a:gd name="connsiteY3" fmla="*/ 48582 h 552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4859" h="55288">
                  <a:moveTo>
                    <a:pt x="21" y="41940"/>
                  </a:moveTo>
                  <a:cubicBezTo>
                    <a:pt x="93281" y="76302"/>
                    <a:pt x="178807" y="36467"/>
                    <a:pt x="267142" y="12052"/>
                  </a:cubicBezTo>
                  <a:cubicBezTo>
                    <a:pt x="290295" y="5644"/>
                    <a:pt x="309766" y="-1767"/>
                    <a:pt x="334945" y="424"/>
                  </a:cubicBezTo>
                  <a:cubicBezTo>
                    <a:pt x="384982" y="4779"/>
                    <a:pt x="429494" y="48582"/>
                    <a:pt x="474881" y="48582"/>
                  </a:cubicBezTo>
                </a:path>
              </a:pathLst>
            </a:custGeom>
            <a:noFill/>
            <a:ln w="22953" cap="flat">
              <a:solidFill>
                <a:srgbClr val="000000"/>
              </a:solidFill>
              <a:custDash>
                <a:ds d="75000" sp="150000"/>
              </a:custDash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1" name="Freeform: Shape 1070">
              <a:extLst>
                <a:ext uri="{FF2B5EF4-FFF2-40B4-BE49-F238E27FC236}">
                  <a16:creationId xmlns:a16="http://schemas.microsoft.com/office/drawing/2014/main" id="{484CABB3-BBE9-51EC-A21D-02CDAC37E1C6}"/>
                </a:ext>
              </a:extLst>
            </p:cNvPr>
            <p:cNvSpPr/>
            <p:nvPr/>
          </p:nvSpPr>
          <p:spPr>
            <a:xfrm>
              <a:off x="20811291" y="18671574"/>
              <a:ext cx="188269" cy="173787"/>
            </a:xfrm>
            <a:custGeom>
              <a:avLst/>
              <a:gdLst>
                <a:gd name="connsiteX0" fmla="*/ 188175 w 188269"/>
                <a:gd name="connsiteY0" fmla="*/ 86928 h 173787"/>
                <a:gd name="connsiteX1" fmla="*/ 94041 w 188269"/>
                <a:gd name="connsiteY1" fmla="*/ 173822 h 173787"/>
                <a:gd name="connsiteX2" fmla="*/ -94 w 188269"/>
                <a:gd name="connsiteY2" fmla="*/ 86928 h 173787"/>
                <a:gd name="connsiteX3" fmla="*/ 94041 w 188269"/>
                <a:gd name="connsiteY3" fmla="*/ 34 h 173787"/>
                <a:gd name="connsiteX4" fmla="*/ 188175 w 188269"/>
                <a:gd name="connsiteY4" fmla="*/ 86928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69" h="173787">
                  <a:moveTo>
                    <a:pt x="188175" y="86928"/>
                  </a:moveTo>
                  <a:cubicBezTo>
                    <a:pt x="188175" y="134918"/>
                    <a:pt x="146030" y="173822"/>
                    <a:pt x="94041" y="173822"/>
                  </a:cubicBezTo>
                  <a:cubicBezTo>
                    <a:pt x="42051" y="173822"/>
                    <a:pt x="-94" y="134918"/>
                    <a:pt x="-94" y="86928"/>
                  </a:cubicBezTo>
                  <a:cubicBezTo>
                    <a:pt x="-94" y="38938"/>
                    <a:pt x="42052" y="34"/>
                    <a:pt x="94041" y="34"/>
                  </a:cubicBezTo>
                  <a:cubicBezTo>
                    <a:pt x="146030" y="34"/>
                    <a:pt x="188175" y="38938"/>
                    <a:pt x="188175" y="86928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2">
                    <a:lumMod val="50000"/>
                    <a:shade val="30000"/>
                    <a:satMod val="115000"/>
                  </a:schemeClr>
                </a:gs>
                <a:gs pos="50000">
                  <a:schemeClr val="bg2">
                    <a:lumMod val="50000"/>
                    <a:shade val="67500"/>
                    <a:satMod val="115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0" scaled="1"/>
              <a:tileRect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2" name="Freeform: Shape 1071">
              <a:extLst>
                <a:ext uri="{FF2B5EF4-FFF2-40B4-BE49-F238E27FC236}">
                  <a16:creationId xmlns:a16="http://schemas.microsoft.com/office/drawing/2014/main" id="{3236402E-BF6F-7A8F-326B-8242E10D26EF}"/>
                </a:ext>
              </a:extLst>
            </p:cNvPr>
            <p:cNvSpPr/>
            <p:nvPr/>
          </p:nvSpPr>
          <p:spPr>
            <a:xfrm>
              <a:off x="20956106" y="18656213"/>
              <a:ext cx="188269" cy="173787"/>
            </a:xfrm>
            <a:custGeom>
              <a:avLst/>
              <a:gdLst>
                <a:gd name="connsiteX0" fmla="*/ 188184 w 188269"/>
                <a:gd name="connsiteY0" fmla="*/ 86927 h 173787"/>
                <a:gd name="connsiteX1" fmla="*/ 94049 w 188269"/>
                <a:gd name="connsiteY1" fmla="*/ 173821 h 173787"/>
                <a:gd name="connsiteX2" fmla="*/ -86 w 188269"/>
                <a:gd name="connsiteY2" fmla="*/ 86927 h 173787"/>
                <a:gd name="connsiteX3" fmla="*/ 94049 w 188269"/>
                <a:gd name="connsiteY3" fmla="*/ 33 h 173787"/>
                <a:gd name="connsiteX4" fmla="*/ 188184 w 188269"/>
                <a:gd name="connsiteY4" fmla="*/ 86927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69" h="173787">
                  <a:moveTo>
                    <a:pt x="188184" y="86927"/>
                  </a:moveTo>
                  <a:cubicBezTo>
                    <a:pt x="188184" y="134917"/>
                    <a:pt x="146038" y="173821"/>
                    <a:pt x="94049" y="173821"/>
                  </a:cubicBezTo>
                  <a:cubicBezTo>
                    <a:pt x="42060" y="173821"/>
                    <a:pt x="-86" y="134917"/>
                    <a:pt x="-86" y="86927"/>
                  </a:cubicBezTo>
                  <a:cubicBezTo>
                    <a:pt x="-86" y="38937"/>
                    <a:pt x="42060" y="33"/>
                    <a:pt x="94049" y="33"/>
                  </a:cubicBezTo>
                  <a:cubicBezTo>
                    <a:pt x="146039" y="33"/>
                    <a:pt x="188184" y="38937"/>
                    <a:pt x="188184" y="86927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2">
                    <a:lumMod val="50000"/>
                    <a:shade val="30000"/>
                    <a:satMod val="115000"/>
                  </a:schemeClr>
                </a:gs>
                <a:gs pos="50000">
                  <a:schemeClr val="bg2">
                    <a:lumMod val="50000"/>
                    <a:shade val="67500"/>
                    <a:satMod val="115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0" scaled="1"/>
              <a:tileRect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3" name="Freeform: Shape 1072">
              <a:extLst>
                <a:ext uri="{FF2B5EF4-FFF2-40B4-BE49-F238E27FC236}">
                  <a16:creationId xmlns:a16="http://schemas.microsoft.com/office/drawing/2014/main" id="{3F97C147-1DB4-F8A5-C263-5CC40E50A065}"/>
                </a:ext>
              </a:extLst>
            </p:cNvPr>
            <p:cNvSpPr/>
            <p:nvPr/>
          </p:nvSpPr>
          <p:spPr>
            <a:xfrm>
              <a:off x="21095811" y="18664775"/>
              <a:ext cx="188269" cy="173787"/>
            </a:xfrm>
            <a:custGeom>
              <a:avLst/>
              <a:gdLst>
                <a:gd name="connsiteX0" fmla="*/ 188192 w 188269"/>
                <a:gd name="connsiteY0" fmla="*/ 86927 h 173787"/>
                <a:gd name="connsiteX1" fmla="*/ 94058 w 188269"/>
                <a:gd name="connsiteY1" fmla="*/ 173821 h 173787"/>
                <a:gd name="connsiteX2" fmla="*/ -77 w 188269"/>
                <a:gd name="connsiteY2" fmla="*/ 86927 h 173787"/>
                <a:gd name="connsiteX3" fmla="*/ 94058 w 188269"/>
                <a:gd name="connsiteY3" fmla="*/ 33 h 173787"/>
                <a:gd name="connsiteX4" fmla="*/ 188192 w 188269"/>
                <a:gd name="connsiteY4" fmla="*/ 86927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69" h="173787">
                  <a:moveTo>
                    <a:pt x="188192" y="86927"/>
                  </a:moveTo>
                  <a:cubicBezTo>
                    <a:pt x="188192" y="134917"/>
                    <a:pt x="146047" y="173821"/>
                    <a:pt x="94058" y="173821"/>
                  </a:cubicBezTo>
                  <a:cubicBezTo>
                    <a:pt x="42068" y="173821"/>
                    <a:pt x="-77" y="134917"/>
                    <a:pt x="-77" y="86927"/>
                  </a:cubicBezTo>
                  <a:cubicBezTo>
                    <a:pt x="-77" y="38937"/>
                    <a:pt x="42069" y="33"/>
                    <a:pt x="94058" y="33"/>
                  </a:cubicBezTo>
                  <a:cubicBezTo>
                    <a:pt x="146047" y="33"/>
                    <a:pt x="188192" y="38937"/>
                    <a:pt x="188192" y="86927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2">
                    <a:lumMod val="50000"/>
                    <a:shade val="30000"/>
                    <a:satMod val="115000"/>
                  </a:schemeClr>
                </a:gs>
                <a:gs pos="50000">
                  <a:schemeClr val="bg2">
                    <a:lumMod val="50000"/>
                    <a:shade val="67500"/>
                    <a:satMod val="115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0" scaled="1"/>
              <a:tileRect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4" name="Freeform: Shape 1073">
              <a:extLst>
                <a:ext uri="{FF2B5EF4-FFF2-40B4-BE49-F238E27FC236}">
                  <a16:creationId xmlns:a16="http://schemas.microsoft.com/office/drawing/2014/main" id="{329B320E-C07C-68FB-2149-A5944DE54753}"/>
                </a:ext>
              </a:extLst>
            </p:cNvPr>
            <p:cNvSpPr/>
            <p:nvPr/>
          </p:nvSpPr>
          <p:spPr>
            <a:xfrm>
              <a:off x="21236391" y="18643412"/>
              <a:ext cx="188269" cy="173787"/>
            </a:xfrm>
            <a:custGeom>
              <a:avLst/>
              <a:gdLst>
                <a:gd name="connsiteX0" fmla="*/ 188201 w 188269"/>
                <a:gd name="connsiteY0" fmla="*/ 86926 h 173787"/>
                <a:gd name="connsiteX1" fmla="*/ 94066 w 188269"/>
                <a:gd name="connsiteY1" fmla="*/ 173820 h 173787"/>
                <a:gd name="connsiteX2" fmla="*/ -68 w 188269"/>
                <a:gd name="connsiteY2" fmla="*/ 86926 h 173787"/>
                <a:gd name="connsiteX3" fmla="*/ 94066 w 188269"/>
                <a:gd name="connsiteY3" fmla="*/ 32 h 173787"/>
                <a:gd name="connsiteX4" fmla="*/ 188201 w 188269"/>
                <a:gd name="connsiteY4" fmla="*/ 86926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69" h="173787">
                  <a:moveTo>
                    <a:pt x="188201" y="86926"/>
                  </a:moveTo>
                  <a:cubicBezTo>
                    <a:pt x="188201" y="134916"/>
                    <a:pt x="146055" y="173820"/>
                    <a:pt x="94066" y="173820"/>
                  </a:cubicBezTo>
                  <a:cubicBezTo>
                    <a:pt x="42077" y="173820"/>
                    <a:pt x="-68" y="134916"/>
                    <a:pt x="-68" y="86926"/>
                  </a:cubicBezTo>
                  <a:cubicBezTo>
                    <a:pt x="-68" y="38936"/>
                    <a:pt x="42077" y="32"/>
                    <a:pt x="94066" y="32"/>
                  </a:cubicBezTo>
                  <a:cubicBezTo>
                    <a:pt x="146056" y="32"/>
                    <a:pt x="188201" y="38936"/>
                    <a:pt x="188201" y="86926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2">
                    <a:lumMod val="50000"/>
                    <a:shade val="30000"/>
                    <a:satMod val="115000"/>
                  </a:schemeClr>
                </a:gs>
                <a:gs pos="50000">
                  <a:schemeClr val="bg2">
                    <a:lumMod val="50000"/>
                    <a:shade val="67500"/>
                    <a:satMod val="115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0" scaled="1"/>
              <a:tileRect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5" name="Freeform: Shape 1074">
              <a:extLst>
                <a:ext uri="{FF2B5EF4-FFF2-40B4-BE49-F238E27FC236}">
                  <a16:creationId xmlns:a16="http://schemas.microsoft.com/office/drawing/2014/main" id="{076CCBB3-8E50-EA64-0D4A-C0A6D1949DF7}"/>
                </a:ext>
              </a:extLst>
            </p:cNvPr>
            <p:cNvSpPr/>
            <p:nvPr/>
          </p:nvSpPr>
          <p:spPr>
            <a:xfrm>
              <a:off x="21370986" y="18709099"/>
              <a:ext cx="188269" cy="173787"/>
            </a:xfrm>
            <a:custGeom>
              <a:avLst/>
              <a:gdLst>
                <a:gd name="connsiteX0" fmla="*/ 188209 w 188269"/>
                <a:gd name="connsiteY0" fmla="*/ 86930 h 173787"/>
                <a:gd name="connsiteX1" fmla="*/ 94074 w 188269"/>
                <a:gd name="connsiteY1" fmla="*/ 173824 h 173787"/>
                <a:gd name="connsiteX2" fmla="*/ -60 w 188269"/>
                <a:gd name="connsiteY2" fmla="*/ 86930 h 173787"/>
                <a:gd name="connsiteX3" fmla="*/ 94074 w 188269"/>
                <a:gd name="connsiteY3" fmla="*/ 36 h 173787"/>
                <a:gd name="connsiteX4" fmla="*/ 188209 w 188269"/>
                <a:gd name="connsiteY4" fmla="*/ 86930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69" h="173787">
                  <a:moveTo>
                    <a:pt x="188209" y="86930"/>
                  </a:moveTo>
                  <a:cubicBezTo>
                    <a:pt x="188209" y="134920"/>
                    <a:pt x="146063" y="173824"/>
                    <a:pt x="94074" y="173824"/>
                  </a:cubicBezTo>
                  <a:cubicBezTo>
                    <a:pt x="42085" y="173824"/>
                    <a:pt x="-60" y="134920"/>
                    <a:pt x="-60" y="86930"/>
                  </a:cubicBezTo>
                  <a:cubicBezTo>
                    <a:pt x="-60" y="38940"/>
                    <a:pt x="42085" y="36"/>
                    <a:pt x="94074" y="36"/>
                  </a:cubicBezTo>
                  <a:cubicBezTo>
                    <a:pt x="146064" y="36"/>
                    <a:pt x="188209" y="38940"/>
                    <a:pt x="188209" y="8693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2">
                    <a:lumMod val="50000"/>
                    <a:shade val="30000"/>
                    <a:satMod val="115000"/>
                  </a:schemeClr>
                </a:gs>
                <a:gs pos="50000">
                  <a:schemeClr val="bg2">
                    <a:lumMod val="50000"/>
                    <a:shade val="67500"/>
                    <a:satMod val="115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0" scaled="1"/>
              <a:tileRect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6" name="Freeform: Shape 1075">
              <a:extLst>
                <a:ext uri="{FF2B5EF4-FFF2-40B4-BE49-F238E27FC236}">
                  <a16:creationId xmlns:a16="http://schemas.microsoft.com/office/drawing/2014/main" id="{A8BDE6BF-9DBC-7819-7AB9-1C747ECD5A42}"/>
                </a:ext>
              </a:extLst>
            </p:cNvPr>
            <p:cNvSpPr/>
            <p:nvPr/>
          </p:nvSpPr>
          <p:spPr>
            <a:xfrm>
              <a:off x="21506456" y="18656213"/>
              <a:ext cx="188269" cy="173787"/>
            </a:xfrm>
            <a:custGeom>
              <a:avLst/>
              <a:gdLst>
                <a:gd name="connsiteX0" fmla="*/ 188217 w 188269"/>
                <a:gd name="connsiteY0" fmla="*/ 86927 h 173787"/>
                <a:gd name="connsiteX1" fmla="*/ 94083 w 188269"/>
                <a:gd name="connsiteY1" fmla="*/ 173821 h 173787"/>
                <a:gd name="connsiteX2" fmla="*/ -52 w 188269"/>
                <a:gd name="connsiteY2" fmla="*/ 86927 h 173787"/>
                <a:gd name="connsiteX3" fmla="*/ 94083 w 188269"/>
                <a:gd name="connsiteY3" fmla="*/ 33 h 173787"/>
                <a:gd name="connsiteX4" fmla="*/ 188217 w 188269"/>
                <a:gd name="connsiteY4" fmla="*/ 86927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69" h="173787">
                  <a:moveTo>
                    <a:pt x="188217" y="86927"/>
                  </a:moveTo>
                  <a:cubicBezTo>
                    <a:pt x="188217" y="134917"/>
                    <a:pt x="146072" y="173821"/>
                    <a:pt x="94083" y="173821"/>
                  </a:cubicBezTo>
                  <a:cubicBezTo>
                    <a:pt x="42093" y="173821"/>
                    <a:pt x="-52" y="134917"/>
                    <a:pt x="-52" y="86927"/>
                  </a:cubicBezTo>
                  <a:cubicBezTo>
                    <a:pt x="-52" y="38937"/>
                    <a:pt x="42094" y="33"/>
                    <a:pt x="94083" y="33"/>
                  </a:cubicBezTo>
                  <a:cubicBezTo>
                    <a:pt x="146072" y="33"/>
                    <a:pt x="188217" y="38937"/>
                    <a:pt x="188217" y="86927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2">
                    <a:lumMod val="50000"/>
                    <a:shade val="30000"/>
                    <a:satMod val="115000"/>
                  </a:schemeClr>
                </a:gs>
                <a:gs pos="50000">
                  <a:schemeClr val="bg2">
                    <a:lumMod val="50000"/>
                    <a:shade val="67500"/>
                    <a:satMod val="115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0" scaled="1"/>
              <a:tileRect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5" name="Freeform: Shape 1104">
              <a:extLst>
                <a:ext uri="{FF2B5EF4-FFF2-40B4-BE49-F238E27FC236}">
                  <a16:creationId xmlns:a16="http://schemas.microsoft.com/office/drawing/2014/main" id="{283B34DD-003D-F670-6740-2078DAA3B99F}"/>
                </a:ext>
              </a:extLst>
            </p:cNvPr>
            <p:cNvSpPr/>
            <p:nvPr/>
          </p:nvSpPr>
          <p:spPr>
            <a:xfrm>
              <a:off x="21651271" y="18684375"/>
              <a:ext cx="188269" cy="173787"/>
            </a:xfrm>
            <a:custGeom>
              <a:avLst/>
              <a:gdLst>
                <a:gd name="connsiteX0" fmla="*/ 188226 w 188269"/>
                <a:gd name="connsiteY0" fmla="*/ 86928 h 173787"/>
                <a:gd name="connsiteX1" fmla="*/ 94091 w 188269"/>
                <a:gd name="connsiteY1" fmla="*/ 173822 h 173787"/>
                <a:gd name="connsiteX2" fmla="*/ -43 w 188269"/>
                <a:gd name="connsiteY2" fmla="*/ 86928 h 173787"/>
                <a:gd name="connsiteX3" fmla="*/ 94091 w 188269"/>
                <a:gd name="connsiteY3" fmla="*/ 35 h 173787"/>
                <a:gd name="connsiteX4" fmla="*/ 188226 w 188269"/>
                <a:gd name="connsiteY4" fmla="*/ 86928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69" h="173787">
                  <a:moveTo>
                    <a:pt x="188226" y="86928"/>
                  </a:moveTo>
                  <a:cubicBezTo>
                    <a:pt x="188226" y="134919"/>
                    <a:pt x="146080" y="173822"/>
                    <a:pt x="94091" y="173822"/>
                  </a:cubicBezTo>
                  <a:cubicBezTo>
                    <a:pt x="42102" y="173822"/>
                    <a:pt x="-43" y="134919"/>
                    <a:pt x="-43" y="86928"/>
                  </a:cubicBezTo>
                  <a:cubicBezTo>
                    <a:pt x="-43" y="38938"/>
                    <a:pt x="42102" y="35"/>
                    <a:pt x="94091" y="35"/>
                  </a:cubicBezTo>
                  <a:cubicBezTo>
                    <a:pt x="146081" y="35"/>
                    <a:pt x="188226" y="38938"/>
                    <a:pt x="188226" y="86928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2">
                    <a:lumMod val="50000"/>
                    <a:shade val="30000"/>
                    <a:satMod val="115000"/>
                  </a:schemeClr>
                </a:gs>
                <a:gs pos="50000">
                  <a:schemeClr val="bg2">
                    <a:lumMod val="50000"/>
                    <a:shade val="67500"/>
                    <a:satMod val="115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0" scaled="1"/>
              <a:tileRect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6" name="Freeform: Shape 1105">
              <a:extLst>
                <a:ext uri="{FF2B5EF4-FFF2-40B4-BE49-F238E27FC236}">
                  <a16:creationId xmlns:a16="http://schemas.microsoft.com/office/drawing/2014/main" id="{5C09A87A-20F1-9173-A84C-569674158E26}"/>
                </a:ext>
              </a:extLst>
            </p:cNvPr>
            <p:cNvSpPr/>
            <p:nvPr/>
          </p:nvSpPr>
          <p:spPr>
            <a:xfrm>
              <a:off x="21811460" y="18628051"/>
              <a:ext cx="188269" cy="173787"/>
            </a:xfrm>
            <a:custGeom>
              <a:avLst/>
              <a:gdLst>
                <a:gd name="connsiteX0" fmla="*/ 188236 w 188269"/>
                <a:gd name="connsiteY0" fmla="*/ 86925 h 173787"/>
                <a:gd name="connsiteX1" fmla="*/ 94101 w 188269"/>
                <a:gd name="connsiteY1" fmla="*/ 173819 h 173787"/>
                <a:gd name="connsiteX2" fmla="*/ -34 w 188269"/>
                <a:gd name="connsiteY2" fmla="*/ 86925 h 173787"/>
                <a:gd name="connsiteX3" fmla="*/ 94101 w 188269"/>
                <a:gd name="connsiteY3" fmla="*/ 31 h 173787"/>
                <a:gd name="connsiteX4" fmla="*/ 188236 w 188269"/>
                <a:gd name="connsiteY4" fmla="*/ 86925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69" h="173787">
                  <a:moveTo>
                    <a:pt x="188236" y="86925"/>
                  </a:moveTo>
                  <a:cubicBezTo>
                    <a:pt x="188236" y="134915"/>
                    <a:pt x="146090" y="173819"/>
                    <a:pt x="94101" y="173819"/>
                  </a:cubicBezTo>
                  <a:cubicBezTo>
                    <a:pt x="42111" y="173819"/>
                    <a:pt x="-34" y="134915"/>
                    <a:pt x="-34" y="86925"/>
                  </a:cubicBezTo>
                  <a:cubicBezTo>
                    <a:pt x="-34" y="38935"/>
                    <a:pt x="42112" y="31"/>
                    <a:pt x="94101" y="31"/>
                  </a:cubicBezTo>
                  <a:cubicBezTo>
                    <a:pt x="146090" y="31"/>
                    <a:pt x="188236" y="38935"/>
                    <a:pt x="188236" y="86925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2">
                    <a:lumMod val="50000"/>
                    <a:shade val="30000"/>
                    <a:satMod val="115000"/>
                  </a:schemeClr>
                </a:gs>
                <a:gs pos="50000">
                  <a:schemeClr val="bg2">
                    <a:lumMod val="50000"/>
                    <a:shade val="67500"/>
                    <a:satMod val="115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0" scaled="1"/>
              <a:tileRect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8" name="Freeform: Shape 1127">
              <a:extLst>
                <a:ext uri="{FF2B5EF4-FFF2-40B4-BE49-F238E27FC236}">
                  <a16:creationId xmlns:a16="http://schemas.microsoft.com/office/drawing/2014/main" id="{E035B43E-2F46-F75C-E3FA-1F44A9664A45}"/>
                </a:ext>
              </a:extLst>
            </p:cNvPr>
            <p:cNvSpPr/>
            <p:nvPr/>
          </p:nvSpPr>
          <p:spPr>
            <a:xfrm>
              <a:off x="21953743" y="18696297"/>
              <a:ext cx="188269" cy="173787"/>
            </a:xfrm>
            <a:custGeom>
              <a:avLst/>
              <a:gdLst>
                <a:gd name="connsiteX0" fmla="*/ 188244 w 188269"/>
                <a:gd name="connsiteY0" fmla="*/ 86929 h 173787"/>
                <a:gd name="connsiteX1" fmla="*/ 94110 w 188269"/>
                <a:gd name="connsiteY1" fmla="*/ 173823 h 173787"/>
                <a:gd name="connsiteX2" fmla="*/ -25 w 188269"/>
                <a:gd name="connsiteY2" fmla="*/ 86929 h 173787"/>
                <a:gd name="connsiteX3" fmla="*/ 94110 w 188269"/>
                <a:gd name="connsiteY3" fmla="*/ 35 h 173787"/>
                <a:gd name="connsiteX4" fmla="*/ 188244 w 188269"/>
                <a:gd name="connsiteY4" fmla="*/ 86929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69" h="173787">
                  <a:moveTo>
                    <a:pt x="188244" y="86929"/>
                  </a:moveTo>
                  <a:cubicBezTo>
                    <a:pt x="188244" y="134919"/>
                    <a:pt x="146099" y="173823"/>
                    <a:pt x="94110" y="173823"/>
                  </a:cubicBezTo>
                  <a:cubicBezTo>
                    <a:pt x="42120" y="173823"/>
                    <a:pt x="-25" y="134919"/>
                    <a:pt x="-25" y="86929"/>
                  </a:cubicBezTo>
                  <a:cubicBezTo>
                    <a:pt x="-25" y="38939"/>
                    <a:pt x="42121" y="35"/>
                    <a:pt x="94110" y="35"/>
                  </a:cubicBezTo>
                  <a:cubicBezTo>
                    <a:pt x="146099" y="35"/>
                    <a:pt x="188244" y="38939"/>
                    <a:pt x="188244" y="86929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2">
                    <a:lumMod val="50000"/>
                    <a:shade val="30000"/>
                    <a:satMod val="115000"/>
                  </a:schemeClr>
                </a:gs>
                <a:gs pos="50000">
                  <a:schemeClr val="bg2">
                    <a:lumMod val="50000"/>
                    <a:shade val="67500"/>
                    <a:satMod val="115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0" scaled="1"/>
              <a:tileRect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9" name="Freeform: Shape 1128">
              <a:extLst>
                <a:ext uri="{FF2B5EF4-FFF2-40B4-BE49-F238E27FC236}">
                  <a16:creationId xmlns:a16="http://schemas.microsoft.com/office/drawing/2014/main" id="{11B08CFB-E70F-39E8-BB1F-30A95716275A}"/>
                </a:ext>
              </a:extLst>
            </p:cNvPr>
            <p:cNvSpPr/>
            <p:nvPr/>
          </p:nvSpPr>
          <p:spPr>
            <a:xfrm>
              <a:off x="22100214" y="18632295"/>
              <a:ext cx="188269" cy="173787"/>
            </a:xfrm>
            <a:custGeom>
              <a:avLst/>
              <a:gdLst>
                <a:gd name="connsiteX0" fmla="*/ 188253 w 188269"/>
                <a:gd name="connsiteY0" fmla="*/ 86925 h 173787"/>
                <a:gd name="connsiteX1" fmla="*/ 94118 w 188269"/>
                <a:gd name="connsiteY1" fmla="*/ 173819 h 173787"/>
                <a:gd name="connsiteX2" fmla="*/ -17 w 188269"/>
                <a:gd name="connsiteY2" fmla="*/ 86925 h 173787"/>
                <a:gd name="connsiteX3" fmla="*/ 94118 w 188269"/>
                <a:gd name="connsiteY3" fmla="*/ 31 h 173787"/>
                <a:gd name="connsiteX4" fmla="*/ 188253 w 188269"/>
                <a:gd name="connsiteY4" fmla="*/ 86925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69" h="173787">
                  <a:moveTo>
                    <a:pt x="188253" y="86925"/>
                  </a:moveTo>
                  <a:cubicBezTo>
                    <a:pt x="188253" y="134915"/>
                    <a:pt x="146107" y="173819"/>
                    <a:pt x="94118" y="173819"/>
                  </a:cubicBezTo>
                  <a:cubicBezTo>
                    <a:pt x="42128" y="173819"/>
                    <a:pt x="-17" y="134915"/>
                    <a:pt x="-17" y="86925"/>
                  </a:cubicBezTo>
                  <a:cubicBezTo>
                    <a:pt x="-17" y="38935"/>
                    <a:pt x="42129" y="31"/>
                    <a:pt x="94118" y="31"/>
                  </a:cubicBezTo>
                  <a:cubicBezTo>
                    <a:pt x="146108" y="31"/>
                    <a:pt x="188253" y="38935"/>
                    <a:pt x="188253" y="86925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2">
                    <a:lumMod val="50000"/>
                    <a:shade val="30000"/>
                    <a:satMod val="115000"/>
                  </a:schemeClr>
                </a:gs>
                <a:gs pos="50000">
                  <a:schemeClr val="bg2">
                    <a:lumMod val="50000"/>
                    <a:shade val="67500"/>
                    <a:satMod val="115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0" scaled="1"/>
              <a:tileRect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3" name="Freeform: Shape 1432">
              <a:extLst>
                <a:ext uri="{FF2B5EF4-FFF2-40B4-BE49-F238E27FC236}">
                  <a16:creationId xmlns:a16="http://schemas.microsoft.com/office/drawing/2014/main" id="{E61E5D08-1D4D-17B0-8BE0-DEA408DF8432}"/>
                </a:ext>
              </a:extLst>
            </p:cNvPr>
            <p:cNvSpPr/>
            <p:nvPr/>
          </p:nvSpPr>
          <p:spPr>
            <a:xfrm>
              <a:off x="22250184" y="18635734"/>
              <a:ext cx="188269" cy="173787"/>
            </a:xfrm>
            <a:custGeom>
              <a:avLst/>
              <a:gdLst>
                <a:gd name="connsiteX0" fmla="*/ 188262 w 188269"/>
                <a:gd name="connsiteY0" fmla="*/ 86926 h 173787"/>
                <a:gd name="connsiteX1" fmla="*/ 94128 w 188269"/>
                <a:gd name="connsiteY1" fmla="*/ 173819 h 173787"/>
                <a:gd name="connsiteX2" fmla="*/ -7 w 188269"/>
                <a:gd name="connsiteY2" fmla="*/ 86926 h 173787"/>
                <a:gd name="connsiteX3" fmla="*/ 94128 w 188269"/>
                <a:gd name="connsiteY3" fmla="*/ 32 h 173787"/>
                <a:gd name="connsiteX4" fmla="*/ 188262 w 188269"/>
                <a:gd name="connsiteY4" fmla="*/ 86926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69" h="173787">
                  <a:moveTo>
                    <a:pt x="188262" y="86926"/>
                  </a:moveTo>
                  <a:cubicBezTo>
                    <a:pt x="188262" y="134916"/>
                    <a:pt x="146117" y="173819"/>
                    <a:pt x="94128" y="173819"/>
                  </a:cubicBezTo>
                  <a:cubicBezTo>
                    <a:pt x="42138" y="173819"/>
                    <a:pt x="-7" y="134916"/>
                    <a:pt x="-7" y="86926"/>
                  </a:cubicBezTo>
                  <a:cubicBezTo>
                    <a:pt x="-7" y="38936"/>
                    <a:pt x="42139" y="32"/>
                    <a:pt x="94128" y="32"/>
                  </a:cubicBezTo>
                  <a:cubicBezTo>
                    <a:pt x="146117" y="32"/>
                    <a:pt x="188262" y="38936"/>
                    <a:pt x="188262" y="86926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2">
                    <a:lumMod val="50000"/>
                    <a:shade val="30000"/>
                    <a:satMod val="115000"/>
                  </a:schemeClr>
                </a:gs>
                <a:gs pos="50000">
                  <a:schemeClr val="bg2">
                    <a:lumMod val="50000"/>
                    <a:shade val="67500"/>
                    <a:satMod val="115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0" scaled="1"/>
              <a:tileRect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4" name="Freeform: Shape 1433">
              <a:extLst>
                <a:ext uri="{FF2B5EF4-FFF2-40B4-BE49-F238E27FC236}">
                  <a16:creationId xmlns:a16="http://schemas.microsoft.com/office/drawing/2014/main" id="{6BE4C629-ADFB-5A4F-436F-BAC6ED6177DE}"/>
                </a:ext>
              </a:extLst>
            </p:cNvPr>
            <p:cNvSpPr/>
            <p:nvPr/>
          </p:nvSpPr>
          <p:spPr>
            <a:xfrm>
              <a:off x="22405218" y="18612691"/>
              <a:ext cx="188269" cy="173787"/>
            </a:xfrm>
            <a:custGeom>
              <a:avLst/>
              <a:gdLst>
                <a:gd name="connsiteX0" fmla="*/ 188271 w 188269"/>
                <a:gd name="connsiteY0" fmla="*/ 86924 h 173787"/>
                <a:gd name="connsiteX1" fmla="*/ 94137 w 188269"/>
                <a:gd name="connsiteY1" fmla="*/ 173818 h 173787"/>
                <a:gd name="connsiteX2" fmla="*/ 2 w 188269"/>
                <a:gd name="connsiteY2" fmla="*/ 86924 h 173787"/>
                <a:gd name="connsiteX3" fmla="*/ 94137 w 188269"/>
                <a:gd name="connsiteY3" fmla="*/ 30 h 173787"/>
                <a:gd name="connsiteX4" fmla="*/ 188271 w 188269"/>
                <a:gd name="connsiteY4" fmla="*/ 86924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69" h="173787">
                  <a:moveTo>
                    <a:pt x="188271" y="86924"/>
                  </a:moveTo>
                  <a:cubicBezTo>
                    <a:pt x="188271" y="134914"/>
                    <a:pt x="146126" y="173818"/>
                    <a:pt x="94137" y="173818"/>
                  </a:cubicBezTo>
                  <a:cubicBezTo>
                    <a:pt x="42147" y="173818"/>
                    <a:pt x="2" y="134914"/>
                    <a:pt x="2" y="86924"/>
                  </a:cubicBezTo>
                  <a:cubicBezTo>
                    <a:pt x="2" y="38934"/>
                    <a:pt x="42148" y="30"/>
                    <a:pt x="94137" y="30"/>
                  </a:cubicBezTo>
                  <a:cubicBezTo>
                    <a:pt x="146126" y="30"/>
                    <a:pt x="188271" y="38934"/>
                    <a:pt x="188271" y="86924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2">
                    <a:lumMod val="50000"/>
                    <a:shade val="30000"/>
                    <a:satMod val="115000"/>
                  </a:schemeClr>
                </a:gs>
                <a:gs pos="50000">
                  <a:schemeClr val="bg2">
                    <a:lumMod val="50000"/>
                    <a:shade val="67500"/>
                    <a:satMod val="115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0" scaled="1"/>
              <a:tileRect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5" name="Freeform: Shape 1434">
              <a:extLst>
                <a:ext uri="{FF2B5EF4-FFF2-40B4-BE49-F238E27FC236}">
                  <a16:creationId xmlns:a16="http://schemas.microsoft.com/office/drawing/2014/main" id="{1F965150-FD5C-1075-B8EE-D4A8285F70ED}"/>
                </a:ext>
              </a:extLst>
            </p:cNvPr>
            <p:cNvSpPr/>
            <p:nvPr/>
          </p:nvSpPr>
          <p:spPr>
            <a:xfrm rot="16229754">
              <a:off x="20811732" y="18514797"/>
              <a:ext cx="188270" cy="173787"/>
            </a:xfrm>
            <a:custGeom>
              <a:avLst/>
              <a:gdLst>
                <a:gd name="connsiteX0" fmla="*/ 188379 w 188270"/>
                <a:gd name="connsiteY0" fmla="*/ 86829 h 173787"/>
                <a:gd name="connsiteX1" fmla="*/ 94244 w 188270"/>
                <a:gd name="connsiteY1" fmla="*/ 173723 h 173787"/>
                <a:gd name="connsiteX2" fmla="*/ 109 w 188270"/>
                <a:gd name="connsiteY2" fmla="*/ 86829 h 173787"/>
                <a:gd name="connsiteX3" fmla="*/ 94244 w 188270"/>
                <a:gd name="connsiteY3" fmla="*/ -65 h 173787"/>
                <a:gd name="connsiteX4" fmla="*/ 188379 w 188270"/>
                <a:gd name="connsiteY4" fmla="*/ 86829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379" y="86829"/>
                  </a:moveTo>
                  <a:cubicBezTo>
                    <a:pt x="188379" y="134819"/>
                    <a:pt x="146233" y="173723"/>
                    <a:pt x="94244" y="173723"/>
                  </a:cubicBezTo>
                  <a:cubicBezTo>
                    <a:pt x="42254" y="173723"/>
                    <a:pt x="109" y="134819"/>
                    <a:pt x="109" y="86829"/>
                  </a:cubicBezTo>
                  <a:cubicBezTo>
                    <a:pt x="109" y="38839"/>
                    <a:pt x="42254" y="-65"/>
                    <a:pt x="94244" y="-65"/>
                  </a:cubicBezTo>
                  <a:cubicBezTo>
                    <a:pt x="146233" y="-65"/>
                    <a:pt x="188379" y="38839"/>
                    <a:pt x="188379" y="86829"/>
                  </a:cubicBezTo>
                  <a:close/>
                </a:path>
              </a:pathLst>
            </a:custGeom>
            <a:gradFill>
              <a:gsLst>
                <a:gs pos="0">
                  <a:srgbClr val="FF6600"/>
                </a:gs>
                <a:gs pos="50000">
                  <a:srgbClr val="FF6600">
                    <a:alpha val="49804"/>
                  </a:srgbClr>
                </a:gs>
                <a:gs pos="100000">
                  <a:srgbClr val="FF6600">
                    <a:alpha val="0"/>
                  </a:srgbClr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8" name="Freeform: Shape 1437">
              <a:extLst>
                <a:ext uri="{FF2B5EF4-FFF2-40B4-BE49-F238E27FC236}">
                  <a16:creationId xmlns:a16="http://schemas.microsoft.com/office/drawing/2014/main" id="{CFAC92DD-1340-4C00-E9AA-597A9B84DE43}"/>
                </a:ext>
              </a:extLst>
            </p:cNvPr>
            <p:cNvSpPr/>
            <p:nvPr/>
          </p:nvSpPr>
          <p:spPr>
            <a:xfrm rot="16229754">
              <a:off x="20820185" y="18341261"/>
              <a:ext cx="188270" cy="173787"/>
            </a:xfrm>
            <a:custGeom>
              <a:avLst/>
              <a:gdLst>
                <a:gd name="connsiteX0" fmla="*/ 188376 w 188270"/>
                <a:gd name="connsiteY0" fmla="*/ 86814 h 173787"/>
                <a:gd name="connsiteX1" fmla="*/ 94241 w 188270"/>
                <a:gd name="connsiteY1" fmla="*/ 173708 h 173787"/>
                <a:gd name="connsiteX2" fmla="*/ 105 w 188270"/>
                <a:gd name="connsiteY2" fmla="*/ 86814 h 173787"/>
                <a:gd name="connsiteX3" fmla="*/ 94241 w 188270"/>
                <a:gd name="connsiteY3" fmla="*/ -79 h 173787"/>
                <a:gd name="connsiteX4" fmla="*/ 188376 w 188270"/>
                <a:gd name="connsiteY4" fmla="*/ 86814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376" y="86814"/>
                  </a:moveTo>
                  <a:cubicBezTo>
                    <a:pt x="188376" y="134805"/>
                    <a:pt x="146230" y="173708"/>
                    <a:pt x="94241" y="173708"/>
                  </a:cubicBezTo>
                  <a:cubicBezTo>
                    <a:pt x="42251" y="173708"/>
                    <a:pt x="105" y="134805"/>
                    <a:pt x="105" y="86814"/>
                  </a:cubicBezTo>
                  <a:cubicBezTo>
                    <a:pt x="105" y="38824"/>
                    <a:pt x="42251" y="-79"/>
                    <a:pt x="94241" y="-79"/>
                  </a:cubicBezTo>
                  <a:cubicBezTo>
                    <a:pt x="146230" y="-79"/>
                    <a:pt x="188376" y="38824"/>
                    <a:pt x="188376" y="86814"/>
                  </a:cubicBezTo>
                  <a:close/>
                </a:path>
              </a:pathLst>
            </a:custGeom>
            <a:gradFill>
              <a:gsLst>
                <a:gs pos="0">
                  <a:srgbClr val="FF6600"/>
                </a:gs>
                <a:gs pos="50000">
                  <a:srgbClr val="FF6600">
                    <a:alpha val="49804"/>
                  </a:srgbClr>
                </a:gs>
                <a:gs pos="100000">
                  <a:srgbClr val="FF6600">
                    <a:alpha val="0"/>
                  </a:srgbClr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6" name="Freeform: Shape 1445">
              <a:extLst>
                <a:ext uri="{FF2B5EF4-FFF2-40B4-BE49-F238E27FC236}">
                  <a16:creationId xmlns:a16="http://schemas.microsoft.com/office/drawing/2014/main" id="{9CEFF544-F075-E10A-D74A-9222BF622161}"/>
                </a:ext>
              </a:extLst>
            </p:cNvPr>
            <p:cNvSpPr/>
            <p:nvPr/>
          </p:nvSpPr>
          <p:spPr>
            <a:xfrm rot="16229754">
              <a:off x="20850379" y="18192698"/>
              <a:ext cx="188270" cy="173787"/>
            </a:xfrm>
            <a:custGeom>
              <a:avLst/>
              <a:gdLst>
                <a:gd name="connsiteX0" fmla="*/ 188375 w 188270"/>
                <a:gd name="connsiteY0" fmla="*/ 86802 h 173787"/>
                <a:gd name="connsiteX1" fmla="*/ 94240 w 188270"/>
                <a:gd name="connsiteY1" fmla="*/ 173696 h 173787"/>
                <a:gd name="connsiteX2" fmla="*/ 105 w 188270"/>
                <a:gd name="connsiteY2" fmla="*/ 86802 h 173787"/>
                <a:gd name="connsiteX3" fmla="*/ 94240 w 188270"/>
                <a:gd name="connsiteY3" fmla="*/ -92 h 173787"/>
                <a:gd name="connsiteX4" fmla="*/ 188375 w 188270"/>
                <a:gd name="connsiteY4" fmla="*/ 86802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375" y="86802"/>
                  </a:moveTo>
                  <a:cubicBezTo>
                    <a:pt x="188375" y="134792"/>
                    <a:pt x="146229" y="173696"/>
                    <a:pt x="94240" y="173696"/>
                  </a:cubicBezTo>
                  <a:cubicBezTo>
                    <a:pt x="42251" y="173696"/>
                    <a:pt x="105" y="134792"/>
                    <a:pt x="105" y="86802"/>
                  </a:cubicBezTo>
                  <a:cubicBezTo>
                    <a:pt x="105" y="38812"/>
                    <a:pt x="42251" y="-92"/>
                    <a:pt x="94240" y="-92"/>
                  </a:cubicBezTo>
                  <a:cubicBezTo>
                    <a:pt x="146229" y="-92"/>
                    <a:pt x="188375" y="38812"/>
                    <a:pt x="188375" y="86802"/>
                  </a:cubicBezTo>
                  <a:close/>
                </a:path>
              </a:pathLst>
            </a:custGeom>
            <a:gradFill>
              <a:gsLst>
                <a:gs pos="0">
                  <a:srgbClr val="FF6600"/>
                </a:gs>
                <a:gs pos="50000">
                  <a:srgbClr val="FF6600">
                    <a:alpha val="49804"/>
                  </a:srgbClr>
                </a:gs>
                <a:gs pos="100000">
                  <a:srgbClr val="FF6600">
                    <a:alpha val="0"/>
                  </a:srgbClr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8" name="Freeform: Shape 1447">
              <a:extLst>
                <a:ext uri="{FF2B5EF4-FFF2-40B4-BE49-F238E27FC236}">
                  <a16:creationId xmlns:a16="http://schemas.microsoft.com/office/drawing/2014/main" id="{7FD83BD2-1F67-13BF-05E6-32DFD974F0D1}"/>
                </a:ext>
              </a:extLst>
            </p:cNvPr>
            <p:cNvSpPr/>
            <p:nvPr/>
          </p:nvSpPr>
          <p:spPr>
            <a:xfrm rot="16229754">
              <a:off x="20782718" y="18058869"/>
              <a:ext cx="188270" cy="173787"/>
            </a:xfrm>
            <a:custGeom>
              <a:avLst/>
              <a:gdLst>
                <a:gd name="connsiteX0" fmla="*/ 188366 w 188270"/>
                <a:gd name="connsiteY0" fmla="*/ 86792 h 173787"/>
                <a:gd name="connsiteX1" fmla="*/ 94231 w 188270"/>
                <a:gd name="connsiteY1" fmla="*/ 173686 h 173787"/>
                <a:gd name="connsiteX2" fmla="*/ 96 w 188270"/>
                <a:gd name="connsiteY2" fmla="*/ 86792 h 173787"/>
                <a:gd name="connsiteX3" fmla="*/ 94231 w 188270"/>
                <a:gd name="connsiteY3" fmla="*/ -102 h 173787"/>
                <a:gd name="connsiteX4" fmla="*/ 188366 w 188270"/>
                <a:gd name="connsiteY4" fmla="*/ 86792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366" y="86792"/>
                  </a:moveTo>
                  <a:cubicBezTo>
                    <a:pt x="188366" y="134782"/>
                    <a:pt x="146221" y="173686"/>
                    <a:pt x="94231" y="173686"/>
                  </a:cubicBezTo>
                  <a:cubicBezTo>
                    <a:pt x="42242" y="173686"/>
                    <a:pt x="96" y="134782"/>
                    <a:pt x="96" y="86792"/>
                  </a:cubicBezTo>
                  <a:cubicBezTo>
                    <a:pt x="96" y="38802"/>
                    <a:pt x="42242" y="-102"/>
                    <a:pt x="94231" y="-102"/>
                  </a:cubicBezTo>
                  <a:cubicBezTo>
                    <a:pt x="146221" y="-102"/>
                    <a:pt x="188366" y="38802"/>
                    <a:pt x="188366" y="86792"/>
                  </a:cubicBezTo>
                  <a:close/>
                </a:path>
              </a:pathLst>
            </a:custGeom>
            <a:gradFill>
              <a:gsLst>
                <a:gs pos="0">
                  <a:srgbClr val="FF6600"/>
                </a:gs>
                <a:gs pos="50000">
                  <a:srgbClr val="FF6600">
                    <a:alpha val="49804"/>
                  </a:srgbClr>
                </a:gs>
                <a:gs pos="100000">
                  <a:srgbClr val="FF6600">
                    <a:alpha val="0"/>
                  </a:srgbClr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0" name="Freeform: Shape 1449">
              <a:extLst>
                <a:ext uri="{FF2B5EF4-FFF2-40B4-BE49-F238E27FC236}">
                  <a16:creationId xmlns:a16="http://schemas.microsoft.com/office/drawing/2014/main" id="{1F5271A8-D356-A942-7A58-B580B6006FFB}"/>
                </a:ext>
              </a:extLst>
            </p:cNvPr>
            <p:cNvSpPr/>
            <p:nvPr/>
          </p:nvSpPr>
          <p:spPr>
            <a:xfrm rot="16229754">
              <a:off x="20798460" y="17888831"/>
              <a:ext cx="188270" cy="173787"/>
            </a:xfrm>
            <a:custGeom>
              <a:avLst/>
              <a:gdLst>
                <a:gd name="connsiteX0" fmla="*/ 188364 w 188270"/>
                <a:gd name="connsiteY0" fmla="*/ 86778 h 173787"/>
                <a:gd name="connsiteX1" fmla="*/ 94229 w 188270"/>
                <a:gd name="connsiteY1" fmla="*/ 173672 h 173787"/>
                <a:gd name="connsiteX2" fmla="*/ 94 w 188270"/>
                <a:gd name="connsiteY2" fmla="*/ 86778 h 173787"/>
                <a:gd name="connsiteX3" fmla="*/ 94229 w 188270"/>
                <a:gd name="connsiteY3" fmla="*/ -116 h 173787"/>
                <a:gd name="connsiteX4" fmla="*/ 188364 w 188270"/>
                <a:gd name="connsiteY4" fmla="*/ 86778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364" y="86778"/>
                  </a:moveTo>
                  <a:cubicBezTo>
                    <a:pt x="188364" y="134769"/>
                    <a:pt x="146218" y="173672"/>
                    <a:pt x="94229" y="173672"/>
                  </a:cubicBezTo>
                  <a:cubicBezTo>
                    <a:pt x="42240" y="173672"/>
                    <a:pt x="94" y="134769"/>
                    <a:pt x="94" y="86778"/>
                  </a:cubicBezTo>
                  <a:cubicBezTo>
                    <a:pt x="94" y="38788"/>
                    <a:pt x="42240" y="-116"/>
                    <a:pt x="94229" y="-116"/>
                  </a:cubicBezTo>
                  <a:cubicBezTo>
                    <a:pt x="146218" y="-116"/>
                    <a:pt x="188364" y="38788"/>
                    <a:pt x="188364" y="86778"/>
                  </a:cubicBezTo>
                  <a:close/>
                </a:path>
              </a:pathLst>
            </a:custGeom>
            <a:gradFill>
              <a:gsLst>
                <a:gs pos="0">
                  <a:srgbClr val="FF6600"/>
                </a:gs>
                <a:gs pos="50000">
                  <a:srgbClr val="FF6600">
                    <a:alpha val="49804"/>
                  </a:srgbClr>
                </a:gs>
                <a:gs pos="100000">
                  <a:srgbClr val="FF6600">
                    <a:alpha val="0"/>
                  </a:srgbClr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4" name="Freeform: Shape 1453">
              <a:extLst>
                <a:ext uri="{FF2B5EF4-FFF2-40B4-BE49-F238E27FC236}">
                  <a16:creationId xmlns:a16="http://schemas.microsoft.com/office/drawing/2014/main" id="{73DAD02D-2200-89C2-41F3-C05101366D83}"/>
                </a:ext>
              </a:extLst>
            </p:cNvPr>
            <p:cNvSpPr/>
            <p:nvPr/>
          </p:nvSpPr>
          <p:spPr>
            <a:xfrm rot="16229754">
              <a:off x="20853910" y="17747510"/>
              <a:ext cx="188270" cy="173787"/>
            </a:xfrm>
            <a:custGeom>
              <a:avLst/>
              <a:gdLst>
                <a:gd name="connsiteX0" fmla="*/ 188366 w 188270"/>
                <a:gd name="connsiteY0" fmla="*/ 86765 h 173787"/>
                <a:gd name="connsiteX1" fmla="*/ 94230 w 188270"/>
                <a:gd name="connsiteY1" fmla="*/ 173659 h 173787"/>
                <a:gd name="connsiteX2" fmla="*/ 95 w 188270"/>
                <a:gd name="connsiteY2" fmla="*/ 86765 h 173787"/>
                <a:gd name="connsiteX3" fmla="*/ 94230 w 188270"/>
                <a:gd name="connsiteY3" fmla="*/ -129 h 173787"/>
                <a:gd name="connsiteX4" fmla="*/ 188366 w 188270"/>
                <a:gd name="connsiteY4" fmla="*/ 86765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366" y="86765"/>
                  </a:moveTo>
                  <a:cubicBezTo>
                    <a:pt x="188366" y="134755"/>
                    <a:pt x="146220" y="173659"/>
                    <a:pt x="94230" y="173659"/>
                  </a:cubicBezTo>
                  <a:cubicBezTo>
                    <a:pt x="42241" y="173659"/>
                    <a:pt x="95" y="134755"/>
                    <a:pt x="95" y="86765"/>
                  </a:cubicBezTo>
                  <a:cubicBezTo>
                    <a:pt x="95" y="38775"/>
                    <a:pt x="42241" y="-129"/>
                    <a:pt x="94230" y="-129"/>
                  </a:cubicBezTo>
                  <a:cubicBezTo>
                    <a:pt x="146220" y="-129"/>
                    <a:pt x="188366" y="38775"/>
                    <a:pt x="188366" y="86765"/>
                  </a:cubicBezTo>
                  <a:close/>
                </a:path>
              </a:pathLst>
            </a:custGeom>
            <a:gradFill>
              <a:gsLst>
                <a:gs pos="0">
                  <a:srgbClr val="FF6600"/>
                </a:gs>
                <a:gs pos="50000">
                  <a:srgbClr val="FF6600">
                    <a:alpha val="49804"/>
                  </a:srgbClr>
                </a:gs>
                <a:gs pos="100000">
                  <a:srgbClr val="FF6600">
                    <a:alpha val="0"/>
                  </a:srgbClr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0" name="Freeform: Shape 1459">
              <a:extLst>
                <a:ext uri="{FF2B5EF4-FFF2-40B4-BE49-F238E27FC236}">
                  <a16:creationId xmlns:a16="http://schemas.microsoft.com/office/drawing/2014/main" id="{2ED3C3C0-C3DB-A990-1603-B09378EAAF8A}"/>
                </a:ext>
              </a:extLst>
            </p:cNvPr>
            <p:cNvSpPr/>
            <p:nvPr/>
          </p:nvSpPr>
          <p:spPr>
            <a:xfrm rot="16229754">
              <a:off x="20873600" y="17611723"/>
              <a:ext cx="188270" cy="173787"/>
            </a:xfrm>
            <a:custGeom>
              <a:avLst/>
              <a:gdLst>
                <a:gd name="connsiteX0" fmla="*/ 188356 w 188270"/>
                <a:gd name="connsiteY0" fmla="*/ 86756 h 173787"/>
                <a:gd name="connsiteX1" fmla="*/ 94221 w 188270"/>
                <a:gd name="connsiteY1" fmla="*/ 173649 h 173787"/>
                <a:gd name="connsiteX2" fmla="*/ 86 w 188270"/>
                <a:gd name="connsiteY2" fmla="*/ 86756 h 173787"/>
                <a:gd name="connsiteX3" fmla="*/ 94221 w 188270"/>
                <a:gd name="connsiteY3" fmla="*/ -138 h 173787"/>
                <a:gd name="connsiteX4" fmla="*/ 188356 w 188270"/>
                <a:gd name="connsiteY4" fmla="*/ 86756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356" y="86756"/>
                  </a:moveTo>
                  <a:cubicBezTo>
                    <a:pt x="188356" y="134746"/>
                    <a:pt x="146210" y="173649"/>
                    <a:pt x="94221" y="173649"/>
                  </a:cubicBezTo>
                  <a:cubicBezTo>
                    <a:pt x="42232" y="173649"/>
                    <a:pt x="86" y="134746"/>
                    <a:pt x="86" y="86756"/>
                  </a:cubicBezTo>
                  <a:cubicBezTo>
                    <a:pt x="86" y="38765"/>
                    <a:pt x="42232" y="-138"/>
                    <a:pt x="94221" y="-138"/>
                  </a:cubicBezTo>
                  <a:cubicBezTo>
                    <a:pt x="146210" y="-138"/>
                    <a:pt x="188356" y="38765"/>
                    <a:pt x="188356" y="86756"/>
                  </a:cubicBezTo>
                  <a:close/>
                </a:path>
              </a:pathLst>
            </a:custGeom>
            <a:gradFill>
              <a:gsLst>
                <a:gs pos="0">
                  <a:srgbClr val="FF6600"/>
                </a:gs>
                <a:gs pos="50000">
                  <a:srgbClr val="FF6600">
                    <a:alpha val="49804"/>
                  </a:srgbClr>
                </a:gs>
                <a:gs pos="100000">
                  <a:srgbClr val="FF6600">
                    <a:alpha val="0"/>
                  </a:srgbClr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1" name="Freeform: Shape 1460">
              <a:extLst>
                <a:ext uri="{FF2B5EF4-FFF2-40B4-BE49-F238E27FC236}">
                  <a16:creationId xmlns:a16="http://schemas.microsoft.com/office/drawing/2014/main" id="{E4C66A33-C492-A107-0BDB-20892D182FC8}"/>
                </a:ext>
              </a:extLst>
            </p:cNvPr>
            <p:cNvSpPr/>
            <p:nvPr/>
          </p:nvSpPr>
          <p:spPr>
            <a:xfrm rot="16229754">
              <a:off x="20954545" y="19684792"/>
              <a:ext cx="188270" cy="173787"/>
            </a:xfrm>
            <a:custGeom>
              <a:avLst/>
              <a:gdLst>
                <a:gd name="connsiteX0" fmla="*/ 188400 w 188270"/>
                <a:gd name="connsiteY0" fmla="*/ 86926 h 173787"/>
                <a:gd name="connsiteX1" fmla="*/ 94265 w 188270"/>
                <a:gd name="connsiteY1" fmla="*/ 173820 h 173787"/>
                <a:gd name="connsiteX2" fmla="*/ 130 w 188270"/>
                <a:gd name="connsiteY2" fmla="*/ 86926 h 173787"/>
                <a:gd name="connsiteX3" fmla="*/ 94265 w 188270"/>
                <a:gd name="connsiteY3" fmla="*/ 32 h 173787"/>
                <a:gd name="connsiteX4" fmla="*/ 188400 w 188270"/>
                <a:gd name="connsiteY4" fmla="*/ 86926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400" y="86926"/>
                  </a:moveTo>
                  <a:cubicBezTo>
                    <a:pt x="188400" y="134916"/>
                    <a:pt x="146254" y="173820"/>
                    <a:pt x="94265" y="173820"/>
                  </a:cubicBezTo>
                  <a:cubicBezTo>
                    <a:pt x="42276" y="173820"/>
                    <a:pt x="130" y="134916"/>
                    <a:pt x="130" y="86926"/>
                  </a:cubicBezTo>
                  <a:cubicBezTo>
                    <a:pt x="130" y="38936"/>
                    <a:pt x="42276" y="32"/>
                    <a:pt x="94265" y="32"/>
                  </a:cubicBezTo>
                  <a:cubicBezTo>
                    <a:pt x="146254" y="32"/>
                    <a:pt x="188400" y="38936"/>
                    <a:pt x="188400" y="86926"/>
                  </a:cubicBezTo>
                  <a:close/>
                </a:path>
              </a:pathLst>
            </a:custGeom>
            <a:gradFill>
              <a:gsLst>
                <a:gs pos="0">
                  <a:srgbClr val="FF6600"/>
                </a:gs>
                <a:gs pos="50000">
                  <a:srgbClr val="FF6600">
                    <a:alpha val="49804"/>
                  </a:srgbClr>
                </a:gs>
                <a:gs pos="100000">
                  <a:srgbClr val="FF6600">
                    <a:alpha val="0"/>
                  </a:srgbClr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2" name="Freeform: Shape 1461">
              <a:extLst>
                <a:ext uri="{FF2B5EF4-FFF2-40B4-BE49-F238E27FC236}">
                  <a16:creationId xmlns:a16="http://schemas.microsoft.com/office/drawing/2014/main" id="{45D93342-61BB-3793-240A-7B444CDD749B}"/>
                </a:ext>
              </a:extLst>
            </p:cNvPr>
            <p:cNvSpPr/>
            <p:nvPr/>
          </p:nvSpPr>
          <p:spPr>
            <a:xfrm rot="16229754">
              <a:off x="20948422" y="19553723"/>
              <a:ext cx="188270" cy="173787"/>
            </a:xfrm>
            <a:custGeom>
              <a:avLst/>
              <a:gdLst>
                <a:gd name="connsiteX0" fmla="*/ 188406 w 188270"/>
                <a:gd name="connsiteY0" fmla="*/ 86913 h 173787"/>
                <a:gd name="connsiteX1" fmla="*/ 94271 w 188270"/>
                <a:gd name="connsiteY1" fmla="*/ 173807 h 173787"/>
                <a:gd name="connsiteX2" fmla="*/ 136 w 188270"/>
                <a:gd name="connsiteY2" fmla="*/ 86913 h 173787"/>
                <a:gd name="connsiteX3" fmla="*/ 94271 w 188270"/>
                <a:gd name="connsiteY3" fmla="*/ 19 h 173787"/>
                <a:gd name="connsiteX4" fmla="*/ 188406 w 188270"/>
                <a:gd name="connsiteY4" fmla="*/ 86913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406" y="86913"/>
                  </a:moveTo>
                  <a:cubicBezTo>
                    <a:pt x="188406" y="134903"/>
                    <a:pt x="146260" y="173807"/>
                    <a:pt x="94271" y="173807"/>
                  </a:cubicBezTo>
                  <a:cubicBezTo>
                    <a:pt x="42282" y="173807"/>
                    <a:pt x="136" y="134903"/>
                    <a:pt x="136" y="86913"/>
                  </a:cubicBezTo>
                  <a:cubicBezTo>
                    <a:pt x="136" y="38923"/>
                    <a:pt x="42282" y="19"/>
                    <a:pt x="94271" y="19"/>
                  </a:cubicBezTo>
                  <a:cubicBezTo>
                    <a:pt x="146260" y="19"/>
                    <a:pt x="188406" y="38923"/>
                    <a:pt x="188406" y="86913"/>
                  </a:cubicBezTo>
                  <a:close/>
                </a:path>
              </a:pathLst>
            </a:custGeom>
            <a:gradFill>
              <a:gsLst>
                <a:gs pos="0">
                  <a:srgbClr val="FF6600"/>
                </a:gs>
                <a:gs pos="50000">
                  <a:srgbClr val="FF6600">
                    <a:alpha val="49804"/>
                  </a:srgbClr>
                </a:gs>
                <a:gs pos="100000">
                  <a:srgbClr val="FF6600">
                    <a:alpha val="0"/>
                  </a:srgbClr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3" name="Freeform: Shape 1462">
              <a:extLst>
                <a:ext uri="{FF2B5EF4-FFF2-40B4-BE49-F238E27FC236}">
                  <a16:creationId xmlns:a16="http://schemas.microsoft.com/office/drawing/2014/main" id="{B9803931-7B14-BACB-8824-F8E790D847D2}"/>
                </a:ext>
              </a:extLst>
            </p:cNvPr>
            <p:cNvSpPr/>
            <p:nvPr/>
          </p:nvSpPr>
          <p:spPr>
            <a:xfrm rot="16229754">
              <a:off x="20930704" y="19405669"/>
              <a:ext cx="188270" cy="173787"/>
            </a:xfrm>
            <a:custGeom>
              <a:avLst/>
              <a:gdLst>
                <a:gd name="connsiteX0" fmla="*/ 188408 w 188270"/>
                <a:gd name="connsiteY0" fmla="*/ 86899 h 173787"/>
                <a:gd name="connsiteX1" fmla="*/ 94273 w 188270"/>
                <a:gd name="connsiteY1" fmla="*/ 173793 h 173787"/>
                <a:gd name="connsiteX2" fmla="*/ 138 w 188270"/>
                <a:gd name="connsiteY2" fmla="*/ 86899 h 173787"/>
                <a:gd name="connsiteX3" fmla="*/ 94273 w 188270"/>
                <a:gd name="connsiteY3" fmla="*/ 5 h 173787"/>
                <a:gd name="connsiteX4" fmla="*/ 188408 w 188270"/>
                <a:gd name="connsiteY4" fmla="*/ 86899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408" y="86899"/>
                  </a:moveTo>
                  <a:cubicBezTo>
                    <a:pt x="188408" y="134889"/>
                    <a:pt x="146262" y="173793"/>
                    <a:pt x="94273" y="173793"/>
                  </a:cubicBezTo>
                  <a:cubicBezTo>
                    <a:pt x="42283" y="173793"/>
                    <a:pt x="138" y="134889"/>
                    <a:pt x="138" y="86899"/>
                  </a:cubicBezTo>
                  <a:cubicBezTo>
                    <a:pt x="138" y="38909"/>
                    <a:pt x="42283" y="5"/>
                    <a:pt x="94273" y="5"/>
                  </a:cubicBezTo>
                  <a:cubicBezTo>
                    <a:pt x="146262" y="5"/>
                    <a:pt x="188408" y="38909"/>
                    <a:pt x="188408" y="86899"/>
                  </a:cubicBezTo>
                  <a:close/>
                </a:path>
              </a:pathLst>
            </a:custGeom>
            <a:gradFill>
              <a:gsLst>
                <a:gs pos="0">
                  <a:srgbClr val="FF6600"/>
                </a:gs>
                <a:gs pos="50000">
                  <a:srgbClr val="FF6600">
                    <a:alpha val="49804"/>
                  </a:srgbClr>
                </a:gs>
                <a:gs pos="100000">
                  <a:srgbClr val="FF6600">
                    <a:alpha val="0"/>
                  </a:srgbClr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4" name="Freeform: Shape 1463">
              <a:extLst>
                <a:ext uri="{FF2B5EF4-FFF2-40B4-BE49-F238E27FC236}">
                  <a16:creationId xmlns:a16="http://schemas.microsoft.com/office/drawing/2014/main" id="{9FF9377B-D98C-925D-F859-E79972B04EB8}"/>
                </a:ext>
              </a:extLst>
            </p:cNvPr>
            <p:cNvSpPr/>
            <p:nvPr/>
          </p:nvSpPr>
          <p:spPr>
            <a:xfrm rot="16229754">
              <a:off x="20971823" y="19250116"/>
              <a:ext cx="188270" cy="173787"/>
            </a:xfrm>
            <a:custGeom>
              <a:avLst/>
              <a:gdLst>
                <a:gd name="connsiteX0" fmla="*/ 188408 w 188270"/>
                <a:gd name="connsiteY0" fmla="*/ 86885 h 173787"/>
                <a:gd name="connsiteX1" fmla="*/ 94273 w 188270"/>
                <a:gd name="connsiteY1" fmla="*/ 173779 h 173787"/>
                <a:gd name="connsiteX2" fmla="*/ 138 w 188270"/>
                <a:gd name="connsiteY2" fmla="*/ 86885 h 173787"/>
                <a:gd name="connsiteX3" fmla="*/ 94273 w 188270"/>
                <a:gd name="connsiteY3" fmla="*/ -8 h 173787"/>
                <a:gd name="connsiteX4" fmla="*/ 188408 w 188270"/>
                <a:gd name="connsiteY4" fmla="*/ 86885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408" y="86885"/>
                  </a:moveTo>
                  <a:cubicBezTo>
                    <a:pt x="188408" y="134876"/>
                    <a:pt x="146262" y="173779"/>
                    <a:pt x="94273" y="173779"/>
                  </a:cubicBezTo>
                  <a:cubicBezTo>
                    <a:pt x="42284" y="173779"/>
                    <a:pt x="138" y="134876"/>
                    <a:pt x="138" y="86885"/>
                  </a:cubicBezTo>
                  <a:cubicBezTo>
                    <a:pt x="138" y="38895"/>
                    <a:pt x="42284" y="-8"/>
                    <a:pt x="94273" y="-8"/>
                  </a:cubicBezTo>
                  <a:cubicBezTo>
                    <a:pt x="146262" y="-8"/>
                    <a:pt x="188408" y="38895"/>
                    <a:pt x="188408" y="86885"/>
                  </a:cubicBezTo>
                  <a:close/>
                </a:path>
              </a:pathLst>
            </a:custGeom>
            <a:gradFill>
              <a:gsLst>
                <a:gs pos="0">
                  <a:srgbClr val="FF6600"/>
                </a:gs>
                <a:gs pos="50000">
                  <a:srgbClr val="FF6600">
                    <a:alpha val="49804"/>
                  </a:srgbClr>
                </a:gs>
                <a:gs pos="100000">
                  <a:srgbClr val="FF6600">
                    <a:alpha val="0"/>
                  </a:srgbClr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5" name="Freeform: Shape 1464">
              <a:extLst>
                <a:ext uri="{FF2B5EF4-FFF2-40B4-BE49-F238E27FC236}">
                  <a16:creationId xmlns:a16="http://schemas.microsoft.com/office/drawing/2014/main" id="{96EAF64A-7B0C-A3BF-C9DB-EE1772080BDB}"/>
                </a:ext>
              </a:extLst>
            </p:cNvPr>
            <p:cNvSpPr/>
            <p:nvPr/>
          </p:nvSpPr>
          <p:spPr>
            <a:xfrm rot="16229754">
              <a:off x="20914998" y="19108795"/>
              <a:ext cx="188270" cy="173787"/>
            </a:xfrm>
            <a:custGeom>
              <a:avLst/>
              <a:gdLst>
                <a:gd name="connsiteX0" fmla="*/ 188400 w 188270"/>
                <a:gd name="connsiteY0" fmla="*/ 86875 h 173787"/>
                <a:gd name="connsiteX1" fmla="*/ 94265 w 188270"/>
                <a:gd name="connsiteY1" fmla="*/ 173769 h 173787"/>
                <a:gd name="connsiteX2" fmla="*/ 130 w 188270"/>
                <a:gd name="connsiteY2" fmla="*/ 86875 h 173787"/>
                <a:gd name="connsiteX3" fmla="*/ 94265 w 188270"/>
                <a:gd name="connsiteY3" fmla="*/ -19 h 173787"/>
                <a:gd name="connsiteX4" fmla="*/ 188400 w 188270"/>
                <a:gd name="connsiteY4" fmla="*/ 86875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400" y="86875"/>
                  </a:moveTo>
                  <a:cubicBezTo>
                    <a:pt x="188400" y="134865"/>
                    <a:pt x="146254" y="173769"/>
                    <a:pt x="94265" y="173769"/>
                  </a:cubicBezTo>
                  <a:cubicBezTo>
                    <a:pt x="42276" y="173769"/>
                    <a:pt x="130" y="134865"/>
                    <a:pt x="130" y="86875"/>
                  </a:cubicBezTo>
                  <a:cubicBezTo>
                    <a:pt x="130" y="38885"/>
                    <a:pt x="42276" y="-19"/>
                    <a:pt x="94265" y="-19"/>
                  </a:cubicBezTo>
                  <a:cubicBezTo>
                    <a:pt x="146254" y="-19"/>
                    <a:pt x="188400" y="38885"/>
                    <a:pt x="188400" y="86875"/>
                  </a:cubicBezTo>
                  <a:close/>
                </a:path>
              </a:pathLst>
            </a:custGeom>
            <a:gradFill>
              <a:gsLst>
                <a:gs pos="0">
                  <a:srgbClr val="FF6600"/>
                </a:gs>
                <a:gs pos="50000">
                  <a:srgbClr val="FF6600">
                    <a:alpha val="49804"/>
                  </a:srgbClr>
                </a:gs>
                <a:gs pos="100000">
                  <a:srgbClr val="FF6600">
                    <a:alpha val="0"/>
                  </a:srgbClr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6" name="Freeform: Shape 1465">
              <a:extLst>
                <a:ext uri="{FF2B5EF4-FFF2-40B4-BE49-F238E27FC236}">
                  <a16:creationId xmlns:a16="http://schemas.microsoft.com/office/drawing/2014/main" id="{CF7A5578-BC81-BEB7-C1C6-1BECE0A63087}"/>
                </a:ext>
              </a:extLst>
            </p:cNvPr>
            <p:cNvSpPr/>
            <p:nvPr/>
          </p:nvSpPr>
          <p:spPr>
            <a:xfrm rot="16229754">
              <a:off x="20905375" y="18949493"/>
              <a:ext cx="188270" cy="173787"/>
            </a:xfrm>
            <a:custGeom>
              <a:avLst/>
              <a:gdLst>
                <a:gd name="connsiteX0" fmla="*/ 188396 w 188270"/>
                <a:gd name="connsiteY0" fmla="*/ 86862 h 173787"/>
                <a:gd name="connsiteX1" fmla="*/ 94261 w 188270"/>
                <a:gd name="connsiteY1" fmla="*/ 173756 h 173787"/>
                <a:gd name="connsiteX2" fmla="*/ 126 w 188270"/>
                <a:gd name="connsiteY2" fmla="*/ 86862 h 173787"/>
                <a:gd name="connsiteX3" fmla="*/ 94261 w 188270"/>
                <a:gd name="connsiteY3" fmla="*/ -32 h 173787"/>
                <a:gd name="connsiteX4" fmla="*/ 188396 w 188270"/>
                <a:gd name="connsiteY4" fmla="*/ 86862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396" y="86862"/>
                  </a:moveTo>
                  <a:cubicBezTo>
                    <a:pt x="188396" y="134853"/>
                    <a:pt x="146250" y="173756"/>
                    <a:pt x="94261" y="173756"/>
                  </a:cubicBezTo>
                  <a:cubicBezTo>
                    <a:pt x="42271" y="173756"/>
                    <a:pt x="126" y="134853"/>
                    <a:pt x="126" y="86862"/>
                  </a:cubicBezTo>
                  <a:cubicBezTo>
                    <a:pt x="126" y="38872"/>
                    <a:pt x="42271" y="-32"/>
                    <a:pt x="94261" y="-32"/>
                  </a:cubicBezTo>
                  <a:cubicBezTo>
                    <a:pt x="146250" y="-32"/>
                    <a:pt x="188396" y="38872"/>
                    <a:pt x="188396" y="86862"/>
                  </a:cubicBezTo>
                  <a:close/>
                </a:path>
              </a:pathLst>
            </a:custGeom>
            <a:gradFill>
              <a:gsLst>
                <a:gs pos="0">
                  <a:srgbClr val="FF6600"/>
                </a:gs>
                <a:gs pos="50000">
                  <a:srgbClr val="FF6600">
                    <a:alpha val="49804"/>
                  </a:srgbClr>
                </a:gs>
                <a:gs pos="100000">
                  <a:srgbClr val="FF6600">
                    <a:alpha val="0"/>
                  </a:srgbClr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7" name="Freeform: Shape 1466">
              <a:extLst>
                <a:ext uri="{FF2B5EF4-FFF2-40B4-BE49-F238E27FC236}">
                  <a16:creationId xmlns:a16="http://schemas.microsoft.com/office/drawing/2014/main" id="{7A9FB1EA-E66A-3B9A-D40E-0FA417703CEF}"/>
                </a:ext>
              </a:extLst>
            </p:cNvPr>
            <p:cNvSpPr/>
            <p:nvPr/>
          </p:nvSpPr>
          <p:spPr>
            <a:xfrm rot="16229754">
              <a:off x="20960964" y="18797434"/>
              <a:ext cx="188270" cy="173787"/>
            </a:xfrm>
            <a:custGeom>
              <a:avLst/>
              <a:gdLst>
                <a:gd name="connsiteX0" fmla="*/ 188397 w 188270"/>
                <a:gd name="connsiteY0" fmla="*/ 86849 h 173787"/>
                <a:gd name="connsiteX1" fmla="*/ 94262 w 188270"/>
                <a:gd name="connsiteY1" fmla="*/ 173742 h 173787"/>
                <a:gd name="connsiteX2" fmla="*/ 127 w 188270"/>
                <a:gd name="connsiteY2" fmla="*/ 86849 h 173787"/>
                <a:gd name="connsiteX3" fmla="*/ 94262 w 188270"/>
                <a:gd name="connsiteY3" fmla="*/ -45 h 173787"/>
                <a:gd name="connsiteX4" fmla="*/ 188397 w 188270"/>
                <a:gd name="connsiteY4" fmla="*/ 86849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397" y="86849"/>
                  </a:moveTo>
                  <a:cubicBezTo>
                    <a:pt x="188397" y="134839"/>
                    <a:pt x="146251" y="173742"/>
                    <a:pt x="94262" y="173742"/>
                  </a:cubicBezTo>
                  <a:cubicBezTo>
                    <a:pt x="42273" y="173742"/>
                    <a:pt x="127" y="134839"/>
                    <a:pt x="127" y="86849"/>
                  </a:cubicBezTo>
                  <a:cubicBezTo>
                    <a:pt x="127" y="38858"/>
                    <a:pt x="42273" y="-45"/>
                    <a:pt x="94262" y="-45"/>
                  </a:cubicBezTo>
                  <a:cubicBezTo>
                    <a:pt x="146251" y="-45"/>
                    <a:pt x="188397" y="38858"/>
                    <a:pt x="188397" y="86849"/>
                  </a:cubicBezTo>
                  <a:close/>
                </a:path>
              </a:pathLst>
            </a:custGeom>
            <a:gradFill>
              <a:gsLst>
                <a:gs pos="0">
                  <a:srgbClr val="FF6600"/>
                </a:gs>
                <a:gs pos="50000">
                  <a:srgbClr val="FF6600">
                    <a:alpha val="49804"/>
                  </a:srgbClr>
                </a:gs>
                <a:gs pos="100000">
                  <a:srgbClr val="FF6600">
                    <a:alpha val="0"/>
                  </a:srgbClr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8" name="Freeform: Shape 1467">
              <a:extLst>
                <a:ext uri="{FF2B5EF4-FFF2-40B4-BE49-F238E27FC236}">
                  <a16:creationId xmlns:a16="http://schemas.microsoft.com/office/drawing/2014/main" id="{7A3DE60D-FA1A-E56B-18CF-CF60B47F6D50}"/>
                </a:ext>
              </a:extLst>
            </p:cNvPr>
            <p:cNvSpPr/>
            <p:nvPr/>
          </p:nvSpPr>
          <p:spPr>
            <a:xfrm rot="16229754">
              <a:off x="21098514" y="18525860"/>
              <a:ext cx="188270" cy="173787"/>
            </a:xfrm>
            <a:custGeom>
              <a:avLst/>
              <a:gdLst>
                <a:gd name="connsiteX0" fmla="*/ 188402 w 188270"/>
                <a:gd name="connsiteY0" fmla="*/ 86824 h 173787"/>
                <a:gd name="connsiteX1" fmla="*/ 94267 w 188270"/>
                <a:gd name="connsiteY1" fmla="*/ 173718 h 173787"/>
                <a:gd name="connsiteX2" fmla="*/ 132 w 188270"/>
                <a:gd name="connsiteY2" fmla="*/ 86824 h 173787"/>
                <a:gd name="connsiteX3" fmla="*/ 94267 w 188270"/>
                <a:gd name="connsiteY3" fmla="*/ -70 h 173787"/>
                <a:gd name="connsiteX4" fmla="*/ 188402 w 188270"/>
                <a:gd name="connsiteY4" fmla="*/ 86824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402" y="86824"/>
                  </a:moveTo>
                  <a:cubicBezTo>
                    <a:pt x="188402" y="134814"/>
                    <a:pt x="146257" y="173718"/>
                    <a:pt x="94267" y="173718"/>
                  </a:cubicBezTo>
                  <a:cubicBezTo>
                    <a:pt x="42278" y="173718"/>
                    <a:pt x="132" y="134814"/>
                    <a:pt x="132" y="86824"/>
                  </a:cubicBezTo>
                  <a:cubicBezTo>
                    <a:pt x="132" y="38834"/>
                    <a:pt x="42278" y="-70"/>
                    <a:pt x="94267" y="-70"/>
                  </a:cubicBezTo>
                  <a:cubicBezTo>
                    <a:pt x="146257" y="-70"/>
                    <a:pt x="188402" y="38834"/>
                    <a:pt x="188402" y="86824"/>
                  </a:cubicBezTo>
                  <a:close/>
                </a:path>
              </a:pathLst>
            </a:custGeom>
            <a:gradFill>
              <a:gsLst>
                <a:gs pos="0">
                  <a:srgbClr val="FF6600"/>
                </a:gs>
                <a:gs pos="50000">
                  <a:srgbClr val="FF6600">
                    <a:alpha val="49804"/>
                  </a:srgbClr>
                </a:gs>
                <a:gs pos="100000">
                  <a:srgbClr val="FF6600">
                    <a:alpha val="0"/>
                  </a:srgbClr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9" name="Freeform: Shape 1468">
              <a:extLst>
                <a:ext uri="{FF2B5EF4-FFF2-40B4-BE49-F238E27FC236}">
                  <a16:creationId xmlns:a16="http://schemas.microsoft.com/office/drawing/2014/main" id="{BAE9C6A4-FD42-07CD-978F-65C0C6281EB0}"/>
                </a:ext>
              </a:extLst>
            </p:cNvPr>
            <p:cNvSpPr/>
            <p:nvPr/>
          </p:nvSpPr>
          <p:spPr>
            <a:xfrm rot="16229754">
              <a:off x="21070786" y="18362815"/>
              <a:ext cx="188270" cy="173787"/>
            </a:xfrm>
            <a:custGeom>
              <a:avLst/>
              <a:gdLst>
                <a:gd name="connsiteX0" fmla="*/ 188397 w 188270"/>
                <a:gd name="connsiteY0" fmla="*/ 86811 h 173787"/>
                <a:gd name="connsiteX1" fmla="*/ 94261 w 188270"/>
                <a:gd name="connsiteY1" fmla="*/ 173705 h 173787"/>
                <a:gd name="connsiteX2" fmla="*/ 126 w 188270"/>
                <a:gd name="connsiteY2" fmla="*/ 86811 h 173787"/>
                <a:gd name="connsiteX3" fmla="*/ 94261 w 188270"/>
                <a:gd name="connsiteY3" fmla="*/ -83 h 173787"/>
                <a:gd name="connsiteX4" fmla="*/ 188397 w 188270"/>
                <a:gd name="connsiteY4" fmla="*/ 86811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397" y="86811"/>
                  </a:moveTo>
                  <a:cubicBezTo>
                    <a:pt x="188397" y="134801"/>
                    <a:pt x="146251" y="173705"/>
                    <a:pt x="94261" y="173705"/>
                  </a:cubicBezTo>
                  <a:cubicBezTo>
                    <a:pt x="42272" y="173705"/>
                    <a:pt x="126" y="134801"/>
                    <a:pt x="126" y="86811"/>
                  </a:cubicBezTo>
                  <a:cubicBezTo>
                    <a:pt x="126" y="38820"/>
                    <a:pt x="42272" y="-83"/>
                    <a:pt x="94261" y="-83"/>
                  </a:cubicBezTo>
                  <a:cubicBezTo>
                    <a:pt x="146251" y="-83"/>
                    <a:pt x="188397" y="38820"/>
                    <a:pt x="188397" y="86811"/>
                  </a:cubicBezTo>
                  <a:close/>
                </a:path>
              </a:pathLst>
            </a:custGeom>
            <a:gradFill>
              <a:gsLst>
                <a:gs pos="0">
                  <a:srgbClr val="FF6600"/>
                </a:gs>
                <a:gs pos="50000">
                  <a:srgbClr val="FF6600">
                    <a:alpha val="49804"/>
                  </a:srgbClr>
                </a:gs>
                <a:gs pos="100000">
                  <a:srgbClr val="FF6600">
                    <a:alpha val="0"/>
                  </a:srgbClr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0" name="Freeform: Shape 1469">
              <a:extLst>
                <a:ext uri="{FF2B5EF4-FFF2-40B4-BE49-F238E27FC236}">
                  <a16:creationId xmlns:a16="http://schemas.microsoft.com/office/drawing/2014/main" id="{A4B431C7-5C22-BA84-5737-325CDE991C41}"/>
                </a:ext>
              </a:extLst>
            </p:cNvPr>
            <p:cNvSpPr/>
            <p:nvPr/>
          </p:nvSpPr>
          <p:spPr>
            <a:xfrm rot="16229754">
              <a:off x="21100887" y="18214499"/>
              <a:ext cx="188270" cy="173787"/>
            </a:xfrm>
            <a:custGeom>
              <a:avLst/>
              <a:gdLst>
                <a:gd name="connsiteX0" fmla="*/ 188396 w 188270"/>
                <a:gd name="connsiteY0" fmla="*/ 86798 h 173787"/>
                <a:gd name="connsiteX1" fmla="*/ 94261 w 188270"/>
                <a:gd name="connsiteY1" fmla="*/ 173692 h 173787"/>
                <a:gd name="connsiteX2" fmla="*/ 126 w 188270"/>
                <a:gd name="connsiteY2" fmla="*/ 86798 h 173787"/>
                <a:gd name="connsiteX3" fmla="*/ 94261 w 188270"/>
                <a:gd name="connsiteY3" fmla="*/ -96 h 173787"/>
                <a:gd name="connsiteX4" fmla="*/ 188396 w 188270"/>
                <a:gd name="connsiteY4" fmla="*/ 86798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396" y="86798"/>
                  </a:moveTo>
                  <a:cubicBezTo>
                    <a:pt x="188396" y="134789"/>
                    <a:pt x="146250" y="173692"/>
                    <a:pt x="94261" y="173692"/>
                  </a:cubicBezTo>
                  <a:cubicBezTo>
                    <a:pt x="42271" y="173692"/>
                    <a:pt x="126" y="134789"/>
                    <a:pt x="126" y="86798"/>
                  </a:cubicBezTo>
                  <a:cubicBezTo>
                    <a:pt x="126" y="38808"/>
                    <a:pt x="42271" y="-96"/>
                    <a:pt x="94261" y="-96"/>
                  </a:cubicBezTo>
                  <a:cubicBezTo>
                    <a:pt x="146250" y="-96"/>
                    <a:pt x="188396" y="38808"/>
                    <a:pt x="188396" y="86798"/>
                  </a:cubicBezTo>
                  <a:close/>
                </a:path>
              </a:pathLst>
            </a:custGeom>
            <a:gradFill>
              <a:gsLst>
                <a:gs pos="0">
                  <a:srgbClr val="FF6600"/>
                </a:gs>
                <a:gs pos="50000">
                  <a:srgbClr val="FF6600">
                    <a:alpha val="49804"/>
                  </a:srgbClr>
                </a:gs>
                <a:gs pos="100000">
                  <a:srgbClr val="FF6600">
                    <a:alpha val="0"/>
                  </a:srgbClr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1" name="Freeform: Shape 1470">
              <a:extLst>
                <a:ext uri="{FF2B5EF4-FFF2-40B4-BE49-F238E27FC236}">
                  <a16:creationId xmlns:a16="http://schemas.microsoft.com/office/drawing/2014/main" id="{5C6C2EA2-5C63-1FCF-336A-3BD7B623FE73}"/>
                </a:ext>
              </a:extLst>
            </p:cNvPr>
            <p:cNvSpPr/>
            <p:nvPr/>
          </p:nvSpPr>
          <p:spPr>
            <a:xfrm rot="16229754">
              <a:off x="21105778" y="18058945"/>
              <a:ext cx="188270" cy="173787"/>
            </a:xfrm>
            <a:custGeom>
              <a:avLst/>
              <a:gdLst>
                <a:gd name="connsiteX0" fmla="*/ 188393 w 188270"/>
                <a:gd name="connsiteY0" fmla="*/ 86785 h 173787"/>
                <a:gd name="connsiteX1" fmla="*/ 94258 w 188270"/>
                <a:gd name="connsiteY1" fmla="*/ 173679 h 173787"/>
                <a:gd name="connsiteX2" fmla="*/ 123 w 188270"/>
                <a:gd name="connsiteY2" fmla="*/ 86785 h 173787"/>
                <a:gd name="connsiteX3" fmla="*/ 94258 w 188270"/>
                <a:gd name="connsiteY3" fmla="*/ -109 h 173787"/>
                <a:gd name="connsiteX4" fmla="*/ 188393 w 188270"/>
                <a:gd name="connsiteY4" fmla="*/ 86785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393" y="86785"/>
                  </a:moveTo>
                  <a:cubicBezTo>
                    <a:pt x="188393" y="134775"/>
                    <a:pt x="146247" y="173679"/>
                    <a:pt x="94258" y="173679"/>
                  </a:cubicBezTo>
                  <a:cubicBezTo>
                    <a:pt x="42268" y="173679"/>
                    <a:pt x="123" y="134775"/>
                    <a:pt x="123" y="86785"/>
                  </a:cubicBezTo>
                  <a:cubicBezTo>
                    <a:pt x="123" y="38795"/>
                    <a:pt x="42268" y="-109"/>
                    <a:pt x="94258" y="-109"/>
                  </a:cubicBezTo>
                  <a:cubicBezTo>
                    <a:pt x="146247" y="-109"/>
                    <a:pt x="188393" y="38795"/>
                    <a:pt x="188393" y="86785"/>
                  </a:cubicBezTo>
                  <a:close/>
                </a:path>
              </a:pathLst>
            </a:custGeom>
            <a:gradFill>
              <a:gsLst>
                <a:gs pos="0">
                  <a:srgbClr val="FF6600"/>
                </a:gs>
                <a:gs pos="50000">
                  <a:srgbClr val="FF6600">
                    <a:alpha val="49804"/>
                  </a:srgbClr>
                </a:gs>
                <a:gs pos="100000">
                  <a:srgbClr val="FF6600">
                    <a:alpha val="0"/>
                  </a:srgbClr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5" name="Freeform: Shape 1474">
              <a:extLst>
                <a:ext uri="{FF2B5EF4-FFF2-40B4-BE49-F238E27FC236}">
                  <a16:creationId xmlns:a16="http://schemas.microsoft.com/office/drawing/2014/main" id="{D2EB8B07-8D94-0117-CA34-DE95DB81B614}"/>
                </a:ext>
              </a:extLst>
            </p:cNvPr>
            <p:cNvSpPr/>
            <p:nvPr/>
          </p:nvSpPr>
          <p:spPr>
            <a:xfrm rot="16229754">
              <a:off x="21125014" y="17921243"/>
              <a:ext cx="188270" cy="173787"/>
            </a:xfrm>
            <a:custGeom>
              <a:avLst/>
              <a:gdLst>
                <a:gd name="connsiteX0" fmla="*/ 188391 w 188270"/>
                <a:gd name="connsiteY0" fmla="*/ 86773 h 173787"/>
                <a:gd name="connsiteX1" fmla="*/ 94256 w 188270"/>
                <a:gd name="connsiteY1" fmla="*/ 173667 h 173787"/>
                <a:gd name="connsiteX2" fmla="*/ 121 w 188270"/>
                <a:gd name="connsiteY2" fmla="*/ 86773 h 173787"/>
                <a:gd name="connsiteX3" fmla="*/ 94256 w 188270"/>
                <a:gd name="connsiteY3" fmla="*/ -120 h 173787"/>
                <a:gd name="connsiteX4" fmla="*/ 188391 w 188270"/>
                <a:gd name="connsiteY4" fmla="*/ 86773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391" y="86773"/>
                  </a:moveTo>
                  <a:cubicBezTo>
                    <a:pt x="188391" y="134764"/>
                    <a:pt x="146246" y="173667"/>
                    <a:pt x="94256" y="173667"/>
                  </a:cubicBezTo>
                  <a:cubicBezTo>
                    <a:pt x="42267" y="173667"/>
                    <a:pt x="121" y="134764"/>
                    <a:pt x="121" y="86773"/>
                  </a:cubicBezTo>
                  <a:cubicBezTo>
                    <a:pt x="121" y="38783"/>
                    <a:pt x="42267" y="-120"/>
                    <a:pt x="94256" y="-120"/>
                  </a:cubicBezTo>
                  <a:cubicBezTo>
                    <a:pt x="146246" y="-120"/>
                    <a:pt x="188391" y="38783"/>
                    <a:pt x="188391" y="86773"/>
                  </a:cubicBezTo>
                  <a:close/>
                </a:path>
              </a:pathLst>
            </a:custGeom>
            <a:gradFill>
              <a:gsLst>
                <a:gs pos="0">
                  <a:srgbClr val="FF6600"/>
                </a:gs>
                <a:gs pos="50000">
                  <a:srgbClr val="FF6600">
                    <a:alpha val="49804"/>
                  </a:srgbClr>
                </a:gs>
                <a:gs pos="100000">
                  <a:srgbClr val="FF6600">
                    <a:alpha val="0"/>
                  </a:srgbClr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0" name="Freeform: Shape 1479">
              <a:extLst>
                <a:ext uri="{FF2B5EF4-FFF2-40B4-BE49-F238E27FC236}">
                  <a16:creationId xmlns:a16="http://schemas.microsoft.com/office/drawing/2014/main" id="{898515D4-D3B3-1A43-EB82-992520B9F25B}"/>
                </a:ext>
              </a:extLst>
            </p:cNvPr>
            <p:cNvSpPr/>
            <p:nvPr/>
          </p:nvSpPr>
          <p:spPr>
            <a:xfrm rot="16229754">
              <a:off x="21097284" y="17769186"/>
              <a:ext cx="188270" cy="173787"/>
            </a:xfrm>
            <a:custGeom>
              <a:avLst/>
              <a:gdLst>
                <a:gd name="connsiteX0" fmla="*/ 188386 w 188270"/>
                <a:gd name="connsiteY0" fmla="*/ 86762 h 173787"/>
                <a:gd name="connsiteX1" fmla="*/ 94251 w 188270"/>
                <a:gd name="connsiteY1" fmla="*/ 173656 h 173787"/>
                <a:gd name="connsiteX2" fmla="*/ 116 w 188270"/>
                <a:gd name="connsiteY2" fmla="*/ 86762 h 173787"/>
                <a:gd name="connsiteX3" fmla="*/ 94251 w 188270"/>
                <a:gd name="connsiteY3" fmla="*/ -132 h 173787"/>
                <a:gd name="connsiteX4" fmla="*/ 188386 w 188270"/>
                <a:gd name="connsiteY4" fmla="*/ 86762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386" y="86762"/>
                  </a:moveTo>
                  <a:cubicBezTo>
                    <a:pt x="188386" y="134752"/>
                    <a:pt x="146240" y="173656"/>
                    <a:pt x="94251" y="173656"/>
                  </a:cubicBezTo>
                  <a:cubicBezTo>
                    <a:pt x="42261" y="173656"/>
                    <a:pt x="116" y="134752"/>
                    <a:pt x="116" y="86762"/>
                  </a:cubicBezTo>
                  <a:cubicBezTo>
                    <a:pt x="116" y="38771"/>
                    <a:pt x="42261" y="-132"/>
                    <a:pt x="94251" y="-132"/>
                  </a:cubicBezTo>
                  <a:cubicBezTo>
                    <a:pt x="146240" y="-132"/>
                    <a:pt x="188386" y="38771"/>
                    <a:pt x="188386" y="86762"/>
                  </a:cubicBezTo>
                  <a:close/>
                </a:path>
              </a:pathLst>
            </a:custGeom>
            <a:gradFill>
              <a:gsLst>
                <a:gs pos="0">
                  <a:srgbClr val="FF6600"/>
                </a:gs>
                <a:gs pos="50000">
                  <a:srgbClr val="FF6600">
                    <a:alpha val="49804"/>
                  </a:srgbClr>
                </a:gs>
                <a:gs pos="100000">
                  <a:srgbClr val="FF6600">
                    <a:alpha val="0"/>
                  </a:srgbClr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2" name="Freeform: Shape 1481">
              <a:extLst>
                <a:ext uri="{FF2B5EF4-FFF2-40B4-BE49-F238E27FC236}">
                  <a16:creationId xmlns:a16="http://schemas.microsoft.com/office/drawing/2014/main" id="{D2252247-B434-8978-01C5-BE1544C9FC55}"/>
                </a:ext>
              </a:extLst>
            </p:cNvPr>
            <p:cNvSpPr/>
            <p:nvPr/>
          </p:nvSpPr>
          <p:spPr>
            <a:xfrm rot="16229754">
              <a:off x="21127523" y="17620747"/>
              <a:ext cx="188270" cy="173787"/>
            </a:xfrm>
            <a:custGeom>
              <a:avLst/>
              <a:gdLst>
                <a:gd name="connsiteX0" fmla="*/ 188385 w 188270"/>
                <a:gd name="connsiteY0" fmla="*/ 86749 h 173787"/>
                <a:gd name="connsiteX1" fmla="*/ 94250 w 188270"/>
                <a:gd name="connsiteY1" fmla="*/ 173643 h 173787"/>
                <a:gd name="connsiteX2" fmla="*/ 115 w 188270"/>
                <a:gd name="connsiteY2" fmla="*/ 86749 h 173787"/>
                <a:gd name="connsiteX3" fmla="*/ 94250 w 188270"/>
                <a:gd name="connsiteY3" fmla="*/ -145 h 173787"/>
                <a:gd name="connsiteX4" fmla="*/ 188385 w 188270"/>
                <a:gd name="connsiteY4" fmla="*/ 86749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385" y="86749"/>
                  </a:moveTo>
                  <a:cubicBezTo>
                    <a:pt x="188385" y="134739"/>
                    <a:pt x="146239" y="173643"/>
                    <a:pt x="94250" y="173643"/>
                  </a:cubicBezTo>
                  <a:cubicBezTo>
                    <a:pt x="42261" y="173643"/>
                    <a:pt x="115" y="134739"/>
                    <a:pt x="115" y="86749"/>
                  </a:cubicBezTo>
                  <a:cubicBezTo>
                    <a:pt x="115" y="38758"/>
                    <a:pt x="42261" y="-145"/>
                    <a:pt x="94250" y="-145"/>
                  </a:cubicBezTo>
                  <a:cubicBezTo>
                    <a:pt x="146239" y="-145"/>
                    <a:pt x="188385" y="38758"/>
                    <a:pt x="188385" y="86749"/>
                  </a:cubicBezTo>
                  <a:close/>
                </a:path>
              </a:pathLst>
            </a:custGeom>
            <a:gradFill>
              <a:gsLst>
                <a:gs pos="0">
                  <a:srgbClr val="FF6600"/>
                </a:gs>
                <a:gs pos="50000">
                  <a:srgbClr val="FF6600">
                    <a:alpha val="49804"/>
                  </a:srgbClr>
                </a:gs>
                <a:gs pos="100000">
                  <a:srgbClr val="FF6600">
                    <a:alpha val="0"/>
                  </a:srgbClr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3" name="Freeform: Shape 1482">
              <a:extLst>
                <a:ext uri="{FF2B5EF4-FFF2-40B4-BE49-F238E27FC236}">
                  <a16:creationId xmlns:a16="http://schemas.microsoft.com/office/drawing/2014/main" id="{9D6413A4-3CDE-702A-12F5-BA7F2C26D796}"/>
                </a:ext>
              </a:extLst>
            </p:cNvPr>
            <p:cNvSpPr/>
            <p:nvPr/>
          </p:nvSpPr>
          <p:spPr>
            <a:xfrm rot="16229754">
              <a:off x="21221630" y="19677205"/>
              <a:ext cx="188270" cy="173787"/>
            </a:xfrm>
            <a:custGeom>
              <a:avLst/>
              <a:gdLst>
                <a:gd name="connsiteX0" fmla="*/ 188438 w 188270"/>
                <a:gd name="connsiteY0" fmla="*/ 86915 h 173787"/>
                <a:gd name="connsiteX1" fmla="*/ 94302 w 188270"/>
                <a:gd name="connsiteY1" fmla="*/ 173809 h 173787"/>
                <a:gd name="connsiteX2" fmla="*/ 167 w 188270"/>
                <a:gd name="connsiteY2" fmla="*/ 86915 h 173787"/>
                <a:gd name="connsiteX3" fmla="*/ 94302 w 188270"/>
                <a:gd name="connsiteY3" fmla="*/ 21 h 173787"/>
                <a:gd name="connsiteX4" fmla="*/ 188438 w 188270"/>
                <a:gd name="connsiteY4" fmla="*/ 86915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438" y="86915"/>
                  </a:moveTo>
                  <a:cubicBezTo>
                    <a:pt x="188438" y="134905"/>
                    <a:pt x="146292" y="173809"/>
                    <a:pt x="94302" y="173809"/>
                  </a:cubicBezTo>
                  <a:cubicBezTo>
                    <a:pt x="42313" y="173809"/>
                    <a:pt x="167" y="134905"/>
                    <a:pt x="167" y="86915"/>
                  </a:cubicBezTo>
                  <a:cubicBezTo>
                    <a:pt x="167" y="38925"/>
                    <a:pt x="42313" y="21"/>
                    <a:pt x="94302" y="21"/>
                  </a:cubicBezTo>
                  <a:cubicBezTo>
                    <a:pt x="146292" y="21"/>
                    <a:pt x="188438" y="38925"/>
                    <a:pt x="188438" y="86915"/>
                  </a:cubicBezTo>
                  <a:close/>
                </a:path>
              </a:pathLst>
            </a:custGeom>
            <a:gradFill>
              <a:gsLst>
                <a:gs pos="0">
                  <a:srgbClr val="FF6600"/>
                </a:gs>
                <a:gs pos="50000">
                  <a:srgbClr val="FF6600">
                    <a:alpha val="49804"/>
                  </a:srgbClr>
                </a:gs>
                <a:gs pos="100000">
                  <a:srgbClr val="FF6600">
                    <a:alpha val="0"/>
                  </a:srgbClr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7" name="Freeform: Shape 1486">
              <a:extLst>
                <a:ext uri="{FF2B5EF4-FFF2-40B4-BE49-F238E27FC236}">
                  <a16:creationId xmlns:a16="http://schemas.microsoft.com/office/drawing/2014/main" id="{E3FD6F41-8C00-3571-17DD-360493F5B0C5}"/>
                </a:ext>
              </a:extLst>
            </p:cNvPr>
            <p:cNvSpPr/>
            <p:nvPr/>
          </p:nvSpPr>
          <p:spPr>
            <a:xfrm rot="16229754">
              <a:off x="21280794" y="19532261"/>
              <a:ext cx="188270" cy="173787"/>
            </a:xfrm>
            <a:custGeom>
              <a:avLst/>
              <a:gdLst>
                <a:gd name="connsiteX0" fmla="*/ 188439 w 188270"/>
                <a:gd name="connsiteY0" fmla="*/ 86902 h 173787"/>
                <a:gd name="connsiteX1" fmla="*/ 94304 w 188270"/>
                <a:gd name="connsiteY1" fmla="*/ 173796 h 173787"/>
                <a:gd name="connsiteX2" fmla="*/ 169 w 188270"/>
                <a:gd name="connsiteY2" fmla="*/ 86902 h 173787"/>
                <a:gd name="connsiteX3" fmla="*/ 94304 w 188270"/>
                <a:gd name="connsiteY3" fmla="*/ 8 h 173787"/>
                <a:gd name="connsiteX4" fmla="*/ 188439 w 188270"/>
                <a:gd name="connsiteY4" fmla="*/ 86902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439" y="86902"/>
                  </a:moveTo>
                  <a:cubicBezTo>
                    <a:pt x="188439" y="134892"/>
                    <a:pt x="146293" y="173796"/>
                    <a:pt x="94304" y="173796"/>
                  </a:cubicBezTo>
                  <a:cubicBezTo>
                    <a:pt x="42315" y="173796"/>
                    <a:pt x="169" y="134892"/>
                    <a:pt x="169" y="86902"/>
                  </a:cubicBezTo>
                  <a:cubicBezTo>
                    <a:pt x="169" y="38912"/>
                    <a:pt x="42315" y="8"/>
                    <a:pt x="94304" y="8"/>
                  </a:cubicBezTo>
                  <a:cubicBezTo>
                    <a:pt x="146293" y="8"/>
                    <a:pt x="188439" y="38912"/>
                    <a:pt x="188439" y="86902"/>
                  </a:cubicBezTo>
                  <a:close/>
                </a:path>
              </a:pathLst>
            </a:custGeom>
            <a:gradFill>
              <a:gsLst>
                <a:gs pos="0">
                  <a:srgbClr val="FF6600"/>
                </a:gs>
                <a:gs pos="50000">
                  <a:srgbClr val="FF6600">
                    <a:alpha val="49804"/>
                  </a:srgbClr>
                </a:gs>
                <a:gs pos="100000">
                  <a:srgbClr val="FF6600">
                    <a:alpha val="0"/>
                  </a:srgbClr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9" name="Freeform: Shape 1488">
              <a:extLst>
                <a:ext uri="{FF2B5EF4-FFF2-40B4-BE49-F238E27FC236}">
                  <a16:creationId xmlns:a16="http://schemas.microsoft.com/office/drawing/2014/main" id="{2825F686-FA72-2F9F-FDB5-ED59B6EF50E2}"/>
                </a:ext>
              </a:extLst>
            </p:cNvPr>
            <p:cNvSpPr/>
            <p:nvPr/>
          </p:nvSpPr>
          <p:spPr>
            <a:xfrm rot="16229754">
              <a:off x="21209497" y="19398429"/>
              <a:ext cx="188270" cy="173787"/>
            </a:xfrm>
            <a:custGeom>
              <a:avLst/>
              <a:gdLst>
                <a:gd name="connsiteX0" fmla="*/ 188431 w 188270"/>
                <a:gd name="connsiteY0" fmla="*/ 86893 h 173787"/>
                <a:gd name="connsiteX1" fmla="*/ 94296 w 188270"/>
                <a:gd name="connsiteY1" fmla="*/ 173787 h 173787"/>
                <a:gd name="connsiteX2" fmla="*/ 160 w 188270"/>
                <a:gd name="connsiteY2" fmla="*/ 86893 h 173787"/>
                <a:gd name="connsiteX3" fmla="*/ 94296 w 188270"/>
                <a:gd name="connsiteY3" fmla="*/ -1 h 173787"/>
                <a:gd name="connsiteX4" fmla="*/ 188431 w 188270"/>
                <a:gd name="connsiteY4" fmla="*/ 86893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431" y="86893"/>
                  </a:moveTo>
                  <a:cubicBezTo>
                    <a:pt x="188431" y="134883"/>
                    <a:pt x="146285" y="173787"/>
                    <a:pt x="94296" y="173787"/>
                  </a:cubicBezTo>
                  <a:cubicBezTo>
                    <a:pt x="42306" y="173787"/>
                    <a:pt x="160" y="134883"/>
                    <a:pt x="160" y="86893"/>
                  </a:cubicBezTo>
                  <a:cubicBezTo>
                    <a:pt x="160" y="38903"/>
                    <a:pt x="42306" y="-1"/>
                    <a:pt x="94296" y="-1"/>
                  </a:cubicBezTo>
                  <a:cubicBezTo>
                    <a:pt x="146285" y="-1"/>
                    <a:pt x="188431" y="38903"/>
                    <a:pt x="188431" y="86893"/>
                  </a:cubicBezTo>
                  <a:close/>
                </a:path>
              </a:pathLst>
            </a:custGeom>
            <a:gradFill>
              <a:gsLst>
                <a:gs pos="0">
                  <a:srgbClr val="FF6600"/>
                </a:gs>
                <a:gs pos="50000">
                  <a:srgbClr val="FF6600">
                    <a:alpha val="49804"/>
                  </a:srgbClr>
                </a:gs>
                <a:gs pos="100000">
                  <a:srgbClr val="FF6600">
                    <a:alpha val="0"/>
                  </a:srgbClr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1" name="Freeform: Shape 1490">
              <a:extLst>
                <a:ext uri="{FF2B5EF4-FFF2-40B4-BE49-F238E27FC236}">
                  <a16:creationId xmlns:a16="http://schemas.microsoft.com/office/drawing/2014/main" id="{E1BD21CD-9C73-78BC-B4F1-568AA234E261}"/>
                </a:ext>
              </a:extLst>
            </p:cNvPr>
            <p:cNvSpPr/>
            <p:nvPr/>
          </p:nvSpPr>
          <p:spPr>
            <a:xfrm rot="16229754">
              <a:off x="21268707" y="19242876"/>
              <a:ext cx="188270" cy="173787"/>
            </a:xfrm>
            <a:custGeom>
              <a:avLst/>
              <a:gdLst>
                <a:gd name="connsiteX0" fmla="*/ 188432 w 188270"/>
                <a:gd name="connsiteY0" fmla="*/ 86879 h 173787"/>
                <a:gd name="connsiteX1" fmla="*/ 94297 w 188270"/>
                <a:gd name="connsiteY1" fmla="*/ 173773 h 173787"/>
                <a:gd name="connsiteX2" fmla="*/ 162 w 188270"/>
                <a:gd name="connsiteY2" fmla="*/ 86879 h 173787"/>
                <a:gd name="connsiteX3" fmla="*/ 94297 w 188270"/>
                <a:gd name="connsiteY3" fmla="*/ -15 h 173787"/>
                <a:gd name="connsiteX4" fmla="*/ 188432 w 188270"/>
                <a:gd name="connsiteY4" fmla="*/ 86879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432" y="86879"/>
                  </a:moveTo>
                  <a:cubicBezTo>
                    <a:pt x="188432" y="134869"/>
                    <a:pt x="146286" y="173773"/>
                    <a:pt x="94297" y="173773"/>
                  </a:cubicBezTo>
                  <a:cubicBezTo>
                    <a:pt x="42308" y="173773"/>
                    <a:pt x="162" y="134869"/>
                    <a:pt x="162" y="86879"/>
                  </a:cubicBezTo>
                  <a:cubicBezTo>
                    <a:pt x="162" y="38889"/>
                    <a:pt x="42308" y="-15"/>
                    <a:pt x="94297" y="-15"/>
                  </a:cubicBezTo>
                  <a:cubicBezTo>
                    <a:pt x="146286" y="-15"/>
                    <a:pt x="188432" y="38889"/>
                    <a:pt x="188432" y="86879"/>
                  </a:cubicBezTo>
                  <a:close/>
                </a:path>
              </a:pathLst>
            </a:custGeom>
            <a:gradFill>
              <a:gsLst>
                <a:gs pos="0">
                  <a:srgbClr val="FF6600"/>
                </a:gs>
                <a:gs pos="50000">
                  <a:srgbClr val="FF6600">
                    <a:alpha val="49804"/>
                  </a:srgbClr>
                </a:gs>
                <a:gs pos="100000">
                  <a:srgbClr val="FF6600">
                    <a:alpha val="0"/>
                  </a:srgbClr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3" name="Freeform: Shape 1492">
              <a:extLst>
                <a:ext uri="{FF2B5EF4-FFF2-40B4-BE49-F238E27FC236}">
                  <a16:creationId xmlns:a16="http://schemas.microsoft.com/office/drawing/2014/main" id="{0A7DEF68-5598-737B-A0B5-FAA169FC408F}"/>
                </a:ext>
              </a:extLst>
            </p:cNvPr>
            <p:cNvSpPr/>
            <p:nvPr/>
          </p:nvSpPr>
          <p:spPr>
            <a:xfrm rot="16229754">
              <a:off x="21215519" y="19101554"/>
              <a:ext cx="188270" cy="173787"/>
            </a:xfrm>
            <a:custGeom>
              <a:avLst/>
              <a:gdLst>
                <a:gd name="connsiteX0" fmla="*/ 188424 w 188270"/>
                <a:gd name="connsiteY0" fmla="*/ 86868 h 173787"/>
                <a:gd name="connsiteX1" fmla="*/ 94289 w 188270"/>
                <a:gd name="connsiteY1" fmla="*/ 173762 h 173787"/>
                <a:gd name="connsiteX2" fmla="*/ 154 w 188270"/>
                <a:gd name="connsiteY2" fmla="*/ 86868 h 173787"/>
                <a:gd name="connsiteX3" fmla="*/ 94289 w 188270"/>
                <a:gd name="connsiteY3" fmla="*/ -26 h 173787"/>
                <a:gd name="connsiteX4" fmla="*/ 188424 w 188270"/>
                <a:gd name="connsiteY4" fmla="*/ 86868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424" y="86868"/>
                  </a:moveTo>
                  <a:cubicBezTo>
                    <a:pt x="188424" y="134859"/>
                    <a:pt x="146279" y="173762"/>
                    <a:pt x="94289" y="173762"/>
                  </a:cubicBezTo>
                  <a:cubicBezTo>
                    <a:pt x="42300" y="173762"/>
                    <a:pt x="154" y="134859"/>
                    <a:pt x="154" y="86868"/>
                  </a:cubicBezTo>
                  <a:cubicBezTo>
                    <a:pt x="154" y="38878"/>
                    <a:pt x="42300" y="-26"/>
                    <a:pt x="94289" y="-26"/>
                  </a:cubicBezTo>
                  <a:cubicBezTo>
                    <a:pt x="146279" y="-26"/>
                    <a:pt x="188424" y="38878"/>
                    <a:pt x="188424" y="86868"/>
                  </a:cubicBezTo>
                  <a:close/>
                </a:path>
              </a:pathLst>
            </a:custGeom>
            <a:gradFill>
              <a:gsLst>
                <a:gs pos="0">
                  <a:srgbClr val="FF6600"/>
                </a:gs>
                <a:gs pos="50000">
                  <a:srgbClr val="FF6600">
                    <a:alpha val="49804"/>
                  </a:srgbClr>
                </a:gs>
                <a:gs pos="100000">
                  <a:srgbClr val="FF6600">
                    <a:alpha val="0"/>
                  </a:srgbClr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7" name="Freeform: Shape 1496">
              <a:extLst>
                <a:ext uri="{FF2B5EF4-FFF2-40B4-BE49-F238E27FC236}">
                  <a16:creationId xmlns:a16="http://schemas.microsoft.com/office/drawing/2014/main" id="{E3C3857F-9600-D0E3-9652-E4039359F69F}"/>
                </a:ext>
              </a:extLst>
            </p:cNvPr>
            <p:cNvSpPr/>
            <p:nvPr/>
          </p:nvSpPr>
          <p:spPr>
            <a:xfrm rot="16229754">
              <a:off x="21227623" y="18942251"/>
              <a:ext cx="188270" cy="173787"/>
            </a:xfrm>
            <a:custGeom>
              <a:avLst/>
              <a:gdLst>
                <a:gd name="connsiteX0" fmla="*/ 188422 w 188270"/>
                <a:gd name="connsiteY0" fmla="*/ 86855 h 173787"/>
                <a:gd name="connsiteX1" fmla="*/ 94287 w 188270"/>
                <a:gd name="connsiteY1" fmla="*/ 173749 h 173787"/>
                <a:gd name="connsiteX2" fmla="*/ 152 w 188270"/>
                <a:gd name="connsiteY2" fmla="*/ 86855 h 173787"/>
                <a:gd name="connsiteX3" fmla="*/ 94287 w 188270"/>
                <a:gd name="connsiteY3" fmla="*/ -39 h 173787"/>
                <a:gd name="connsiteX4" fmla="*/ 188422 w 188270"/>
                <a:gd name="connsiteY4" fmla="*/ 86855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422" y="86855"/>
                  </a:moveTo>
                  <a:cubicBezTo>
                    <a:pt x="188422" y="134845"/>
                    <a:pt x="146276" y="173749"/>
                    <a:pt x="94287" y="173749"/>
                  </a:cubicBezTo>
                  <a:cubicBezTo>
                    <a:pt x="42298" y="173749"/>
                    <a:pt x="152" y="134845"/>
                    <a:pt x="152" y="86855"/>
                  </a:cubicBezTo>
                  <a:cubicBezTo>
                    <a:pt x="152" y="38865"/>
                    <a:pt x="42298" y="-39"/>
                    <a:pt x="94287" y="-39"/>
                  </a:cubicBezTo>
                  <a:cubicBezTo>
                    <a:pt x="146276" y="-39"/>
                    <a:pt x="188422" y="38865"/>
                    <a:pt x="188422" y="86855"/>
                  </a:cubicBezTo>
                  <a:close/>
                </a:path>
              </a:pathLst>
            </a:custGeom>
            <a:gradFill>
              <a:gsLst>
                <a:gs pos="0">
                  <a:srgbClr val="FF6600"/>
                </a:gs>
                <a:gs pos="50000">
                  <a:srgbClr val="FF6600">
                    <a:alpha val="49804"/>
                  </a:srgbClr>
                </a:gs>
                <a:gs pos="100000">
                  <a:srgbClr val="FF6600">
                    <a:alpha val="0"/>
                  </a:srgbClr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8" name="Freeform: Shape 1497">
              <a:extLst>
                <a:ext uri="{FF2B5EF4-FFF2-40B4-BE49-F238E27FC236}">
                  <a16:creationId xmlns:a16="http://schemas.microsoft.com/office/drawing/2014/main" id="{836EB4D7-4CFA-305E-FACE-E9AFEC8AD0A2}"/>
                </a:ext>
              </a:extLst>
            </p:cNvPr>
            <p:cNvSpPr/>
            <p:nvPr/>
          </p:nvSpPr>
          <p:spPr>
            <a:xfrm rot="16229754">
              <a:off x="21236139" y="18772090"/>
              <a:ext cx="188270" cy="173787"/>
            </a:xfrm>
            <a:custGeom>
              <a:avLst/>
              <a:gdLst>
                <a:gd name="connsiteX0" fmla="*/ 188419 w 188270"/>
                <a:gd name="connsiteY0" fmla="*/ 86841 h 173787"/>
                <a:gd name="connsiteX1" fmla="*/ 94284 w 188270"/>
                <a:gd name="connsiteY1" fmla="*/ 173735 h 173787"/>
                <a:gd name="connsiteX2" fmla="*/ 149 w 188270"/>
                <a:gd name="connsiteY2" fmla="*/ 86841 h 173787"/>
                <a:gd name="connsiteX3" fmla="*/ 94284 w 188270"/>
                <a:gd name="connsiteY3" fmla="*/ -53 h 173787"/>
                <a:gd name="connsiteX4" fmla="*/ 188419 w 188270"/>
                <a:gd name="connsiteY4" fmla="*/ 86841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419" y="86841"/>
                  </a:moveTo>
                  <a:cubicBezTo>
                    <a:pt x="188419" y="134831"/>
                    <a:pt x="146273" y="173735"/>
                    <a:pt x="94284" y="173735"/>
                  </a:cubicBezTo>
                  <a:cubicBezTo>
                    <a:pt x="42295" y="173735"/>
                    <a:pt x="149" y="134831"/>
                    <a:pt x="149" y="86841"/>
                  </a:cubicBezTo>
                  <a:cubicBezTo>
                    <a:pt x="149" y="38851"/>
                    <a:pt x="42295" y="-53"/>
                    <a:pt x="94284" y="-53"/>
                  </a:cubicBezTo>
                  <a:cubicBezTo>
                    <a:pt x="146273" y="-53"/>
                    <a:pt x="188419" y="38851"/>
                    <a:pt x="188419" y="86841"/>
                  </a:cubicBezTo>
                  <a:close/>
                </a:path>
              </a:pathLst>
            </a:custGeom>
            <a:gradFill>
              <a:gsLst>
                <a:gs pos="0">
                  <a:srgbClr val="FF6600"/>
                </a:gs>
                <a:gs pos="50000">
                  <a:srgbClr val="FF6600">
                    <a:alpha val="49804"/>
                  </a:srgbClr>
                </a:gs>
                <a:gs pos="100000">
                  <a:srgbClr val="FF6600">
                    <a:alpha val="0"/>
                  </a:srgbClr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0" name="Freeform: Shape 1499">
              <a:extLst>
                <a:ext uri="{FF2B5EF4-FFF2-40B4-BE49-F238E27FC236}">
                  <a16:creationId xmlns:a16="http://schemas.microsoft.com/office/drawing/2014/main" id="{7E96F0EF-3541-8E2C-97BA-03C6417C36DD}"/>
                </a:ext>
              </a:extLst>
            </p:cNvPr>
            <p:cNvSpPr/>
            <p:nvPr/>
          </p:nvSpPr>
          <p:spPr>
            <a:xfrm rot="16229754">
              <a:off x="21373666" y="18540339"/>
              <a:ext cx="188270" cy="173787"/>
            </a:xfrm>
            <a:custGeom>
              <a:avLst/>
              <a:gdLst>
                <a:gd name="connsiteX0" fmla="*/ 188425 w 188270"/>
                <a:gd name="connsiteY0" fmla="*/ 86819 h 173787"/>
                <a:gd name="connsiteX1" fmla="*/ 94290 w 188270"/>
                <a:gd name="connsiteY1" fmla="*/ 173713 h 173787"/>
                <a:gd name="connsiteX2" fmla="*/ 155 w 188270"/>
                <a:gd name="connsiteY2" fmla="*/ 86819 h 173787"/>
                <a:gd name="connsiteX3" fmla="*/ 94290 w 188270"/>
                <a:gd name="connsiteY3" fmla="*/ -75 h 173787"/>
                <a:gd name="connsiteX4" fmla="*/ 188425 w 188270"/>
                <a:gd name="connsiteY4" fmla="*/ 86819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425" y="86819"/>
                  </a:moveTo>
                  <a:cubicBezTo>
                    <a:pt x="188425" y="134809"/>
                    <a:pt x="146279" y="173713"/>
                    <a:pt x="94290" y="173713"/>
                  </a:cubicBezTo>
                  <a:cubicBezTo>
                    <a:pt x="42301" y="173713"/>
                    <a:pt x="155" y="134809"/>
                    <a:pt x="155" y="86819"/>
                  </a:cubicBezTo>
                  <a:cubicBezTo>
                    <a:pt x="155" y="38829"/>
                    <a:pt x="42301" y="-75"/>
                    <a:pt x="94290" y="-75"/>
                  </a:cubicBezTo>
                  <a:cubicBezTo>
                    <a:pt x="146279" y="-75"/>
                    <a:pt x="188425" y="38829"/>
                    <a:pt x="188425" y="86819"/>
                  </a:cubicBezTo>
                  <a:close/>
                </a:path>
              </a:pathLst>
            </a:custGeom>
            <a:gradFill>
              <a:gsLst>
                <a:gs pos="0">
                  <a:srgbClr val="FF6600"/>
                </a:gs>
                <a:gs pos="50000">
                  <a:srgbClr val="FF6600">
                    <a:alpha val="49804"/>
                  </a:srgbClr>
                </a:gs>
                <a:gs pos="100000">
                  <a:srgbClr val="FF6600">
                    <a:alpha val="0"/>
                  </a:srgbClr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4" name="Freeform: Shape 1503">
              <a:extLst>
                <a:ext uri="{FF2B5EF4-FFF2-40B4-BE49-F238E27FC236}">
                  <a16:creationId xmlns:a16="http://schemas.microsoft.com/office/drawing/2014/main" id="{D93E0063-2368-49B1-DA04-C1465D2263DC}"/>
                </a:ext>
              </a:extLst>
            </p:cNvPr>
            <p:cNvSpPr/>
            <p:nvPr/>
          </p:nvSpPr>
          <p:spPr>
            <a:xfrm rot="16229754">
              <a:off x="21393014" y="18384537"/>
              <a:ext cx="188270" cy="173787"/>
            </a:xfrm>
            <a:custGeom>
              <a:avLst/>
              <a:gdLst>
                <a:gd name="connsiteX0" fmla="*/ 188423 w 188270"/>
                <a:gd name="connsiteY0" fmla="*/ 86805 h 173787"/>
                <a:gd name="connsiteX1" fmla="*/ 94288 w 188270"/>
                <a:gd name="connsiteY1" fmla="*/ 173699 h 173787"/>
                <a:gd name="connsiteX2" fmla="*/ 153 w 188270"/>
                <a:gd name="connsiteY2" fmla="*/ 86805 h 173787"/>
                <a:gd name="connsiteX3" fmla="*/ 94288 w 188270"/>
                <a:gd name="connsiteY3" fmla="*/ -88 h 173787"/>
                <a:gd name="connsiteX4" fmla="*/ 188423 w 188270"/>
                <a:gd name="connsiteY4" fmla="*/ 86805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423" y="86805"/>
                  </a:moveTo>
                  <a:cubicBezTo>
                    <a:pt x="188423" y="134796"/>
                    <a:pt x="146278" y="173699"/>
                    <a:pt x="94288" y="173699"/>
                  </a:cubicBezTo>
                  <a:cubicBezTo>
                    <a:pt x="42299" y="173699"/>
                    <a:pt x="153" y="134796"/>
                    <a:pt x="153" y="86805"/>
                  </a:cubicBezTo>
                  <a:cubicBezTo>
                    <a:pt x="153" y="38815"/>
                    <a:pt x="42299" y="-88"/>
                    <a:pt x="94288" y="-88"/>
                  </a:cubicBezTo>
                  <a:cubicBezTo>
                    <a:pt x="146278" y="-88"/>
                    <a:pt x="188423" y="38815"/>
                    <a:pt x="188423" y="86805"/>
                  </a:cubicBezTo>
                  <a:close/>
                </a:path>
              </a:pathLst>
            </a:custGeom>
            <a:gradFill>
              <a:gsLst>
                <a:gs pos="0">
                  <a:srgbClr val="FF6600"/>
                </a:gs>
                <a:gs pos="50000">
                  <a:srgbClr val="FF6600">
                    <a:alpha val="49804"/>
                  </a:srgbClr>
                </a:gs>
                <a:gs pos="100000">
                  <a:srgbClr val="FF6600">
                    <a:alpha val="0"/>
                  </a:srgbClr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5" name="Freeform: Shape 1504">
              <a:extLst>
                <a:ext uri="{FF2B5EF4-FFF2-40B4-BE49-F238E27FC236}">
                  <a16:creationId xmlns:a16="http://schemas.microsoft.com/office/drawing/2014/main" id="{F74A6AF1-1248-0499-AA52-40D007EFF51C}"/>
                </a:ext>
              </a:extLst>
            </p:cNvPr>
            <p:cNvSpPr/>
            <p:nvPr/>
          </p:nvSpPr>
          <p:spPr>
            <a:xfrm rot="16229754">
              <a:off x="21321747" y="18247083"/>
              <a:ext cx="188270" cy="173787"/>
            </a:xfrm>
            <a:custGeom>
              <a:avLst/>
              <a:gdLst>
                <a:gd name="connsiteX0" fmla="*/ 188415 w 188270"/>
                <a:gd name="connsiteY0" fmla="*/ 86796 h 173787"/>
                <a:gd name="connsiteX1" fmla="*/ 94280 w 188270"/>
                <a:gd name="connsiteY1" fmla="*/ 173690 h 173787"/>
                <a:gd name="connsiteX2" fmla="*/ 145 w 188270"/>
                <a:gd name="connsiteY2" fmla="*/ 86796 h 173787"/>
                <a:gd name="connsiteX3" fmla="*/ 94280 w 188270"/>
                <a:gd name="connsiteY3" fmla="*/ -98 h 173787"/>
                <a:gd name="connsiteX4" fmla="*/ 188415 w 188270"/>
                <a:gd name="connsiteY4" fmla="*/ 86796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415" y="86796"/>
                  </a:moveTo>
                  <a:cubicBezTo>
                    <a:pt x="188415" y="134786"/>
                    <a:pt x="146269" y="173690"/>
                    <a:pt x="94280" y="173690"/>
                  </a:cubicBezTo>
                  <a:cubicBezTo>
                    <a:pt x="42290" y="173690"/>
                    <a:pt x="145" y="134786"/>
                    <a:pt x="145" y="86796"/>
                  </a:cubicBezTo>
                  <a:cubicBezTo>
                    <a:pt x="145" y="38806"/>
                    <a:pt x="42290" y="-98"/>
                    <a:pt x="94280" y="-98"/>
                  </a:cubicBezTo>
                  <a:cubicBezTo>
                    <a:pt x="146269" y="-98"/>
                    <a:pt x="188415" y="38806"/>
                    <a:pt x="188415" y="86796"/>
                  </a:cubicBezTo>
                  <a:close/>
                </a:path>
              </a:pathLst>
            </a:custGeom>
            <a:gradFill>
              <a:gsLst>
                <a:gs pos="0">
                  <a:srgbClr val="FF6600"/>
                </a:gs>
                <a:gs pos="50000">
                  <a:srgbClr val="FF6600">
                    <a:alpha val="49804"/>
                  </a:srgbClr>
                </a:gs>
                <a:gs pos="100000">
                  <a:srgbClr val="FF6600">
                    <a:alpha val="0"/>
                  </a:srgbClr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6" name="Freeform: Shape 1505">
              <a:extLst>
                <a:ext uri="{FF2B5EF4-FFF2-40B4-BE49-F238E27FC236}">
                  <a16:creationId xmlns:a16="http://schemas.microsoft.com/office/drawing/2014/main" id="{349D1CE6-7A95-4E12-F0DE-1C3CD48D98CB}"/>
                </a:ext>
              </a:extLst>
            </p:cNvPr>
            <p:cNvSpPr/>
            <p:nvPr/>
          </p:nvSpPr>
          <p:spPr>
            <a:xfrm rot="16229754">
              <a:off x="21391775" y="18091531"/>
              <a:ext cx="188270" cy="173787"/>
            </a:xfrm>
            <a:custGeom>
              <a:avLst/>
              <a:gdLst>
                <a:gd name="connsiteX0" fmla="*/ 188417 w 188270"/>
                <a:gd name="connsiteY0" fmla="*/ 86781 h 173787"/>
                <a:gd name="connsiteX1" fmla="*/ 94282 w 188270"/>
                <a:gd name="connsiteY1" fmla="*/ 173675 h 173787"/>
                <a:gd name="connsiteX2" fmla="*/ 147 w 188270"/>
                <a:gd name="connsiteY2" fmla="*/ 86781 h 173787"/>
                <a:gd name="connsiteX3" fmla="*/ 94282 w 188270"/>
                <a:gd name="connsiteY3" fmla="*/ -112 h 173787"/>
                <a:gd name="connsiteX4" fmla="*/ 188417 w 188270"/>
                <a:gd name="connsiteY4" fmla="*/ 86781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417" y="86781"/>
                  </a:moveTo>
                  <a:cubicBezTo>
                    <a:pt x="188417" y="134772"/>
                    <a:pt x="146271" y="173675"/>
                    <a:pt x="94282" y="173675"/>
                  </a:cubicBezTo>
                  <a:cubicBezTo>
                    <a:pt x="42293" y="173675"/>
                    <a:pt x="147" y="134772"/>
                    <a:pt x="147" y="86781"/>
                  </a:cubicBezTo>
                  <a:cubicBezTo>
                    <a:pt x="147" y="38791"/>
                    <a:pt x="42293" y="-112"/>
                    <a:pt x="94282" y="-112"/>
                  </a:cubicBezTo>
                  <a:cubicBezTo>
                    <a:pt x="146271" y="-112"/>
                    <a:pt x="188417" y="38791"/>
                    <a:pt x="188417" y="86781"/>
                  </a:cubicBezTo>
                  <a:close/>
                </a:path>
              </a:pathLst>
            </a:custGeom>
            <a:gradFill>
              <a:gsLst>
                <a:gs pos="0">
                  <a:srgbClr val="FF6600"/>
                </a:gs>
                <a:gs pos="50000">
                  <a:srgbClr val="FF6600">
                    <a:alpha val="49804"/>
                  </a:srgbClr>
                </a:gs>
                <a:gs pos="100000">
                  <a:srgbClr val="FF6600">
                    <a:alpha val="0"/>
                  </a:srgbClr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7" name="Freeform: Shape 1506">
              <a:extLst>
                <a:ext uri="{FF2B5EF4-FFF2-40B4-BE49-F238E27FC236}">
                  <a16:creationId xmlns:a16="http://schemas.microsoft.com/office/drawing/2014/main" id="{0C2DFB13-C16C-4D6E-0696-0C2E70CB2580}"/>
                </a:ext>
              </a:extLst>
            </p:cNvPr>
            <p:cNvSpPr/>
            <p:nvPr/>
          </p:nvSpPr>
          <p:spPr>
            <a:xfrm rot="16229754">
              <a:off x="21338602" y="17953828"/>
              <a:ext cx="188270" cy="173787"/>
            </a:xfrm>
            <a:custGeom>
              <a:avLst/>
              <a:gdLst>
                <a:gd name="connsiteX0" fmla="*/ 188410 w 188270"/>
                <a:gd name="connsiteY0" fmla="*/ 86771 h 173787"/>
                <a:gd name="connsiteX1" fmla="*/ 94275 w 188270"/>
                <a:gd name="connsiteY1" fmla="*/ 173665 h 173787"/>
                <a:gd name="connsiteX2" fmla="*/ 140 w 188270"/>
                <a:gd name="connsiteY2" fmla="*/ 86771 h 173787"/>
                <a:gd name="connsiteX3" fmla="*/ 94275 w 188270"/>
                <a:gd name="connsiteY3" fmla="*/ -123 h 173787"/>
                <a:gd name="connsiteX4" fmla="*/ 188410 w 188270"/>
                <a:gd name="connsiteY4" fmla="*/ 86771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410" y="86771"/>
                  </a:moveTo>
                  <a:cubicBezTo>
                    <a:pt x="188410" y="134762"/>
                    <a:pt x="146264" y="173665"/>
                    <a:pt x="94275" y="173665"/>
                  </a:cubicBezTo>
                  <a:cubicBezTo>
                    <a:pt x="42285" y="173665"/>
                    <a:pt x="140" y="134762"/>
                    <a:pt x="140" y="86771"/>
                  </a:cubicBezTo>
                  <a:cubicBezTo>
                    <a:pt x="140" y="38781"/>
                    <a:pt x="42285" y="-123"/>
                    <a:pt x="94275" y="-123"/>
                  </a:cubicBezTo>
                  <a:cubicBezTo>
                    <a:pt x="146264" y="-123"/>
                    <a:pt x="188410" y="38781"/>
                    <a:pt x="188410" y="86771"/>
                  </a:cubicBezTo>
                  <a:close/>
                </a:path>
              </a:pathLst>
            </a:custGeom>
            <a:gradFill>
              <a:gsLst>
                <a:gs pos="0">
                  <a:srgbClr val="FF6600"/>
                </a:gs>
                <a:gs pos="50000">
                  <a:srgbClr val="FF6600">
                    <a:alpha val="49804"/>
                  </a:srgbClr>
                </a:gs>
                <a:gs pos="100000">
                  <a:srgbClr val="FF6600">
                    <a:alpha val="0"/>
                  </a:srgbClr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3" name="Freeform: Shape 1512">
              <a:extLst>
                <a:ext uri="{FF2B5EF4-FFF2-40B4-BE49-F238E27FC236}">
                  <a16:creationId xmlns:a16="http://schemas.microsoft.com/office/drawing/2014/main" id="{B62B85A1-4720-2DD0-F87F-E94C191BE35F}"/>
                </a:ext>
              </a:extLst>
            </p:cNvPr>
            <p:cNvSpPr/>
            <p:nvPr/>
          </p:nvSpPr>
          <p:spPr>
            <a:xfrm rot="16229754">
              <a:off x="21401418" y="17801772"/>
              <a:ext cx="188270" cy="173787"/>
            </a:xfrm>
            <a:custGeom>
              <a:avLst/>
              <a:gdLst>
                <a:gd name="connsiteX0" fmla="*/ 188411 w 188270"/>
                <a:gd name="connsiteY0" fmla="*/ 86758 h 173787"/>
                <a:gd name="connsiteX1" fmla="*/ 94276 w 188270"/>
                <a:gd name="connsiteY1" fmla="*/ 173652 h 173787"/>
                <a:gd name="connsiteX2" fmla="*/ 141 w 188270"/>
                <a:gd name="connsiteY2" fmla="*/ 86758 h 173787"/>
                <a:gd name="connsiteX3" fmla="*/ 94276 w 188270"/>
                <a:gd name="connsiteY3" fmla="*/ -136 h 173787"/>
                <a:gd name="connsiteX4" fmla="*/ 188411 w 188270"/>
                <a:gd name="connsiteY4" fmla="*/ 86758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411" y="86758"/>
                  </a:moveTo>
                  <a:cubicBezTo>
                    <a:pt x="188411" y="134748"/>
                    <a:pt x="146266" y="173652"/>
                    <a:pt x="94276" y="173652"/>
                  </a:cubicBezTo>
                  <a:cubicBezTo>
                    <a:pt x="42287" y="173652"/>
                    <a:pt x="141" y="134748"/>
                    <a:pt x="141" y="86758"/>
                  </a:cubicBezTo>
                  <a:cubicBezTo>
                    <a:pt x="141" y="38768"/>
                    <a:pt x="42287" y="-136"/>
                    <a:pt x="94276" y="-136"/>
                  </a:cubicBezTo>
                  <a:cubicBezTo>
                    <a:pt x="146266" y="-136"/>
                    <a:pt x="188411" y="38768"/>
                    <a:pt x="188411" y="86758"/>
                  </a:cubicBezTo>
                  <a:close/>
                </a:path>
              </a:pathLst>
            </a:custGeom>
            <a:gradFill>
              <a:gsLst>
                <a:gs pos="0">
                  <a:srgbClr val="FF6600"/>
                </a:gs>
                <a:gs pos="50000">
                  <a:srgbClr val="FF6600">
                    <a:alpha val="49804"/>
                  </a:srgbClr>
                </a:gs>
                <a:gs pos="100000">
                  <a:srgbClr val="FF6600">
                    <a:alpha val="0"/>
                  </a:srgbClr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6" name="Freeform: Shape 1515">
              <a:extLst>
                <a:ext uri="{FF2B5EF4-FFF2-40B4-BE49-F238E27FC236}">
                  <a16:creationId xmlns:a16="http://schemas.microsoft.com/office/drawing/2014/main" id="{50BE60A4-6B03-60A6-5669-06324CBA8F8F}"/>
                </a:ext>
              </a:extLst>
            </p:cNvPr>
            <p:cNvSpPr/>
            <p:nvPr/>
          </p:nvSpPr>
          <p:spPr>
            <a:xfrm rot="16229754">
              <a:off x="21370084" y="17635229"/>
              <a:ext cx="188270" cy="173787"/>
            </a:xfrm>
            <a:custGeom>
              <a:avLst/>
              <a:gdLst>
                <a:gd name="connsiteX0" fmla="*/ 188405 w 188270"/>
                <a:gd name="connsiteY0" fmla="*/ 86745 h 173787"/>
                <a:gd name="connsiteX1" fmla="*/ 94270 w 188270"/>
                <a:gd name="connsiteY1" fmla="*/ 173639 h 173787"/>
                <a:gd name="connsiteX2" fmla="*/ 135 w 188270"/>
                <a:gd name="connsiteY2" fmla="*/ 86745 h 173787"/>
                <a:gd name="connsiteX3" fmla="*/ 94270 w 188270"/>
                <a:gd name="connsiteY3" fmla="*/ -149 h 173787"/>
                <a:gd name="connsiteX4" fmla="*/ 188405 w 188270"/>
                <a:gd name="connsiteY4" fmla="*/ 86745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405" y="86745"/>
                  </a:moveTo>
                  <a:cubicBezTo>
                    <a:pt x="188405" y="134735"/>
                    <a:pt x="146259" y="173639"/>
                    <a:pt x="94270" y="173639"/>
                  </a:cubicBezTo>
                  <a:cubicBezTo>
                    <a:pt x="42281" y="173639"/>
                    <a:pt x="135" y="134735"/>
                    <a:pt x="135" y="86745"/>
                  </a:cubicBezTo>
                  <a:cubicBezTo>
                    <a:pt x="135" y="38755"/>
                    <a:pt x="42281" y="-149"/>
                    <a:pt x="94270" y="-149"/>
                  </a:cubicBezTo>
                  <a:cubicBezTo>
                    <a:pt x="146259" y="-149"/>
                    <a:pt x="188405" y="38755"/>
                    <a:pt x="188405" y="86745"/>
                  </a:cubicBezTo>
                  <a:close/>
                </a:path>
              </a:pathLst>
            </a:custGeom>
            <a:gradFill>
              <a:gsLst>
                <a:gs pos="0">
                  <a:srgbClr val="FF6600"/>
                </a:gs>
                <a:gs pos="50000">
                  <a:srgbClr val="FF6600">
                    <a:alpha val="49804"/>
                  </a:srgbClr>
                </a:gs>
                <a:gs pos="100000">
                  <a:srgbClr val="FF6600">
                    <a:alpha val="0"/>
                  </a:srgbClr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0" name="Freeform: Shape 1519">
              <a:extLst>
                <a:ext uri="{FF2B5EF4-FFF2-40B4-BE49-F238E27FC236}">
                  <a16:creationId xmlns:a16="http://schemas.microsoft.com/office/drawing/2014/main" id="{4B88E45A-F123-3484-A4A5-102ACD2BB1F5}"/>
                </a:ext>
              </a:extLst>
            </p:cNvPr>
            <p:cNvSpPr/>
            <p:nvPr/>
          </p:nvSpPr>
          <p:spPr>
            <a:xfrm rot="16229754">
              <a:off x="21554713" y="19662719"/>
              <a:ext cx="188270" cy="173787"/>
            </a:xfrm>
            <a:custGeom>
              <a:avLst/>
              <a:gdLst>
                <a:gd name="connsiteX0" fmla="*/ 188464 w 188270"/>
                <a:gd name="connsiteY0" fmla="*/ 86907 h 173787"/>
                <a:gd name="connsiteX1" fmla="*/ 94329 w 188270"/>
                <a:gd name="connsiteY1" fmla="*/ 173801 h 173787"/>
                <a:gd name="connsiteX2" fmla="*/ 194 w 188270"/>
                <a:gd name="connsiteY2" fmla="*/ 86907 h 173787"/>
                <a:gd name="connsiteX3" fmla="*/ 94329 w 188270"/>
                <a:gd name="connsiteY3" fmla="*/ 13 h 173787"/>
                <a:gd name="connsiteX4" fmla="*/ 188464 w 188270"/>
                <a:gd name="connsiteY4" fmla="*/ 86907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464" y="86907"/>
                  </a:moveTo>
                  <a:cubicBezTo>
                    <a:pt x="188464" y="134897"/>
                    <a:pt x="146319" y="173801"/>
                    <a:pt x="94329" y="173801"/>
                  </a:cubicBezTo>
                  <a:cubicBezTo>
                    <a:pt x="42340" y="173801"/>
                    <a:pt x="194" y="134897"/>
                    <a:pt x="194" y="86907"/>
                  </a:cubicBezTo>
                  <a:cubicBezTo>
                    <a:pt x="194" y="38917"/>
                    <a:pt x="42340" y="13"/>
                    <a:pt x="94329" y="13"/>
                  </a:cubicBezTo>
                  <a:cubicBezTo>
                    <a:pt x="146319" y="13"/>
                    <a:pt x="188464" y="38917"/>
                    <a:pt x="188464" y="86907"/>
                  </a:cubicBezTo>
                  <a:close/>
                </a:path>
              </a:pathLst>
            </a:custGeom>
            <a:gradFill>
              <a:gsLst>
                <a:gs pos="0">
                  <a:srgbClr val="FF6600"/>
                </a:gs>
                <a:gs pos="50000">
                  <a:srgbClr val="FF6600">
                    <a:alpha val="49804"/>
                  </a:srgbClr>
                </a:gs>
                <a:gs pos="100000">
                  <a:srgbClr val="FF6600">
                    <a:alpha val="0"/>
                  </a:srgbClr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1" name="Freeform: Shape 1520">
              <a:extLst>
                <a:ext uri="{FF2B5EF4-FFF2-40B4-BE49-F238E27FC236}">
                  <a16:creationId xmlns:a16="http://schemas.microsoft.com/office/drawing/2014/main" id="{A018F7DA-390E-5D2D-7541-31081F7B48C4}"/>
                </a:ext>
              </a:extLst>
            </p:cNvPr>
            <p:cNvSpPr/>
            <p:nvPr/>
          </p:nvSpPr>
          <p:spPr>
            <a:xfrm rot="16229754">
              <a:off x="21490795" y="19543120"/>
              <a:ext cx="188270" cy="173787"/>
            </a:xfrm>
            <a:custGeom>
              <a:avLst/>
              <a:gdLst>
                <a:gd name="connsiteX0" fmla="*/ 188457 w 188270"/>
                <a:gd name="connsiteY0" fmla="*/ 86899 h 173787"/>
                <a:gd name="connsiteX1" fmla="*/ 94322 w 188270"/>
                <a:gd name="connsiteY1" fmla="*/ 173792 h 173787"/>
                <a:gd name="connsiteX2" fmla="*/ 187 w 188270"/>
                <a:gd name="connsiteY2" fmla="*/ 86899 h 173787"/>
                <a:gd name="connsiteX3" fmla="*/ 94322 w 188270"/>
                <a:gd name="connsiteY3" fmla="*/ 5 h 173787"/>
                <a:gd name="connsiteX4" fmla="*/ 188457 w 188270"/>
                <a:gd name="connsiteY4" fmla="*/ 86899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457" y="86899"/>
                  </a:moveTo>
                  <a:cubicBezTo>
                    <a:pt x="188457" y="134889"/>
                    <a:pt x="146311" y="173792"/>
                    <a:pt x="94322" y="173792"/>
                  </a:cubicBezTo>
                  <a:cubicBezTo>
                    <a:pt x="42332" y="173792"/>
                    <a:pt x="187" y="134889"/>
                    <a:pt x="187" y="86899"/>
                  </a:cubicBezTo>
                  <a:cubicBezTo>
                    <a:pt x="187" y="38908"/>
                    <a:pt x="42332" y="5"/>
                    <a:pt x="94322" y="5"/>
                  </a:cubicBezTo>
                  <a:cubicBezTo>
                    <a:pt x="146311" y="5"/>
                    <a:pt x="188457" y="38908"/>
                    <a:pt x="188457" y="86899"/>
                  </a:cubicBezTo>
                  <a:close/>
                </a:path>
              </a:pathLst>
            </a:custGeom>
            <a:gradFill>
              <a:gsLst>
                <a:gs pos="0">
                  <a:srgbClr val="FF6600"/>
                </a:gs>
                <a:gs pos="50000">
                  <a:srgbClr val="FF6600">
                    <a:alpha val="49804"/>
                  </a:srgbClr>
                </a:gs>
                <a:gs pos="100000">
                  <a:srgbClr val="FF6600">
                    <a:alpha val="0"/>
                  </a:srgbClr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2" name="Freeform: Shape 1521">
              <a:extLst>
                <a:ext uri="{FF2B5EF4-FFF2-40B4-BE49-F238E27FC236}">
                  <a16:creationId xmlns:a16="http://schemas.microsoft.com/office/drawing/2014/main" id="{39A37865-1744-4C2B-F889-1E4D73BEF9A4}"/>
                </a:ext>
              </a:extLst>
            </p:cNvPr>
            <p:cNvSpPr/>
            <p:nvPr/>
          </p:nvSpPr>
          <p:spPr>
            <a:xfrm rot="16229754">
              <a:off x="21542588" y="19420154"/>
              <a:ext cx="188270" cy="173787"/>
            </a:xfrm>
            <a:custGeom>
              <a:avLst/>
              <a:gdLst>
                <a:gd name="connsiteX0" fmla="*/ 188458 w 188270"/>
                <a:gd name="connsiteY0" fmla="*/ 86887 h 173787"/>
                <a:gd name="connsiteX1" fmla="*/ 94323 w 188270"/>
                <a:gd name="connsiteY1" fmla="*/ 173781 h 173787"/>
                <a:gd name="connsiteX2" fmla="*/ 188 w 188270"/>
                <a:gd name="connsiteY2" fmla="*/ 86887 h 173787"/>
                <a:gd name="connsiteX3" fmla="*/ 94323 w 188270"/>
                <a:gd name="connsiteY3" fmla="*/ -7 h 173787"/>
                <a:gd name="connsiteX4" fmla="*/ 188458 w 188270"/>
                <a:gd name="connsiteY4" fmla="*/ 86887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458" y="86887"/>
                  </a:moveTo>
                  <a:cubicBezTo>
                    <a:pt x="188458" y="134877"/>
                    <a:pt x="146313" y="173781"/>
                    <a:pt x="94323" y="173781"/>
                  </a:cubicBezTo>
                  <a:cubicBezTo>
                    <a:pt x="42334" y="173781"/>
                    <a:pt x="188" y="134877"/>
                    <a:pt x="188" y="86887"/>
                  </a:cubicBezTo>
                  <a:cubicBezTo>
                    <a:pt x="188" y="38897"/>
                    <a:pt x="42334" y="-7"/>
                    <a:pt x="94323" y="-7"/>
                  </a:cubicBezTo>
                  <a:cubicBezTo>
                    <a:pt x="146313" y="-7"/>
                    <a:pt x="188458" y="38897"/>
                    <a:pt x="188458" y="86887"/>
                  </a:cubicBezTo>
                  <a:close/>
                </a:path>
              </a:pathLst>
            </a:custGeom>
            <a:gradFill>
              <a:gsLst>
                <a:gs pos="0">
                  <a:srgbClr val="FF6600"/>
                </a:gs>
                <a:gs pos="50000">
                  <a:srgbClr val="FF6600">
                    <a:alpha val="49804"/>
                  </a:srgbClr>
                </a:gs>
                <a:gs pos="100000">
                  <a:srgbClr val="FF6600">
                    <a:alpha val="0"/>
                  </a:srgbClr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3" name="Freeform: Shape 1522">
              <a:extLst>
                <a:ext uri="{FF2B5EF4-FFF2-40B4-BE49-F238E27FC236}">
                  <a16:creationId xmlns:a16="http://schemas.microsoft.com/office/drawing/2014/main" id="{25132DCF-E131-FDFD-C0DF-D7AD273B55DF}"/>
                </a:ext>
              </a:extLst>
            </p:cNvPr>
            <p:cNvSpPr/>
            <p:nvPr/>
          </p:nvSpPr>
          <p:spPr>
            <a:xfrm rot="16229754">
              <a:off x="21518509" y="19260979"/>
              <a:ext cx="188270" cy="173787"/>
            </a:xfrm>
            <a:custGeom>
              <a:avLst/>
              <a:gdLst>
                <a:gd name="connsiteX0" fmla="*/ 188453 w 188270"/>
                <a:gd name="connsiteY0" fmla="*/ 86875 h 173787"/>
                <a:gd name="connsiteX1" fmla="*/ 94318 w 188270"/>
                <a:gd name="connsiteY1" fmla="*/ 173769 h 173787"/>
                <a:gd name="connsiteX2" fmla="*/ 183 w 188270"/>
                <a:gd name="connsiteY2" fmla="*/ 86875 h 173787"/>
                <a:gd name="connsiteX3" fmla="*/ 94318 w 188270"/>
                <a:gd name="connsiteY3" fmla="*/ -19 h 173787"/>
                <a:gd name="connsiteX4" fmla="*/ 188453 w 188270"/>
                <a:gd name="connsiteY4" fmla="*/ 86875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453" y="86875"/>
                  </a:moveTo>
                  <a:cubicBezTo>
                    <a:pt x="188453" y="134865"/>
                    <a:pt x="146307" y="173769"/>
                    <a:pt x="94318" y="173769"/>
                  </a:cubicBezTo>
                  <a:cubicBezTo>
                    <a:pt x="42328" y="173769"/>
                    <a:pt x="183" y="134865"/>
                    <a:pt x="183" y="86875"/>
                  </a:cubicBezTo>
                  <a:cubicBezTo>
                    <a:pt x="183" y="38884"/>
                    <a:pt x="42328" y="-19"/>
                    <a:pt x="94318" y="-19"/>
                  </a:cubicBezTo>
                  <a:cubicBezTo>
                    <a:pt x="146307" y="-19"/>
                    <a:pt x="188453" y="38884"/>
                    <a:pt x="188453" y="86875"/>
                  </a:cubicBezTo>
                  <a:close/>
                </a:path>
              </a:pathLst>
            </a:custGeom>
            <a:gradFill>
              <a:gsLst>
                <a:gs pos="0">
                  <a:srgbClr val="FF6600"/>
                </a:gs>
                <a:gs pos="50000">
                  <a:srgbClr val="FF6600">
                    <a:alpha val="49804"/>
                  </a:srgbClr>
                </a:gs>
                <a:gs pos="100000">
                  <a:srgbClr val="FF6600">
                    <a:alpha val="0"/>
                  </a:srgbClr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4" name="Freeform: Shape 1523">
              <a:extLst>
                <a:ext uri="{FF2B5EF4-FFF2-40B4-BE49-F238E27FC236}">
                  <a16:creationId xmlns:a16="http://schemas.microsoft.com/office/drawing/2014/main" id="{3FE36F56-0B46-ACC1-ECB2-D5F8846D4C2D}"/>
                </a:ext>
              </a:extLst>
            </p:cNvPr>
            <p:cNvSpPr/>
            <p:nvPr/>
          </p:nvSpPr>
          <p:spPr>
            <a:xfrm rot="16229754">
              <a:off x="21573947" y="19105172"/>
              <a:ext cx="188270" cy="173787"/>
            </a:xfrm>
            <a:custGeom>
              <a:avLst/>
              <a:gdLst>
                <a:gd name="connsiteX0" fmla="*/ 188454 w 188270"/>
                <a:gd name="connsiteY0" fmla="*/ 86861 h 173787"/>
                <a:gd name="connsiteX1" fmla="*/ 94319 w 188270"/>
                <a:gd name="connsiteY1" fmla="*/ 173755 h 173787"/>
                <a:gd name="connsiteX2" fmla="*/ 184 w 188270"/>
                <a:gd name="connsiteY2" fmla="*/ 86861 h 173787"/>
                <a:gd name="connsiteX3" fmla="*/ 94319 w 188270"/>
                <a:gd name="connsiteY3" fmla="*/ -33 h 173787"/>
                <a:gd name="connsiteX4" fmla="*/ 188454 w 188270"/>
                <a:gd name="connsiteY4" fmla="*/ 86861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454" y="86861"/>
                  </a:moveTo>
                  <a:cubicBezTo>
                    <a:pt x="188454" y="134851"/>
                    <a:pt x="146308" y="173755"/>
                    <a:pt x="94319" y="173755"/>
                  </a:cubicBezTo>
                  <a:cubicBezTo>
                    <a:pt x="42329" y="173755"/>
                    <a:pt x="184" y="134851"/>
                    <a:pt x="184" y="86861"/>
                  </a:cubicBezTo>
                  <a:cubicBezTo>
                    <a:pt x="184" y="38871"/>
                    <a:pt x="42329" y="-33"/>
                    <a:pt x="94319" y="-33"/>
                  </a:cubicBezTo>
                  <a:cubicBezTo>
                    <a:pt x="146308" y="-33"/>
                    <a:pt x="188454" y="38871"/>
                    <a:pt x="188454" y="86861"/>
                  </a:cubicBezTo>
                  <a:close/>
                </a:path>
              </a:pathLst>
            </a:custGeom>
            <a:gradFill>
              <a:gsLst>
                <a:gs pos="0">
                  <a:srgbClr val="FF6600"/>
                </a:gs>
                <a:gs pos="50000">
                  <a:srgbClr val="FF6600">
                    <a:alpha val="49804"/>
                  </a:srgbClr>
                </a:gs>
                <a:gs pos="100000">
                  <a:srgbClr val="FF6600">
                    <a:alpha val="0"/>
                  </a:srgbClr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5" name="Freeform: Shape 1524">
              <a:extLst>
                <a:ext uri="{FF2B5EF4-FFF2-40B4-BE49-F238E27FC236}">
                  <a16:creationId xmlns:a16="http://schemas.microsoft.com/office/drawing/2014/main" id="{D3C3A6AD-D404-C980-4781-7B3942E40527}"/>
                </a:ext>
              </a:extLst>
            </p:cNvPr>
            <p:cNvSpPr/>
            <p:nvPr/>
          </p:nvSpPr>
          <p:spPr>
            <a:xfrm rot="16229754">
              <a:off x="21510051" y="18945874"/>
              <a:ext cx="188270" cy="173787"/>
            </a:xfrm>
            <a:custGeom>
              <a:avLst/>
              <a:gdLst>
                <a:gd name="connsiteX0" fmla="*/ 188445 w 188270"/>
                <a:gd name="connsiteY0" fmla="*/ 86849 h 173787"/>
                <a:gd name="connsiteX1" fmla="*/ 94310 w 188270"/>
                <a:gd name="connsiteY1" fmla="*/ 173743 h 173787"/>
                <a:gd name="connsiteX2" fmla="*/ 175 w 188270"/>
                <a:gd name="connsiteY2" fmla="*/ 86849 h 173787"/>
                <a:gd name="connsiteX3" fmla="*/ 94310 w 188270"/>
                <a:gd name="connsiteY3" fmla="*/ -45 h 173787"/>
                <a:gd name="connsiteX4" fmla="*/ 188445 w 188270"/>
                <a:gd name="connsiteY4" fmla="*/ 86849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445" y="86849"/>
                  </a:moveTo>
                  <a:cubicBezTo>
                    <a:pt x="188445" y="134840"/>
                    <a:pt x="146299" y="173743"/>
                    <a:pt x="94310" y="173743"/>
                  </a:cubicBezTo>
                  <a:cubicBezTo>
                    <a:pt x="42321" y="173743"/>
                    <a:pt x="175" y="134840"/>
                    <a:pt x="175" y="86849"/>
                  </a:cubicBezTo>
                  <a:cubicBezTo>
                    <a:pt x="175" y="38859"/>
                    <a:pt x="42321" y="-45"/>
                    <a:pt x="94310" y="-45"/>
                  </a:cubicBezTo>
                  <a:cubicBezTo>
                    <a:pt x="146299" y="-45"/>
                    <a:pt x="188445" y="38859"/>
                    <a:pt x="188445" y="86849"/>
                  </a:cubicBezTo>
                  <a:close/>
                </a:path>
              </a:pathLst>
            </a:custGeom>
            <a:gradFill>
              <a:gsLst>
                <a:gs pos="0">
                  <a:srgbClr val="FF6600"/>
                </a:gs>
                <a:gs pos="50000">
                  <a:srgbClr val="FF6600">
                    <a:alpha val="49804"/>
                  </a:srgbClr>
                </a:gs>
                <a:gs pos="100000">
                  <a:srgbClr val="FF6600">
                    <a:alpha val="0"/>
                  </a:srgbClr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6" name="Freeform: Shape 1525">
              <a:extLst>
                <a:ext uri="{FF2B5EF4-FFF2-40B4-BE49-F238E27FC236}">
                  <a16:creationId xmlns:a16="http://schemas.microsoft.com/office/drawing/2014/main" id="{E0BA329B-CEE5-00B9-8E64-64CB061A1A5E}"/>
                </a:ext>
              </a:extLst>
            </p:cNvPr>
            <p:cNvSpPr/>
            <p:nvPr/>
          </p:nvSpPr>
          <p:spPr>
            <a:xfrm rot="16229754">
              <a:off x="21489547" y="18793815"/>
              <a:ext cx="188270" cy="173787"/>
            </a:xfrm>
            <a:custGeom>
              <a:avLst/>
              <a:gdLst>
                <a:gd name="connsiteX0" fmla="*/ 188440 w 188270"/>
                <a:gd name="connsiteY0" fmla="*/ 86837 h 173787"/>
                <a:gd name="connsiteX1" fmla="*/ 94305 w 188270"/>
                <a:gd name="connsiteY1" fmla="*/ 173731 h 173787"/>
                <a:gd name="connsiteX2" fmla="*/ 170 w 188270"/>
                <a:gd name="connsiteY2" fmla="*/ 86837 h 173787"/>
                <a:gd name="connsiteX3" fmla="*/ 94305 w 188270"/>
                <a:gd name="connsiteY3" fmla="*/ -57 h 173787"/>
                <a:gd name="connsiteX4" fmla="*/ 188440 w 188270"/>
                <a:gd name="connsiteY4" fmla="*/ 86837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440" y="86837"/>
                  </a:moveTo>
                  <a:cubicBezTo>
                    <a:pt x="188440" y="134828"/>
                    <a:pt x="146294" y="173731"/>
                    <a:pt x="94305" y="173731"/>
                  </a:cubicBezTo>
                  <a:cubicBezTo>
                    <a:pt x="42316" y="173731"/>
                    <a:pt x="170" y="134828"/>
                    <a:pt x="170" y="86837"/>
                  </a:cubicBezTo>
                  <a:cubicBezTo>
                    <a:pt x="170" y="38847"/>
                    <a:pt x="42316" y="-57"/>
                    <a:pt x="94305" y="-57"/>
                  </a:cubicBezTo>
                  <a:cubicBezTo>
                    <a:pt x="146294" y="-57"/>
                    <a:pt x="188440" y="38847"/>
                    <a:pt x="188440" y="86837"/>
                  </a:cubicBezTo>
                  <a:close/>
                </a:path>
              </a:pathLst>
            </a:custGeom>
            <a:gradFill>
              <a:gsLst>
                <a:gs pos="0">
                  <a:srgbClr val="FF6600"/>
                </a:gs>
                <a:gs pos="50000">
                  <a:srgbClr val="FF6600">
                    <a:alpha val="49804"/>
                  </a:srgbClr>
                </a:gs>
                <a:gs pos="100000">
                  <a:srgbClr val="FF6600">
                    <a:alpha val="0"/>
                  </a:srgbClr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7" name="Freeform: Shape 1526">
              <a:extLst>
                <a:ext uri="{FF2B5EF4-FFF2-40B4-BE49-F238E27FC236}">
                  <a16:creationId xmlns:a16="http://schemas.microsoft.com/office/drawing/2014/main" id="{1C2F794B-1084-123B-BA40-DD93E2E01295}"/>
                </a:ext>
              </a:extLst>
            </p:cNvPr>
            <p:cNvSpPr/>
            <p:nvPr/>
          </p:nvSpPr>
          <p:spPr>
            <a:xfrm rot="16229754">
              <a:off x="21670580" y="18540340"/>
              <a:ext cx="188270" cy="173787"/>
            </a:xfrm>
            <a:custGeom>
              <a:avLst/>
              <a:gdLst>
                <a:gd name="connsiteX0" fmla="*/ 188450 w 188270"/>
                <a:gd name="connsiteY0" fmla="*/ 86812 h 173787"/>
                <a:gd name="connsiteX1" fmla="*/ 94315 w 188270"/>
                <a:gd name="connsiteY1" fmla="*/ 173706 h 173787"/>
                <a:gd name="connsiteX2" fmla="*/ 179 w 188270"/>
                <a:gd name="connsiteY2" fmla="*/ 86812 h 173787"/>
                <a:gd name="connsiteX3" fmla="*/ 94315 w 188270"/>
                <a:gd name="connsiteY3" fmla="*/ -81 h 173787"/>
                <a:gd name="connsiteX4" fmla="*/ 188450 w 188270"/>
                <a:gd name="connsiteY4" fmla="*/ 86812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450" y="86812"/>
                  </a:moveTo>
                  <a:cubicBezTo>
                    <a:pt x="188450" y="134803"/>
                    <a:pt x="146304" y="173706"/>
                    <a:pt x="94315" y="173706"/>
                  </a:cubicBezTo>
                  <a:cubicBezTo>
                    <a:pt x="42325" y="173706"/>
                    <a:pt x="179" y="134803"/>
                    <a:pt x="179" y="86812"/>
                  </a:cubicBezTo>
                  <a:cubicBezTo>
                    <a:pt x="179" y="38822"/>
                    <a:pt x="42325" y="-81"/>
                    <a:pt x="94315" y="-81"/>
                  </a:cubicBezTo>
                  <a:cubicBezTo>
                    <a:pt x="146304" y="-81"/>
                    <a:pt x="188450" y="38822"/>
                    <a:pt x="188450" y="86812"/>
                  </a:cubicBezTo>
                  <a:close/>
                </a:path>
              </a:pathLst>
            </a:custGeom>
            <a:gradFill>
              <a:gsLst>
                <a:gs pos="0">
                  <a:srgbClr val="FF6600"/>
                </a:gs>
                <a:gs pos="50000">
                  <a:srgbClr val="FF6600">
                    <a:alpha val="49804"/>
                  </a:srgbClr>
                </a:gs>
                <a:gs pos="100000">
                  <a:srgbClr val="FF6600">
                    <a:alpha val="0"/>
                  </a:srgbClr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8" name="Freeform: Shape 1527">
              <a:extLst>
                <a:ext uri="{FF2B5EF4-FFF2-40B4-BE49-F238E27FC236}">
                  <a16:creationId xmlns:a16="http://schemas.microsoft.com/office/drawing/2014/main" id="{CBAAA6F6-13D9-540D-8624-25EF3996B706}"/>
                </a:ext>
              </a:extLst>
            </p:cNvPr>
            <p:cNvSpPr/>
            <p:nvPr/>
          </p:nvSpPr>
          <p:spPr>
            <a:xfrm rot="16230945">
              <a:off x="21653695" y="18384534"/>
              <a:ext cx="181029" cy="173787"/>
            </a:xfrm>
            <a:custGeom>
              <a:avLst/>
              <a:gdLst>
                <a:gd name="connsiteX0" fmla="*/ 181204 w 181029"/>
                <a:gd name="connsiteY0" fmla="*/ 86800 h 173787"/>
                <a:gd name="connsiteX1" fmla="*/ 90689 w 181029"/>
                <a:gd name="connsiteY1" fmla="*/ 173694 h 173787"/>
                <a:gd name="connsiteX2" fmla="*/ 175 w 181029"/>
                <a:gd name="connsiteY2" fmla="*/ 86800 h 173787"/>
                <a:gd name="connsiteX3" fmla="*/ 90689 w 181029"/>
                <a:gd name="connsiteY3" fmla="*/ -94 h 173787"/>
                <a:gd name="connsiteX4" fmla="*/ 181204 w 181029"/>
                <a:gd name="connsiteY4" fmla="*/ 86800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1029" h="173787">
                  <a:moveTo>
                    <a:pt x="181204" y="86800"/>
                  </a:moveTo>
                  <a:cubicBezTo>
                    <a:pt x="181204" y="134790"/>
                    <a:pt x="140679" y="173694"/>
                    <a:pt x="90689" y="173694"/>
                  </a:cubicBezTo>
                  <a:cubicBezTo>
                    <a:pt x="40699" y="173694"/>
                    <a:pt x="175" y="134790"/>
                    <a:pt x="175" y="86800"/>
                  </a:cubicBezTo>
                  <a:cubicBezTo>
                    <a:pt x="175" y="38810"/>
                    <a:pt x="40699" y="-94"/>
                    <a:pt x="90689" y="-94"/>
                  </a:cubicBezTo>
                  <a:cubicBezTo>
                    <a:pt x="140679" y="-94"/>
                    <a:pt x="181204" y="38810"/>
                    <a:pt x="181204" y="86800"/>
                  </a:cubicBezTo>
                  <a:close/>
                </a:path>
              </a:pathLst>
            </a:custGeom>
            <a:gradFill>
              <a:gsLst>
                <a:gs pos="0">
                  <a:srgbClr val="FF6600"/>
                </a:gs>
                <a:gs pos="50000">
                  <a:srgbClr val="FF6600">
                    <a:alpha val="49804"/>
                  </a:srgbClr>
                </a:gs>
                <a:gs pos="100000">
                  <a:srgbClr val="FF6600">
                    <a:alpha val="0"/>
                  </a:srgbClr>
                </a:gs>
              </a:gsLst>
              <a:lin ang="0" scaled="1"/>
            </a:gradFill>
            <a:ln w="225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9" name="Freeform: Shape 1528">
              <a:extLst>
                <a:ext uri="{FF2B5EF4-FFF2-40B4-BE49-F238E27FC236}">
                  <a16:creationId xmlns:a16="http://schemas.microsoft.com/office/drawing/2014/main" id="{9715783C-FA29-D9E7-7492-6ADDED73E5A2}"/>
                </a:ext>
              </a:extLst>
            </p:cNvPr>
            <p:cNvSpPr/>
            <p:nvPr/>
          </p:nvSpPr>
          <p:spPr>
            <a:xfrm rot="16229754">
              <a:off x="21691045" y="18218120"/>
              <a:ext cx="188270" cy="173787"/>
            </a:xfrm>
            <a:custGeom>
              <a:avLst/>
              <a:gdLst>
                <a:gd name="connsiteX0" fmla="*/ 188444 w 188270"/>
                <a:gd name="connsiteY0" fmla="*/ 86786 h 173787"/>
                <a:gd name="connsiteX1" fmla="*/ 94309 w 188270"/>
                <a:gd name="connsiteY1" fmla="*/ 173680 h 173787"/>
                <a:gd name="connsiteX2" fmla="*/ 174 w 188270"/>
                <a:gd name="connsiteY2" fmla="*/ 86786 h 173787"/>
                <a:gd name="connsiteX3" fmla="*/ 94309 w 188270"/>
                <a:gd name="connsiteY3" fmla="*/ -108 h 173787"/>
                <a:gd name="connsiteX4" fmla="*/ 188444 w 188270"/>
                <a:gd name="connsiteY4" fmla="*/ 86786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444" y="86786"/>
                  </a:moveTo>
                  <a:cubicBezTo>
                    <a:pt x="188444" y="134776"/>
                    <a:pt x="146298" y="173680"/>
                    <a:pt x="94309" y="173680"/>
                  </a:cubicBezTo>
                  <a:cubicBezTo>
                    <a:pt x="42320" y="173680"/>
                    <a:pt x="174" y="134776"/>
                    <a:pt x="174" y="86786"/>
                  </a:cubicBezTo>
                  <a:cubicBezTo>
                    <a:pt x="174" y="38795"/>
                    <a:pt x="42320" y="-108"/>
                    <a:pt x="94309" y="-108"/>
                  </a:cubicBezTo>
                  <a:cubicBezTo>
                    <a:pt x="146298" y="-108"/>
                    <a:pt x="188444" y="38795"/>
                    <a:pt x="188444" y="86786"/>
                  </a:cubicBezTo>
                  <a:close/>
                </a:path>
              </a:pathLst>
            </a:custGeom>
            <a:gradFill>
              <a:gsLst>
                <a:gs pos="0">
                  <a:srgbClr val="FF6600"/>
                </a:gs>
                <a:gs pos="50000">
                  <a:srgbClr val="FF6600">
                    <a:alpha val="49804"/>
                  </a:srgbClr>
                </a:gs>
                <a:gs pos="100000">
                  <a:srgbClr val="FF6600">
                    <a:alpha val="0"/>
                  </a:srgbClr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0" name="Freeform: Shape 1529">
              <a:extLst>
                <a:ext uri="{FF2B5EF4-FFF2-40B4-BE49-F238E27FC236}">
                  <a16:creationId xmlns:a16="http://schemas.microsoft.com/office/drawing/2014/main" id="{9CE9EEE3-0B34-F481-2873-FBD15CAC2A9D}"/>
                </a:ext>
              </a:extLst>
            </p:cNvPr>
            <p:cNvSpPr/>
            <p:nvPr/>
          </p:nvSpPr>
          <p:spPr>
            <a:xfrm rot="16229754">
              <a:off x="21648846" y="18051705"/>
              <a:ext cx="188270" cy="173787"/>
            </a:xfrm>
            <a:custGeom>
              <a:avLst/>
              <a:gdLst>
                <a:gd name="connsiteX0" fmla="*/ 188437 w 188270"/>
                <a:gd name="connsiteY0" fmla="*/ 86773 h 173787"/>
                <a:gd name="connsiteX1" fmla="*/ 94302 w 188270"/>
                <a:gd name="connsiteY1" fmla="*/ 173667 h 173787"/>
                <a:gd name="connsiteX2" fmla="*/ 167 w 188270"/>
                <a:gd name="connsiteY2" fmla="*/ 86773 h 173787"/>
                <a:gd name="connsiteX3" fmla="*/ 94302 w 188270"/>
                <a:gd name="connsiteY3" fmla="*/ -121 h 173787"/>
                <a:gd name="connsiteX4" fmla="*/ 188437 w 188270"/>
                <a:gd name="connsiteY4" fmla="*/ 86773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437" y="86773"/>
                  </a:moveTo>
                  <a:cubicBezTo>
                    <a:pt x="188437" y="134763"/>
                    <a:pt x="146291" y="173667"/>
                    <a:pt x="94302" y="173667"/>
                  </a:cubicBezTo>
                  <a:cubicBezTo>
                    <a:pt x="42313" y="173667"/>
                    <a:pt x="167" y="134763"/>
                    <a:pt x="167" y="86773"/>
                  </a:cubicBezTo>
                  <a:cubicBezTo>
                    <a:pt x="167" y="38783"/>
                    <a:pt x="42313" y="-121"/>
                    <a:pt x="94302" y="-121"/>
                  </a:cubicBezTo>
                  <a:cubicBezTo>
                    <a:pt x="146291" y="-121"/>
                    <a:pt x="188437" y="38783"/>
                    <a:pt x="188437" y="86773"/>
                  </a:cubicBezTo>
                  <a:close/>
                </a:path>
              </a:pathLst>
            </a:custGeom>
            <a:gradFill>
              <a:gsLst>
                <a:gs pos="0">
                  <a:srgbClr val="FF6600"/>
                </a:gs>
                <a:gs pos="50000">
                  <a:srgbClr val="FF6600">
                    <a:alpha val="49804"/>
                  </a:srgbClr>
                </a:gs>
                <a:gs pos="100000">
                  <a:srgbClr val="FF6600">
                    <a:alpha val="0"/>
                  </a:srgbClr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1" name="Freeform: Shape 1530">
              <a:extLst>
                <a:ext uri="{FF2B5EF4-FFF2-40B4-BE49-F238E27FC236}">
                  <a16:creationId xmlns:a16="http://schemas.microsoft.com/office/drawing/2014/main" id="{DCC8C291-F5BA-8A94-A8FB-25C29088D478}"/>
                </a:ext>
              </a:extLst>
            </p:cNvPr>
            <p:cNvSpPr/>
            <p:nvPr/>
          </p:nvSpPr>
          <p:spPr>
            <a:xfrm rot="16229754">
              <a:off x="21693435" y="17899519"/>
              <a:ext cx="188270" cy="173787"/>
            </a:xfrm>
            <a:custGeom>
              <a:avLst/>
              <a:gdLst>
                <a:gd name="connsiteX0" fmla="*/ 188437 w 188270"/>
                <a:gd name="connsiteY0" fmla="*/ 86760 h 173787"/>
                <a:gd name="connsiteX1" fmla="*/ 94302 w 188270"/>
                <a:gd name="connsiteY1" fmla="*/ 173654 h 173787"/>
                <a:gd name="connsiteX2" fmla="*/ 167 w 188270"/>
                <a:gd name="connsiteY2" fmla="*/ 86760 h 173787"/>
                <a:gd name="connsiteX3" fmla="*/ 94302 w 188270"/>
                <a:gd name="connsiteY3" fmla="*/ -134 h 173787"/>
                <a:gd name="connsiteX4" fmla="*/ 188437 w 188270"/>
                <a:gd name="connsiteY4" fmla="*/ 86760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437" y="86760"/>
                  </a:moveTo>
                  <a:cubicBezTo>
                    <a:pt x="188437" y="134750"/>
                    <a:pt x="146292" y="173654"/>
                    <a:pt x="94302" y="173654"/>
                  </a:cubicBezTo>
                  <a:cubicBezTo>
                    <a:pt x="42313" y="173654"/>
                    <a:pt x="167" y="134750"/>
                    <a:pt x="167" y="86760"/>
                  </a:cubicBezTo>
                  <a:cubicBezTo>
                    <a:pt x="167" y="38769"/>
                    <a:pt x="42313" y="-134"/>
                    <a:pt x="94302" y="-134"/>
                  </a:cubicBezTo>
                  <a:cubicBezTo>
                    <a:pt x="146292" y="-134"/>
                    <a:pt x="188437" y="38769"/>
                    <a:pt x="188437" y="86760"/>
                  </a:cubicBezTo>
                  <a:close/>
                </a:path>
              </a:pathLst>
            </a:custGeom>
            <a:gradFill>
              <a:gsLst>
                <a:gs pos="0">
                  <a:srgbClr val="FF6600"/>
                </a:gs>
                <a:gs pos="50000">
                  <a:srgbClr val="FF6600">
                    <a:alpha val="49804"/>
                  </a:srgbClr>
                </a:gs>
                <a:gs pos="100000">
                  <a:srgbClr val="FF6600">
                    <a:alpha val="0"/>
                  </a:srgbClr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2" name="Freeform: Shape 1531">
              <a:extLst>
                <a:ext uri="{FF2B5EF4-FFF2-40B4-BE49-F238E27FC236}">
                  <a16:creationId xmlns:a16="http://schemas.microsoft.com/office/drawing/2014/main" id="{DA391AB4-8B8D-05EE-5FE4-1C19689F75FC}"/>
                </a:ext>
              </a:extLst>
            </p:cNvPr>
            <p:cNvSpPr/>
            <p:nvPr/>
          </p:nvSpPr>
          <p:spPr>
            <a:xfrm rot="16229754">
              <a:off x="21643989" y="17761944"/>
              <a:ext cx="188270" cy="173787"/>
            </a:xfrm>
            <a:custGeom>
              <a:avLst/>
              <a:gdLst>
                <a:gd name="connsiteX0" fmla="*/ 188431 w 188270"/>
                <a:gd name="connsiteY0" fmla="*/ 86749 h 173787"/>
                <a:gd name="connsiteX1" fmla="*/ 94295 w 188270"/>
                <a:gd name="connsiteY1" fmla="*/ 173643 h 173787"/>
                <a:gd name="connsiteX2" fmla="*/ 160 w 188270"/>
                <a:gd name="connsiteY2" fmla="*/ 86749 h 173787"/>
                <a:gd name="connsiteX3" fmla="*/ 94295 w 188270"/>
                <a:gd name="connsiteY3" fmla="*/ -145 h 173787"/>
                <a:gd name="connsiteX4" fmla="*/ 188431 w 188270"/>
                <a:gd name="connsiteY4" fmla="*/ 86749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431" y="86749"/>
                  </a:moveTo>
                  <a:cubicBezTo>
                    <a:pt x="188431" y="134740"/>
                    <a:pt x="146285" y="173643"/>
                    <a:pt x="94295" y="173643"/>
                  </a:cubicBezTo>
                  <a:cubicBezTo>
                    <a:pt x="42306" y="173643"/>
                    <a:pt x="160" y="134740"/>
                    <a:pt x="160" y="86749"/>
                  </a:cubicBezTo>
                  <a:cubicBezTo>
                    <a:pt x="160" y="38759"/>
                    <a:pt x="42306" y="-145"/>
                    <a:pt x="94295" y="-145"/>
                  </a:cubicBezTo>
                  <a:cubicBezTo>
                    <a:pt x="146285" y="-145"/>
                    <a:pt x="188431" y="38759"/>
                    <a:pt x="188431" y="86749"/>
                  </a:cubicBezTo>
                  <a:close/>
                </a:path>
              </a:pathLst>
            </a:custGeom>
            <a:gradFill>
              <a:gsLst>
                <a:gs pos="0">
                  <a:srgbClr val="FF6600"/>
                </a:gs>
                <a:gs pos="50000">
                  <a:srgbClr val="FF6600">
                    <a:alpha val="49804"/>
                  </a:srgbClr>
                </a:gs>
                <a:gs pos="100000">
                  <a:srgbClr val="FF6600">
                    <a:alpha val="0"/>
                  </a:srgbClr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3" name="Freeform: Shape 1532">
              <a:extLst>
                <a:ext uri="{FF2B5EF4-FFF2-40B4-BE49-F238E27FC236}">
                  <a16:creationId xmlns:a16="http://schemas.microsoft.com/office/drawing/2014/main" id="{97E470C9-61FB-F849-0EDB-D8531FA9DC9F}"/>
                </a:ext>
              </a:extLst>
            </p:cNvPr>
            <p:cNvSpPr/>
            <p:nvPr/>
          </p:nvSpPr>
          <p:spPr>
            <a:xfrm rot="16229754">
              <a:off x="21703167" y="17620744"/>
              <a:ext cx="188270" cy="173787"/>
            </a:xfrm>
            <a:custGeom>
              <a:avLst/>
              <a:gdLst>
                <a:gd name="connsiteX0" fmla="*/ 188432 w 188270"/>
                <a:gd name="connsiteY0" fmla="*/ 86736 h 173787"/>
                <a:gd name="connsiteX1" fmla="*/ 94297 w 188270"/>
                <a:gd name="connsiteY1" fmla="*/ 173630 h 173787"/>
                <a:gd name="connsiteX2" fmla="*/ 162 w 188270"/>
                <a:gd name="connsiteY2" fmla="*/ 86736 h 173787"/>
                <a:gd name="connsiteX3" fmla="*/ 94297 w 188270"/>
                <a:gd name="connsiteY3" fmla="*/ -157 h 173787"/>
                <a:gd name="connsiteX4" fmla="*/ 188432 w 188270"/>
                <a:gd name="connsiteY4" fmla="*/ 86736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432" y="86736"/>
                  </a:moveTo>
                  <a:cubicBezTo>
                    <a:pt x="188432" y="134727"/>
                    <a:pt x="146286" y="173630"/>
                    <a:pt x="94297" y="173630"/>
                  </a:cubicBezTo>
                  <a:cubicBezTo>
                    <a:pt x="42308" y="173630"/>
                    <a:pt x="162" y="134727"/>
                    <a:pt x="162" y="86736"/>
                  </a:cubicBezTo>
                  <a:cubicBezTo>
                    <a:pt x="162" y="38746"/>
                    <a:pt x="42308" y="-157"/>
                    <a:pt x="94297" y="-157"/>
                  </a:cubicBezTo>
                  <a:cubicBezTo>
                    <a:pt x="146286" y="-157"/>
                    <a:pt x="188432" y="38746"/>
                    <a:pt x="188432" y="86736"/>
                  </a:cubicBezTo>
                  <a:close/>
                </a:path>
              </a:pathLst>
            </a:custGeom>
            <a:gradFill>
              <a:gsLst>
                <a:gs pos="0">
                  <a:srgbClr val="FF6600"/>
                </a:gs>
                <a:gs pos="50000">
                  <a:srgbClr val="FF6600">
                    <a:alpha val="49804"/>
                  </a:srgbClr>
                </a:gs>
                <a:gs pos="100000">
                  <a:srgbClr val="FF6600">
                    <a:alpha val="0"/>
                  </a:srgbClr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4" name="Freeform: Shape 1533">
              <a:extLst>
                <a:ext uri="{FF2B5EF4-FFF2-40B4-BE49-F238E27FC236}">
                  <a16:creationId xmlns:a16="http://schemas.microsoft.com/office/drawing/2014/main" id="{B60B33DD-1C03-A150-5CF5-8EB4D0B9D363}"/>
                </a:ext>
              </a:extLst>
            </p:cNvPr>
            <p:cNvSpPr/>
            <p:nvPr/>
          </p:nvSpPr>
          <p:spPr>
            <a:xfrm rot="16229754">
              <a:off x="21844338" y="19659099"/>
              <a:ext cx="188270" cy="173787"/>
            </a:xfrm>
            <a:custGeom>
              <a:avLst/>
              <a:gdLst>
                <a:gd name="connsiteX0" fmla="*/ 188488 w 188270"/>
                <a:gd name="connsiteY0" fmla="*/ 86900 h 173787"/>
                <a:gd name="connsiteX1" fmla="*/ 94353 w 188270"/>
                <a:gd name="connsiteY1" fmla="*/ 173794 h 173787"/>
                <a:gd name="connsiteX2" fmla="*/ 218 w 188270"/>
                <a:gd name="connsiteY2" fmla="*/ 86900 h 173787"/>
                <a:gd name="connsiteX3" fmla="*/ 94353 w 188270"/>
                <a:gd name="connsiteY3" fmla="*/ 6 h 173787"/>
                <a:gd name="connsiteX4" fmla="*/ 188488 w 188270"/>
                <a:gd name="connsiteY4" fmla="*/ 86900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488" y="86900"/>
                  </a:moveTo>
                  <a:cubicBezTo>
                    <a:pt x="188488" y="134891"/>
                    <a:pt x="146342" y="173794"/>
                    <a:pt x="94353" y="173794"/>
                  </a:cubicBezTo>
                  <a:cubicBezTo>
                    <a:pt x="42364" y="173794"/>
                    <a:pt x="218" y="134891"/>
                    <a:pt x="218" y="86900"/>
                  </a:cubicBezTo>
                  <a:cubicBezTo>
                    <a:pt x="218" y="38910"/>
                    <a:pt x="42364" y="6"/>
                    <a:pt x="94353" y="6"/>
                  </a:cubicBezTo>
                  <a:cubicBezTo>
                    <a:pt x="146342" y="6"/>
                    <a:pt x="188488" y="38910"/>
                    <a:pt x="188488" y="86900"/>
                  </a:cubicBezTo>
                  <a:close/>
                </a:path>
              </a:pathLst>
            </a:custGeom>
            <a:gradFill>
              <a:gsLst>
                <a:gs pos="0">
                  <a:srgbClr val="FF6600"/>
                </a:gs>
                <a:gs pos="50000">
                  <a:srgbClr val="FF6600">
                    <a:alpha val="49804"/>
                  </a:srgbClr>
                </a:gs>
                <a:gs pos="100000">
                  <a:srgbClr val="FF6600">
                    <a:alpha val="0"/>
                  </a:srgbClr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5" name="Freeform: Shape 1534">
              <a:extLst>
                <a:ext uri="{FF2B5EF4-FFF2-40B4-BE49-F238E27FC236}">
                  <a16:creationId xmlns:a16="http://schemas.microsoft.com/office/drawing/2014/main" id="{5A181CB8-3793-6FF7-E61D-A0903E0C8649}"/>
                </a:ext>
              </a:extLst>
            </p:cNvPr>
            <p:cNvSpPr/>
            <p:nvPr/>
          </p:nvSpPr>
          <p:spPr>
            <a:xfrm rot="16229754">
              <a:off x="21758710" y="19532260"/>
              <a:ext cx="188270" cy="173787"/>
            </a:xfrm>
            <a:custGeom>
              <a:avLst/>
              <a:gdLst>
                <a:gd name="connsiteX0" fmla="*/ 188478 w 188270"/>
                <a:gd name="connsiteY0" fmla="*/ 86892 h 173787"/>
                <a:gd name="connsiteX1" fmla="*/ 94343 w 188270"/>
                <a:gd name="connsiteY1" fmla="*/ 173785 h 173787"/>
                <a:gd name="connsiteX2" fmla="*/ 208 w 188270"/>
                <a:gd name="connsiteY2" fmla="*/ 86892 h 173787"/>
                <a:gd name="connsiteX3" fmla="*/ 94343 w 188270"/>
                <a:gd name="connsiteY3" fmla="*/ -2 h 173787"/>
                <a:gd name="connsiteX4" fmla="*/ 188478 w 188270"/>
                <a:gd name="connsiteY4" fmla="*/ 86892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478" y="86892"/>
                  </a:moveTo>
                  <a:cubicBezTo>
                    <a:pt x="188478" y="134882"/>
                    <a:pt x="146333" y="173785"/>
                    <a:pt x="94343" y="173785"/>
                  </a:cubicBezTo>
                  <a:cubicBezTo>
                    <a:pt x="42354" y="173785"/>
                    <a:pt x="208" y="134882"/>
                    <a:pt x="208" y="86892"/>
                  </a:cubicBezTo>
                  <a:cubicBezTo>
                    <a:pt x="208" y="38901"/>
                    <a:pt x="42354" y="-2"/>
                    <a:pt x="94343" y="-2"/>
                  </a:cubicBezTo>
                  <a:cubicBezTo>
                    <a:pt x="146333" y="-2"/>
                    <a:pt x="188478" y="38901"/>
                    <a:pt x="188478" y="86892"/>
                  </a:cubicBezTo>
                  <a:close/>
                </a:path>
              </a:pathLst>
            </a:custGeom>
            <a:gradFill>
              <a:gsLst>
                <a:gs pos="0">
                  <a:srgbClr val="FF6600"/>
                </a:gs>
                <a:gs pos="50000">
                  <a:srgbClr val="FF6600">
                    <a:alpha val="49804"/>
                  </a:srgbClr>
                </a:gs>
                <a:gs pos="100000">
                  <a:srgbClr val="FF6600">
                    <a:alpha val="0"/>
                  </a:srgbClr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6" name="Freeform: Shape 1535">
              <a:extLst>
                <a:ext uri="{FF2B5EF4-FFF2-40B4-BE49-F238E27FC236}">
                  <a16:creationId xmlns:a16="http://schemas.microsoft.com/office/drawing/2014/main" id="{B41E3D4C-E269-53C7-87A3-E158F42C3E12}"/>
                </a:ext>
              </a:extLst>
            </p:cNvPr>
            <p:cNvSpPr/>
            <p:nvPr/>
          </p:nvSpPr>
          <p:spPr>
            <a:xfrm rot="16229754">
              <a:off x="21857605" y="19434637"/>
              <a:ext cx="188270" cy="173787"/>
            </a:xfrm>
            <a:custGeom>
              <a:avLst/>
              <a:gdLst>
                <a:gd name="connsiteX0" fmla="*/ 188484 w 188270"/>
                <a:gd name="connsiteY0" fmla="*/ 86882 h 173787"/>
                <a:gd name="connsiteX1" fmla="*/ 94349 w 188270"/>
                <a:gd name="connsiteY1" fmla="*/ 173776 h 173787"/>
                <a:gd name="connsiteX2" fmla="*/ 214 w 188270"/>
                <a:gd name="connsiteY2" fmla="*/ 86882 h 173787"/>
                <a:gd name="connsiteX3" fmla="*/ 94349 w 188270"/>
                <a:gd name="connsiteY3" fmla="*/ -12 h 173787"/>
                <a:gd name="connsiteX4" fmla="*/ 188484 w 188270"/>
                <a:gd name="connsiteY4" fmla="*/ 86882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484" y="86882"/>
                  </a:moveTo>
                  <a:cubicBezTo>
                    <a:pt x="188484" y="134872"/>
                    <a:pt x="146339" y="173776"/>
                    <a:pt x="94349" y="173776"/>
                  </a:cubicBezTo>
                  <a:cubicBezTo>
                    <a:pt x="42360" y="173776"/>
                    <a:pt x="214" y="134872"/>
                    <a:pt x="214" y="86882"/>
                  </a:cubicBezTo>
                  <a:cubicBezTo>
                    <a:pt x="214" y="38891"/>
                    <a:pt x="42360" y="-12"/>
                    <a:pt x="94349" y="-12"/>
                  </a:cubicBezTo>
                  <a:cubicBezTo>
                    <a:pt x="146339" y="-12"/>
                    <a:pt x="188484" y="38891"/>
                    <a:pt x="188484" y="86882"/>
                  </a:cubicBezTo>
                  <a:close/>
                </a:path>
              </a:pathLst>
            </a:custGeom>
            <a:gradFill>
              <a:gsLst>
                <a:gs pos="0">
                  <a:srgbClr val="FF6600"/>
                </a:gs>
                <a:gs pos="50000">
                  <a:srgbClr val="FF6600">
                    <a:alpha val="49804"/>
                  </a:srgbClr>
                </a:gs>
                <a:gs pos="100000">
                  <a:srgbClr val="FF6600">
                    <a:alpha val="0"/>
                  </a:srgbClr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7" name="Freeform: Shape 1536">
              <a:extLst>
                <a:ext uri="{FF2B5EF4-FFF2-40B4-BE49-F238E27FC236}">
                  <a16:creationId xmlns:a16="http://schemas.microsoft.com/office/drawing/2014/main" id="{23C27DCF-6A26-1BB5-2552-C72171B922E0}"/>
                </a:ext>
              </a:extLst>
            </p:cNvPr>
            <p:cNvSpPr/>
            <p:nvPr/>
          </p:nvSpPr>
          <p:spPr>
            <a:xfrm rot="16229754">
              <a:off x="21829892" y="19264600"/>
              <a:ext cx="188270" cy="173787"/>
            </a:xfrm>
            <a:custGeom>
              <a:avLst/>
              <a:gdLst>
                <a:gd name="connsiteX0" fmla="*/ 188478 w 188270"/>
                <a:gd name="connsiteY0" fmla="*/ 86868 h 173787"/>
                <a:gd name="connsiteX1" fmla="*/ 94343 w 188270"/>
                <a:gd name="connsiteY1" fmla="*/ 173762 h 173787"/>
                <a:gd name="connsiteX2" fmla="*/ 208 w 188270"/>
                <a:gd name="connsiteY2" fmla="*/ 86868 h 173787"/>
                <a:gd name="connsiteX3" fmla="*/ 94343 w 188270"/>
                <a:gd name="connsiteY3" fmla="*/ -26 h 173787"/>
                <a:gd name="connsiteX4" fmla="*/ 188478 w 188270"/>
                <a:gd name="connsiteY4" fmla="*/ 86868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478" y="86868"/>
                  </a:moveTo>
                  <a:cubicBezTo>
                    <a:pt x="188478" y="134859"/>
                    <a:pt x="146333" y="173762"/>
                    <a:pt x="94343" y="173762"/>
                  </a:cubicBezTo>
                  <a:cubicBezTo>
                    <a:pt x="42354" y="173762"/>
                    <a:pt x="208" y="134859"/>
                    <a:pt x="208" y="86868"/>
                  </a:cubicBezTo>
                  <a:cubicBezTo>
                    <a:pt x="208" y="38878"/>
                    <a:pt x="42354" y="-26"/>
                    <a:pt x="94343" y="-26"/>
                  </a:cubicBezTo>
                  <a:cubicBezTo>
                    <a:pt x="146333" y="-26"/>
                    <a:pt x="188478" y="38878"/>
                    <a:pt x="188478" y="86868"/>
                  </a:cubicBezTo>
                  <a:close/>
                </a:path>
              </a:pathLst>
            </a:custGeom>
            <a:gradFill>
              <a:gsLst>
                <a:gs pos="0">
                  <a:srgbClr val="FF6600"/>
                </a:gs>
                <a:gs pos="50000">
                  <a:srgbClr val="FF6600">
                    <a:alpha val="49804"/>
                  </a:srgbClr>
                </a:gs>
                <a:gs pos="100000">
                  <a:srgbClr val="FF6600">
                    <a:alpha val="0"/>
                  </a:srgbClr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8" name="Freeform: Shape 1537">
              <a:extLst>
                <a:ext uri="{FF2B5EF4-FFF2-40B4-BE49-F238E27FC236}">
                  <a16:creationId xmlns:a16="http://schemas.microsoft.com/office/drawing/2014/main" id="{3098B88D-0509-8541-3EC7-3352E18EE7B3}"/>
                </a:ext>
              </a:extLst>
            </p:cNvPr>
            <p:cNvSpPr/>
            <p:nvPr/>
          </p:nvSpPr>
          <p:spPr>
            <a:xfrm rot="16229754">
              <a:off x="21888922" y="19097932"/>
              <a:ext cx="188270" cy="173787"/>
            </a:xfrm>
            <a:custGeom>
              <a:avLst/>
              <a:gdLst>
                <a:gd name="connsiteX0" fmla="*/ 188479 w 188270"/>
                <a:gd name="connsiteY0" fmla="*/ 86854 h 173787"/>
                <a:gd name="connsiteX1" fmla="*/ 94344 w 188270"/>
                <a:gd name="connsiteY1" fmla="*/ 173747 h 173787"/>
                <a:gd name="connsiteX2" fmla="*/ 209 w 188270"/>
                <a:gd name="connsiteY2" fmla="*/ 86854 h 173787"/>
                <a:gd name="connsiteX3" fmla="*/ 94344 w 188270"/>
                <a:gd name="connsiteY3" fmla="*/ -40 h 173787"/>
                <a:gd name="connsiteX4" fmla="*/ 188479 w 188270"/>
                <a:gd name="connsiteY4" fmla="*/ 86854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479" y="86854"/>
                  </a:moveTo>
                  <a:cubicBezTo>
                    <a:pt x="188479" y="134844"/>
                    <a:pt x="146334" y="173747"/>
                    <a:pt x="94344" y="173747"/>
                  </a:cubicBezTo>
                  <a:cubicBezTo>
                    <a:pt x="42355" y="173747"/>
                    <a:pt x="209" y="134844"/>
                    <a:pt x="209" y="86854"/>
                  </a:cubicBezTo>
                  <a:cubicBezTo>
                    <a:pt x="209" y="38863"/>
                    <a:pt x="42355" y="-40"/>
                    <a:pt x="94344" y="-40"/>
                  </a:cubicBezTo>
                  <a:cubicBezTo>
                    <a:pt x="146334" y="-40"/>
                    <a:pt x="188479" y="38863"/>
                    <a:pt x="188479" y="86854"/>
                  </a:cubicBezTo>
                  <a:close/>
                </a:path>
              </a:pathLst>
            </a:custGeom>
            <a:gradFill>
              <a:gsLst>
                <a:gs pos="0">
                  <a:srgbClr val="FF6600"/>
                </a:gs>
                <a:gs pos="50000">
                  <a:srgbClr val="FF6600">
                    <a:alpha val="49804"/>
                  </a:srgbClr>
                </a:gs>
                <a:gs pos="100000">
                  <a:srgbClr val="FF6600">
                    <a:alpha val="0"/>
                  </a:srgbClr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9" name="Freeform: Shape 1538">
              <a:extLst>
                <a:ext uri="{FF2B5EF4-FFF2-40B4-BE49-F238E27FC236}">
                  <a16:creationId xmlns:a16="http://schemas.microsoft.com/office/drawing/2014/main" id="{7599D666-033E-85BA-6B78-56F6B3A2720B}"/>
                </a:ext>
              </a:extLst>
            </p:cNvPr>
            <p:cNvSpPr/>
            <p:nvPr/>
          </p:nvSpPr>
          <p:spPr>
            <a:xfrm rot="16229754">
              <a:off x="21799689" y="18956736"/>
              <a:ext cx="188270" cy="173787"/>
            </a:xfrm>
            <a:custGeom>
              <a:avLst/>
              <a:gdLst>
                <a:gd name="connsiteX0" fmla="*/ 188469 w 188270"/>
                <a:gd name="connsiteY0" fmla="*/ 86843 h 173787"/>
                <a:gd name="connsiteX1" fmla="*/ 94334 w 188270"/>
                <a:gd name="connsiteY1" fmla="*/ 173737 h 173787"/>
                <a:gd name="connsiteX2" fmla="*/ 199 w 188270"/>
                <a:gd name="connsiteY2" fmla="*/ 86843 h 173787"/>
                <a:gd name="connsiteX3" fmla="*/ 94334 w 188270"/>
                <a:gd name="connsiteY3" fmla="*/ -50 h 173787"/>
                <a:gd name="connsiteX4" fmla="*/ 188469 w 188270"/>
                <a:gd name="connsiteY4" fmla="*/ 86843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469" y="86843"/>
                  </a:moveTo>
                  <a:cubicBezTo>
                    <a:pt x="188469" y="134834"/>
                    <a:pt x="146324" y="173737"/>
                    <a:pt x="94334" y="173737"/>
                  </a:cubicBezTo>
                  <a:cubicBezTo>
                    <a:pt x="42345" y="173737"/>
                    <a:pt x="199" y="134834"/>
                    <a:pt x="199" y="86843"/>
                  </a:cubicBezTo>
                  <a:cubicBezTo>
                    <a:pt x="199" y="38853"/>
                    <a:pt x="42345" y="-50"/>
                    <a:pt x="94334" y="-50"/>
                  </a:cubicBezTo>
                  <a:cubicBezTo>
                    <a:pt x="146324" y="-50"/>
                    <a:pt x="188469" y="38853"/>
                    <a:pt x="188469" y="86843"/>
                  </a:cubicBezTo>
                  <a:close/>
                </a:path>
              </a:pathLst>
            </a:custGeom>
            <a:gradFill>
              <a:gsLst>
                <a:gs pos="0">
                  <a:srgbClr val="FF6600"/>
                </a:gs>
                <a:gs pos="50000">
                  <a:srgbClr val="FF6600">
                    <a:alpha val="49804"/>
                  </a:srgbClr>
                </a:gs>
                <a:gs pos="100000">
                  <a:srgbClr val="FF6600">
                    <a:alpha val="0"/>
                  </a:srgbClr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0" name="Freeform: Shape 1539">
              <a:extLst>
                <a:ext uri="{FF2B5EF4-FFF2-40B4-BE49-F238E27FC236}">
                  <a16:creationId xmlns:a16="http://schemas.microsoft.com/office/drawing/2014/main" id="{6CB24ADD-3B23-A438-A252-47AAF403D25B}"/>
                </a:ext>
              </a:extLst>
            </p:cNvPr>
            <p:cNvSpPr/>
            <p:nvPr/>
          </p:nvSpPr>
          <p:spPr>
            <a:xfrm rot="16229754">
              <a:off x="21815432" y="18786573"/>
              <a:ext cx="188270" cy="173787"/>
            </a:xfrm>
            <a:custGeom>
              <a:avLst/>
              <a:gdLst>
                <a:gd name="connsiteX0" fmla="*/ 188467 w 188270"/>
                <a:gd name="connsiteY0" fmla="*/ 86829 h 173787"/>
                <a:gd name="connsiteX1" fmla="*/ 94332 w 188270"/>
                <a:gd name="connsiteY1" fmla="*/ 173723 h 173787"/>
                <a:gd name="connsiteX2" fmla="*/ 197 w 188270"/>
                <a:gd name="connsiteY2" fmla="*/ 86829 h 173787"/>
                <a:gd name="connsiteX3" fmla="*/ 94332 w 188270"/>
                <a:gd name="connsiteY3" fmla="*/ -65 h 173787"/>
                <a:gd name="connsiteX4" fmla="*/ 188467 w 188270"/>
                <a:gd name="connsiteY4" fmla="*/ 86829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467" y="86829"/>
                  </a:moveTo>
                  <a:cubicBezTo>
                    <a:pt x="188467" y="134819"/>
                    <a:pt x="146321" y="173723"/>
                    <a:pt x="94332" y="173723"/>
                  </a:cubicBezTo>
                  <a:cubicBezTo>
                    <a:pt x="42342" y="173723"/>
                    <a:pt x="197" y="134819"/>
                    <a:pt x="197" y="86829"/>
                  </a:cubicBezTo>
                  <a:cubicBezTo>
                    <a:pt x="197" y="38839"/>
                    <a:pt x="42343" y="-65"/>
                    <a:pt x="94332" y="-65"/>
                  </a:cubicBezTo>
                  <a:cubicBezTo>
                    <a:pt x="146321" y="-65"/>
                    <a:pt x="188467" y="38839"/>
                    <a:pt x="188467" y="86829"/>
                  </a:cubicBezTo>
                  <a:close/>
                </a:path>
              </a:pathLst>
            </a:custGeom>
            <a:gradFill>
              <a:gsLst>
                <a:gs pos="0">
                  <a:srgbClr val="FF6600"/>
                </a:gs>
                <a:gs pos="50000">
                  <a:srgbClr val="FF6600">
                    <a:alpha val="49804"/>
                  </a:srgbClr>
                </a:gs>
                <a:gs pos="100000">
                  <a:srgbClr val="FF6600">
                    <a:alpha val="0"/>
                  </a:srgbClr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1" name="Freeform: Shape 1540">
              <a:extLst>
                <a:ext uri="{FF2B5EF4-FFF2-40B4-BE49-F238E27FC236}">
                  <a16:creationId xmlns:a16="http://schemas.microsoft.com/office/drawing/2014/main" id="{24099344-52EC-E99B-C157-E026DF1A839C}"/>
                </a:ext>
              </a:extLst>
            </p:cNvPr>
            <p:cNvSpPr/>
            <p:nvPr/>
          </p:nvSpPr>
          <p:spPr>
            <a:xfrm rot="16229754">
              <a:off x="21952959" y="18554822"/>
              <a:ext cx="188270" cy="173787"/>
            </a:xfrm>
            <a:custGeom>
              <a:avLst/>
              <a:gdLst>
                <a:gd name="connsiteX0" fmla="*/ 188473 w 188270"/>
                <a:gd name="connsiteY0" fmla="*/ 86807 h 173787"/>
                <a:gd name="connsiteX1" fmla="*/ 94338 w 188270"/>
                <a:gd name="connsiteY1" fmla="*/ 173701 h 173787"/>
                <a:gd name="connsiteX2" fmla="*/ 203 w 188270"/>
                <a:gd name="connsiteY2" fmla="*/ 86807 h 173787"/>
                <a:gd name="connsiteX3" fmla="*/ 94338 w 188270"/>
                <a:gd name="connsiteY3" fmla="*/ -87 h 173787"/>
                <a:gd name="connsiteX4" fmla="*/ 188473 w 188270"/>
                <a:gd name="connsiteY4" fmla="*/ 86807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473" y="86807"/>
                  </a:moveTo>
                  <a:cubicBezTo>
                    <a:pt x="188473" y="134797"/>
                    <a:pt x="146327" y="173701"/>
                    <a:pt x="94338" y="173701"/>
                  </a:cubicBezTo>
                  <a:cubicBezTo>
                    <a:pt x="42349" y="173701"/>
                    <a:pt x="203" y="134797"/>
                    <a:pt x="203" y="86807"/>
                  </a:cubicBezTo>
                  <a:cubicBezTo>
                    <a:pt x="203" y="38817"/>
                    <a:pt x="42349" y="-87"/>
                    <a:pt x="94338" y="-87"/>
                  </a:cubicBezTo>
                  <a:cubicBezTo>
                    <a:pt x="146327" y="-87"/>
                    <a:pt x="188473" y="38817"/>
                    <a:pt x="188473" y="86807"/>
                  </a:cubicBezTo>
                  <a:close/>
                </a:path>
              </a:pathLst>
            </a:custGeom>
            <a:gradFill>
              <a:gsLst>
                <a:gs pos="0">
                  <a:srgbClr val="FF6600"/>
                </a:gs>
                <a:gs pos="50000">
                  <a:srgbClr val="FF6600">
                    <a:alpha val="49804"/>
                  </a:srgbClr>
                </a:gs>
                <a:gs pos="100000">
                  <a:srgbClr val="FF6600">
                    <a:alpha val="0"/>
                  </a:srgbClr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2" name="Freeform: Shape 1541">
              <a:extLst>
                <a:ext uri="{FF2B5EF4-FFF2-40B4-BE49-F238E27FC236}">
                  <a16:creationId xmlns:a16="http://schemas.microsoft.com/office/drawing/2014/main" id="{975B61BA-633D-86A0-1275-9BB5F1C8A500}"/>
                </a:ext>
              </a:extLst>
            </p:cNvPr>
            <p:cNvSpPr/>
            <p:nvPr/>
          </p:nvSpPr>
          <p:spPr>
            <a:xfrm rot="16229754">
              <a:off x="21925278" y="18391777"/>
              <a:ext cx="188270" cy="173787"/>
            </a:xfrm>
            <a:custGeom>
              <a:avLst/>
              <a:gdLst>
                <a:gd name="connsiteX0" fmla="*/ 188467 w 188270"/>
                <a:gd name="connsiteY0" fmla="*/ 86795 h 173787"/>
                <a:gd name="connsiteX1" fmla="*/ 94332 w 188270"/>
                <a:gd name="connsiteY1" fmla="*/ 173689 h 173787"/>
                <a:gd name="connsiteX2" fmla="*/ 197 w 188270"/>
                <a:gd name="connsiteY2" fmla="*/ 86795 h 173787"/>
                <a:gd name="connsiteX3" fmla="*/ 94332 w 188270"/>
                <a:gd name="connsiteY3" fmla="*/ -99 h 173787"/>
                <a:gd name="connsiteX4" fmla="*/ 188467 w 188270"/>
                <a:gd name="connsiteY4" fmla="*/ 86795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467" y="86795"/>
                  </a:moveTo>
                  <a:cubicBezTo>
                    <a:pt x="188467" y="134785"/>
                    <a:pt x="146322" y="173689"/>
                    <a:pt x="94332" y="173689"/>
                  </a:cubicBezTo>
                  <a:cubicBezTo>
                    <a:pt x="42343" y="173689"/>
                    <a:pt x="197" y="134785"/>
                    <a:pt x="197" y="86795"/>
                  </a:cubicBezTo>
                  <a:cubicBezTo>
                    <a:pt x="197" y="38805"/>
                    <a:pt x="42343" y="-99"/>
                    <a:pt x="94332" y="-99"/>
                  </a:cubicBezTo>
                  <a:cubicBezTo>
                    <a:pt x="146322" y="-99"/>
                    <a:pt x="188467" y="38805"/>
                    <a:pt x="188467" y="86795"/>
                  </a:cubicBezTo>
                  <a:close/>
                </a:path>
              </a:pathLst>
            </a:custGeom>
            <a:gradFill>
              <a:gsLst>
                <a:gs pos="0">
                  <a:srgbClr val="FF6600"/>
                </a:gs>
                <a:gs pos="50000">
                  <a:srgbClr val="FF6600">
                    <a:alpha val="49804"/>
                  </a:srgbClr>
                </a:gs>
                <a:gs pos="100000">
                  <a:srgbClr val="FF6600">
                    <a:alpha val="0"/>
                  </a:srgbClr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3" name="Freeform: Shape 1542">
              <a:extLst>
                <a:ext uri="{FF2B5EF4-FFF2-40B4-BE49-F238E27FC236}">
                  <a16:creationId xmlns:a16="http://schemas.microsoft.com/office/drawing/2014/main" id="{4EAD9919-1318-1784-973A-3B0252AAAD50}"/>
                </a:ext>
              </a:extLst>
            </p:cNvPr>
            <p:cNvSpPr/>
            <p:nvPr/>
          </p:nvSpPr>
          <p:spPr>
            <a:xfrm rot="16229754">
              <a:off x="21977074" y="18247084"/>
              <a:ext cx="188270" cy="173787"/>
            </a:xfrm>
            <a:custGeom>
              <a:avLst/>
              <a:gdLst>
                <a:gd name="connsiteX0" fmla="*/ 188468 w 188270"/>
                <a:gd name="connsiteY0" fmla="*/ 86782 h 173787"/>
                <a:gd name="connsiteX1" fmla="*/ 94333 w 188270"/>
                <a:gd name="connsiteY1" fmla="*/ 173675 h 173787"/>
                <a:gd name="connsiteX2" fmla="*/ 198 w 188270"/>
                <a:gd name="connsiteY2" fmla="*/ 86782 h 173787"/>
                <a:gd name="connsiteX3" fmla="*/ 94333 w 188270"/>
                <a:gd name="connsiteY3" fmla="*/ -112 h 173787"/>
                <a:gd name="connsiteX4" fmla="*/ 188468 w 188270"/>
                <a:gd name="connsiteY4" fmla="*/ 86782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468" y="86782"/>
                  </a:moveTo>
                  <a:cubicBezTo>
                    <a:pt x="188468" y="134772"/>
                    <a:pt x="146323" y="173675"/>
                    <a:pt x="94333" y="173675"/>
                  </a:cubicBezTo>
                  <a:cubicBezTo>
                    <a:pt x="42344" y="173675"/>
                    <a:pt x="198" y="134772"/>
                    <a:pt x="198" y="86782"/>
                  </a:cubicBezTo>
                  <a:cubicBezTo>
                    <a:pt x="198" y="38791"/>
                    <a:pt x="42344" y="-112"/>
                    <a:pt x="94333" y="-112"/>
                  </a:cubicBezTo>
                  <a:cubicBezTo>
                    <a:pt x="146323" y="-112"/>
                    <a:pt x="188468" y="38791"/>
                    <a:pt x="188468" y="86782"/>
                  </a:cubicBezTo>
                  <a:close/>
                </a:path>
              </a:pathLst>
            </a:custGeom>
            <a:gradFill>
              <a:gsLst>
                <a:gs pos="0">
                  <a:srgbClr val="FF6600"/>
                </a:gs>
                <a:gs pos="50000">
                  <a:srgbClr val="FF6600">
                    <a:alpha val="49804"/>
                  </a:srgbClr>
                </a:gs>
                <a:gs pos="100000">
                  <a:srgbClr val="FF6600">
                    <a:alpha val="0"/>
                  </a:srgbClr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4" name="Freeform: Shape 1543">
              <a:extLst>
                <a:ext uri="{FF2B5EF4-FFF2-40B4-BE49-F238E27FC236}">
                  <a16:creationId xmlns:a16="http://schemas.microsoft.com/office/drawing/2014/main" id="{9B4805E3-A800-2443-7EC3-3EB82E270B3F}"/>
                </a:ext>
              </a:extLst>
            </p:cNvPr>
            <p:cNvSpPr/>
            <p:nvPr/>
          </p:nvSpPr>
          <p:spPr>
            <a:xfrm rot="16229754">
              <a:off x="21938495" y="18087908"/>
              <a:ext cx="188270" cy="173787"/>
            </a:xfrm>
            <a:custGeom>
              <a:avLst/>
              <a:gdLst>
                <a:gd name="connsiteX0" fmla="*/ 188462 w 188270"/>
                <a:gd name="connsiteY0" fmla="*/ 86770 h 173787"/>
                <a:gd name="connsiteX1" fmla="*/ 94327 w 188270"/>
                <a:gd name="connsiteY1" fmla="*/ 173663 h 173787"/>
                <a:gd name="connsiteX2" fmla="*/ 192 w 188270"/>
                <a:gd name="connsiteY2" fmla="*/ 86770 h 173787"/>
                <a:gd name="connsiteX3" fmla="*/ 94327 w 188270"/>
                <a:gd name="connsiteY3" fmla="*/ -124 h 173787"/>
                <a:gd name="connsiteX4" fmla="*/ 188462 w 188270"/>
                <a:gd name="connsiteY4" fmla="*/ 86770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462" y="86770"/>
                  </a:moveTo>
                  <a:cubicBezTo>
                    <a:pt x="188462" y="134760"/>
                    <a:pt x="146316" y="173663"/>
                    <a:pt x="94327" y="173663"/>
                  </a:cubicBezTo>
                  <a:cubicBezTo>
                    <a:pt x="42337" y="173663"/>
                    <a:pt x="192" y="134760"/>
                    <a:pt x="192" y="86770"/>
                  </a:cubicBezTo>
                  <a:cubicBezTo>
                    <a:pt x="192" y="38779"/>
                    <a:pt x="42337" y="-124"/>
                    <a:pt x="94327" y="-124"/>
                  </a:cubicBezTo>
                  <a:cubicBezTo>
                    <a:pt x="146316" y="-124"/>
                    <a:pt x="188462" y="38779"/>
                    <a:pt x="188462" y="86770"/>
                  </a:cubicBezTo>
                  <a:close/>
                </a:path>
              </a:pathLst>
            </a:custGeom>
            <a:gradFill>
              <a:gsLst>
                <a:gs pos="0">
                  <a:srgbClr val="FF6600"/>
                </a:gs>
                <a:gs pos="50000">
                  <a:srgbClr val="FF6600">
                    <a:alpha val="49804"/>
                  </a:srgbClr>
                </a:gs>
                <a:gs pos="100000">
                  <a:srgbClr val="FF6600">
                    <a:alpha val="0"/>
                  </a:srgbClr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5" name="Freeform: Shape 1544">
              <a:extLst>
                <a:ext uri="{FF2B5EF4-FFF2-40B4-BE49-F238E27FC236}">
                  <a16:creationId xmlns:a16="http://schemas.microsoft.com/office/drawing/2014/main" id="{D8EF541D-665E-EBC8-5890-A1268E04AE24}"/>
                </a:ext>
              </a:extLst>
            </p:cNvPr>
            <p:cNvSpPr/>
            <p:nvPr/>
          </p:nvSpPr>
          <p:spPr>
            <a:xfrm rot="16229754">
              <a:off x="22012022" y="17942965"/>
              <a:ext cx="188270" cy="173787"/>
            </a:xfrm>
            <a:custGeom>
              <a:avLst/>
              <a:gdLst>
                <a:gd name="connsiteX0" fmla="*/ 188465 w 188270"/>
                <a:gd name="connsiteY0" fmla="*/ 86756 h 173787"/>
                <a:gd name="connsiteX1" fmla="*/ 94329 w 188270"/>
                <a:gd name="connsiteY1" fmla="*/ 173650 h 173787"/>
                <a:gd name="connsiteX2" fmla="*/ 194 w 188270"/>
                <a:gd name="connsiteY2" fmla="*/ 86756 h 173787"/>
                <a:gd name="connsiteX3" fmla="*/ 94329 w 188270"/>
                <a:gd name="connsiteY3" fmla="*/ -137 h 173787"/>
                <a:gd name="connsiteX4" fmla="*/ 188465 w 188270"/>
                <a:gd name="connsiteY4" fmla="*/ 86756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465" y="86756"/>
                  </a:moveTo>
                  <a:cubicBezTo>
                    <a:pt x="188465" y="134747"/>
                    <a:pt x="146319" y="173650"/>
                    <a:pt x="94329" y="173650"/>
                  </a:cubicBezTo>
                  <a:cubicBezTo>
                    <a:pt x="42340" y="173650"/>
                    <a:pt x="194" y="134747"/>
                    <a:pt x="194" y="86756"/>
                  </a:cubicBezTo>
                  <a:cubicBezTo>
                    <a:pt x="194" y="38766"/>
                    <a:pt x="42340" y="-137"/>
                    <a:pt x="94329" y="-137"/>
                  </a:cubicBezTo>
                  <a:cubicBezTo>
                    <a:pt x="146319" y="-137"/>
                    <a:pt x="188465" y="38766"/>
                    <a:pt x="188465" y="86756"/>
                  </a:cubicBezTo>
                  <a:close/>
                </a:path>
              </a:pathLst>
            </a:custGeom>
            <a:gradFill>
              <a:gsLst>
                <a:gs pos="0">
                  <a:srgbClr val="FF6600"/>
                </a:gs>
                <a:gs pos="50000">
                  <a:srgbClr val="FF6600">
                    <a:alpha val="49804"/>
                  </a:srgbClr>
                </a:gs>
                <a:gs pos="100000">
                  <a:srgbClr val="FF6600">
                    <a:alpha val="0"/>
                  </a:srgbClr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6" name="Freeform: Shape 1545">
              <a:extLst>
                <a:ext uri="{FF2B5EF4-FFF2-40B4-BE49-F238E27FC236}">
                  <a16:creationId xmlns:a16="http://schemas.microsoft.com/office/drawing/2014/main" id="{09EFE038-6AC9-FE9A-8741-A8098BC27EA2}"/>
                </a:ext>
              </a:extLst>
            </p:cNvPr>
            <p:cNvSpPr/>
            <p:nvPr/>
          </p:nvSpPr>
          <p:spPr>
            <a:xfrm rot="16229754">
              <a:off x="21977110" y="17790910"/>
              <a:ext cx="188270" cy="173787"/>
            </a:xfrm>
            <a:custGeom>
              <a:avLst/>
              <a:gdLst>
                <a:gd name="connsiteX0" fmla="*/ 188458 w 188270"/>
                <a:gd name="connsiteY0" fmla="*/ 86745 h 173787"/>
                <a:gd name="connsiteX1" fmla="*/ 94323 w 188270"/>
                <a:gd name="connsiteY1" fmla="*/ 173638 h 173787"/>
                <a:gd name="connsiteX2" fmla="*/ 188 w 188270"/>
                <a:gd name="connsiteY2" fmla="*/ 86745 h 173787"/>
                <a:gd name="connsiteX3" fmla="*/ 94323 w 188270"/>
                <a:gd name="connsiteY3" fmla="*/ -149 h 173787"/>
                <a:gd name="connsiteX4" fmla="*/ 188458 w 188270"/>
                <a:gd name="connsiteY4" fmla="*/ 86745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458" y="86745"/>
                  </a:moveTo>
                  <a:cubicBezTo>
                    <a:pt x="188458" y="134735"/>
                    <a:pt x="146313" y="173638"/>
                    <a:pt x="94323" y="173638"/>
                  </a:cubicBezTo>
                  <a:cubicBezTo>
                    <a:pt x="42334" y="173638"/>
                    <a:pt x="188" y="134735"/>
                    <a:pt x="188" y="86745"/>
                  </a:cubicBezTo>
                  <a:cubicBezTo>
                    <a:pt x="188" y="38754"/>
                    <a:pt x="42334" y="-149"/>
                    <a:pt x="94323" y="-149"/>
                  </a:cubicBezTo>
                  <a:cubicBezTo>
                    <a:pt x="146313" y="-149"/>
                    <a:pt x="188458" y="38754"/>
                    <a:pt x="188458" y="86745"/>
                  </a:cubicBezTo>
                  <a:close/>
                </a:path>
              </a:pathLst>
            </a:custGeom>
            <a:gradFill>
              <a:gsLst>
                <a:gs pos="0">
                  <a:srgbClr val="FF6600"/>
                </a:gs>
                <a:gs pos="50000">
                  <a:srgbClr val="FF6600">
                    <a:alpha val="49804"/>
                  </a:srgbClr>
                </a:gs>
                <a:gs pos="100000">
                  <a:srgbClr val="FF6600">
                    <a:alpha val="0"/>
                  </a:srgbClr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7" name="Freeform: Shape 1546">
              <a:extLst>
                <a:ext uri="{FF2B5EF4-FFF2-40B4-BE49-F238E27FC236}">
                  <a16:creationId xmlns:a16="http://schemas.microsoft.com/office/drawing/2014/main" id="{3C652164-6FE3-6499-5E2A-6E8160CF475C}"/>
                </a:ext>
              </a:extLst>
            </p:cNvPr>
            <p:cNvSpPr/>
            <p:nvPr/>
          </p:nvSpPr>
          <p:spPr>
            <a:xfrm rot="16229754">
              <a:off x="21916788" y="17638847"/>
              <a:ext cx="188270" cy="173787"/>
            </a:xfrm>
            <a:custGeom>
              <a:avLst/>
              <a:gdLst>
                <a:gd name="connsiteX0" fmla="*/ 188450 w 188270"/>
                <a:gd name="connsiteY0" fmla="*/ 86733 h 173787"/>
                <a:gd name="connsiteX1" fmla="*/ 94315 w 188270"/>
                <a:gd name="connsiteY1" fmla="*/ 173627 h 173787"/>
                <a:gd name="connsiteX2" fmla="*/ 180 w 188270"/>
                <a:gd name="connsiteY2" fmla="*/ 86733 h 173787"/>
                <a:gd name="connsiteX3" fmla="*/ 94315 w 188270"/>
                <a:gd name="connsiteY3" fmla="*/ -161 h 173787"/>
                <a:gd name="connsiteX4" fmla="*/ 188450 w 188270"/>
                <a:gd name="connsiteY4" fmla="*/ 86733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450" y="86733"/>
                  </a:moveTo>
                  <a:cubicBezTo>
                    <a:pt x="188450" y="134724"/>
                    <a:pt x="146304" y="173627"/>
                    <a:pt x="94315" y="173627"/>
                  </a:cubicBezTo>
                  <a:cubicBezTo>
                    <a:pt x="42326" y="173627"/>
                    <a:pt x="180" y="134724"/>
                    <a:pt x="180" y="86733"/>
                  </a:cubicBezTo>
                  <a:cubicBezTo>
                    <a:pt x="180" y="38743"/>
                    <a:pt x="42326" y="-161"/>
                    <a:pt x="94315" y="-161"/>
                  </a:cubicBezTo>
                  <a:cubicBezTo>
                    <a:pt x="146304" y="-161"/>
                    <a:pt x="188450" y="38743"/>
                    <a:pt x="188450" y="86733"/>
                  </a:cubicBezTo>
                  <a:close/>
                </a:path>
              </a:pathLst>
            </a:custGeom>
            <a:gradFill>
              <a:gsLst>
                <a:gs pos="0">
                  <a:srgbClr val="FF6600"/>
                </a:gs>
                <a:gs pos="50000">
                  <a:srgbClr val="FF6600">
                    <a:alpha val="49804"/>
                  </a:srgbClr>
                </a:gs>
                <a:gs pos="100000">
                  <a:srgbClr val="FF6600">
                    <a:alpha val="0"/>
                  </a:srgbClr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8" name="Freeform: Shape 1547">
              <a:extLst>
                <a:ext uri="{FF2B5EF4-FFF2-40B4-BE49-F238E27FC236}">
                  <a16:creationId xmlns:a16="http://schemas.microsoft.com/office/drawing/2014/main" id="{6541FCC0-8CF1-0313-52E2-93E707ACF3D3}"/>
                </a:ext>
              </a:extLst>
            </p:cNvPr>
            <p:cNvSpPr/>
            <p:nvPr/>
          </p:nvSpPr>
          <p:spPr>
            <a:xfrm rot="16229754">
              <a:off x="22159361" y="19640996"/>
              <a:ext cx="188270" cy="173787"/>
            </a:xfrm>
            <a:custGeom>
              <a:avLst/>
              <a:gdLst>
                <a:gd name="connsiteX0" fmla="*/ 188513 w 188270"/>
                <a:gd name="connsiteY0" fmla="*/ 86892 h 173787"/>
                <a:gd name="connsiteX1" fmla="*/ 94378 w 188270"/>
                <a:gd name="connsiteY1" fmla="*/ 173786 h 173787"/>
                <a:gd name="connsiteX2" fmla="*/ 243 w 188270"/>
                <a:gd name="connsiteY2" fmla="*/ 86892 h 173787"/>
                <a:gd name="connsiteX3" fmla="*/ 94378 w 188270"/>
                <a:gd name="connsiteY3" fmla="*/ -2 h 173787"/>
                <a:gd name="connsiteX4" fmla="*/ 188513 w 188270"/>
                <a:gd name="connsiteY4" fmla="*/ 86892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513" y="86892"/>
                  </a:moveTo>
                  <a:cubicBezTo>
                    <a:pt x="188513" y="134882"/>
                    <a:pt x="146368" y="173786"/>
                    <a:pt x="94378" y="173786"/>
                  </a:cubicBezTo>
                  <a:cubicBezTo>
                    <a:pt x="42389" y="173786"/>
                    <a:pt x="243" y="134882"/>
                    <a:pt x="243" y="86892"/>
                  </a:cubicBezTo>
                  <a:cubicBezTo>
                    <a:pt x="243" y="38901"/>
                    <a:pt x="42389" y="-2"/>
                    <a:pt x="94378" y="-2"/>
                  </a:cubicBezTo>
                  <a:cubicBezTo>
                    <a:pt x="146368" y="-2"/>
                    <a:pt x="188513" y="38901"/>
                    <a:pt x="188513" y="86892"/>
                  </a:cubicBezTo>
                  <a:close/>
                </a:path>
              </a:pathLst>
            </a:custGeom>
            <a:gradFill>
              <a:gsLst>
                <a:gs pos="0">
                  <a:srgbClr val="FF6600"/>
                </a:gs>
                <a:gs pos="50000">
                  <a:srgbClr val="FF6600">
                    <a:alpha val="49804"/>
                  </a:srgbClr>
                </a:gs>
                <a:gs pos="100000">
                  <a:srgbClr val="FF6600">
                    <a:alpha val="0"/>
                  </a:srgbClr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9" name="Freeform: Shape 1548">
              <a:extLst>
                <a:ext uri="{FF2B5EF4-FFF2-40B4-BE49-F238E27FC236}">
                  <a16:creationId xmlns:a16="http://schemas.microsoft.com/office/drawing/2014/main" id="{CA6335BF-B058-426B-88E6-09B387F7492F}"/>
                </a:ext>
              </a:extLst>
            </p:cNvPr>
            <p:cNvSpPr/>
            <p:nvPr/>
          </p:nvSpPr>
          <p:spPr>
            <a:xfrm rot="16229754">
              <a:off x="22080962" y="19503295"/>
              <a:ext cx="188270" cy="173787"/>
            </a:xfrm>
            <a:custGeom>
              <a:avLst/>
              <a:gdLst>
                <a:gd name="connsiteX0" fmla="*/ 188504 w 188270"/>
                <a:gd name="connsiteY0" fmla="*/ 86882 h 173787"/>
                <a:gd name="connsiteX1" fmla="*/ 94369 w 188270"/>
                <a:gd name="connsiteY1" fmla="*/ 173776 h 173787"/>
                <a:gd name="connsiteX2" fmla="*/ 234 w 188270"/>
                <a:gd name="connsiteY2" fmla="*/ 86882 h 173787"/>
                <a:gd name="connsiteX3" fmla="*/ 94369 w 188270"/>
                <a:gd name="connsiteY3" fmla="*/ -12 h 173787"/>
                <a:gd name="connsiteX4" fmla="*/ 188504 w 188270"/>
                <a:gd name="connsiteY4" fmla="*/ 86882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504" y="86882"/>
                  </a:moveTo>
                  <a:cubicBezTo>
                    <a:pt x="188504" y="134872"/>
                    <a:pt x="146358" y="173776"/>
                    <a:pt x="94369" y="173776"/>
                  </a:cubicBezTo>
                  <a:cubicBezTo>
                    <a:pt x="42380" y="173776"/>
                    <a:pt x="234" y="134872"/>
                    <a:pt x="234" y="86882"/>
                  </a:cubicBezTo>
                  <a:cubicBezTo>
                    <a:pt x="234" y="38892"/>
                    <a:pt x="42380" y="-12"/>
                    <a:pt x="94369" y="-12"/>
                  </a:cubicBezTo>
                  <a:cubicBezTo>
                    <a:pt x="146358" y="-12"/>
                    <a:pt x="188504" y="38892"/>
                    <a:pt x="188504" y="86882"/>
                  </a:cubicBezTo>
                  <a:close/>
                </a:path>
              </a:pathLst>
            </a:custGeom>
            <a:gradFill>
              <a:gsLst>
                <a:gs pos="0">
                  <a:srgbClr val="FF6600"/>
                </a:gs>
                <a:gs pos="50000">
                  <a:srgbClr val="FF6600">
                    <a:alpha val="49804"/>
                  </a:srgbClr>
                </a:gs>
                <a:gs pos="100000">
                  <a:srgbClr val="FF6600">
                    <a:alpha val="0"/>
                  </a:srgbClr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0" name="Freeform: Shape 1549">
              <a:extLst>
                <a:ext uri="{FF2B5EF4-FFF2-40B4-BE49-F238E27FC236}">
                  <a16:creationId xmlns:a16="http://schemas.microsoft.com/office/drawing/2014/main" id="{AA35A318-F7E2-DCCA-5224-B968CEDCFEBF}"/>
                </a:ext>
              </a:extLst>
            </p:cNvPr>
            <p:cNvSpPr/>
            <p:nvPr/>
          </p:nvSpPr>
          <p:spPr>
            <a:xfrm rot="16229754">
              <a:off x="22201544" y="19373085"/>
              <a:ext cx="188270" cy="173787"/>
            </a:xfrm>
            <a:custGeom>
              <a:avLst/>
              <a:gdLst>
                <a:gd name="connsiteX0" fmla="*/ 188511 w 188270"/>
                <a:gd name="connsiteY0" fmla="*/ 86869 h 173787"/>
                <a:gd name="connsiteX1" fmla="*/ 94376 w 188270"/>
                <a:gd name="connsiteY1" fmla="*/ 173763 h 173787"/>
                <a:gd name="connsiteX2" fmla="*/ 241 w 188270"/>
                <a:gd name="connsiteY2" fmla="*/ 86869 h 173787"/>
                <a:gd name="connsiteX3" fmla="*/ 94376 w 188270"/>
                <a:gd name="connsiteY3" fmla="*/ -25 h 173787"/>
                <a:gd name="connsiteX4" fmla="*/ 188511 w 188270"/>
                <a:gd name="connsiteY4" fmla="*/ 86869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511" y="86869"/>
                  </a:moveTo>
                  <a:cubicBezTo>
                    <a:pt x="188511" y="134859"/>
                    <a:pt x="146366" y="173763"/>
                    <a:pt x="94376" y="173763"/>
                  </a:cubicBezTo>
                  <a:cubicBezTo>
                    <a:pt x="42387" y="173763"/>
                    <a:pt x="241" y="134859"/>
                    <a:pt x="241" y="86869"/>
                  </a:cubicBezTo>
                  <a:cubicBezTo>
                    <a:pt x="241" y="38878"/>
                    <a:pt x="42387" y="-25"/>
                    <a:pt x="94376" y="-25"/>
                  </a:cubicBezTo>
                  <a:cubicBezTo>
                    <a:pt x="146366" y="-25"/>
                    <a:pt x="188511" y="38878"/>
                    <a:pt x="188511" y="86869"/>
                  </a:cubicBezTo>
                  <a:close/>
                </a:path>
              </a:pathLst>
            </a:custGeom>
            <a:gradFill>
              <a:gsLst>
                <a:gs pos="0">
                  <a:srgbClr val="FF6600"/>
                </a:gs>
                <a:gs pos="50000">
                  <a:srgbClr val="FF6600">
                    <a:alpha val="49804"/>
                  </a:srgbClr>
                </a:gs>
                <a:gs pos="100000">
                  <a:srgbClr val="FF6600">
                    <a:alpha val="0"/>
                  </a:srgbClr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1" name="Freeform: Shape 1550">
              <a:extLst>
                <a:ext uri="{FF2B5EF4-FFF2-40B4-BE49-F238E27FC236}">
                  <a16:creationId xmlns:a16="http://schemas.microsoft.com/office/drawing/2014/main" id="{67D40065-E829-83EF-17E5-BA17FA9B4709}"/>
                </a:ext>
              </a:extLst>
            </p:cNvPr>
            <p:cNvSpPr/>
            <p:nvPr/>
          </p:nvSpPr>
          <p:spPr>
            <a:xfrm rot="16229754">
              <a:off x="22108659" y="19228391"/>
              <a:ext cx="188270" cy="173787"/>
            </a:xfrm>
            <a:custGeom>
              <a:avLst/>
              <a:gdLst>
                <a:gd name="connsiteX0" fmla="*/ 188501 w 188270"/>
                <a:gd name="connsiteY0" fmla="*/ 86859 h 173787"/>
                <a:gd name="connsiteX1" fmla="*/ 94365 w 188270"/>
                <a:gd name="connsiteY1" fmla="*/ 173753 h 173787"/>
                <a:gd name="connsiteX2" fmla="*/ 230 w 188270"/>
                <a:gd name="connsiteY2" fmla="*/ 86859 h 173787"/>
                <a:gd name="connsiteX3" fmla="*/ 94365 w 188270"/>
                <a:gd name="connsiteY3" fmla="*/ -35 h 173787"/>
                <a:gd name="connsiteX4" fmla="*/ 188501 w 188270"/>
                <a:gd name="connsiteY4" fmla="*/ 86859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501" y="86859"/>
                  </a:moveTo>
                  <a:cubicBezTo>
                    <a:pt x="188501" y="134849"/>
                    <a:pt x="146355" y="173753"/>
                    <a:pt x="94365" y="173753"/>
                  </a:cubicBezTo>
                  <a:cubicBezTo>
                    <a:pt x="42376" y="173753"/>
                    <a:pt x="230" y="134849"/>
                    <a:pt x="230" y="86859"/>
                  </a:cubicBezTo>
                  <a:cubicBezTo>
                    <a:pt x="230" y="38869"/>
                    <a:pt x="42376" y="-35"/>
                    <a:pt x="94365" y="-35"/>
                  </a:cubicBezTo>
                  <a:cubicBezTo>
                    <a:pt x="146355" y="-35"/>
                    <a:pt x="188501" y="38869"/>
                    <a:pt x="188501" y="86859"/>
                  </a:cubicBezTo>
                  <a:close/>
                </a:path>
              </a:pathLst>
            </a:custGeom>
            <a:gradFill>
              <a:gsLst>
                <a:gs pos="0">
                  <a:srgbClr val="FF6600"/>
                </a:gs>
                <a:gs pos="50000">
                  <a:srgbClr val="FF6600">
                    <a:alpha val="49804"/>
                  </a:srgbClr>
                </a:gs>
                <a:gs pos="100000">
                  <a:srgbClr val="FF6600">
                    <a:alpha val="0"/>
                  </a:srgbClr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2" name="Freeform: Shape 1551">
              <a:extLst>
                <a:ext uri="{FF2B5EF4-FFF2-40B4-BE49-F238E27FC236}">
                  <a16:creationId xmlns:a16="http://schemas.microsoft.com/office/drawing/2014/main" id="{022A8CAF-B28D-FC5F-6101-61B5F24291BB}"/>
                </a:ext>
              </a:extLst>
            </p:cNvPr>
            <p:cNvSpPr/>
            <p:nvPr/>
          </p:nvSpPr>
          <p:spPr>
            <a:xfrm rot="16229754">
              <a:off x="22200323" y="19083448"/>
              <a:ext cx="188270" cy="173787"/>
            </a:xfrm>
            <a:custGeom>
              <a:avLst/>
              <a:gdLst>
                <a:gd name="connsiteX0" fmla="*/ 188505 w 188270"/>
                <a:gd name="connsiteY0" fmla="*/ 86845 h 173787"/>
                <a:gd name="connsiteX1" fmla="*/ 94370 w 188270"/>
                <a:gd name="connsiteY1" fmla="*/ 173739 h 173787"/>
                <a:gd name="connsiteX2" fmla="*/ 234 w 188270"/>
                <a:gd name="connsiteY2" fmla="*/ 86845 h 173787"/>
                <a:gd name="connsiteX3" fmla="*/ 94370 w 188270"/>
                <a:gd name="connsiteY3" fmla="*/ -48 h 173787"/>
                <a:gd name="connsiteX4" fmla="*/ 188505 w 188270"/>
                <a:gd name="connsiteY4" fmla="*/ 86845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505" y="86845"/>
                  </a:moveTo>
                  <a:cubicBezTo>
                    <a:pt x="188505" y="134836"/>
                    <a:pt x="146359" y="173739"/>
                    <a:pt x="94370" y="173739"/>
                  </a:cubicBezTo>
                  <a:cubicBezTo>
                    <a:pt x="42380" y="173739"/>
                    <a:pt x="234" y="134836"/>
                    <a:pt x="234" y="86845"/>
                  </a:cubicBezTo>
                  <a:cubicBezTo>
                    <a:pt x="234" y="38855"/>
                    <a:pt x="42380" y="-48"/>
                    <a:pt x="94370" y="-48"/>
                  </a:cubicBezTo>
                  <a:cubicBezTo>
                    <a:pt x="146359" y="-48"/>
                    <a:pt x="188505" y="38855"/>
                    <a:pt x="188505" y="86845"/>
                  </a:cubicBezTo>
                  <a:close/>
                </a:path>
              </a:pathLst>
            </a:custGeom>
            <a:gradFill>
              <a:gsLst>
                <a:gs pos="0">
                  <a:srgbClr val="FF6600"/>
                </a:gs>
                <a:gs pos="50000">
                  <a:srgbClr val="FF6600">
                    <a:alpha val="49804"/>
                  </a:srgbClr>
                </a:gs>
                <a:gs pos="100000">
                  <a:srgbClr val="FF6600">
                    <a:alpha val="0"/>
                  </a:srgbClr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3" name="Freeform: Shape 1552">
              <a:extLst>
                <a:ext uri="{FF2B5EF4-FFF2-40B4-BE49-F238E27FC236}">
                  <a16:creationId xmlns:a16="http://schemas.microsoft.com/office/drawing/2014/main" id="{6C72C14D-331E-7F24-16DC-872E19320798}"/>
                </a:ext>
              </a:extLst>
            </p:cNvPr>
            <p:cNvSpPr/>
            <p:nvPr/>
          </p:nvSpPr>
          <p:spPr>
            <a:xfrm rot="16229754">
              <a:off x="22103785" y="18945871"/>
              <a:ext cx="188270" cy="173787"/>
            </a:xfrm>
            <a:custGeom>
              <a:avLst/>
              <a:gdLst>
                <a:gd name="connsiteX0" fmla="*/ 188494 w 188270"/>
                <a:gd name="connsiteY0" fmla="*/ 86836 h 173787"/>
                <a:gd name="connsiteX1" fmla="*/ 94359 w 188270"/>
                <a:gd name="connsiteY1" fmla="*/ 173730 h 173787"/>
                <a:gd name="connsiteX2" fmla="*/ 224 w 188270"/>
                <a:gd name="connsiteY2" fmla="*/ 86836 h 173787"/>
                <a:gd name="connsiteX3" fmla="*/ 94359 w 188270"/>
                <a:gd name="connsiteY3" fmla="*/ -58 h 173787"/>
                <a:gd name="connsiteX4" fmla="*/ 188494 w 188270"/>
                <a:gd name="connsiteY4" fmla="*/ 86836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494" y="86836"/>
                  </a:moveTo>
                  <a:cubicBezTo>
                    <a:pt x="188494" y="134826"/>
                    <a:pt x="146348" y="173730"/>
                    <a:pt x="94359" y="173730"/>
                  </a:cubicBezTo>
                  <a:cubicBezTo>
                    <a:pt x="42370" y="173730"/>
                    <a:pt x="224" y="134826"/>
                    <a:pt x="224" y="86836"/>
                  </a:cubicBezTo>
                  <a:cubicBezTo>
                    <a:pt x="224" y="38846"/>
                    <a:pt x="42370" y="-58"/>
                    <a:pt x="94359" y="-58"/>
                  </a:cubicBezTo>
                  <a:cubicBezTo>
                    <a:pt x="146348" y="-58"/>
                    <a:pt x="188494" y="38846"/>
                    <a:pt x="188494" y="86836"/>
                  </a:cubicBezTo>
                  <a:close/>
                </a:path>
              </a:pathLst>
            </a:custGeom>
            <a:gradFill>
              <a:gsLst>
                <a:gs pos="0">
                  <a:srgbClr val="FF6600"/>
                </a:gs>
                <a:gs pos="50000">
                  <a:srgbClr val="FF6600">
                    <a:alpha val="49804"/>
                  </a:srgbClr>
                </a:gs>
                <a:gs pos="100000">
                  <a:srgbClr val="FF6600">
                    <a:alpha val="0"/>
                  </a:srgbClr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4" name="Freeform: Shape 1553">
              <a:extLst>
                <a:ext uri="{FF2B5EF4-FFF2-40B4-BE49-F238E27FC236}">
                  <a16:creationId xmlns:a16="http://schemas.microsoft.com/office/drawing/2014/main" id="{E86AE7C9-7033-BD49-6B43-D99D074F4ACB}"/>
                </a:ext>
              </a:extLst>
            </p:cNvPr>
            <p:cNvSpPr/>
            <p:nvPr/>
          </p:nvSpPr>
          <p:spPr>
            <a:xfrm rot="16229754">
              <a:off x="22105039" y="18801053"/>
              <a:ext cx="188270" cy="173787"/>
            </a:xfrm>
            <a:custGeom>
              <a:avLst/>
              <a:gdLst>
                <a:gd name="connsiteX0" fmla="*/ 188491 w 188270"/>
                <a:gd name="connsiteY0" fmla="*/ 86824 h 173787"/>
                <a:gd name="connsiteX1" fmla="*/ 94356 w 188270"/>
                <a:gd name="connsiteY1" fmla="*/ 173718 h 173787"/>
                <a:gd name="connsiteX2" fmla="*/ 221 w 188270"/>
                <a:gd name="connsiteY2" fmla="*/ 86824 h 173787"/>
                <a:gd name="connsiteX3" fmla="*/ 94356 w 188270"/>
                <a:gd name="connsiteY3" fmla="*/ -70 h 173787"/>
                <a:gd name="connsiteX4" fmla="*/ 188491 w 188270"/>
                <a:gd name="connsiteY4" fmla="*/ 86824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491" y="86824"/>
                  </a:moveTo>
                  <a:cubicBezTo>
                    <a:pt x="188491" y="134815"/>
                    <a:pt x="146345" y="173718"/>
                    <a:pt x="94356" y="173718"/>
                  </a:cubicBezTo>
                  <a:cubicBezTo>
                    <a:pt x="42366" y="173718"/>
                    <a:pt x="221" y="134815"/>
                    <a:pt x="221" y="86824"/>
                  </a:cubicBezTo>
                  <a:cubicBezTo>
                    <a:pt x="221" y="38834"/>
                    <a:pt x="42367" y="-70"/>
                    <a:pt x="94356" y="-70"/>
                  </a:cubicBezTo>
                  <a:cubicBezTo>
                    <a:pt x="146345" y="-70"/>
                    <a:pt x="188491" y="38834"/>
                    <a:pt x="188491" y="86824"/>
                  </a:cubicBezTo>
                  <a:close/>
                </a:path>
              </a:pathLst>
            </a:custGeom>
            <a:gradFill>
              <a:gsLst>
                <a:gs pos="0">
                  <a:srgbClr val="FF6600"/>
                </a:gs>
                <a:gs pos="50000">
                  <a:srgbClr val="FF6600">
                    <a:alpha val="49804"/>
                  </a:srgbClr>
                </a:gs>
                <a:gs pos="100000">
                  <a:srgbClr val="FF6600">
                    <a:alpha val="0"/>
                  </a:srgbClr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5" name="Freeform: Shape 1554">
              <a:extLst>
                <a:ext uri="{FF2B5EF4-FFF2-40B4-BE49-F238E27FC236}">
                  <a16:creationId xmlns:a16="http://schemas.microsoft.com/office/drawing/2014/main" id="{006A5429-1752-0AAD-6F23-00B060CCB6B5}"/>
                </a:ext>
              </a:extLst>
            </p:cNvPr>
            <p:cNvSpPr/>
            <p:nvPr/>
          </p:nvSpPr>
          <p:spPr>
            <a:xfrm rot="16229754">
              <a:off x="22257111" y="18489653"/>
              <a:ext cx="188270" cy="173787"/>
            </a:xfrm>
            <a:custGeom>
              <a:avLst/>
              <a:gdLst>
                <a:gd name="connsiteX0" fmla="*/ 188497 w 188270"/>
                <a:gd name="connsiteY0" fmla="*/ 86795 h 173787"/>
                <a:gd name="connsiteX1" fmla="*/ 94361 w 188270"/>
                <a:gd name="connsiteY1" fmla="*/ 173689 h 173787"/>
                <a:gd name="connsiteX2" fmla="*/ 226 w 188270"/>
                <a:gd name="connsiteY2" fmla="*/ 86795 h 173787"/>
                <a:gd name="connsiteX3" fmla="*/ 94361 w 188270"/>
                <a:gd name="connsiteY3" fmla="*/ -99 h 173787"/>
                <a:gd name="connsiteX4" fmla="*/ 188497 w 188270"/>
                <a:gd name="connsiteY4" fmla="*/ 86795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497" y="86795"/>
                  </a:moveTo>
                  <a:cubicBezTo>
                    <a:pt x="188497" y="134786"/>
                    <a:pt x="146351" y="173689"/>
                    <a:pt x="94361" y="173689"/>
                  </a:cubicBezTo>
                  <a:cubicBezTo>
                    <a:pt x="42372" y="173689"/>
                    <a:pt x="226" y="134786"/>
                    <a:pt x="226" y="86795"/>
                  </a:cubicBezTo>
                  <a:cubicBezTo>
                    <a:pt x="226" y="38805"/>
                    <a:pt x="42372" y="-99"/>
                    <a:pt x="94361" y="-99"/>
                  </a:cubicBezTo>
                  <a:cubicBezTo>
                    <a:pt x="146351" y="-99"/>
                    <a:pt x="188497" y="38805"/>
                    <a:pt x="188497" y="86795"/>
                  </a:cubicBezTo>
                  <a:close/>
                </a:path>
              </a:pathLst>
            </a:custGeom>
            <a:gradFill>
              <a:gsLst>
                <a:gs pos="0">
                  <a:srgbClr val="FF6600"/>
                </a:gs>
                <a:gs pos="50000">
                  <a:srgbClr val="FF6600">
                    <a:alpha val="49804"/>
                  </a:srgbClr>
                </a:gs>
                <a:gs pos="100000">
                  <a:srgbClr val="FF6600">
                    <a:alpha val="0"/>
                  </a:srgbClr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6" name="Freeform: Shape 1555">
              <a:extLst>
                <a:ext uri="{FF2B5EF4-FFF2-40B4-BE49-F238E27FC236}">
                  <a16:creationId xmlns:a16="http://schemas.microsoft.com/office/drawing/2014/main" id="{8EAB4A6C-611B-7503-BF5A-68A229D8BA7B}"/>
                </a:ext>
              </a:extLst>
            </p:cNvPr>
            <p:cNvSpPr/>
            <p:nvPr/>
          </p:nvSpPr>
          <p:spPr>
            <a:xfrm rot="16229754">
              <a:off x="22301803" y="18362813"/>
              <a:ext cx="188270" cy="173787"/>
            </a:xfrm>
            <a:custGeom>
              <a:avLst/>
              <a:gdLst>
                <a:gd name="connsiteX0" fmla="*/ 188497 w 188270"/>
                <a:gd name="connsiteY0" fmla="*/ 86784 h 173787"/>
                <a:gd name="connsiteX1" fmla="*/ 94362 w 188270"/>
                <a:gd name="connsiteY1" fmla="*/ 173678 h 173787"/>
                <a:gd name="connsiteX2" fmla="*/ 227 w 188270"/>
                <a:gd name="connsiteY2" fmla="*/ 86784 h 173787"/>
                <a:gd name="connsiteX3" fmla="*/ 94362 w 188270"/>
                <a:gd name="connsiteY3" fmla="*/ -110 h 173787"/>
                <a:gd name="connsiteX4" fmla="*/ 188497 w 188270"/>
                <a:gd name="connsiteY4" fmla="*/ 86784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497" y="86784"/>
                  </a:moveTo>
                  <a:cubicBezTo>
                    <a:pt x="188497" y="134774"/>
                    <a:pt x="146352" y="173678"/>
                    <a:pt x="94362" y="173678"/>
                  </a:cubicBezTo>
                  <a:cubicBezTo>
                    <a:pt x="42373" y="173678"/>
                    <a:pt x="227" y="134774"/>
                    <a:pt x="227" y="86784"/>
                  </a:cubicBezTo>
                  <a:cubicBezTo>
                    <a:pt x="227" y="38794"/>
                    <a:pt x="42373" y="-110"/>
                    <a:pt x="94362" y="-110"/>
                  </a:cubicBezTo>
                  <a:cubicBezTo>
                    <a:pt x="146352" y="-110"/>
                    <a:pt x="188497" y="38794"/>
                    <a:pt x="188497" y="86784"/>
                  </a:cubicBezTo>
                  <a:close/>
                </a:path>
              </a:pathLst>
            </a:custGeom>
            <a:gradFill>
              <a:gsLst>
                <a:gs pos="0">
                  <a:srgbClr val="FF6600"/>
                </a:gs>
                <a:gs pos="50000">
                  <a:srgbClr val="FF6600">
                    <a:alpha val="49804"/>
                  </a:srgbClr>
                </a:gs>
                <a:gs pos="100000">
                  <a:srgbClr val="FF6600">
                    <a:alpha val="0"/>
                  </a:srgbClr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7" name="Freeform: Shape 1556">
              <a:extLst>
                <a:ext uri="{FF2B5EF4-FFF2-40B4-BE49-F238E27FC236}">
                  <a16:creationId xmlns:a16="http://schemas.microsoft.com/office/drawing/2014/main" id="{747FE202-E442-365A-5F3D-649D8AAB6326}"/>
                </a:ext>
              </a:extLst>
            </p:cNvPr>
            <p:cNvSpPr/>
            <p:nvPr/>
          </p:nvSpPr>
          <p:spPr>
            <a:xfrm rot="16229754">
              <a:off x="22259476" y="18221742"/>
              <a:ext cx="188270" cy="173787"/>
            </a:xfrm>
            <a:custGeom>
              <a:avLst/>
              <a:gdLst>
                <a:gd name="connsiteX0" fmla="*/ 188491 w 188270"/>
                <a:gd name="connsiteY0" fmla="*/ 86774 h 173787"/>
                <a:gd name="connsiteX1" fmla="*/ 94356 w 188270"/>
                <a:gd name="connsiteY1" fmla="*/ 173667 h 173787"/>
                <a:gd name="connsiteX2" fmla="*/ 221 w 188270"/>
                <a:gd name="connsiteY2" fmla="*/ 86774 h 173787"/>
                <a:gd name="connsiteX3" fmla="*/ 94356 w 188270"/>
                <a:gd name="connsiteY3" fmla="*/ -120 h 173787"/>
                <a:gd name="connsiteX4" fmla="*/ 188491 w 188270"/>
                <a:gd name="connsiteY4" fmla="*/ 86774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491" y="86774"/>
                  </a:moveTo>
                  <a:cubicBezTo>
                    <a:pt x="188491" y="134764"/>
                    <a:pt x="146345" y="173667"/>
                    <a:pt x="94356" y="173667"/>
                  </a:cubicBezTo>
                  <a:cubicBezTo>
                    <a:pt x="42367" y="173667"/>
                    <a:pt x="221" y="134764"/>
                    <a:pt x="221" y="86774"/>
                  </a:cubicBezTo>
                  <a:cubicBezTo>
                    <a:pt x="221" y="38783"/>
                    <a:pt x="42367" y="-120"/>
                    <a:pt x="94356" y="-120"/>
                  </a:cubicBezTo>
                  <a:cubicBezTo>
                    <a:pt x="146345" y="-120"/>
                    <a:pt x="188491" y="38783"/>
                    <a:pt x="188491" y="86774"/>
                  </a:cubicBezTo>
                  <a:close/>
                </a:path>
              </a:pathLst>
            </a:custGeom>
            <a:gradFill>
              <a:gsLst>
                <a:gs pos="0">
                  <a:srgbClr val="FF6600"/>
                </a:gs>
                <a:gs pos="50000">
                  <a:srgbClr val="FF6600">
                    <a:alpha val="49804"/>
                  </a:srgbClr>
                </a:gs>
                <a:gs pos="100000">
                  <a:srgbClr val="FF6600">
                    <a:alpha val="0"/>
                  </a:srgbClr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8" name="Freeform: Shape 1557">
              <a:extLst>
                <a:ext uri="{FF2B5EF4-FFF2-40B4-BE49-F238E27FC236}">
                  <a16:creationId xmlns:a16="http://schemas.microsoft.com/office/drawing/2014/main" id="{DD3B5C58-007E-D84D-6F76-B07620732058}"/>
                </a:ext>
              </a:extLst>
            </p:cNvPr>
            <p:cNvSpPr/>
            <p:nvPr/>
          </p:nvSpPr>
          <p:spPr>
            <a:xfrm rot="16229754">
              <a:off x="22289673" y="18051704"/>
              <a:ext cx="188270" cy="173787"/>
            </a:xfrm>
            <a:custGeom>
              <a:avLst/>
              <a:gdLst>
                <a:gd name="connsiteX0" fmla="*/ 188490 w 188270"/>
                <a:gd name="connsiteY0" fmla="*/ 86759 h 173787"/>
                <a:gd name="connsiteX1" fmla="*/ 94355 w 188270"/>
                <a:gd name="connsiteY1" fmla="*/ 173652 h 173787"/>
                <a:gd name="connsiteX2" fmla="*/ 220 w 188270"/>
                <a:gd name="connsiteY2" fmla="*/ 86759 h 173787"/>
                <a:gd name="connsiteX3" fmla="*/ 94355 w 188270"/>
                <a:gd name="connsiteY3" fmla="*/ -135 h 173787"/>
                <a:gd name="connsiteX4" fmla="*/ 188490 w 188270"/>
                <a:gd name="connsiteY4" fmla="*/ 86759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490" y="86759"/>
                  </a:moveTo>
                  <a:cubicBezTo>
                    <a:pt x="188490" y="134749"/>
                    <a:pt x="146344" y="173652"/>
                    <a:pt x="94355" y="173652"/>
                  </a:cubicBezTo>
                  <a:cubicBezTo>
                    <a:pt x="42365" y="173652"/>
                    <a:pt x="220" y="134749"/>
                    <a:pt x="220" y="86759"/>
                  </a:cubicBezTo>
                  <a:cubicBezTo>
                    <a:pt x="220" y="38768"/>
                    <a:pt x="42365" y="-135"/>
                    <a:pt x="94355" y="-135"/>
                  </a:cubicBezTo>
                  <a:cubicBezTo>
                    <a:pt x="146344" y="-135"/>
                    <a:pt x="188490" y="38768"/>
                    <a:pt x="188490" y="86759"/>
                  </a:cubicBezTo>
                  <a:close/>
                </a:path>
              </a:pathLst>
            </a:custGeom>
            <a:gradFill>
              <a:gsLst>
                <a:gs pos="0">
                  <a:srgbClr val="FF6600"/>
                </a:gs>
                <a:gs pos="50000">
                  <a:srgbClr val="FF6600">
                    <a:alpha val="49804"/>
                  </a:srgbClr>
                </a:gs>
                <a:gs pos="100000">
                  <a:srgbClr val="FF6600">
                    <a:alpha val="0"/>
                  </a:srgbClr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9" name="Freeform: Shape 1558">
              <a:extLst>
                <a:ext uri="{FF2B5EF4-FFF2-40B4-BE49-F238E27FC236}">
                  <a16:creationId xmlns:a16="http://schemas.microsoft.com/office/drawing/2014/main" id="{451A4AB4-B5AC-27C8-601F-85A0FDA0E3A3}"/>
                </a:ext>
              </a:extLst>
            </p:cNvPr>
            <p:cNvSpPr/>
            <p:nvPr/>
          </p:nvSpPr>
          <p:spPr>
            <a:xfrm rot="16229754">
              <a:off x="22251015" y="17917621"/>
              <a:ext cx="188270" cy="173787"/>
            </a:xfrm>
            <a:custGeom>
              <a:avLst/>
              <a:gdLst>
                <a:gd name="connsiteX0" fmla="*/ 188484 w 188270"/>
                <a:gd name="connsiteY0" fmla="*/ 86749 h 173787"/>
                <a:gd name="connsiteX1" fmla="*/ 94349 w 188270"/>
                <a:gd name="connsiteY1" fmla="*/ 173643 h 173787"/>
                <a:gd name="connsiteX2" fmla="*/ 213 w 188270"/>
                <a:gd name="connsiteY2" fmla="*/ 86749 h 173787"/>
                <a:gd name="connsiteX3" fmla="*/ 94349 w 188270"/>
                <a:gd name="connsiteY3" fmla="*/ -145 h 173787"/>
                <a:gd name="connsiteX4" fmla="*/ 188484 w 188270"/>
                <a:gd name="connsiteY4" fmla="*/ 86749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484" y="86749"/>
                  </a:moveTo>
                  <a:cubicBezTo>
                    <a:pt x="188484" y="134739"/>
                    <a:pt x="146338" y="173643"/>
                    <a:pt x="94349" y="173643"/>
                  </a:cubicBezTo>
                  <a:cubicBezTo>
                    <a:pt x="42359" y="173643"/>
                    <a:pt x="213" y="134739"/>
                    <a:pt x="213" y="86749"/>
                  </a:cubicBezTo>
                  <a:cubicBezTo>
                    <a:pt x="213" y="38759"/>
                    <a:pt x="42359" y="-145"/>
                    <a:pt x="94349" y="-145"/>
                  </a:cubicBezTo>
                  <a:cubicBezTo>
                    <a:pt x="146338" y="-145"/>
                    <a:pt x="188484" y="38759"/>
                    <a:pt x="188484" y="86749"/>
                  </a:cubicBezTo>
                  <a:close/>
                </a:path>
              </a:pathLst>
            </a:custGeom>
            <a:gradFill>
              <a:gsLst>
                <a:gs pos="0">
                  <a:srgbClr val="FF6600"/>
                </a:gs>
                <a:gs pos="50000">
                  <a:srgbClr val="FF6600">
                    <a:alpha val="49804"/>
                  </a:srgbClr>
                </a:gs>
                <a:gs pos="100000">
                  <a:srgbClr val="FF6600">
                    <a:alpha val="0"/>
                  </a:srgbClr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0" name="Freeform: Shape 1559">
              <a:extLst>
                <a:ext uri="{FF2B5EF4-FFF2-40B4-BE49-F238E27FC236}">
                  <a16:creationId xmlns:a16="http://schemas.microsoft.com/office/drawing/2014/main" id="{25961E5A-83A2-6A68-7F29-2CD99A825E4F}"/>
                </a:ext>
              </a:extLst>
            </p:cNvPr>
            <p:cNvSpPr/>
            <p:nvPr/>
          </p:nvSpPr>
          <p:spPr>
            <a:xfrm rot="16229754">
              <a:off x="22201584" y="17783665"/>
              <a:ext cx="188270" cy="173787"/>
            </a:xfrm>
            <a:custGeom>
              <a:avLst/>
              <a:gdLst>
                <a:gd name="connsiteX0" fmla="*/ 188477 w 188270"/>
                <a:gd name="connsiteY0" fmla="*/ 86739 h 173787"/>
                <a:gd name="connsiteX1" fmla="*/ 94342 w 188270"/>
                <a:gd name="connsiteY1" fmla="*/ 173633 h 173787"/>
                <a:gd name="connsiteX2" fmla="*/ 206 w 188270"/>
                <a:gd name="connsiteY2" fmla="*/ 86739 h 173787"/>
                <a:gd name="connsiteX3" fmla="*/ 94342 w 188270"/>
                <a:gd name="connsiteY3" fmla="*/ -155 h 173787"/>
                <a:gd name="connsiteX4" fmla="*/ 188477 w 188270"/>
                <a:gd name="connsiteY4" fmla="*/ 86739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477" y="86739"/>
                  </a:moveTo>
                  <a:cubicBezTo>
                    <a:pt x="188477" y="134729"/>
                    <a:pt x="146331" y="173633"/>
                    <a:pt x="94342" y="173633"/>
                  </a:cubicBezTo>
                  <a:cubicBezTo>
                    <a:pt x="42352" y="173633"/>
                    <a:pt x="206" y="134729"/>
                    <a:pt x="206" y="86739"/>
                  </a:cubicBezTo>
                  <a:cubicBezTo>
                    <a:pt x="206" y="38749"/>
                    <a:pt x="42352" y="-155"/>
                    <a:pt x="94342" y="-155"/>
                  </a:cubicBezTo>
                  <a:cubicBezTo>
                    <a:pt x="146331" y="-155"/>
                    <a:pt x="188477" y="38749"/>
                    <a:pt x="188477" y="86739"/>
                  </a:cubicBezTo>
                  <a:close/>
                </a:path>
              </a:pathLst>
            </a:custGeom>
            <a:gradFill>
              <a:gsLst>
                <a:gs pos="0">
                  <a:srgbClr val="FF6600"/>
                </a:gs>
                <a:gs pos="50000">
                  <a:srgbClr val="FF6600">
                    <a:alpha val="49804"/>
                  </a:srgbClr>
                </a:gs>
                <a:gs pos="100000">
                  <a:srgbClr val="FF6600">
                    <a:alpha val="0"/>
                  </a:srgbClr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1" name="Freeform: Shape 1560">
              <a:extLst>
                <a:ext uri="{FF2B5EF4-FFF2-40B4-BE49-F238E27FC236}">
                  <a16:creationId xmlns:a16="http://schemas.microsoft.com/office/drawing/2014/main" id="{2512906F-8BAA-4338-A308-C1CABFFCA407}"/>
                </a:ext>
              </a:extLst>
            </p:cNvPr>
            <p:cNvSpPr/>
            <p:nvPr/>
          </p:nvSpPr>
          <p:spPr>
            <a:xfrm rot="16229754">
              <a:off x="22264383" y="17638850"/>
              <a:ext cx="188270" cy="173787"/>
            </a:xfrm>
            <a:custGeom>
              <a:avLst/>
              <a:gdLst>
                <a:gd name="connsiteX0" fmla="*/ 188479 w 188270"/>
                <a:gd name="connsiteY0" fmla="*/ 86725 h 173787"/>
                <a:gd name="connsiteX1" fmla="*/ 94344 w 188270"/>
                <a:gd name="connsiteY1" fmla="*/ 173619 h 173787"/>
                <a:gd name="connsiteX2" fmla="*/ 208 w 188270"/>
                <a:gd name="connsiteY2" fmla="*/ 86725 h 173787"/>
                <a:gd name="connsiteX3" fmla="*/ 94344 w 188270"/>
                <a:gd name="connsiteY3" fmla="*/ -168 h 173787"/>
                <a:gd name="connsiteX4" fmla="*/ 188479 w 188270"/>
                <a:gd name="connsiteY4" fmla="*/ 86725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479" y="86725"/>
                  </a:moveTo>
                  <a:cubicBezTo>
                    <a:pt x="188479" y="134716"/>
                    <a:pt x="146333" y="173619"/>
                    <a:pt x="94344" y="173619"/>
                  </a:cubicBezTo>
                  <a:cubicBezTo>
                    <a:pt x="42354" y="173619"/>
                    <a:pt x="208" y="134716"/>
                    <a:pt x="208" y="86725"/>
                  </a:cubicBezTo>
                  <a:cubicBezTo>
                    <a:pt x="208" y="38735"/>
                    <a:pt x="42354" y="-168"/>
                    <a:pt x="94344" y="-168"/>
                  </a:cubicBezTo>
                  <a:cubicBezTo>
                    <a:pt x="146333" y="-168"/>
                    <a:pt x="188479" y="38735"/>
                    <a:pt x="188479" y="86725"/>
                  </a:cubicBezTo>
                  <a:close/>
                </a:path>
              </a:pathLst>
            </a:custGeom>
            <a:gradFill>
              <a:gsLst>
                <a:gs pos="0">
                  <a:srgbClr val="FF6600"/>
                </a:gs>
                <a:gs pos="50000">
                  <a:srgbClr val="FF6600">
                    <a:alpha val="49804"/>
                  </a:srgbClr>
                </a:gs>
                <a:gs pos="100000">
                  <a:srgbClr val="FF6600">
                    <a:alpha val="0"/>
                  </a:srgbClr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2" name="Freeform: Shape 1561">
              <a:extLst>
                <a:ext uri="{FF2B5EF4-FFF2-40B4-BE49-F238E27FC236}">
                  <a16:creationId xmlns:a16="http://schemas.microsoft.com/office/drawing/2014/main" id="{7BAA2622-3357-1BEE-801F-D00A49A7BE0D}"/>
                </a:ext>
              </a:extLst>
            </p:cNvPr>
            <p:cNvSpPr/>
            <p:nvPr/>
          </p:nvSpPr>
          <p:spPr>
            <a:xfrm rot="16229754">
              <a:off x="22481574" y="19659100"/>
              <a:ext cx="188270" cy="173787"/>
            </a:xfrm>
            <a:custGeom>
              <a:avLst/>
              <a:gdLst>
                <a:gd name="connsiteX0" fmla="*/ 188540 w 188270"/>
                <a:gd name="connsiteY0" fmla="*/ 86887 h 173787"/>
                <a:gd name="connsiteX1" fmla="*/ 94405 w 188270"/>
                <a:gd name="connsiteY1" fmla="*/ 173780 h 173787"/>
                <a:gd name="connsiteX2" fmla="*/ 270 w 188270"/>
                <a:gd name="connsiteY2" fmla="*/ 86887 h 173787"/>
                <a:gd name="connsiteX3" fmla="*/ 94405 w 188270"/>
                <a:gd name="connsiteY3" fmla="*/ -7 h 173787"/>
                <a:gd name="connsiteX4" fmla="*/ 188540 w 188270"/>
                <a:gd name="connsiteY4" fmla="*/ 86887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540" y="86887"/>
                  </a:moveTo>
                  <a:cubicBezTo>
                    <a:pt x="188540" y="134877"/>
                    <a:pt x="146395" y="173780"/>
                    <a:pt x="94405" y="173780"/>
                  </a:cubicBezTo>
                  <a:cubicBezTo>
                    <a:pt x="42416" y="173780"/>
                    <a:pt x="270" y="134877"/>
                    <a:pt x="270" y="86887"/>
                  </a:cubicBezTo>
                  <a:cubicBezTo>
                    <a:pt x="270" y="38896"/>
                    <a:pt x="42416" y="-7"/>
                    <a:pt x="94405" y="-7"/>
                  </a:cubicBezTo>
                  <a:cubicBezTo>
                    <a:pt x="146395" y="-7"/>
                    <a:pt x="188540" y="38896"/>
                    <a:pt x="188540" y="86887"/>
                  </a:cubicBezTo>
                  <a:close/>
                </a:path>
              </a:pathLst>
            </a:custGeom>
            <a:gradFill>
              <a:gsLst>
                <a:gs pos="0">
                  <a:srgbClr val="FF6600"/>
                </a:gs>
                <a:gs pos="50000">
                  <a:srgbClr val="FF6600">
                    <a:alpha val="49804"/>
                  </a:srgbClr>
                </a:gs>
                <a:gs pos="100000">
                  <a:srgbClr val="FF6600">
                    <a:alpha val="0"/>
                  </a:srgbClr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3" name="Freeform: Shape 1562">
              <a:extLst>
                <a:ext uri="{FF2B5EF4-FFF2-40B4-BE49-F238E27FC236}">
                  <a16:creationId xmlns:a16="http://schemas.microsoft.com/office/drawing/2014/main" id="{39AEC5F7-367E-C35A-AF77-5042BEFC6793}"/>
                </a:ext>
              </a:extLst>
            </p:cNvPr>
            <p:cNvSpPr/>
            <p:nvPr/>
          </p:nvSpPr>
          <p:spPr>
            <a:xfrm rot="16229754">
              <a:off x="22414038" y="19521397"/>
              <a:ext cx="188270" cy="173787"/>
            </a:xfrm>
            <a:custGeom>
              <a:avLst/>
              <a:gdLst>
                <a:gd name="connsiteX0" fmla="*/ 188532 w 188270"/>
                <a:gd name="connsiteY0" fmla="*/ 86877 h 173787"/>
                <a:gd name="connsiteX1" fmla="*/ 94397 w 188270"/>
                <a:gd name="connsiteY1" fmla="*/ 173771 h 173787"/>
                <a:gd name="connsiteX2" fmla="*/ 262 w 188270"/>
                <a:gd name="connsiteY2" fmla="*/ 86877 h 173787"/>
                <a:gd name="connsiteX3" fmla="*/ 94397 w 188270"/>
                <a:gd name="connsiteY3" fmla="*/ -17 h 173787"/>
                <a:gd name="connsiteX4" fmla="*/ 188532 w 188270"/>
                <a:gd name="connsiteY4" fmla="*/ 86877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532" y="86877"/>
                  </a:moveTo>
                  <a:cubicBezTo>
                    <a:pt x="188532" y="134867"/>
                    <a:pt x="146386" y="173771"/>
                    <a:pt x="94397" y="173771"/>
                  </a:cubicBezTo>
                  <a:cubicBezTo>
                    <a:pt x="42408" y="173771"/>
                    <a:pt x="262" y="134867"/>
                    <a:pt x="262" y="86877"/>
                  </a:cubicBezTo>
                  <a:cubicBezTo>
                    <a:pt x="262" y="38887"/>
                    <a:pt x="42408" y="-17"/>
                    <a:pt x="94397" y="-17"/>
                  </a:cubicBezTo>
                  <a:cubicBezTo>
                    <a:pt x="146386" y="-17"/>
                    <a:pt x="188532" y="38887"/>
                    <a:pt x="188532" y="86877"/>
                  </a:cubicBezTo>
                  <a:close/>
                </a:path>
              </a:pathLst>
            </a:custGeom>
            <a:gradFill>
              <a:gsLst>
                <a:gs pos="0">
                  <a:srgbClr val="FF6600"/>
                </a:gs>
                <a:gs pos="50000">
                  <a:srgbClr val="FF6600">
                    <a:alpha val="49804"/>
                  </a:srgbClr>
                </a:gs>
                <a:gs pos="100000">
                  <a:srgbClr val="FF6600">
                    <a:alpha val="0"/>
                  </a:srgbClr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4" name="Freeform: Shape 1563">
              <a:extLst>
                <a:ext uri="{FF2B5EF4-FFF2-40B4-BE49-F238E27FC236}">
                  <a16:creationId xmlns:a16="http://schemas.microsoft.com/office/drawing/2014/main" id="{AB1300FC-7672-1BBA-AB22-BD340E4E9386}"/>
                </a:ext>
              </a:extLst>
            </p:cNvPr>
            <p:cNvSpPr/>
            <p:nvPr/>
          </p:nvSpPr>
          <p:spPr>
            <a:xfrm rot="16229754">
              <a:off x="22436897" y="19369464"/>
              <a:ext cx="188270" cy="173787"/>
            </a:xfrm>
            <a:custGeom>
              <a:avLst/>
              <a:gdLst>
                <a:gd name="connsiteX0" fmla="*/ 188530 w 188270"/>
                <a:gd name="connsiteY0" fmla="*/ 86863 h 173787"/>
                <a:gd name="connsiteX1" fmla="*/ 94395 w 188270"/>
                <a:gd name="connsiteY1" fmla="*/ 173757 h 173787"/>
                <a:gd name="connsiteX2" fmla="*/ 260 w 188270"/>
                <a:gd name="connsiteY2" fmla="*/ 86863 h 173787"/>
                <a:gd name="connsiteX3" fmla="*/ 94395 w 188270"/>
                <a:gd name="connsiteY3" fmla="*/ -31 h 173787"/>
                <a:gd name="connsiteX4" fmla="*/ 188530 w 188270"/>
                <a:gd name="connsiteY4" fmla="*/ 86863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530" y="86863"/>
                  </a:moveTo>
                  <a:cubicBezTo>
                    <a:pt x="188530" y="134854"/>
                    <a:pt x="146384" y="173757"/>
                    <a:pt x="94395" y="173757"/>
                  </a:cubicBezTo>
                  <a:cubicBezTo>
                    <a:pt x="42406" y="173757"/>
                    <a:pt x="260" y="134854"/>
                    <a:pt x="260" y="86863"/>
                  </a:cubicBezTo>
                  <a:cubicBezTo>
                    <a:pt x="260" y="38873"/>
                    <a:pt x="42406" y="-31"/>
                    <a:pt x="94395" y="-31"/>
                  </a:cubicBezTo>
                  <a:cubicBezTo>
                    <a:pt x="146384" y="-31"/>
                    <a:pt x="188530" y="38873"/>
                    <a:pt x="188530" y="86863"/>
                  </a:cubicBezTo>
                  <a:close/>
                </a:path>
              </a:pathLst>
            </a:custGeom>
            <a:gradFill>
              <a:gsLst>
                <a:gs pos="0">
                  <a:srgbClr val="FF6600"/>
                </a:gs>
                <a:gs pos="50000">
                  <a:srgbClr val="FF6600">
                    <a:alpha val="49804"/>
                  </a:srgbClr>
                </a:gs>
                <a:gs pos="100000">
                  <a:srgbClr val="FF6600">
                    <a:alpha val="0"/>
                  </a:srgbClr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5" name="Freeform: Shape 1564">
              <a:extLst>
                <a:ext uri="{FF2B5EF4-FFF2-40B4-BE49-F238E27FC236}">
                  <a16:creationId xmlns:a16="http://schemas.microsoft.com/office/drawing/2014/main" id="{BAEA282D-4036-5962-CC3D-3B5DA7142339}"/>
                </a:ext>
              </a:extLst>
            </p:cNvPr>
            <p:cNvSpPr/>
            <p:nvPr/>
          </p:nvSpPr>
          <p:spPr>
            <a:xfrm rot="16229754">
              <a:off x="22434531" y="19206671"/>
              <a:ext cx="188270" cy="173787"/>
            </a:xfrm>
            <a:custGeom>
              <a:avLst/>
              <a:gdLst>
                <a:gd name="connsiteX0" fmla="*/ 188527 w 188270"/>
                <a:gd name="connsiteY0" fmla="*/ 86850 h 173787"/>
                <a:gd name="connsiteX1" fmla="*/ 94392 w 188270"/>
                <a:gd name="connsiteY1" fmla="*/ 173744 h 173787"/>
                <a:gd name="connsiteX2" fmla="*/ 256 w 188270"/>
                <a:gd name="connsiteY2" fmla="*/ 86850 h 173787"/>
                <a:gd name="connsiteX3" fmla="*/ 94392 w 188270"/>
                <a:gd name="connsiteY3" fmla="*/ -44 h 173787"/>
                <a:gd name="connsiteX4" fmla="*/ 188527 w 188270"/>
                <a:gd name="connsiteY4" fmla="*/ 86850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527" y="86850"/>
                  </a:moveTo>
                  <a:cubicBezTo>
                    <a:pt x="188527" y="134840"/>
                    <a:pt x="146381" y="173744"/>
                    <a:pt x="94392" y="173744"/>
                  </a:cubicBezTo>
                  <a:cubicBezTo>
                    <a:pt x="42402" y="173744"/>
                    <a:pt x="256" y="134840"/>
                    <a:pt x="256" y="86850"/>
                  </a:cubicBezTo>
                  <a:cubicBezTo>
                    <a:pt x="256" y="38860"/>
                    <a:pt x="42402" y="-44"/>
                    <a:pt x="94392" y="-44"/>
                  </a:cubicBezTo>
                  <a:cubicBezTo>
                    <a:pt x="146381" y="-44"/>
                    <a:pt x="188527" y="38860"/>
                    <a:pt x="188527" y="86850"/>
                  </a:cubicBezTo>
                  <a:close/>
                </a:path>
              </a:pathLst>
            </a:custGeom>
            <a:gradFill>
              <a:gsLst>
                <a:gs pos="0">
                  <a:srgbClr val="FF6600"/>
                </a:gs>
                <a:gs pos="50000">
                  <a:srgbClr val="FF6600">
                    <a:alpha val="49804"/>
                  </a:srgbClr>
                </a:gs>
                <a:gs pos="100000">
                  <a:srgbClr val="FF6600">
                    <a:alpha val="0"/>
                  </a:srgbClr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6" name="Freeform: Shape 1565">
              <a:extLst>
                <a:ext uri="{FF2B5EF4-FFF2-40B4-BE49-F238E27FC236}">
                  <a16:creationId xmlns:a16="http://schemas.microsoft.com/office/drawing/2014/main" id="{9C09739D-C1D4-8228-A129-ABFC64CE498C}"/>
                </a:ext>
              </a:extLst>
            </p:cNvPr>
            <p:cNvSpPr/>
            <p:nvPr/>
          </p:nvSpPr>
          <p:spPr>
            <a:xfrm>
              <a:off x="22467424" y="19079164"/>
              <a:ext cx="175411" cy="167870"/>
            </a:xfrm>
            <a:custGeom>
              <a:avLst/>
              <a:gdLst>
                <a:gd name="connsiteX0" fmla="*/ 88520 w 175411"/>
                <a:gd name="connsiteY0" fmla="*/ 665 h 167870"/>
                <a:gd name="connsiteX1" fmla="*/ 174596 w 175411"/>
                <a:gd name="connsiteY1" fmla="*/ 84600 h 167870"/>
                <a:gd name="connsiteX2" fmla="*/ 86891 w 175411"/>
                <a:gd name="connsiteY2" fmla="*/ 167205 h 167870"/>
                <a:gd name="connsiteX3" fmla="*/ 815 w 175411"/>
                <a:gd name="connsiteY3" fmla="*/ 83270 h 167870"/>
                <a:gd name="connsiteX4" fmla="*/ 88520 w 175411"/>
                <a:gd name="connsiteY4" fmla="*/ 665 h 167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5411" h="167870">
                  <a:moveTo>
                    <a:pt x="88520" y="665"/>
                  </a:moveTo>
                  <a:cubicBezTo>
                    <a:pt x="136508" y="1033"/>
                    <a:pt x="175046" y="38612"/>
                    <a:pt x="174596" y="84600"/>
                  </a:cubicBezTo>
                  <a:cubicBezTo>
                    <a:pt x="174146" y="130589"/>
                    <a:pt x="134879" y="167572"/>
                    <a:pt x="86891" y="167205"/>
                  </a:cubicBezTo>
                  <a:cubicBezTo>
                    <a:pt x="38903" y="166837"/>
                    <a:pt x="365" y="129258"/>
                    <a:pt x="815" y="83270"/>
                  </a:cubicBezTo>
                  <a:cubicBezTo>
                    <a:pt x="1265" y="37281"/>
                    <a:pt x="40532" y="298"/>
                    <a:pt x="88520" y="665"/>
                  </a:cubicBezTo>
                  <a:close/>
                </a:path>
              </a:pathLst>
            </a:custGeom>
            <a:gradFill>
              <a:gsLst>
                <a:gs pos="0">
                  <a:srgbClr val="FF6600"/>
                </a:gs>
                <a:gs pos="50000">
                  <a:srgbClr val="FF6600">
                    <a:alpha val="49804"/>
                  </a:srgbClr>
                </a:gs>
                <a:gs pos="100000">
                  <a:srgbClr val="FF6600">
                    <a:alpha val="0"/>
                  </a:srgbClr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7" name="Freeform: Shape 1566">
              <a:extLst>
                <a:ext uri="{FF2B5EF4-FFF2-40B4-BE49-F238E27FC236}">
                  <a16:creationId xmlns:a16="http://schemas.microsoft.com/office/drawing/2014/main" id="{14CA9217-856E-BCED-C078-D87A02BE724F}"/>
                </a:ext>
              </a:extLst>
            </p:cNvPr>
            <p:cNvSpPr/>
            <p:nvPr/>
          </p:nvSpPr>
          <p:spPr>
            <a:xfrm rot="16229754">
              <a:off x="22415157" y="18924150"/>
              <a:ext cx="188270" cy="173787"/>
            </a:xfrm>
            <a:custGeom>
              <a:avLst/>
              <a:gdLst>
                <a:gd name="connsiteX0" fmla="*/ 188519 w 188270"/>
                <a:gd name="connsiteY0" fmla="*/ 86827 h 173787"/>
                <a:gd name="connsiteX1" fmla="*/ 94384 w 188270"/>
                <a:gd name="connsiteY1" fmla="*/ 173721 h 173787"/>
                <a:gd name="connsiteX2" fmla="*/ 249 w 188270"/>
                <a:gd name="connsiteY2" fmla="*/ 86827 h 173787"/>
                <a:gd name="connsiteX3" fmla="*/ 94384 w 188270"/>
                <a:gd name="connsiteY3" fmla="*/ -66 h 173787"/>
                <a:gd name="connsiteX4" fmla="*/ 188519 w 188270"/>
                <a:gd name="connsiteY4" fmla="*/ 86827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519" y="86827"/>
                  </a:moveTo>
                  <a:cubicBezTo>
                    <a:pt x="188519" y="134818"/>
                    <a:pt x="146373" y="173721"/>
                    <a:pt x="94384" y="173721"/>
                  </a:cubicBezTo>
                  <a:cubicBezTo>
                    <a:pt x="42395" y="173721"/>
                    <a:pt x="249" y="134818"/>
                    <a:pt x="249" y="86827"/>
                  </a:cubicBezTo>
                  <a:cubicBezTo>
                    <a:pt x="249" y="38837"/>
                    <a:pt x="42395" y="-66"/>
                    <a:pt x="94384" y="-66"/>
                  </a:cubicBezTo>
                  <a:cubicBezTo>
                    <a:pt x="146373" y="-66"/>
                    <a:pt x="188519" y="38837"/>
                    <a:pt x="188519" y="86827"/>
                  </a:cubicBezTo>
                  <a:close/>
                </a:path>
              </a:pathLst>
            </a:custGeom>
            <a:gradFill>
              <a:gsLst>
                <a:gs pos="0">
                  <a:srgbClr val="FF6600"/>
                </a:gs>
                <a:gs pos="50000">
                  <a:srgbClr val="FF6600">
                    <a:alpha val="49804"/>
                  </a:srgbClr>
                </a:gs>
                <a:gs pos="100000">
                  <a:srgbClr val="FF6600">
                    <a:alpha val="0"/>
                  </a:srgbClr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8" name="Freeform: Shape 1567">
              <a:extLst>
                <a:ext uri="{FF2B5EF4-FFF2-40B4-BE49-F238E27FC236}">
                  <a16:creationId xmlns:a16="http://schemas.microsoft.com/office/drawing/2014/main" id="{E23E69C8-0E7B-F4B4-B882-DDE31797119F}"/>
                </a:ext>
              </a:extLst>
            </p:cNvPr>
            <p:cNvSpPr/>
            <p:nvPr/>
          </p:nvSpPr>
          <p:spPr>
            <a:xfrm rot="16229754">
              <a:off x="22380245" y="18772091"/>
              <a:ext cx="188270" cy="173787"/>
            </a:xfrm>
            <a:custGeom>
              <a:avLst/>
              <a:gdLst>
                <a:gd name="connsiteX0" fmla="*/ 188513 w 188270"/>
                <a:gd name="connsiteY0" fmla="*/ 86816 h 173787"/>
                <a:gd name="connsiteX1" fmla="*/ 94378 w 188270"/>
                <a:gd name="connsiteY1" fmla="*/ 173710 h 173787"/>
                <a:gd name="connsiteX2" fmla="*/ 243 w 188270"/>
                <a:gd name="connsiteY2" fmla="*/ 86816 h 173787"/>
                <a:gd name="connsiteX3" fmla="*/ 94378 w 188270"/>
                <a:gd name="connsiteY3" fmla="*/ -78 h 173787"/>
                <a:gd name="connsiteX4" fmla="*/ 188513 w 188270"/>
                <a:gd name="connsiteY4" fmla="*/ 86816 h 17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270" h="173787">
                  <a:moveTo>
                    <a:pt x="188513" y="86816"/>
                  </a:moveTo>
                  <a:cubicBezTo>
                    <a:pt x="188513" y="134807"/>
                    <a:pt x="146367" y="173710"/>
                    <a:pt x="94378" y="173710"/>
                  </a:cubicBezTo>
                  <a:cubicBezTo>
                    <a:pt x="42388" y="173710"/>
                    <a:pt x="243" y="134807"/>
                    <a:pt x="243" y="86816"/>
                  </a:cubicBezTo>
                  <a:cubicBezTo>
                    <a:pt x="243" y="38826"/>
                    <a:pt x="42388" y="-78"/>
                    <a:pt x="94378" y="-78"/>
                  </a:cubicBezTo>
                  <a:cubicBezTo>
                    <a:pt x="146367" y="-78"/>
                    <a:pt x="188513" y="38826"/>
                    <a:pt x="188513" y="86816"/>
                  </a:cubicBezTo>
                  <a:close/>
                </a:path>
              </a:pathLst>
            </a:custGeom>
            <a:gradFill>
              <a:gsLst>
                <a:gs pos="0">
                  <a:srgbClr val="FF6600"/>
                </a:gs>
                <a:gs pos="50000">
                  <a:srgbClr val="FF6600">
                    <a:alpha val="49804"/>
                  </a:srgbClr>
                </a:gs>
                <a:gs pos="100000">
                  <a:srgbClr val="FF6600">
                    <a:alpha val="0"/>
                  </a:srgbClr>
                </a:gs>
              </a:gsLst>
              <a:lin ang="0" scaled="1"/>
            </a:gradFill>
            <a:ln w="22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9" name="Freeform: Shape 1568">
              <a:extLst>
                <a:ext uri="{FF2B5EF4-FFF2-40B4-BE49-F238E27FC236}">
                  <a16:creationId xmlns:a16="http://schemas.microsoft.com/office/drawing/2014/main" id="{EF1A6975-3790-DA0A-BAFD-773305D91FEC}"/>
                </a:ext>
              </a:extLst>
            </p:cNvPr>
            <p:cNvSpPr/>
            <p:nvPr/>
          </p:nvSpPr>
          <p:spPr>
            <a:xfrm>
              <a:off x="22591047" y="18691178"/>
              <a:ext cx="474859" cy="55288"/>
            </a:xfrm>
            <a:custGeom>
              <a:avLst/>
              <a:gdLst>
                <a:gd name="connsiteX0" fmla="*/ 21 w 474859"/>
                <a:gd name="connsiteY0" fmla="*/ 41940 h 55288"/>
                <a:gd name="connsiteX1" fmla="*/ 267142 w 474859"/>
                <a:gd name="connsiteY1" fmla="*/ 12052 h 55288"/>
                <a:gd name="connsiteX2" fmla="*/ 334945 w 474859"/>
                <a:gd name="connsiteY2" fmla="*/ 424 h 55288"/>
                <a:gd name="connsiteX3" fmla="*/ 474881 w 474859"/>
                <a:gd name="connsiteY3" fmla="*/ 48582 h 552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4859" h="55288">
                  <a:moveTo>
                    <a:pt x="21" y="41940"/>
                  </a:moveTo>
                  <a:cubicBezTo>
                    <a:pt x="93281" y="76302"/>
                    <a:pt x="178807" y="36467"/>
                    <a:pt x="267142" y="12052"/>
                  </a:cubicBezTo>
                  <a:cubicBezTo>
                    <a:pt x="290295" y="5644"/>
                    <a:pt x="309766" y="-1767"/>
                    <a:pt x="334945" y="424"/>
                  </a:cubicBezTo>
                  <a:cubicBezTo>
                    <a:pt x="384982" y="4779"/>
                    <a:pt x="429494" y="48582"/>
                    <a:pt x="474881" y="48582"/>
                  </a:cubicBezTo>
                </a:path>
              </a:pathLst>
            </a:custGeom>
            <a:noFill/>
            <a:ln w="22953" cap="flat">
              <a:solidFill>
                <a:srgbClr val="000000"/>
              </a:solidFill>
              <a:custDash>
                <a:ds d="75000" sp="150000"/>
              </a:custDash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cxnSp>
        <p:nvCxnSpPr>
          <p:cNvPr id="1570" name="Straight Arrow Connector 1569">
            <a:extLst>
              <a:ext uri="{FF2B5EF4-FFF2-40B4-BE49-F238E27FC236}">
                <a16:creationId xmlns:a16="http://schemas.microsoft.com/office/drawing/2014/main" id="{DDF6B9CF-621B-CA57-83B6-8637CA806399}"/>
              </a:ext>
            </a:extLst>
          </p:cNvPr>
          <p:cNvCxnSpPr>
            <a:cxnSpLocks/>
          </p:cNvCxnSpPr>
          <p:nvPr/>
        </p:nvCxnSpPr>
        <p:spPr>
          <a:xfrm>
            <a:off x="4335926" y="11475910"/>
            <a:ext cx="1851325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1" name="TextBox 1570">
            <a:extLst>
              <a:ext uri="{FF2B5EF4-FFF2-40B4-BE49-F238E27FC236}">
                <a16:creationId xmlns:a16="http://schemas.microsoft.com/office/drawing/2014/main" id="{1D59B598-2EEF-4D08-499C-9B112BAA7E85}"/>
              </a:ext>
            </a:extLst>
          </p:cNvPr>
          <p:cNvSpPr txBox="1"/>
          <p:nvPr/>
        </p:nvSpPr>
        <p:spPr>
          <a:xfrm flipH="1">
            <a:off x="4670315" y="11446722"/>
            <a:ext cx="13821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>
                <a:latin typeface="Avenir Next LT Pro Demi" panose="020B0704020202020204" pitchFamily="34" charset="0"/>
                <a:cs typeface="Calibri" panose="020F0502020204030204" pitchFamily="34" charset="0"/>
              </a:rPr>
              <a:t>N</a:t>
            </a:r>
            <a:r>
              <a:rPr lang="en-US" sz="2400" i="1" baseline="-25000" dirty="0">
                <a:latin typeface="Avenir Next LT Pro Demi" panose="020B0704020202020204" pitchFamily="34" charset="0"/>
                <a:cs typeface="Calibri" panose="020F0502020204030204" pitchFamily="34" charset="0"/>
              </a:rPr>
              <a:t>block2</a:t>
            </a:r>
          </a:p>
        </p:txBody>
      </p:sp>
      <p:sp>
        <p:nvSpPr>
          <p:cNvPr id="1572" name="TextBox 1571">
            <a:extLst>
              <a:ext uri="{FF2B5EF4-FFF2-40B4-BE49-F238E27FC236}">
                <a16:creationId xmlns:a16="http://schemas.microsoft.com/office/drawing/2014/main" id="{62C05BDA-B6B5-E679-BDD1-789BD26E8608}"/>
              </a:ext>
            </a:extLst>
          </p:cNvPr>
          <p:cNvSpPr txBox="1"/>
          <p:nvPr/>
        </p:nvSpPr>
        <p:spPr>
          <a:xfrm>
            <a:off x="7597433" y="8527268"/>
            <a:ext cx="197510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 Demi" panose="020B0704020202020204" pitchFamily="34" charset="0"/>
                <a:ea typeface="+mn-ea"/>
                <a:cs typeface="Calibri" panose="020F0502020204030204" pitchFamily="34" charset="0"/>
              </a:rPr>
              <a:t>Polystyrene block (PS)</a:t>
            </a:r>
            <a:endParaRPr lang="en-US" sz="2000" dirty="0"/>
          </a:p>
        </p:txBody>
      </p:sp>
      <p:sp>
        <p:nvSpPr>
          <p:cNvPr id="1573" name="TextBox 1572">
            <a:extLst>
              <a:ext uri="{FF2B5EF4-FFF2-40B4-BE49-F238E27FC236}">
                <a16:creationId xmlns:a16="http://schemas.microsoft.com/office/drawing/2014/main" id="{6D3E39F3-8AB4-50E2-D1A4-94C6D685C148}"/>
              </a:ext>
            </a:extLst>
          </p:cNvPr>
          <p:cNvSpPr txBox="1"/>
          <p:nvPr/>
        </p:nvSpPr>
        <p:spPr>
          <a:xfrm>
            <a:off x="9157475" y="10007241"/>
            <a:ext cx="189561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 Demi" panose="020B0704020202020204" pitchFamily="34" charset="0"/>
                <a:ea typeface="+mn-ea"/>
                <a:cs typeface="Calibri" panose="020F0502020204030204" pitchFamily="34" charset="0"/>
              </a:rPr>
              <a:t>Polylactide block (PLA)</a:t>
            </a:r>
            <a:endParaRPr lang="en-US" sz="2000" dirty="0"/>
          </a:p>
        </p:txBody>
      </p:sp>
      <p:sp>
        <p:nvSpPr>
          <p:cNvPr id="1581" name="TextBox 1580">
            <a:extLst>
              <a:ext uri="{FF2B5EF4-FFF2-40B4-BE49-F238E27FC236}">
                <a16:creationId xmlns:a16="http://schemas.microsoft.com/office/drawing/2014/main" id="{8E5863ED-BA5B-B2B4-B0F6-582C951F58AC}"/>
              </a:ext>
            </a:extLst>
          </p:cNvPr>
          <p:cNvSpPr txBox="1"/>
          <p:nvPr/>
        </p:nvSpPr>
        <p:spPr>
          <a:xfrm>
            <a:off x="1387731" y="13098485"/>
            <a:ext cx="1510461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0" i="0" dirty="0">
                <a:effectLst/>
                <a:latin typeface="Avenir Next LT Pro Light" panose="020B0304020202020204" pitchFamily="34" charset="0"/>
              </a:rPr>
              <a:t>(1) Young, R. J.; Lovell, P. A. </a:t>
            </a:r>
            <a:r>
              <a:rPr lang="en-US" sz="1400" b="0" i="1" dirty="0">
                <a:effectLst/>
                <a:latin typeface="Avenir Next LT Pro Light" panose="020B0304020202020204" pitchFamily="34" charset="0"/>
              </a:rPr>
              <a:t>Introduction to Polymers</a:t>
            </a:r>
            <a:r>
              <a:rPr lang="en-US" sz="1400" b="0" i="0" dirty="0">
                <a:effectLst/>
                <a:latin typeface="Avenir Next LT Pro Light" panose="020B0304020202020204" pitchFamily="34" charset="0"/>
              </a:rPr>
              <a:t>; CRC Press, </a:t>
            </a:r>
            <a:r>
              <a:rPr lang="en-US" sz="1400" b="1" i="0" dirty="0">
                <a:effectLst/>
                <a:latin typeface="Avenir Next LT Pro Light" panose="020B0304020202020204" pitchFamily="34" charset="0"/>
              </a:rPr>
              <a:t>2011</a:t>
            </a:r>
            <a:r>
              <a:rPr lang="en-US" sz="1400" b="0" i="0" dirty="0">
                <a:effectLst/>
                <a:latin typeface="Avenir Next LT Pro Light" panose="020B0304020202020204" pitchFamily="34" charset="0"/>
              </a:rPr>
              <a:t>. </a:t>
            </a:r>
            <a:r>
              <a:rPr lang="en-US" sz="1400" dirty="0">
                <a:latin typeface="Avenir Next LT Pro Light" panose="020B0304020202020204" pitchFamily="34" charset="0"/>
              </a:rPr>
              <a:t>| (2) </a:t>
            </a:r>
            <a:r>
              <a:rPr lang="en-US" sz="1400" dirty="0" err="1">
                <a:latin typeface="Avenir Next LT Pro Light" panose="020B0304020202020204" pitchFamily="34" charset="0"/>
              </a:rPr>
              <a:t>Noshay</a:t>
            </a:r>
            <a:r>
              <a:rPr lang="en-US" sz="1400" dirty="0">
                <a:latin typeface="Avenir Next LT Pro Light" panose="020B0304020202020204" pitchFamily="34" charset="0"/>
              </a:rPr>
              <a:t>, A.; McGrath, J. E. </a:t>
            </a:r>
            <a:r>
              <a:rPr lang="en-US" sz="1400" i="1" dirty="0">
                <a:latin typeface="Avenir Next LT Pro Light" panose="020B0304020202020204" pitchFamily="34" charset="0"/>
              </a:rPr>
              <a:t>Block Copolymers</a:t>
            </a:r>
            <a:r>
              <a:rPr lang="en-US" sz="1400" dirty="0">
                <a:latin typeface="Avenir Next LT Pro Light" panose="020B0304020202020204" pitchFamily="34" charset="0"/>
              </a:rPr>
              <a:t>; Elsevier, </a:t>
            </a:r>
            <a:r>
              <a:rPr lang="en-US" sz="1400" b="1" dirty="0">
                <a:latin typeface="Avenir Next LT Pro Light" panose="020B0304020202020204" pitchFamily="34" charset="0"/>
              </a:rPr>
              <a:t>2013.</a:t>
            </a:r>
            <a:r>
              <a:rPr lang="en-US" sz="1400" dirty="0">
                <a:latin typeface="Avenir Next LT Pro Light" panose="020B0304020202020204" pitchFamily="34" charset="0"/>
              </a:rPr>
              <a:t> </a:t>
            </a:r>
            <a:br>
              <a:rPr lang="en-US" sz="1400" dirty="0">
                <a:latin typeface="Avenir Next LT Pro Light" panose="020B0304020202020204" pitchFamily="34" charset="0"/>
              </a:rPr>
            </a:br>
            <a:r>
              <a:rPr lang="en-US" sz="1400" dirty="0">
                <a:latin typeface="Avenir Next LT Pro Light" panose="020B0304020202020204" pitchFamily="34" charset="0"/>
              </a:rPr>
              <a:t>(3)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venir Next LT Pro Light" panose="020B0304020202020204" pitchFamily="34" charset="0"/>
              </a:rPr>
              <a:t>Verduzco, R.; Li, X.; Pesek, S. L.; Stein, G. E. Structure, Function, Self-Assembly, and Applications of Bottlebrush Copolymers. </a:t>
            </a: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venir Next LT Pro Light" panose="020B0304020202020204" pitchFamily="34" charset="0"/>
              </a:rPr>
              <a:t>Chemical Society Reviews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venir Next LT Pro Light" panose="020B0304020202020204" pitchFamily="34" charset="0"/>
              </a:rPr>
              <a:t>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venir Next LT Pro Light" panose="020B0304020202020204" pitchFamily="34" charset="0"/>
              </a:rPr>
              <a:t>2015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venir Next LT Pro Light" panose="020B0304020202020204" pitchFamily="34" charset="0"/>
              </a:rPr>
              <a:t>, </a:t>
            </a: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venir Next LT Pro Light" panose="020B0304020202020204" pitchFamily="34" charset="0"/>
              </a:rPr>
              <a:t>44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venir Next LT Pro Light" panose="020B0304020202020204" pitchFamily="34" charset="0"/>
              </a:rPr>
              <a:t> (8), 2405–2420.</a:t>
            </a:r>
            <a:endParaRPr lang="en-US" sz="1400" dirty="0">
              <a:latin typeface="Avenir Next LT Pro Light" panose="020B0304020202020204" pitchFamily="34" charset="0"/>
            </a:endParaRPr>
          </a:p>
        </p:txBody>
      </p:sp>
      <p:graphicFrame>
        <p:nvGraphicFramePr>
          <p:cNvPr id="1590" name="Object 1589">
            <a:extLst>
              <a:ext uri="{FF2B5EF4-FFF2-40B4-BE49-F238E27FC236}">
                <a16:creationId xmlns:a16="http://schemas.microsoft.com/office/drawing/2014/main" id="{44210E4A-C305-BAEC-7B6E-FF25C9989DE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76926"/>
              </p:ext>
            </p:extLst>
          </p:nvPr>
        </p:nvGraphicFramePr>
        <p:xfrm>
          <a:off x="1655821" y="14749433"/>
          <a:ext cx="1970466" cy="19510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emDoodle OLE" r:id="rId33" imgW="2577960" imgH="2552760" progId="CHEMDOODLEOLE.ChemDoodleEmbeddedObject.1">
                  <p:embed/>
                </p:oleObj>
              </mc:Choice>
              <mc:Fallback>
                <p:oleObj name="ChemDoodle OLE" r:id="rId33" imgW="2577960" imgH="2552760" progId="CHEMDOODLEOLE.ChemDoodleEmbeddedObject.1">
                  <p:embed/>
                  <p:pic>
                    <p:nvPicPr>
                      <p:cNvPr id="1590" name="Object 1589">
                        <a:extLst>
                          <a:ext uri="{FF2B5EF4-FFF2-40B4-BE49-F238E27FC236}">
                            <a16:creationId xmlns:a16="http://schemas.microsoft.com/office/drawing/2014/main" id="{44210E4A-C305-BAEC-7B6E-FF25C9989DE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1655821" y="14749433"/>
                        <a:ext cx="1970466" cy="195105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91" name="Object 1590">
            <a:extLst>
              <a:ext uri="{FF2B5EF4-FFF2-40B4-BE49-F238E27FC236}">
                <a16:creationId xmlns:a16="http://schemas.microsoft.com/office/drawing/2014/main" id="{251FD926-E7A1-AB19-B391-485D58871D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2864035"/>
              </p:ext>
            </p:extLst>
          </p:nvPr>
        </p:nvGraphicFramePr>
        <p:xfrm>
          <a:off x="3953797" y="15010839"/>
          <a:ext cx="966405" cy="618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emDoodle OLE" r:id="rId35" imgW="1092240" imgH="698400" progId="CHEMDOODLEOLE.ChemDoodleEmbeddedObject.1">
                  <p:embed/>
                </p:oleObj>
              </mc:Choice>
              <mc:Fallback>
                <p:oleObj name="ChemDoodle OLE" r:id="rId35" imgW="1092240" imgH="698400" progId="CHEMDOODLEOLE.ChemDoodleEmbeddedObject.1">
                  <p:embed/>
                  <p:pic>
                    <p:nvPicPr>
                      <p:cNvPr id="1591" name="Object 1590">
                        <a:extLst>
                          <a:ext uri="{FF2B5EF4-FFF2-40B4-BE49-F238E27FC236}">
                            <a16:creationId xmlns:a16="http://schemas.microsoft.com/office/drawing/2014/main" id="{251FD926-E7A1-AB19-B391-485D58871D3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3953797" y="15010839"/>
                        <a:ext cx="966405" cy="618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92" name="TextBox 1591">
            <a:extLst>
              <a:ext uri="{FF2B5EF4-FFF2-40B4-BE49-F238E27FC236}">
                <a16:creationId xmlns:a16="http://schemas.microsoft.com/office/drawing/2014/main" id="{ADCE4F16-241F-F488-D4AD-9ACAA188FCDC}"/>
              </a:ext>
            </a:extLst>
          </p:cNvPr>
          <p:cNvSpPr txBox="1"/>
          <p:nvPr/>
        </p:nvSpPr>
        <p:spPr>
          <a:xfrm>
            <a:off x="1696606" y="16671022"/>
            <a:ext cx="217435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 Demi" panose="020B0704020202020204" pitchFamily="34" charset="0"/>
                <a:ea typeface="+mn-ea"/>
                <a:cs typeface="Calibri" panose="020F0502020204030204" pitchFamily="34" charset="0"/>
              </a:rPr>
              <a:t>3</a:t>
            </a:r>
            <a:r>
              <a:rPr kumimoji="0" lang="en-US" sz="2000" b="0" i="1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 Demi" panose="020B0704020202020204" pitchFamily="34" charset="0"/>
                <a:ea typeface="+mn-ea"/>
                <a:cs typeface="Calibri" panose="020F0502020204030204" pitchFamily="34" charset="0"/>
              </a:rPr>
              <a:t>rd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 Demi" panose="020B0704020202020204" pitchFamily="34" charset="0"/>
                <a:ea typeface="+mn-ea"/>
                <a:cs typeface="Calibri" panose="020F0502020204030204" pitchFamily="34" charset="0"/>
              </a:rPr>
              <a:t> Gen. Grubbs Catalyst (G3)</a:t>
            </a:r>
            <a:endParaRPr lang="en-US" sz="2000" dirty="0"/>
          </a:p>
        </p:txBody>
      </p:sp>
      <p:sp>
        <p:nvSpPr>
          <p:cNvPr id="1593" name="TextBox 1592">
            <a:extLst>
              <a:ext uri="{FF2B5EF4-FFF2-40B4-BE49-F238E27FC236}">
                <a16:creationId xmlns:a16="http://schemas.microsoft.com/office/drawing/2014/main" id="{664D8967-07F0-1D81-1163-0E8FE2132C97}"/>
              </a:ext>
            </a:extLst>
          </p:cNvPr>
          <p:cNvSpPr txBox="1"/>
          <p:nvPr/>
        </p:nvSpPr>
        <p:spPr>
          <a:xfrm>
            <a:off x="3632663" y="15627515"/>
            <a:ext cx="159078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 Demi" panose="020B0704020202020204" pitchFamily="34" charset="0"/>
                <a:ea typeface="+mn-ea"/>
                <a:cs typeface="Calibri" panose="020F0502020204030204" pitchFamily="34" charset="0"/>
              </a:rPr>
              <a:t>DBU</a:t>
            </a:r>
            <a:endParaRPr lang="en-US" sz="2000" dirty="0"/>
          </a:p>
        </p:txBody>
      </p:sp>
      <p:pic>
        <p:nvPicPr>
          <p:cNvPr id="1597" name="Picture 1596">
            <a:extLst>
              <a:ext uri="{FF2B5EF4-FFF2-40B4-BE49-F238E27FC236}">
                <a16:creationId xmlns:a16="http://schemas.microsoft.com/office/drawing/2014/main" id="{359784CD-BD34-F08C-B0CC-EF89461F330F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BEBA8EAE-BF5A-486C-A8C5-ECC9F3942E4B}">
                <a14:imgProps xmlns:a14="http://schemas.microsoft.com/office/drawing/2010/main">
                  <a14:imgLayer r:embed="rId38">
                    <a14:imgEffect>
                      <a14:backgroundRemoval t="2930" b="97852" l="10000" r="90000">
                        <a14:foregroundMark x1="57283" y1="25781" x2="57283" y2="25781"/>
                        <a14:foregroundMark x1="44457" y1="76953" x2="44457" y2="76953"/>
                        <a14:foregroundMark x1="30543" y1="92578" x2="30543" y2="92578"/>
                        <a14:foregroundMark x1="50652" y1="2930" x2="50652" y2="2930"/>
                        <a14:foregroundMark x1="37174" y1="97852" x2="37174" y2="9785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581077" y="16187740"/>
            <a:ext cx="1027381" cy="571760"/>
          </a:xfrm>
          <a:prstGeom prst="rect">
            <a:avLst/>
          </a:prstGeom>
        </p:spPr>
      </p:pic>
      <p:pic>
        <p:nvPicPr>
          <p:cNvPr id="1599" name="Graphic 1598" descr="Water outline">
            <a:extLst>
              <a:ext uri="{FF2B5EF4-FFF2-40B4-BE49-F238E27FC236}">
                <a16:creationId xmlns:a16="http://schemas.microsoft.com/office/drawing/2014/main" id="{86CFB34A-8EA0-52E7-D31D-941FAD79E994}"/>
              </a:ext>
            </a:extLst>
          </p:cNvPr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4460811" y="16118829"/>
            <a:ext cx="657841" cy="657841"/>
          </a:xfrm>
          <a:prstGeom prst="rect">
            <a:avLst/>
          </a:prstGeom>
        </p:spPr>
      </p:pic>
      <p:pic>
        <p:nvPicPr>
          <p:cNvPr id="1601" name="Graphic 1600" descr="Close outline">
            <a:extLst>
              <a:ext uri="{FF2B5EF4-FFF2-40B4-BE49-F238E27FC236}">
                <a16:creationId xmlns:a16="http://schemas.microsoft.com/office/drawing/2014/main" id="{35ACA08A-9ABF-C02A-538B-6A6ED3EFB3A1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/>
          <a:stretch/>
        </p:blipFill>
        <p:spPr>
          <a:xfrm>
            <a:off x="3701002" y="16094824"/>
            <a:ext cx="756341" cy="756341"/>
          </a:xfrm>
          <a:prstGeom prst="rect">
            <a:avLst/>
          </a:prstGeom>
        </p:spPr>
      </p:pic>
      <p:pic>
        <p:nvPicPr>
          <p:cNvPr id="1602" name="Graphic 1601" descr="Close outline">
            <a:extLst>
              <a:ext uri="{FF2B5EF4-FFF2-40B4-BE49-F238E27FC236}">
                <a16:creationId xmlns:a16="http://schemas.microsoft.com/office/drawing/2014/main" id="{AF2DC2F2-7B24-2067-0AE7-EEA9E2E141B5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/>
          <a:stretch/>
        </p:blipFill>
        <p:spPr>
          <a:xfrm>
            <a:off x="4411561" y="16094997"/>
            <a:ext cx="756341" cy="756341"/>
          </a:xfrm>
          <a:prstGeom prst="rect">
            <a:avLst/>
          </a:prstGeom>
        </p:spPr>
      </p:pic>
      <p:pic>
        <p:nvPicPr>
          <p:cNvPr id="1607" name="Picture 1606" descr="A machine with black boots&#10;&#10;AI-generated content may be incorrect.">
            <a:extLst>
              <a:ext uri="{FF2B5EF4-FFF2-40B4-BE49-F238E27FC236}">
                <a16:creationId xmlns:a16="http://schemas.microsoft.com/office/drawing/2014/main" id="{4E49ECEB-A462-C618-111C-CA7839FA9BB0}"/>
              </a:ext>
            </a:extLst>
          </p:cNvPr>
          <p:cNvPicPr>
            <a:picLocks noChangeAspect="1"/>
          </p:cNvPicPr>
          <p:nvPr/>
        </p:nvPicPr>
        <p:blipFill>
          <a:blip r:embed="rId43"/>
          <a:srcRect l="1989" t="3331" b="-534"/>
          <a:stretch/>
        </p:blipFill>
        <p:spPr>
          <a:xfrm>
            <a:off x="1426116" y="24610907"/>
            <a:ext cx="3362542" cy="2500625"/>
          </a:xfrm>
          <a:prstGeom prst="rect">
            <a:avLst/>
          </a:prstGeom>
        </p:spPr>
      </p:pic>
      <p:grpSp>
        <p:nvGrpSpPr>
          <p:cNvPr id="2939" name="Group 2938">
            <a:extLst>
              <a:ext uri="{FF2B5EF4-FFF2-40B4-BE49-F238E27FC236}">
                <a16:creationId xmlns:a16="http://schemas.microsoft.com/office/drawing/2014/main" id="{7D6EB6A2-2A00-E1D9-872F-26AEA8219DF2}"/>
              </a:ext>
            </a:extLst>
          </p:cNvPr>
          <p:cNvGrpSpPr/>
          <p:nvPr/>
        </p:nvGrpSpPr>
        <p:grpSpPr>
          <a:xfrm>
            <a:off x="8313294" y="24216196"/>
            <a:ext cx="5777078" cy="4037753"/>
            <a:chOff x="4955728" y="24411237"/>
            <a:chExt cx="5777078" cy="4037753"/>
          </a:xfrm>
        </p:grpSpPr>
        <p:pic>
          <p:nvPicPr>
            <p:cNvPr id="1606" name="Picture 1605" descr="A machine with a red and black object&#10;&#10;AI-generated content may be incorrect.">
              <a:extLst>
                <a:ext uri="{FF2B5EF4-FFF2-40B4-BE49-F238E27FC236}">
                  <a16:creationId xmlns:a16="http://schemas.microsoft.com/office/drawing/2014/main" id="{C8D68D32-36F1-5384-0FA8-F7D7C0778867}"/>
                </a:ext>
              </a:extLst>
            </p:cNvPr>
            <p:cNvPicPr>
              <a:picLocks noChangeAspect="1"/>
            </p:cNvPicPr>
            <p:nvPr/>
          </p:nvPicPr>
          <p:blipFill>
            <a:blip r:embed="rId44"/>
            <a:stretch>
              <a:fillRect/>
            </a:stretch>
          </p:blipFill>
          <p:spPr>
            <a:xfrm>
              <a:off x="5789162" y="24652874"/>
              <a:ext cx="4663517" cy="3497638"/>
            </a:xfrm>
            <a:prstGeom prst="rect">
              <a:avLst/>
            </a:prstGeom>
          </p:spPr>
        </p:pic>
        <p:cxnSp>
          <p:nvCxnSpPr>
            <p:cNvPr id="1608" name="Straight Arrow Connector 1607">
              <a:extLst>
                <a:ext uri="{FF2B5EF4-FFF2-40B4-BE49-F238E27FC236}">
                  <a16:creationId xmlns:a16="http://schemas.microsoft.com/office/drawing/2014/main" id="{0FEA21C6-234B-2E66-832A-3B7E972DCA9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16072" y="27101634"/>
              <a:ext cx="839628" cy="932006"/>
            </a:xfrm>
            <a:prstGeom prst="straightConnector1">
              <a:avLst/>
            </a:prstGeom>
            <a:ln w="7620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9" name="Straight Arrow Connector 1608">
              <a:extLst>
                <a:ext uri="{FF2B5EF4-FFF2-40B4-BE49-F238E27FC236}">
                  <a16:creationId xmlns:a16="http://schemas.microsoft.com/office/drawing/2014/main" id="{D42692DC-E617-687A-F1F6-21D80FB60D16}"/>
                </a:ext>
              </a:extLst>
            </p:cNvPr>
            <p:cNvCxnSpPr>
              <a:cxnSpLocks/>
            </p:cNvCxnSpPr>
            <p:nvPr/>
          </p:nvCxnSpPr>
          <p:spPr>
            <a:xfrm>
              <a:off x="6735670" y="25161976"/>
              <a:ext cx="853440" cy="1317762"/>
            </a:xfrm>
            <a:prstGeom prst="straightConnector1">
              <a:avLst/>
            </a:prstGeom>
            <a:ln w="7620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0" name="Straight Arrow Connector 1609">
              <a:extLst>
                <a:ext uri="{FF2B5EF4-FFF2-40B4-BE49-F238E27FC236}">
                  <a16:creationId xmlns:a16="http://schemas.microsoft.com/office/drawing/2014/main" id="{7A746F78-7C9A-309E-E916-851CF7A8977C}"/>
                </a:ext>
              </a:extLst>
            </p:cNvPr>
            <p:cNvCxnSpPr>
              <a:cxnSpLocks/>
            </p:cNvCxnSpPr>
            <p:nvPr/>
          </p:nvCxnSpPr>
          <p:spPr>
            <a:xfrm>
              <a:off x="6438992" y="24781777"/>
              <a:ext cx="1891798" cy="2300439"/>
            </a:xfrm>
            <a:prstGeom prst="straightConnector1">
              <a:avLst/>
            </a:prstGeom>
            <a:ln w="7620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1" name="Straight Arrow Connector 1610">
              <a:extLst>
                <a:ext uri="{FF2B5EF4-FFF2-40B4-BE49-F238E27FC236}">
                  <a16:creationId xmlns:a16="http://schemas.microsoft.com/office/drawing/2014/main" id="{15C26E6C-1717-0395-B349-91AF35EDD9A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034987" y="26825491"/>
              <a:ext cx="433723" cy="1028885"/>
            </a:xfrm>
            <a:prstGeom prst="straightConnector1">
              <a:avLst/>
            </a:prstGeom>
            <a:ln w="7620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2" name="Straight Arrow Connector 1611">
              <a:extLst>
                <a:ext uri="{FF2B5EF4-FFF2-40B4-BE49-F238E27FC236}">
                  <a16:creationId xmlns:a16="http://schemas.microsoft.com/office/drawing/2014/main" id="{B63AD5D1-0225-7F1F-F5EB-2AA459AC0C1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087137" y="24678851"/>
              <a:ext cx="655893" cy="557189"/>
            </a:xfrm>
            <a:prstGeom prst="straightConnector1">
              <a:avLst/>
            </a:prstGeom>
            <a:ln w="7620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3" name="Straight Arrow Connector 1612">
              <a:extLst>
                <a:ext uri="{FF2B5EF4-FFF2-40B4-BE49-F238E27FC236}">
                  <a16:creationId xmlns:a16="http://schemas.microsoft.com/office/drawing/2014/main" id="{B1DF03FF-D172-C8B6-A694-1E3D78F3E4B7}"/>
                </a:ext>
              </a:extLst>
            </p:cNvPr>
            <p:cNvCxnSpPr>
              <a:cxnSpLocks/>
            </p:cNvCxnSpPr>
            <p:nvPr/>
          </p:nvCxnSpPr>
          <p:spPr>
            <a:xfrm>
              <a:off x="8094414" y="24678851"/>
              <a:ext cx="109376" cy="1290845"/>
            </a:xfrm>
            <a:prstGeom prst="straightConnector1">
              <a:avLst/>
            </a:prstGeom>
            <a:ln w="7620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14" name="Rectangle: Rounded Corners 1613">
              <a:extLst>
                <a:ext uri="{FF2B5EF4-FFF2-40B4-BE49-F238E27FC236}">
                  <a16:creationId xmlns:a16="http://schemas.microsoft.com/office/drawing/2014/main" id="{C488AE72-CB12-453D-74DE-5306BA5D0B80}"/>
                </a:ext>
              </a:extLst>
            </p:cNvPr>
            <p:cNvSpPr/>
            <p:nvPr/>
          </p:nvSpPr>
          <p:spPr>
            <a:xfrm>
              <a:off x="4955728" y="27806804"/>
              <a:ext cx="2801252" cy="453673"/>
            </a:xfrm>
            <a:prstGeom prst="roundRect">
              <a:avLst>
                <a:gd name="adj" fmla="val 25826"/>
              </a:avLst>
            </a:prstGeom>
            <a:solidFill>
              <a:schemeClr val="bg1"/>
            </a:solidFill>
            <a:ln>
              <a:solidFill>
                <a:srgbClr val="FF5F0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2000" b="0" i="1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venir Next LT Pro Demi" panose="020B0704020202020204" pitchFamily="34" charset="0"/>
                  <a:cs typeface="Arial"/>
                  <a:sym typeface="Arial"/>
                </a:rPr>
                <a:t>Multi-Zone Stir Plate</a:t>
              </a:r>
            </a:p>
          </p:txBody>
        </p:sp>
        <p:sp>
          <p:nvSpPr>
            <p:cNvPr id="1615" name="Rectangle: Rounded Corners 1614">
              <a:extLst>
                <a:ext uri="{FF2B5EF4-FFF2-40B4-BE49-F238E27FC236}">
                  <a16:creationId xmlns:a16="http://schemas.microsoft.com/office/drawing/2014/main" id="{4D0B6C4F-3362-FE11-97D4-0ECBA01D0DD2}"/>
                </a:ext>
              </a:extLst>
            </p:cNvPr>
            <p:cNvSpPr/>
            <p:nvPr/>
          </p:nvSpPr>
          <p:spPr>
            <a:xfrm>
              <a:off x="5129935" y="24509889"/>
              <a:ext cx="1816027" cy="808188"/>
            </a:xfrm>
            <a:prstGeom prst="roundRect">
              <a:avLst>
                <a:gd name="adj" fmla="val 25826"/>
              </a:avLst>
            </a:prstGeom>
            <a:solidFill>
              <a:schemeClr val="bg1"/>
            </a:solidFill>
            <a:ln>
              <a:solidFill>
                <a:srgbClr val="FF5F0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2000" b="0" i="1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venir Next LT Pro Demi" panose="020B0704020202020204" pitchFamily="34" charset="0"/>
                  <a:cs typeface="Arial"/>
                  <a:sym typeface="Arial"/>
                </a:rPr>
                <a:t>4mL Vial Holder</a:t>
              </a:r>
            </a:p>
            <a:p>
              <a:pPr algn="ctr"/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1616" name="Rectangle: Rounded Corners 1615">
              <a:extLst>
                <a:ext uri="{FF2B5EF4-FFF2-40B4-BE49-F238E27FC236}">
                  <a16:creationId xmlns:a16="http://schemas.microsoft.com/office/drawing/2014/main" id="{F864526E-1A2D-6994-7F96-8FC8F78B3271}"/>
                </a:ext>
              </a:extLst>
            </p:cNvPr>
            <p:cNvSpPr/>
            <p:nvPr/>
          </p:nvSpPr>
          <p:spPr>
            <a:xfrm>
              <a:off x="7199681" y="24533157"/>
              <a:ext cx="1817138" cy="501819"/>
            </a:xfrm>
            <a:prstGeom prst="roundRect">
              <a:avLst>
                <a:gd name="adj" fmla="val 25826"/>
              </a:avLst>
            </a:prstGeom>
            <a:solidFill>
              <a:schemeClr val="bg1"/>
            </a:solidFill>
            <a:ln>
              <a:solidFill>
                <a:srgbClr val="FF5F0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2000" b="0" i="1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venir Next LT Pro Demi" panose="020B0704020202020204" pitchFamily="34" charset="0"/>
                  <a:cs typeface="Arial"/>
                  <a:sym typeface="Arial"/>
                </a:rPr>
                <a:t>Pipette Tips</a:t>
              </a:r>
            </a:p>
            <a:p>
              <a:pPr algn="ctr"/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1617" name="Rectangle: Rounded Corners 1616">
              <a:extLst>
                <a:ext uri="{FF2B5EF4-FFF2-40B4-BE49-F238E27FC236}">
                  <a16:creationId xmlns:a16="http://schemas.microsoft.com/office/drawing/2014/main" id="{AED1E45A-C4D2-B49C-CBBC-0A9D9757874A}"/>
                </a:ext>
              </a:extLst>
            </p:cNvPr>
            <p:cNvSpPr/>
            <p:nvPr/>
          </p:nvSpPr>
          <p:spPr>
            <a:xfrm>
              <a:off x="9211827" y="24411237"/>
              <a:ext cx="1520979" cy="514423"/>
            </a:xfrm>
            <a:prstGeom prst="roundRect">
              <a:avLst>
                <a:gd name="adj" fmla="val 25826"/>
              </a:avLst>
            </a:prstGeom>
            <a:solidFill>
              <a:schemeClr val="bg1"/>
            </a:solidFill>
            <a:ln>
              <a:solidFill>
                <a:srgbClr val="FF5F0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2000" b="0" i="1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venir Next LT Pro Demi" panose="020B0704020202020204" pitchFamily="34" charset="0"/>
                  <a:cs typeface="Arial"/>
                  <a:sym typeface="Arial"/>
                </a:rPr>
                <a:t>Pipette</a:t>
              </a:r>
            </a:p>
            <a:p>
              <a:pPr algn="ctr"/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1618" name="Rectangle: Rounded Corners 1617">
              <a:extLst>
                <a:ext uri="{FF2B5EF4-FFF2-40B4-BE49-F238E27FC236}">
                  <a16:creationId xmlns:a16="http://schemas.microsoft.com/office/drawing/2014/main" id="{1A1591C5-25EE-EA97-D786-DDCEC0857AB4}"/>
                </a:ext>
              </a:extLst>
            </p:cNvPr>
            <p:cNvSpPr/>
            <p:nvPr/>
          </p:nvSpPr>
          <p:spPr>
            <a:xfrm>
              <a:off x="8493986" y="27618290"/>
              <a:ext cx="2127247" cy="830700"/>
            </a:xfrm>
            <a:prstGeom prst="roundRect">
              <a:avLst>
                <a:gd name="adj" fmla="val 25826"/>
              </a:avLst>
            </a:prstGeom>
            <a:solidFill>
              <a:schemeClr val="bg1"/>
            </a:solidFill>
            <a:ln>
              <a:solidFill>
                <a:srgbClr val="FF5F0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2000" b="0" i="1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venir Next LT Pro Demi" panose="020B0704020202020204" pitchFamily="34" charset="0"/>
                  <a:cs typeface="Arial"/>
                  <a:sym typeface="Arial"/>
                </a:rPr>
                <a:t>GPC Vial Holder</a:t>
              </a:r>
            </a:p>
            <a:p>
              <a:pPr algn="ctr"/>
              <a:endParaRPr lang="en-US" sz="1100" dirty="0">
                <a:solidFill>
                  <a:schemeClr val="tx1"/>
                </a:solidFill>
              </a:endParaRPr>
            </a:p>
          </p:txBody>
        </p:sp>
      </p:grpSp>
      <p:sp>
        <p:nvSpPr>
          <p:cNvPr id="1619" name="Rectangle: Rounded Corners 1618">
            <a:extLst>
              <a:ext uri="{FF2B5EF4-FFF2-40B4-BE49-F238E27FC236}">
                <a16:creationId xmlns:a16="http://schemas.microsoft.com/office/drawing/2014/main" id="{06BF6275-E116-6F80-6EB6-7EE363241CDD}"/>
              </a:ext>
            </a:extLst>
          </p:cNvPr>
          <p:cNvSpPr/>
          <p:nvPr/>
        </p:nvSpPr>
        <p:spPr>
          <a:xfrm>
            <a:off x="1492739" y="27111532"/>
            <a:ext cx="3189957" cy="427640"/>
          </a:xfrm>
          <a:prstGeom prst="roundRect">
            <a:avLst>
              <a:gd name="adj" fmla="val 25826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4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venir Next LT Pro Demi" panose="020B0704020202020204" pitchFamily="34" charset="0"/>
                <a:cs typeface="Arial"/>
                <a:sym typeface="Arial"/>
              </a:rPr>
              <a:t>Glovebox w/ OT-2</a:t>
            </a:r>
          </a:p>
        </p:txBody>
      </p:sp>
      <p:grpSp>
        <p:nvGrpSpPr>
          <p:cNvPr id="1620" name="Group 1619">
            <a:extLst>
              <a:ext uri="{FF2B5EF4-FFF2-40B4-BE49-F238E27FC236}">
                <a16:creationId xmlns:a16="http://schemas.microsoft.com/office/drawing/2014/main" id="{A2E2EAE9-91BF-51F6-924B-7FE8ADFD199C}"/>
              </a:ext>
            </a:extLst>
          </p:cNvPr>
          <p:cNvGrpSpPr/>
          <p:nvPr/>
        </p:nvGrpSpPr>
        <p:grpSpPr>
          <a:xfrm rot="203889">
            <a:off x="3233298" y="25475625"/>
            <a:ext cx="6682186" cy="619762"/>
            <a:chOff x="2270320" y="3796257"/>
            <a:chExt cx="2913323" cy="932006"/>
          </a:xfrm>
          <a:solidFill>
            <a:srgbClr val="FF5F05"/>
          </a:solidFill>
        </p:grpSpPr>
        <p:sp>
          <p:nvSpPr>
            <p:cNvPr id="1621" name="Arrow: Pentagon 1620">
              <a:extLst>
                <a:ext uri="{FF2B5EF4-FFF2-40B4-BE49-F238E27FC236}">
                  <a16:creationId xmlns:a16="http://schemas.microsoft.com/office/drawing/2014/main" id="{58DA50B6-6941-3C7B-E199-FBA601F14725}"/>
                </a:ext>
              </a:extLst>
            </p:cNvPr>
            <p:cNvSpPr/>
            <p:nvPr/>
          </p:nvSpPr>
          <p:spPr>
            <a:xfrm>
              <a:off x="4928260" y="3796257"/>
              <a:ext cx="255383" cy="932006"/>
            </a:xfrm>
            <a:prstGeom prst="homePlate">
              <a:avLst>
                <a:gd name="adj" fmla="val 248733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22" name="Arrow: Pentagon 1621">
              <a:extLst>
                <a:ext uri="{FF2B5EF4-FFF2-40B4-BE49-F238E27FC236}">
                  <a16:creationId xmlns:a16="http://schemas.microsoft.com/office/drawing/2014/main" id="{F8D763AA-65F0-89A0-7A9A-D2D9845AA0DA}"/>
                </a:ext>
              </a:extLst>
            </p:cNvPr>
            <p:cNvSpPr/>
            <p:nvPr/>
          </p:nvSpPr>
          <p:spPr>
            <a:xfrm rot="10800000">
              <a:off x="2270320" y="3991809"/>
              <a:ext cx="2720887" cy="511595"/>
            </a:xfrm>
            <a:prstGeom prst="homePlate">
              <a:avLst>
                <a:gd name="adj" fmla="val 183445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77" name="Group 2076">
            <a:extLst>
              <a:ext uri="{FF2B5EF4-FFF2-40B4-BE49-F238E27FC236}">
                <a16:creationId xmlns:a16="http://schemas.microsoft.com/office/drawing/2014/main" id="{55FF7FDC-1FF2-F42F-251F-18273F972EC8}"/>
              </a:ext>
            </a:extLst>
          </p:cNvPr>
          <p:cNvGrpSpPr>
            <a:grpSpLocks noChangeAspect="1"/>
          </p:cNvGrpSpPr>
          <p:nvPr/>
        </p:nvGrpSpPr>
        <p:grpSpPr>
          <a:xfrm>
            <a:off x="1290320" y="27551261"/>
            <a:ext cx="8318164" cy="4747849"/>
            <a:chOff x="1999110" y="93303"/>
            <a:chExt cx="11019868" cy="6289930"/>
          </a:xfrm>
        </p:grpSpPr>
        <p:grpSp>
          <p:nvGrpSpPr>
            <p:cNvPr id="2078" name="Group 2077">
              <a:extLst>
                <a:ext uri="{FF2B5EF4-FFF2-40B4-BE49-F238E27FC236}">
                  <a16:creationId xmlns:a16="http://schemas.microsoft.com/office/drawing/2014/main" id="{79D128D0-83A2-AC9E-47F8-1E5ADFAD1C8C}"/>
                </a:ext>
              </a:extLst>
            </p:cNvPr>
            <p:cNvGrpSpPr/>
            <p:nvPr/>
          </p:nvGrpSpPr>
          <p:grpSpPr>
            <a:xfrm>
              <a:off x="6285481" y="3992728"/>
              <a:ext cx="4371826" cy="70446"/>
              <a:chOff x="4895010" y="6601537"/>
              <a:chExt cx="4371826" cy="70446"/>
            </a:xfrm>
            <a:solidFill>
              <a:srgbClr val="FFFFFF"/>
            </a:solidFill>
          </p:grpSpPr>
          <p:cxnSp>
            <p:nvCxnSpPr>
              <p:cNvPr id="2297" name="Straight Connector 2296">
                <a:extLst>
                  <a:ext uri="{FF2B5EF4-FFF2-40B4-BE49-F238E27FC236}">
                    <a16:creationId xmlns:a16="http://schemas.microsoft.com/office/drawing/2014/main" id="{19A5C5A7-51A1-0C4C-BDF9-FBA53CC034A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895010" y="6639606"/>
                <a:ext cx="4303065" cy="0"/>
              </a:xfrm>
              <a:prstGeom prst="line">
                <a:avLst/>
              </a:prstGeom>
              <a:grpFill/>
              <a:ln w="9525" cap="flat" cmpd="sng" algn="ctr">
                <a:solidFill>
                  <a:srgbClr val="FFFFFF"/>
                </a:solidFill>
                <a:prstDash val="solid"/>
              </a:ln>
              <a:effectLst/>
            </p:spPr>
          </p:cxnSp>
          <p:sp>
            <p:nvSpPr>
              <p:cNvPr id="2298" name="Oval 2297">
                <a:extLst>
                  <a:ext uri="{FF2B5EF4-FFF2-40B4-BE49-F238E27FC236}">
                    <a16:creationId xmlns:a16="http://schemas.microsoft.com/office/drawing/2014/main" id="{BEC6A49C-B256-7750-D9F1-7DB2C1510938}"/>
                  </a:ext>
                </a:extLst>
              </p:cNvPr>
              <p:cNvSpPr/>
              <p:nvPr/>
            </p:nvSpPr>
            <p:spPr>
              <a:xfrm>
                <a:off x="9196390" y="6601537"/>
                <a:ext cx="70446" cy="70446"/>
              </a:xfrm>
              <a:prstGeom prst="ellipse">
                <a:avLst/>
              </a:prstGeom>
              <a:grpFill/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</p:grpSp>
        <p:sp>
          <p:nvSpPr>
            <p:cNvPr id="2079" name="Rectangle 2078">
              <a:extLst>
                <a:ext uri="{FF2B5EF4-FFF2-40B4-BE49-F238E27FC236}">
                  <a16:creationId xmlns:a16="http://schemas.microsoft.com/office/drawing/2014/main" id="{B429C02E-291C-C2B8-3D5D-CDA5FF99B58F}"/>
                </a:ext>
              </a:extLst>
            </p:cNvPr>
            <p:cNvSpPr/>
            <p:nvPr/>
          </p:nvSpPr>
          <p:spPr>
            <a:xfrm>
              <a:off x="4303171" y="289754"/>
              <a:ext cx="6683023" cy="6093479"/>
            </a:xfrm>
            <a:prstGeom prst="rect">
              <a:avLst/>
            </a:prstGeom>
            <a:solidFill>
              <a:srgbClr val="A5A5A5"/>
            </a:solidFill>
            <a:ln w="25400" cap="flat" cmpd="sng" algn="ctr">
              <a:solidFill>
                <a:srgbClr val="A5A5A5">
                  <a:shade val="15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2080" name="Rectangle 2079">
              <a:extLst>
                <a:ext uri="{FF2B5EF4-FFF2-40B4-BE49-F238E27FC236}">
                  <a16:creationId xmlns:a16="http://schemas.microsoft.com/office/drawing/2014/main" id="{76BA4435-AB65-39E6-74E2-5B1E7D0246D5}"/>
                </a:ext>
              </a:extLst>
            </p:cNvPr>
            <p:cNvSpPr/>
            <p:nvPr/>
          </p:nvSpPr>
          <p:spPr>
            <a:xfrm>
              <a:off x="8919831" y="424578"/>
              <a:ext cx="1936444" cy="1741521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>
              <a:noFill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2081" name="Rectangle: Rounded Corners 2080">
              <a:extLst>
                <a:ext uri="{FF2B5EF4-FFF2-40B4-BE49-F238E27FC236}">
                  <a16:creationId xmlns:a16="http://schemas.microsoft.com/office/drawing/2014/main" id="{714D2A9F-ADDF-46D2-BC6A-722EF5FAA4C1}"/>
                </a:ext>
              </a:extLst>
            </p:cNvPr>
            <p:cNvSpPr/>
            <p:nvPr/>
          </p:nvSpPr>
          <p:spPr>
            <a:xfrm>
              <a:off x="5878434" y="6111753"/>
              <a:ext cx="584263" cy="243510"/>
            </a:xfrm>
            <a:prstGeom prst="roundRect">
              <a:avLst/>
            </a:prstGeom>
            <a:solidFill>
              <a:srgbClr val="0070C0"/>
            </a:solidFill>
            <a:ln w="25400" cap="flat" cmpd="sng" algn="ctr">
              <a:solidFill>
                <a:schemeClr val="tx2">
                  <a:lumMod val="90000"/>
                  <a:lumOff val="10000"/>
                </a:scheme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2082" name="Rectangle: Rounded Corners 2081">
              <a:extLst>
                <a:ext uri="{FF2B5EF4-FFF2-40B4-BE49-F238E27FC236}">
                  <a16:creationId xmlns:a16="http://schemas.microsoft.com/office/drawing/2014/main" id="{DC882CD8-20EB-FA2F-EA76-30D061F1AE40}"/>
                </a:ext>
              </a:extLst>
            </p:cNvPr>
            <p:cNvSpPr/>
            <p:nvPr/>
          </p:nvSpPr>
          <p:spPr>
            <a:xfrm>
              <a:off x="4382194" y="812166"/>
              <a:ext cx="2551826" cy="5468240"/>
            </a:xfrm>
            <a:prstGeom prst="roundRect">
              <a:avLst>
                <a:gd name="adj" fmla="val 6935"/>
              </a:avLst>
            </a:prstGeom>
            <a:solidFill>
              <a:srgbClr val="595959"/>
            </a:solidFill>
            <a:ln w="25400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2083" name="Rectangle 2082">
              <a:extLst>
                <a:ext uri="{FF2B5EF4-FFF2-40B4-BE49-F238E27FC236}">
                  <a16:creationId xmlns:a16="http://schemas.microsoft.com/office/drawing/2014/main" id="{60B99ABB-62CB-2ACB-4299-76A0B88388DD}"/>
                </a:ext>
              </a:extLst>
            </p:cNvPr>
            <p:cNvSpPr/>
            <p:nvPr/>
          </p:nvSpPr>
          <p:spPr>
            <a:xfrm>
              <a:off x="5033486" y="951545"/>
              <a:ext cx="1783645" cy="1186771"/>
            </a:xfrm>
            <a:prstGeom prst="rect">
              <a:avLst/>
            </a:prstGeom>
            <a:gradFill rotWithShape="1">
              <a:gsLst>
                <a:gs pos="0">
                  <a:srgbClr val="A5A5A5">
                    <a:tint val="100000"/>
                    <a:shade val="100000"/>
                    <a:satMod val="130000"/>
                  </a:srgbClr>
                </a:gs>
                <a:gs pos="100000">
                  <a:srgbClr val="A5A5A5">
                    <a:tint val="50000"/>
                    <a:shade val="100000"/>
                    <a:satMod val="350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A5A5A5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2084" name="Rectangle 2083">
              <a:extLst>
                <a:ext uri="{FF2B5EF4-FFF2-40B4-BE49-F238E27FC236}">
                  <a16:creationId xmlns:a16="http://schemas.microsoft.com/office/drawing/2014/main" id="{FA07FB55-D51D-AA82-FE24-2A536692EBED}"/>
                </a:ext>
              </a:extLst>
            </p:cNvPr>
            <p:cNvSpPr/>
            <p:nvPr/>
          </p:nvSpPr>
          <p:spPr>
            <a:xfrm>
              <a:off x="5033486" y="2290716"/>
              <a:ext cx="1783645" cy="1186771"/>
            </a:xfrm>
            <a:prstGeom prst="rect">
              <a:avLst/>
            </a:prstGeom>
            <a:gradFill rotWithShape="1">
              <a:gsLst>
                <a:gs pos="0">
                  <a:srgbClr val="A5A5A5">
                    <a:tint val="100000"/>
                    <a:shade val="100000"/>
                    <a:satMod val="130000"/>
                  </a:srgbClr>
                </a:gs>
                <a:gs pos="100000">
                  <a:srgbClr val="A5A5A5">
                    <a:tint val="50000"/>
                    <a:shade val="100000"/>
                    <a:satMod val="350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A5A5A5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2085" name="Rectangle 2084">
              <a:extLst>
                <a:ext uri="{FF2B5EF4-FFF2-40B4-BE49-F238E27FC236}">
                  <a16:creationId xmlns:a16="http://schemas.microsoft.com/office/drawing/2014/main" id="{E4521FA0-A2C9-DD8C-245F-F96655E29E6F}"/>
                </a:ext>
              </a:extLst>
            </p:cNvPr>
            <p:cNvSpPr/>
            <p:nvPr/>
          </p:nvSpPr>
          <p:spPr>
            <a:xfrm>
              <a:off x="6969531" y="3631872"/>
              <a:ext cx="1783645" cy="1186771"/>
            </a:xfrm>
            <a:prstGeom prst="rect">
              <a:avLst/>
            </a:prstGeom>
            <a:gradFill rotWithShape="1">
              <a:gsLst>
                <a:gs pos="0">
                  <a:srgbClr val="A5A5A5">
                    <a:tint val="100000"/>
                    <a:shade val="100000"/>
                    <a:satMod val="130000"/>
                  </a:srgbClr>
                </a:gs>
                <a:gs pos="100000">
                  <a:srgbClr val="A5A5A5">
                    <a:tint val="50000"/>
                    <a:shade val="100000"/>
                    <a:satMod val="350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A5A5A5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grpSp>
          <p:nvGrpSpPr>
            <p:cNvPr id="2086" name="Group 2085">
              <a:extLst>
                <a:ext uri="{FF2B5EF4-FFF2-40B4-BE49-F238E27FC236}">
                  <a16:creationId xmlns:a16="http://schemas.microsoft.com/office/drawing/2014/main" id="{E8766FE8-DEE5-11A5-776E-CEB8F5CC6263}"/>
                </a:ext>
              </a:extLst>
            </p:cNvPr>
            <p:cNvGrpSpPr/>
            <p:nvPr/>
          </p:nvGrpSpPr>
          <p:grpSpPr>
            <a:xfrm>
              <a:off x="6976364" y="977284"/>
              <a:ext cx="1783645" cy="1186771"/>
              <a:chOff x="6509609" y="1012320"/>
              <a:chExt cx="1783645" cy="1186771"/>
            </a:xfrm>
          </p:grpSpPr>
          <p:sp>
            <p:nvSpPr>
              <p:cNvPr id="2219" name="Rectangle 2218">
                <a:extLst>
                  <a:ext uri="{FF2B5EF4-FFF2-40B4-BE49-F238E27FC236}">
                    <a16:creationId xmlns:a16="http://schemas.microsoft.com/office/drawing/2014/main" id="{6358ACC2-6B81-029D-0433-D81B6EED5780}"/>
                  </a:ext>
                </a:extLst>
              </p:cNvPr>
              <p:cNvSpPr/>
              <p:nvPr/>
            </p:nvSpPr>
            <p:spPr>
              <a:xfrm>
                <a:off x="6509609" y="1012320"/>
                <a:ext cx="1783645" cy="1186771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220" name="Oval 2219">
                <a:extLst>
                  <a:ext uri="{FF2B5EF4-FFF2-40B4-BE49-F238E27FC236}">
                    <a16:creationId xmlns:a16="http://schemas.microsoft.com/office/drawing/2014/main" id="{1D656700-3CD7-F3FB-7C98-3C2B1913A74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593092" y="1085776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221" name="Oval 2220">
                <a:extLst>
                  <a:ext uri="{FF2B5EF4-FFF2-40B4-BE49-F238E27FC236}">
                    <a16:creationId xmlns:a16="http://schemas.microsoft.com/office/drawing/2014/main" id="{07B7FF47-89E0-B951-9095-4C657DCCA01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593092" y="1246721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222" name="Oval 2221">
                <a:extLst>
                  <a:ext uri="{FF2B5EF4-FFF2-40B4-BE49-F238E27FC236}">
                    <a16:creationId xmlns:a16="http://schemas.microsoft.com/office/drawing/2014/main" id="{52D8F17E-1DDE-08E9-97DF-D6403E82C0D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593092" y="1407666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223" name="Oval 2222">
                <a:extLst>
                  <a:ext uri="{FF2B5EF4-FFF2-40B4-BE49-F238E27FC236}">
                    <a16:creationId xmlns:a16="http://schemas.microsoft.com/office/drawing/2014/main" id="{5F45FA41-7656-DD65-8DD2-30AB0DA28E7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593092" y="1568611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224" name="Oval 2223">
                <a:extLst>
                  <a:ext uri="{FF2B5EF4-FFF2-40B4-BE49-F238E27FC236}">
                    <a16:creationId xmlns:a16="http://schemas.microsoft.com/office/drawing/2014/main" id="{33A11C79-E3B7-0E43-7436-C7D5CB87EAD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593092" y="1729556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225" name="Oval 2224">
                <a:extLst>
                  <a:ext uri="{FF2B5EF4-FFF2-40B4-BE49-F238E27FC236}">
                    <a16:creationId xmlns:a16="http://schemas.microsoft.com/office/drawing/2014/main" id="{76CE465E-FFA7-09D5-471B-FB8DB933324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593092" y="1890501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226" name="Oval 2225">
                <a:extLst>
                  <a:ext uri="{FF2B5EF4-FFF2-40B4-BE49-F238E27FC236}">
                    <a16:creationId xmlns:a16="http://schemas.microsoft.com/office/drawing/2014/main" id="{1A41D20A-D292-015F-4D9D-7EF1ED39DE0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593092" y="2051446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227" name="Oval 2226">
                <a:extLst>
                  <a:ext uri="{FF2B5EF4-FFF2-40B4-BE49-F238E27FC236}">
                    <a16:creationId xmlns:a16="http://schemas.microsoft.com/office/drawing/2014/main" id="{67B4043E-B39C-ED5A-BD77-A7AF657B22D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745492" y="1086512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228" name="Oval 2227">
                <a:extLst>
                  <a:ext uri="{FF2B5EF4-FFF2-40B4-BE49-F238E27FC236}">
                    <a16:creationId xmlns:a16="http://schemas.microsoft.com/office/drawing/2014/main" id="{2C2A6F7A-FA6D-DB09-C338-E88102F38FB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745492" y="1247457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229" name="Oval 2228">
                <a:extLst>
                  <a:ext uri="{FF2B5EF4-FFF2-40B4-BE49-F238E27FC236}">
                    <a16:creationId xmlns:a16="http://schemas.microsoft.com/office/drawing/2014/main" id="{6ADEEA26-EA3D-AA26-7A67-8AEE490C626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745492" y="1408402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230" name="Oval 2229">
                <a:extLst>
                  <a:ext uri="{FF2B5EF4-FFF2-40B4-BE49-F238E27FC236}">
                    <a16:creationId xmlns:a16="http://schemas.microsoft.com/office/drawing/2014/main" id="{260867C2-CA9C-2763-9B54-0D1E7A88605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745492" y="1569347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231" name="Oval 2230">
                <a:extLst>
                  <a:ext uri="{FF2B5EF4-FFF2-40B4-BE49-F238E27FC236}">
                    <a16:creationId xmlns:a16="http://schemas.microsoft.com/office/drawing/2014/main" id="{9443D955-16AC-B04E-64EC-96346BA7D12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745492" y="1730292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232" name="Oval 2231">
                <a:extLst>
                  <a:ext uri="{FF2B5EF4-FFF2-40B4-BE49-F238E27FC236}">
                    <a16:creationId xmlns:a16="http://schemas.microsoft.com/office/drawing/2014/main" id="{0387DC7C-10CC-6849-5986-6AC5A5F25BD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745492" y="1891237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233" name="Oval 2232">
                <a:extLst>
                  <a:ext uri="{FF2B5EF4-FFF2-40B4-BE49-F238E27FC236}">
                    <a16:creationId xmlns:a16="http://schemas.microsoft.com/office/drawing/2014/main" id="{858C3F8C-C0EB-C261-7392-CBC4C1205F6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745492" y="2052182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234" name="Oval 2233">
                <a:extLst>
                  <a:ext uri="{FF2B5EF4-FFF2-40B4-BE49-F238E27FC236}">
                    <a16:creationId xmlns:a16="http://schemas.microsoft.com/office/drawing/2014/main" id="{1214489F-1C2C-093D-2070-CAF07681F3F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897892" y="1087248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235" name="Oval 2234">
                <a:extLst>
                  <a:ext uri="{FF2B5EF4-FFF2-40B4-BE49-F238E27FC236}">
                    <a16:creationId xmlns:a16="http://schemas.microsoft.com/office/drawing/2014/main" id="{711FD014-847C-4214-A03B-EFFBE097838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897892" y="1248193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236" name="Oval 2235">
                <a:extLst>
                  <a:ext uri="{FF2B5EF4-FFF2-40B4-BE49-F238E27FC236}">
                    <a16:creationId xmlns:a16="http://schemas.microsoft.com/office/drawing/2014/main" id="{137B5935-593E-856B-B4CC-58B50677A27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897892" y="1409138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237" name="Oval 2236">
                <a:extLst>
                  <a:ext uri="{FF2B5EF4-FFF2-40B4-BE49-F238E27FC236}">
                    <a16:creationId xmlns:a16="http://schemas.microsoft.com/office/drawing/2014/main" id="{B8350402-83BE-EB5B-502E-008E24FD94F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897892" y="1570083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238" name="Oval 2237">
                <a:extLst>
                  <a:ext uri="{FF2B5EF4-FFF2-40B4-BE49-F238E27FC236}">
                    <a16:creationId xmlns:a16="http://schemas.microsoft.com/office/drawing/2014/main" id="{6B2C2846-601E-5DC3-73F5-67168C08C91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897892" y="1731028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239" name="Oval 2238">
                <a:extLst>
                  <a:ext uri="{FF2B5EF4-FFF2-40B4-BE49-F238E27FC236}">
                    <a16:creationId xmlns:a16="http://schemas.microsoft.com/office/drawing/2014/main" id="{D53DACB2-FDDE-DF1D-C73E-8B7C785E64D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897892" y="1891973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240" name="Oval 2239">
                <a:extLst>
                  <a:ext uri="{FF2B5EF4-FFF2-40B4-BE49-F238E27FC236}">
                    <a16:creationId xmlns:a16="http://schemas.microsoft.com/office/drawing/2014/main" id="{CA2780E7-BDDC-0816-3666-B0AEE8D16C5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897892" y="2052918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241" name="Oval 2240">
                <a:extLst>
                  <a:ext uri="{FF2B5EF4-FFF2-40B4-BE49-F238E27FC236}">
                    <a16:creationId xmlns:a16="http://schemas.microsoft.com/office/drawing/2014/main" id="{C9D91279-92D3-9147-DBFE-B56D7FFEB8D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50292" y="1087984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242" name="Oval 2241">
                <a:extLst>
                  <a:ext uri="{FF2B5EF4-FFF2-40B4-BE49-F238E27FC236}">
                    <a16:creationId xmlns:a16="http://schemas.microsoft.com/office/drawing/2014/main" id="{06DEFFA8-ACAE-5BA4-80D4-6774E29B4C9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50292" y="1248929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243" name="Oval 2242">
                <a:extLst>
                  <a:ext uri="{FF2B5EF4-FFF2-40B4-BE49-F238E27FC236}">
                    <a16:creationId xmlns:a16="http://schemas.microsoft.com/office/drawing/2014/main" id="{F19C8661-31C3-A6DC-F3B5-95791333569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50292" y="1409874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244" name="Oval 2243">
                <a:extLst>
                  <a:ext uri="{FF2B5EF4-FFF2-40B4-BE49-F238E27FC236}">
                    <a16:creationId xmlns:a16="http://schemas.microsoft.com/office/drawing/2014/main" id="{A6684F8A-4ADA-1C1C-AFC2-F5808C63FC9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50292" y="1570819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245" name="Oval 2244">
                <a:extLst>
                  <a:ext uri="{FF2B5EF4-FFF2-40B4-BE49-F238E27FC236}">
                    <a16:creationId xmlns:a16="http://schemas.microsoft.com/office/drawing/2014/main" id="{1C2D2890-7ACC-ABFC-131D-45966F00AD4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50292" y="1731764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246" name="Oval 2245">
                <a:extLst>
                  <a:ext uri="{FF2B5EF4-FFF2-40B4-BE49-F238E27FC236}">
                    <a16:creationId xmlns:a16="http://schemas.microsoft.com/office/drawing/2014/main" id="{E85F3070-D51D-B2FC-8BAB-6C518F4437B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50292" y="1892709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247" name="Oval 2246">
                <a:extLst>
                  <a:ext uri="{FF2B5EF4-FFF2-40B4-BE49-F238E27FC236}">
                    <a16:creationId xmlns:a16="http://schemas.microsoft.com/office/drawing/2014/main" id="{6C2730F5-11F0-C9CA-437D-43383B61D49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50292" y="2053654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248" name="Oval 2247">
                <a:extLst>
                  <a:ext uri="{FF2B5EF4-FFF2-40B4-BE49-F238E27FC236}">
                    <a16:creationId xmlns:a16="http://schemas.microsoft.com/office/drawing/2014/main" id="{4D7961EC-4F45-4317-5EC4-AF4461FA533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202692" y="1088720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249" name="Oval 2248">
                <a:extLst>
                  <a:ext uri="{FF2B5EF4-FFF2-40B4-BE49-F238E27FC236}">
                    <a16:creationId xmlns:a16="http://schemas.microsoft.com/office/drawing/2014/main" id="{75303A73-645B-11CB-3E58-86C9C1BF765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202692" y="1249665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250" name="Oval 2249">
                <a:extLst>
                  <a:ext uri="{FF2B5EF4-FFF2-40B4-BE49-F238E27FC236}">
                    <a16:creationId xmlns:a16="http://schemas.microsoft.com/office/drawing/2014/main" id="{D441C377-1136-CE06-3F71-E211626BEE0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202692" y="1410610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251" name="Oval 2250">
                <a:extLst>
                  <a:ext uri="{FF2B5EF4-FFF2-40B4-BE49-F238E27FC236}">
                    <a16:creationId xmlns:a16="http://schemas.microsoft.com/office/drawing/2014/main" id="{CDD5144D-68DB-5057-6F60-9EE9A117110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202692" y="1571555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252" name="Oval 2251">
                <a:extLst>
                  <a:ext uri="{FF2B5EF4-FFF2-40B4-BE49-F238E27FC236}">
                    <a16:creationId xmlns:a16="http://schemas.microsoft.com/office/drawing/2014/main" id="{8A3AA9F7-F7B7-AA1D-5643-B4EF65BDB27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202692" y="1732500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253" name="Oval 2252">
                <a:extLst>
                  <a:ext uri="{FF2B5EF4-FFF2-40B4-BE49-F238E27FC236}">
                    <a16:creationId xmlns:a16="http://schemas.microsoft.com/office/drawing/2014/main" id="{3F640B27-2C00-953B-0A2C-EC49E558CE1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202692" y="1893445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254" name="Oval 2253">
                <a:extLst>
                  <a:ext uri="{FF2B5EF4-FFF2-40B4-BE49-F238E27FC236}">
                    <a16:creationId xmlns:a16="http://schemas.microsoft.com/office/drawing/2014/main" id="{82A95399-A526-EF34-7054-515FABAB096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202692" y="2054390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255" name="Oval 2254">
                <a:extLst>
                  <a:ext uri="{FF2B5EF4-FFF2-40B4-BE49-F238E27FC236}">
                    <a16:creationId xmlns:a16="http://schemas.microsoft.com/office/drawing/2014/main" id="{15F57532-3494-451B-4789-B345DC2D096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355092" y="1089456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256" name="Oval 2255">
                <a:extLst>
                  <a:ext uri="{FF2B5EF4-FFF2-40B4-BE49-F238E27FC236}">
                    <a16:creationId xmlns:a16="http://schemas.microsoft.com/office/drawing/2014/main" id="{79091D2D-922A-6A2D-E621-9D10E7B9084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355092" y="1250401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257" name="Oval 2256">
                <a:extLst>
                  <a:ext uri="{FF2B5EF4-FFF2-40B4-BE49-F238E27FC236}">
                    <a16:creationId xmlns:a16="http://schemas.microsoft.com/office/drawing/2014/main" id="{84A3136D-8688-029D-DA34-9F1D1E74655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355092" y="1411346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258" name="Oval 2257">
                <a:extLst>
                  <a:ext uri="{FF2B5EF4-FFF2-40B4-BE49-F238E27FC236}">
                    <a16:creationId xmlns:a16="http://schemas.microsoft.com/office/drawing/2014/main" id="{8C5B217A-C544-AFF0-D7A5-B79EB66EF4A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355092" y="1572291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259" name="Oval 2258">
                <a:extLst>
                  <a:ext uri="{FF2B5EF4-FFF2-40B4-BE49-F238E27FC236}">
                    <a16:creationId xmlns:a16="http://schemas.microsoft.com/office/drawing/2014/main" id="{8C4A8034-F375-8D27-4D86-1FE0C8823B3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355092" y="1733236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260" name="Oval 2259">
                <a:extLst>
                  <a:ext uri="{FF2B5EF4-FFF2-40B4-BE49-F238E27FC236}">
                    <a16:creationId xmlns:a16="http://schemas.microsoft.com/office/drawing/2014/main" id="{99DB6A91-FA5A-1FBB-1096-BAD94A864A3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355092" y="1894181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261" name="Oval 2260">
                <a:extLst>
                  <a:ext uri="{FF2B5EF4-FFF2-40B4-BE49-F238E27FC236}">
                    <a16:creationId xmlns:a16="http://schemas.microsoft.com/office/drawing/2014/main" id="{DE7B8981-6DD2-A46C-54D5-B28F907F8F8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355092" y="2055126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262" name="Oval 2261">
                <a:extLst>
                  <a:ext uri="{FF2B5EF4-FFF2-40B4-BE49-F238E27FC236}">
                    <a16:creationId xmlns:a16="http://schemas.microsoft.com/office/drawing/2014/main" id="{C93CA7D9-C728-2785-F5F8-2AD0E62EED5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507492" y="1090192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263" name="Oval 2262">
                <a:extLst>
                  <a:ext uri="{FF2B5EF4-FFF2-40B4-BE49-F238E27FC236}">
                    <a16:creationId xmlns:a16="http://schemas.microsoft.com/office/drawing/2014/main" id="{2FE8C182-74D6-95D3-8CCB-8844D1BD107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507492" y="1251137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264" name="Oval 2263">
                <a:extLst>
                  <a:ext uri="{FF2B5EF4-FFF2-40B4-BE49-F238E27FC236}">
                    <a16:creationId xmlns:a16="http://schemas.microsoft.com/office/drawing/2014/main" id="{ACFFD795-1F64-719B-524E-C62995AD256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507492" y="1412082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265" name="Oval 2264">
                <a:extLst>
                  <a:ext uri="{FF2B5EF4-FFF2-40B4-BE49-F238E27FC236}">
                    <a16:creationId xmlns:a16="http://schemas.microsoft.com/office/drawing/2014/main" id="{7B2A6EDD-3DC1-1A48-80DA-E3896C34BA8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507492" y="1573027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266" name="Oval 2265">
                <a:extLst>
                  <a:ext uri="{FF2B5EF4-FFF2-40B4-BE49-F238E27FC236}">
                    <a16:creationId xmlns:a16="http://schemas.microsoft.com/office/drawing/2014/main" id="{1017E220-4D13-45F4-DBD3-F6D7093684E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507492" y="1733972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267" name="Oval 2266">
                <a:extLst>
                  <a:ext uri="{FF2B5EF4-FFF2-40B4-BE49-F238E27FC236}">
                    <a16:creationId xmlns:a16="http://schemas.microsoft.com/office/drawing/2014/main" id="{4715A5B2-18A4-DDC7-BAA6-C4D6917A58A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507492" y="1894917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268" name="Oval 2267">
                <a:extLst>
                  <a:ext uri="{FF2B5EF4-FFF2-40B4-BE49-F238E27FC236}">
                    <a16:creationId xmlns:a16="http://schemas.microsoft.com/office/drawing/2014/main" id="{D6E12162-88E6-DD10-A366-3D566589E6A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507492" y="2055862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269" name="Oval 2268">
                <a:extLst>
                  <a:ext uri="{FF2B5EF4-FFF2-40B4-BE49-F238E27FC236}">
                    <a16:creationId xmlns:a16="http://schemas.microsoft.com/office/drawing/2014/main" id="{1217B5A0-6943-1C25-D35B-A2CA483766D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659892" y="1090928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270" name="Oval 2269">
                <a:extLst>
                  <a:ext uri="{FF2B5EF4-FFF2-40B4-BE49-F238E27FC236}">
                    <a16:creationId xmlns:a16="http://schemas.microsoft.com/office/drawing/2014/main" id="{DF55E119-E55C-3E34-25BD-B1C22154CBA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659892" y="1251873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271" name="Oval 2270">
                <a:extLst>
                  <a:ext uri="{FF2B5EF4-FFF2-40B4-BE49-F238E27FC236}">
                    <a16:creationId xmlns:a16="http://schemas.microsoft.com/office/drawing/2014/main" id="{A224926C-B19A-BB82-7616-2CCBB5A738F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659892" y="1412818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272" name="Oval 2271">
                <a:extLst>
                  <a:ext uri="{FF2B5EF4-FFF2-40B4-BE49-F238E27FC236}">
                    <a16:creationId xmlns:a16="http://schemas.microsoft.com/office/drawing/2014/main" id="{D073193C-ED27-2B29-3839-5118459AC01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659892" y="1573763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273" name="Oval 2272">
                <a:extLst>
                  <a:ext uri="{FF2B5EF4-FFF2-40B4-BE49-F238E27FC236}">
                    <a16:creationId xmlns:a16="http://schemas.microsoft.com/office/drawing/2014/main" id="{F8E46A0B-7465-2E7E-5FC6-B42C6B18B3C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659892" y="1734708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274" name="Oval 2273">
                <a:extLst>
                  <a:ext uri="{FF2B5EF4-FFF2-40B4-BE49-F238E27FC236}">
                    <a16:creationId xmlns:a16="http://schemas.microsoft.com/office/drawing/2014/main" id="{8630816A-281E-201B-6033-1113D3A2339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659892" y="1895653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275" name="Oval 2274">
                <a:extLst>
                  <a:ext uri="{FF2B5EF4-FFF2-40B4-BE49-F238E27FC236}">
                    <a16:creationId xmlns:a16="http://schemas.microsoft.com/office/drawing/2014/main" id="{676F14F6-A59E-2FF4-8BA9-AB330E0EB1F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659892" y="2056598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276" name="Oval 2275">
                <a:extLst>
                  <a:ext uri="{FF2B5EF4-FFF2-40B4-BE49-F238E27FC236}">
                    <a16:creationId xmlns:a16="http://schemas.microsoft.com/office/drawing/2014/main" id="{5B989AE9-07C3-9A66-754D-934A415101A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812292" y="1091664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277" name="Oval 2276">
                <a:extLst>
                  <a:ext uri="{FF2B5EF4-FFF2-40B4-BE49-F238E27FC236}">
                    <a16:creationId xmlns:a16="http://schemas.microsoft.com/office/drawing/2014/main" id="{4CE2A728-961E-0CA3-526D-E1DC73B3472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812292" y="1252609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278" name="Oval 2277">
                <a:extLst>
                  <a:ext uri="{FF2B5EF4-FFF2-40B4-BE49-F238E27FC236}">
                    <a16:creationId xmlns:a16="http://schemas.microsoft.com/office/drawing/2014/main" id="{91397793-BE73-C72A-5DC0-8D823B83AEA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812292" y="1413554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279" name="Oval 2278">
                <a:extLst>
                  <a:ext uri="{FF2B5EF4-FFF2-40B4-BE49-F238E27FC236}">
                    <a16:creationId xmlns:a16="http://schemas.microsoft.com/office/drawing/2014/main" id="{6BBEAF2A-1E35-0397-317E-1E29F3713CF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812292" y="1574499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280" name="Oval 2279">
                <a:extLst>
                  <a:ext uri="{FF2B5EF4-FFF2-40B4-BE49-F238E27FC236}">
                    <a16:creationId xmlns:a16="http://schemas.microsoft.com/office/drawing/2014/main" id="{3FA2D4E7-56B5-9AF2-623A-165B1E07623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812292" y="1735444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281" name="Oval 2280">
                <a:extLst>
                  <a:ext uri="{FF2B5EF4-FFF2-40B4-BE49-F238E27FC236}">
                    <a16:creationId xmlns:a16="http://schemas.microsoft.com/office/drawing/2014/main" id="{C9CF6241-83BD-25C1-142B-D2090E24E7C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812292" y="1896389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282" name="Oval 2281">
                <a:extLst>
                  <a:ext uri="{FF2B5EF4-FFF2-40B4-BE49-F238E27FC236}">
                    <a16:creationId xmlns:a16="http://schemas.microsoft.com/office/drawing/2014/main" id="{563EE180-75AD-3395-0EC9-D47ACBB9528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812292" y="2057334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283" name="Oval 2282">
                <a:extLst>
                  <a:ext uri="{FF2B5EF4-FFF2-40B4-BE49-F238E27FC236}">
                    <a16:creationId xmlns:a16="http://schemas.microsoft.com/office/drawing/2014/main" id="{CFC1FCA3-0FB5-8A17-6C9F-5AED3F1AC0D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964692" y="1092400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284" name="Oval 2283">
                <a:extLst>
                  <a:ext uri="{FF2B5EF4-FFF2-40B4-BE49-F238E27FC236}">
                    <a16:creationId xmlns:a16="http://schemas.microsoft.com/office/drawing/2014/main" id="{C3BB739E-4600-49E6-8F22-9EE1E782652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964692" y="1253345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285" name="Oval 2284">
                <a:extLst>
                  <a:ext uri="{FF2B5EF4-FFF2-40B4-BE49-F238E27FC236}">
                    <a16:creationId xmlns:a16="http://schemas.microsoft.com/office/drawing/2014/main" id="{8EAB136A-B8FD-E085-2EAF-57629DAF25F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964692" y="1414290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286" name="Oval 2285">
                <a:extLst>
                  <a:ext uri="{FF2B5EF4-FFF2-40B4-BE49-F238E27FC236}">
                    <a16:creationId xmlns:a16="http://schemas.microsoft.com/office/drawing/2014/main" id="{9DC012EF-0EA6-E623-6FA4-A63F33658E2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964692" y="1575235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287" name="Oval 2286">
                <a:extLst>
                  <a:ext uri="{FF2B5EF4-FFF2-40B4-BE49-F238E27FC236}">
                    <a16:creationId xmlns:a16="http://schemas.microsoft.com/office/drawing/2014/main" id="{AD502090-5CB8-AFFD-7520-91195AC2F3D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964692" y="1736180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288" name="Oval 2287">
                <a:extLst>
                  <a:ext uri="{FF2B5EF4-FFF2-40B4-BE49-F238E27FC236}">
                    <a16:creationId xmlns:a16="http://schemas.microsoft.com/office/drawing/2014/main" id="{32911B99-DF5C-839D-CC6E-20F30C93F88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964692" y="1897125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289" name="Oval 2288">
                <a:extLst>
                  <a:ext uri="{FF2B5EF4-FFF2-40B4-BE49-F238E27FC236}">
                    <a16:creationId xmlns:a16="http://schemas.microsoft.com/office/drawing/2014/main" id="{97780285-32BF-83C3-3715-4ABDD876A82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964692" y="2058070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290" name="Oval 2289">
                <a:extLst>
                  <a:ext uri="{FF2B5EF4-FFF2-40B4-BE49-F238E27FC236}">
                    <a16:creationId xmlns:a16="http://schemas.microsoft.com/office/drawing/2014/main" id="{28DE1CAE-F224-1D2E-194E-DD1116935D8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117092" y="1093136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291" name="Oval 2290">
                <a:extLst>
                  <a:ext uri="{FF2B5EF4-FFF2-40B4-BE49-F238E27FC236}">
                    <a16:creationId xmlns:a16="http://schemas.microsoft.com/office/drawing/2014/main" id="{9BA3F83A-E386-675E-B075-7327D746FDD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117092" y="1254081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292" name="Oval 2291">
                <a:extLst>
                  <a:ext uri="{FF2B5EF4-FFF2-40B4-BE49-F238E27FC236}">
                    <a16:creationId xmlns:a16="http://schemas.microsoft.com/office/drawing/2014/main" id="{2529F067-015F-9BE1-402E-BCB8FA71B2E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117092" y="1415026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293" name="Oval 2292">
                <a:extLst>
                  <a:ext uri="{FF2B5EF4-FFF2-40B4-BE49-F238E27FC236}">
                    <a16:creationId xmlns:a16="http://schemas.microsoft.com/office/drawing/2014/main" id="{B7D4EDFF-3986-AD9B-365D-51B3A0B9F67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117092" y="1575971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294" name="Oval 2293">
                <a:extLst>
                  <a:ext uri="{FF2B5EF4-FFF2-40B4-BE49-F238E27FC236}">
                    <a16:creationId xmlns:a16="http://schemas.microsoft.com/office/drawing/2014/main" id="{CCFE09F4-7289-AE6F-309E-E2A54C2341F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117092" y="1736916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295" name="Oval 2294">
                <a:extLst>
                  <a:ext uri="{FF2B5EF4-FFF2-40B4-BE49-F238E27FC236}">
                    <a16:creationId xmlns:a16="http://schemas.microsoft.com/office/drawing/2014/main" id="{391059A2-6974-F34F-F09F-77880B6BFAE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117092" y="1897861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296" name="Oval 2295">
                <a:extLst>
                  <a:ext uri="{FF2B5EF4-FFF2-40B4-BE49-F238E27FC236}">
                    <a16:creationId xmlns:a16="http://schemas.microsoft.com/office/drawing/2014/main" id="{A4CDA7D0-BEF9-380F-8765-2E550AC9497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117092" y="2058806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</p:grpSp>
        <p:grpSp>
          <p:nvGrpSpPr>
            <p:cNvPr id="2087" name="Group 2086">
              <a:extLst>
                <a:ext uri="{FF2B5EF4-FFF2-40B4-BE49-F238E27FC236}">
                  <a16:creationId xmlns:a16="http://schemas.microsoft.com/office/drawing/2014/main" id="{FB961CB1-B90B-8FC0-01F7-62CE144C3F03}"/>
                </a:ext>
              </a:extLst>
            </p:cNvPr>
            <p:cNvGrpSpPr/>
            <p:nvPr/>
          </p:nvGrpSpPr>
          <p:grpSpPr>
            <a:xfrm>
              <a:off x="5033486" y="4969058"/>
              <a:ext cx="1783645" cy="1186771"/>
              <a:chOff x="4566731" y="5004094"/>
              <a:chExt cx="1783645" cy="1186771"/>
            </a:xfrm>
          </p:grpSpPr>
          <p:sp>
            <p:nvSpPr>
              <p:cNvPr id="2190" name="Rectangle 2189">
                <a:extLst>
                  <a:ext uri="{FF2B5EF4-FFF2-40B4-BE49-F238E27FC236}">
                    <a16:creationId xmlns:a16="http://schemas.microsoft.com/office/drawing/2014/main" id="{0DEBC4A7-2049-1550-CE42-B8FCE3E70CE5}"/>
                  </a:ext>
                </a:extLst>
              </p:cNvPr>
              <p:cNvSpPr/>
              <p:nvPr/>
            </p:nvSpPr>
            <p:spPr>
              <a:xfrm>
                <a:off x="4566731" y="5004094"/>
                <a:ext cx="1783645" cy="1186771"/>
              </a:xfrm>
              <a:prstGeom prst="rect">
                <a:avLst/>
              </a:prstGeom>
              <a:gradFill rotWithShape="1">
                <a:gsLst>
                  <a:gs pos="0">
                    <a:srgbClr val="A5A5A5">
                      <a:tint val="100000"/>
                      <a:shade val="100000"/>
                      <a:satMod val="130000"/>
                    </a:srgbClr>
                  </a:gs>
                  <a:gs pos="100000">
                    <a:srgbClr val="A5A5A5">
                      <a:tint val="50000"/>
                      <a:shade val="100000"/>
                      <a:satMod val="350000"/>
                    </a:srgbClr>
                  </a:gs>
                </a:gsLst>
                <a:lin ang="16200000" scaled="0"/>
              </a:gra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191" name="Oval 2190">
                <a:extLst>
                  <a:ext uri="{FF2B5EF4-FFF2-40B4-BE49-F238E27FC236}">
                    <a16:creationId xmlns:a16="http://schemas.microsoft.com/office/drawing/2014/main" id="{1A64FD35-3936-F0D2-5DDA-A6F72968C51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635915" y="5374106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192" name="Oval 2191">
                <a:extLst>
                  <a:ext uri="{FF2B5EF4-FFF2-40B4-BE49-F238E27FC236}">
                    <a16:creationId xmlns:a16="http://schemas.microsoft.com/office/drawing/2014/main" id="{297B7AE7-3ADC-9DF1-7439-874313F54C6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635915" y="5101061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193" name="Oval 2192">
                <a:extLst>
                  <a:ext uri="{FF2B5EF4-FFF2-40B4-BE49-F238E27FC236}">
                    <a16:creationId xmlns:a16="http://schemas.microsoft.com/office/drawing/2014/main" id="{BEBE1DAC-ECC5-33F4-1950-A792A219A80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879755" y="5374106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194" name="Oval 2193">
                <a:extLst>
                  <a:ext uri="{FF2B5EF4-FFF2-40B4-BE49-F238E27FC236}">
                    <a16:creationId xmlns:a16="http://schemas.microsoft.com/office/drawing/2014/main" id="{086A4257-78DA-561D-8930-8B285B8C3D5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879755" y="5101061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195" name="Oval 2194">
                <a:extLst>
                  <a:ext uri="{FF2B5EF4-FFF2-40B4-BE49-F238E27FC236}">
                    <a16:creationId xmlns:a16="http://schemas.microsoft.com/office/drawing/2014/main" id="{EA41CF96-CC52-716A-8C92-5488F544CC0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123595" y="5374106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196" name="Oval 2195">
                <a:extLst>
                  <a:ext uri="{FF2B5EF4-FFF2-40B4-BE49-F238E27FC236}">
                    <a16:creationId xmlns:a16="http://schemas.microsoft.com/office/drawing/2014/main" id="{ED338CA1-6BB6-FB84-5351-50307EA6B80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123595" y="5101061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197" name="Oval 2196">
                <a:extLst>
                  <a:ext uri="{FF2B5EF4-FFF2-40B4-BE49-F238E27FC236}">
                    <a16:creationId xmlns:a16="http://schemas.microsoft.com/office/drawing/2014/main" id="{39F1CE31-95ED-20DD-9F0C-D3123F55C6F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367435" y="5374106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198" name="Oval 2197">
                <a:extLst>
                  <a:ext uri="{FF2B5EF4-FFF2-40B4-BE49-F238E27FC236}">
                    <a16:creationId xmlns:a16="http://schemas.microsoft.com/office/drawing/2014/main" id="{73EC67E5-A44A-D6B6-EA76-A8DDDDB6E73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367435" y="5101061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199" name="Oval 2198">
                <a:extLst>
                  <a:ext uri="{FF2B5EF4-FFF2-40B4-BE49-F238E27FC236}">
                    <a16:creationId xmlns:a16="http://schemas.microsoft.com/office/drawing/2014/main" id="{26C084C6-0E2D-0543-082F-07DBA1278D3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611275" y="5374106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200" name="Oval 2199">
                <a:extLst>
                  <a:ext uri="{FF2B5EF4-FFF2-40B4-BE49-F238E27FC236}">
                    <a16:creationId xmlns:a16="http://schemas.microsoft.com/office/drawing/2014/main" id="{A3972EFA-666C-546C-D611-150F0ED72DB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611275" y="5101061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201" name="Oval 2200">
                <a:extLst>
                  <a:ext uri="{FF2B5EF4-FFF2-40B4-BE49-F238E27FC236}">
                    <a16:creationId xmlns:a16="http://schemas.microsoft.com/office/drawing/2014/main" id="{AEFCF410-36B0-6388-2DDD-C24735F56FF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55115" y="5374106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202" name="Oval 2201">
                <a:extLst>
                  <a:ext uri="{FF2B5EF4-FFF2-40B4-BE49-F238E27FC236}">
                    <a16:creationId xmlns:a16="http://schemas.microsoft.com/office/drawing/2014/main" id="{F2B8C43A-4A5A-661E-9F12-B20D4318D0B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55115" y="5101061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203" name="Oval 2202">
                <a:extLst>
                  <a:ext uri="{FF2B5EF4-FFF2-40B4-BE49-F238E27FC236}">
                    <a16:creationId xmlns:a16="http://schemas.microsoft.com/office/drawing/2014/main" id="{68E370B8-424D-822C-5B58-D974A88A9E2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98955" y="5374106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204" name="Oval 2203">
                <a:extLst>
                  <a:ext uri="{FF2B5EF4-FFF2-40B4-BE49-F238E27FC236}">
                    <a16:creationId xmlns:a16="http://schemas.microsoft.com/office/drawing/2014/main" id="{2AB910C7-AE56-F112-9AEA-593BFDF723B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98955" y="5101061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205" name="Oval 2204">
                <a:extLst>
                  <a:ext uri="{FF2B5EF4-FFF2-40B4-BE49-F238E27FC236}">
                    <a16:creationId xmlns:a16="http://schemas.microsoft.com/office/drawing/2014/main" id="{68E1943A-99C5-BA49-25CC-4174FE54FCD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635915" y="5922876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206" name="Oval 2205">
                <a:extLst>
                  <a:ext uri="{FF2B5EF4-FFF2-40B4-BE49-F238E27FC236}">
                    <a16:creationId xmlns:a16="http://schemas.microsoft.com/office/drawing/2014/main" id="{D3A14466-8AD7-F869-2518-E54344AA4AB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635915" y="5649831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207" name="Oval 2206">
                <a:extLst>
                  <a:ext uri="{FF2B5EF4-FFF2-40B4-BE49-F238E27FC236}">
                    <a16:creationId xmlns:a16="http://schemas.microsoft.com/office/drawing/2014/main" id="{4604B189-FB4F-4AAF-ABB5-BCB474F421E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879755" y="5922876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208" name="Oval 2207">
                <a:extLst>
                  <a:ext uri="{FF2B5EF4-FFF2-40B4-BE49-F238E27FC236}">
                    <a16:creationId xmlns:a16="http://schemas.microsoft.com/office/drawing/2014/main" id="{5F3EC740-2A0E-7C86-E9E6-781618E1C50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879755" y="5649831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209" name="Oval 2208">
                <a:extLst>
                  <a:ext uri="{FF2B5EF4-FFF2-40B4-BE49-F238E27FC236}">
                    <a16:creationId xmlns:a16="http://schemas.microsoft.com/office/drawing/2014/main" id="{4F4C522A-525F-AFCA-2790-F1E57CDA37A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123595" y="5922876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210" name="Oval 2209">
                <a:extLst>
                  <a:ext uri="{FF2B5EF4-FFF2-40B4-BE49-F238E27FC236}">
                    <a16:creationId xmlns:a16="http://schemas.microsoft.com/office/drawing/2014/main" id="{D18BE873-0BBC-7118-FAA6-022FCD216D2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123595" y="5649831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211" name="Oval 2210">
                <a:extLst>
                  <a:ext uri="{FF2B5EF4-FFF2-40B4-BE49-F238E27FC236}">
                    <a16:creationId xmlns:a16="http://schemas.microsoft.com/office/drawing/2014/main" id="{AB4B101B-76C0-59D8-1E72-675F4530B91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367435" y="5922876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212" name="Oval 2211">
                <a:extLst>
                  <a:ext uri="{FF2B5EF4-FFF2-40B4-BE49-F238E27FC236}">
                    <a16:creationId xmlns:a16="http://schemas.microsoft.com/office/drawing/2014/main" id="{056DDC1A-0B5A-4507-FEF1-DC26C1DED33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367435" y="5649831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213" name="Oval 2212">
                <a:extLst>
                  <a:ext uri="{FF2B5EF4-FFF2-40B4-BE49-F238E27FC236}">
                    <a16:creationId xmlns:a16="http://schemas.microsoft.com/office/drawing/2014/main" id="{A8C4C82C-011B-0127-F87D-F5D74E7F341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611275" y="5922876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214" name="Oval 2213">
                <a:extLst>
                  <a:ext uri="{FF2B5EF4-FFF2-40B4-BE49-F238E27FC236}">
                    <a16:creationId xmlns:a16="http://schemas.microsoft.com/office/drawing/2014/main" id="{6D7FDD8F-FBAE-4D0C-4072-890053A3485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611275" y="5649831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215" name="Oval 2214">
                <a:extLst>
                  <a:ext uri="{FF2B5EF4-FFF2-40B4-BE49-F238E27FC236}">
                    <a16:creationId xmlns:a16="http://schemas.microsoft.com/office/drawing/2014/main" id="{B7D1433C-1787-6E47-DB75-6F430793AAE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55115" y="5922876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216" name="Oval 2215">
                <a:extLst>
                  <a:ext uri="{FF2B5EF4-FFF2-40B4-BE49-F238E27FC236}">
                    <a16:creationId xmlns:a16="http://schemas.microsoft.com/office/drawing/2014/main" id="{E71681A8-5E7A-0E5A-661F-9D3AF0EACFB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55115" y="5649831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217" name="Oval 2216">
                <a:extLst>
                  <a:ext uri="{FF2B5EF4-FFF2-40B4-BE49-F238E27FC236}">
                    <a16:creationId xmlns:a16="http://schemas.microsoft.com/office/drawing/2014/main" id="{16070D8E-EAF8-9A89-4644-9D0A7B140B3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98955" y="5922876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218" name="Oval 2217">
                <a:extLst>
                  <a:ext uri="{FF2B5EF4-FFF2-40B4-BE49-F238E27FC236}">
                    <a16:creationId xmlns:a16="http://schemas.microsoft.com/office/drawing/2014/main" id="{F3C4E9D6-E28E-FFD3-4DF6-5C7F6F7ADB5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98955" y="5649831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</p:grpSp>
        <p:grpSp>
          <p:nvGrpSpPr>
            <p:cNvPr id="2088" name="Group 2087">
              <a:extLst>
                <a:ext uri="{FF2B5EF4-FFF2-40B4-BE49-F238E27FC236}">
                  <a16:creationId xmlns:a16="http://schemas.microsoft.com/office/drawing/2014/main" id="{EA92A81A-0B21-DA7F-179A-D70FD5D6BE6D}"/>
                </a:ext>
              </a:extLst>
            </p:cNvPr>
            <p:cNvGrpSpPr/>
            <p:nvPr/>
          </p:nvGrpSpPr>
          <p:grpSpPr>
            <a:xfrm>
              <a:off x="6969531" y="2292701"/>
              <a:ext cx="1783645" cy="1186771"/>
              <a:chOff x="6502776" y="2327737"/>
              <a:chExt cx="1783645" cy="1186771"/>
            </a:xfrm>
          </p:grpSpPr>
          <p:sp>
            <p:nvSpPr>
              <p:cNvPr id="2187" name="Rectangle 2186">
                <a:extLst>
                  <a:ext uri="{FF2B5EF4-FFF2-40B4-BE49-F238E27FC236}">
                    <a16:creationId xmlns:a16="http://schemas.microsoft.com/office/drawing/2014/main" id="{59F92D1A-1870-E229-FB5B-C724CB600305}"/>
                  </a:ext>
                </a:extLst>
              </p:cNvPr>
              <p:cNvSpPr/>
              <p:nvPr/>
            </p:nvSpPr>
            <p:spPr>
              <a:xfrm>
                <a:off x="6502776" y="2327737"/>
                <a:ext cx="1783645" cy="1186771"/>
              </a:xfrm>
              <a:prstGeom prst="rect">
                <a:avLst/>
              </a:prstGeom>
              <a:gradFill rotWithShape="1">
                <a:gsLst>
                  <a:gs pos="0">
                    <a:srgbClr val="A5A5A5">
                      <a:tint val="100000"/>
                      <a:shade val="100000"/>
                      <a:satMod val="130000"/>
                    </a:srgbClr>
                  </a:gs>
                  <a:gs pos="100000">
                    <a:srgbClr val="A5A5A5">
                      <a:tint val="50000"/>
                      <a:shade val="100000"/>
                      <a:satMod val="350000"/>
                    </a:srgbClr>
                  </a:gs>
                </a:gsLst>
                <a:lin ang="16200000" scaled="0"/>
              </a:gra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188" name="Oval 2187">
                <a:extLst>
                  <a:ext uri="{FF2B5EF4-FFF2-40B4-BE49-F238E27FC236}">
                    <a16:creationId xmlns:a16="http://schemas.microsoft.com/office/drawing/2014/main" id="{01EF50C8-A029-027B-FBC0-DDD39F35BC4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577852" y="2448643"/>
                <a:ext cx="731520" cy="73152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solidFill>
                  <a:srgbClr val="000000">
                    <a:lumMod val="85000"/>
                    <a:lumOff val="15000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189" name="Oval 2188">
                <a:extLst>
                  <a:ext uri="{FF2B5EF4-FFF2-40B4-BE49-F238E27FC236}">
                    <a16:creationId xmlns:a16="http://schemas.microsoft.com/office/drawing/2014/main" id="{7FB92207-D44E-D00D-E559-0E79A0A2680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446532" y="2448643"/>
                <a:ext cx="731520" cy="73152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solidFill>
                  <a:srgbClr val="000000">
                    <a:lumMod val="85000"/>
                    <a:lumOff val="15000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</p:grpSp>
        <p:grpSp>
          <p:nvGrpSpPr>
            <p:cNvPr id="2089" name="Group 2088">
              <a:extLst>
                <a:ext uri="{FF2B5EF4-FFF2-40B4-BE49-F238E27FC236}">
                  <a16:creationId xmlns:a16="http://schemas.microsoft.com/office/drawing/2014/main" id="{D9A5B8EC-136E-9A1C-C56F-0F41B8EA7CC1}"/>
                </a:ext>
              </a:extLst>
            </p:cNvPr>
            <p:cNvGrpSpPr/>
            <p:nvPr/>
          </p:nvGrpSpPr>
          <p:grpSpPr>
            <a:xfrm>
              <a:off x="6969531" y="4971043"/>
              <a:ext cx="1783645" cy="1186771"/>
              <a:chOff x="6502776" y="5006079"/>
              <a:chExt cx="1783645" cy="1186771"/>
            </a:xfrm>
          </p:grpSpPr>
          <p:sp>
            <p:nvSpPr>
              <p:cNvPr id="2185" name="Rectangle 2184">
                <a:extLst>
                  <a:ext uri="{FF2B5EF4-FFF2-40B4-BE49-F238E27FC236}">
                    <a16:creationId xmlns:a16="http://schemas.microsoft.com/office/drawing/2014/main" id="{7AA0F2CA-04C7-78CE-D089-1B9519938D8D}"/>
                  </a:ext>
                </a:extLst>
              </p:cNvPr>
              <p:cNvSpPr/>
              <p:nvPr/>
            </p:nvSpPr>
            <p:spPr>
              <a:xfrm>
                <a:off x="6502776" y="5006079"/>
                <a:ext cx="1783645" cy="1186771"/>
              </a:xfrm>
              <a:prstGeom prst="rect">
                <a:avLst/>
              </a:prstGeom>
              <a:gradFill rotWithShape="1">
                <a:gsLst>
                  <a:gs pos="0">
                    <a:srgbClr val="A5A5A5">
                      <a:tint val="100000"/>
                      <a:shade val="100000"/>
                      <a:satMod val="130000"/>
                    </a:srgbClr>
                  </a:gs>
                  <a:gs pos="100000">
                    <a:srgbClr val="A5A5A5">
                      <a:tint val="50000"/>
                      <a:shade val="100000"/>
                      <a:satMod val="350000"/>
                    </a:srgbClr>
                  </a:gs>
                </a:gsLst>
                <a:lin ang="16200000" scaled="0"/>
              </a:gra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186" name="Oval 2185">
                <a:extLst>
                  <a:ext uri="{FF2B5EF4-FFF2-40B4-BE49-F238E27FC236}">
                    <a16:creationId xmlns:a16="http://schemas.microsoft.com/office/drawing/2014/main" id="{2F9FC20A-9749-3A99-9D83-DB79FE60116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546288" y="5061786"/>
                <a:ext cx="1116578" cy="1116578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solidFill>
                  <a:srgbClr val="000000">
                    <a:lumMod val="85000"/>
                    <a:lumOff val="15000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</p:grpSp>
        <p:grpSp>
          <p:nvGrpSpPr>
            <p:cNvPr id="2090" name="Group 2089">
              <a:extLst>
                <a:ext uri="{FF2B5EF4-FFF2-40B4-BE49-F238E27FC236}">
                  <a16:creationId xmlns:a16="http://schemas.microsoft.com/office/drawing/2014/main" id="{2C4A0FF6-49DE-7046-D337-DA443AAD4C4F}"/>
                </a:ext>
              </a:extLst>
            </p:cNvPr>
            <p:cNvGrpSpPr/>
            <p:nvPr/>
          </p:nvGrpSpPr>
          <p:grpSpPr>
            <a:xfrm>
              <a:off x="8886066" y="4964435"/>
              <a:ext cx="1783645" cy="1186771"/>
              <a:chOff x="8419311" y="4999471"/>
              <a:chExt cx="1783645" cy="1186771"/>
            </a:xfrm>
          </p:grpSpPr>
          <p:sp>
            <p:nvSpPr>
              <p:cNvPr id="2178" name="Rectangle 2177">
                <a:extLst>
                  <a:ext uri="{FF2B5EF4-FFF2-40B4-BE49-F238E27FC236}">
                    <a16:creationId xmlns:a16="http://schemas.microsoft.com/office/drawing/2014/main" id="{D7A4191D-8C96-09A7-BBB5-160A00AAF7FE}"/>
                  </a:ext>
                </a:extLst>
              </p:cNvPr>
              <p:cNvSpPr/>
              <p:nvPr/>
            </p:nvSpPr>
            <p:spPr>
              <a:xfrm>
                <a:off x="8419311" y="4999471"/>
                <a:ext cx="1783645" cy="1186771"/>
              </a:xfrm>
              <a:prstGeom prst="rect">
                <a:avLst/>
              </a:prstGeom>
              <a:gradFill rotWithShape="1">
                <a:gsLst>
                  <a:gs pos="0">
                    <a:srgbClr val="A5A5A5">
                      <a:tint val="100000"/>
                      <a:shade val="100000"/>
                      <a:satMod val="130000"/>
                    </a:srgbClr>
                  </a:gs>
                  <a:gs pos="100000">
                    <a:srgbClr val="A5A5A5">
                      <a:tint val="50000"/>
                      <a:shade val="100000"/>
                      <a:satMod val="350000"/>
                    </a:srgbClr>
                  </a:gs>
                </a:gsLst>
                <a:lin ang="16200000" scaled="0"/>
              </a:gra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179" name="Oval 2178">
                <a:extLst>
                  <a:ext uri="{FF2B5EF4-FFF2-40B4-BE49-F238E27FC236}">
                    <a16:creationId xmlns:a16="http://schemas.microsoft.com/office/drawing/2014/main" id="{908D1D22-0C0B-749F-CC59-4B60ACCB777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454064" y="5061786"/>
                <a:ext cx="518160" cy="518160"/>
              </a:xfrm>
              <a:prstGeom prst="ellipse">
                <a:avLst/>
              </a:prstGeom>
              <a:solidFill>
                <a:srgbClr val="0315BD"/>
              </a:solidFill>
              <a:ln w="25400" cap="flat" cmpd="sng" algn="ctr">
                <a:solidFill>
                  <a:srgbClr val="000000">
                    <a:lumMod val="85000"/>
                    <a:lumOff val="15000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180" name="Oval 2179">
                <a:extLst>
                  <a:ext uri="{FF2B5EF4-FFF2-40B4-BE49-F238E27FC236}">
                    <a16:creationId xmlns:a16="http://schemas.microsoft.com/office/drawing/2014/main" id="{C5C5CD4A-746A-B52E-F570-014A990DF89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454064" y="5624213"/>
                <a:ext cx="518160" cy="518160"/>
              </a:xfrm>
              <a:prstGeom prst="ellipse">
                <a:avLst/>
              </a:prstGeom>
              <a:solidFill>
                <a:srgbClr val="0315BD"/>
              </a:solidFill>
              <a:ln w="25400" cap="flat" cmpd="sng" algn="ctr">
                <a:solidFill>
                  <a:srgbClr val="000000">
                    <a:lumMod val="85000"/>
                    <a:lumOff val="15000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181" name="Oval 2180">
                <a:extLst>
                  <a:ext uri="{FF2B5EF4-FFF2-40B4-BE49-F238E27FC236}">
                    <a16:creationId xmlns:a16="http://schemas.microsoft.com/office/drawing/2014/main" id="{CC3D8AB0-9B27-0448-3EF6-9C666BD5273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042674" y="5063994"/>
                <a:ext cx="518160" cy="518160"/>
              </a:xfrm>
              <a:prstGeom prst="ellipse">
                <a:avLst/>
              </a:prstGeom>
              <a:solidFill>
                <a:srgbClr val="0315BD"/>
              </a:solidFill>
              <a:ln w="25400" cap="flat" cmpd="sng" algn="ctr">
                <a:solidFill>
                  <a:srgbClr val="000000">
                    <a:lumMod val="85000"/>
                    <a:lumOff val="15000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182" name="Oval 2181">
                <a:extLst>
                  <a:ext uri="{FF2B5EF4-FFF2-40B4-BE49-F238E27FC236}">
                    <a16:creationId xmlns:a16="http://schemas.microsoft.com/office/drawing/2014/main" id="{E0FAA715-34F5-36A5-D5AA-EEEA869BBA6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042674" y="5626421"/>
                <a:ext cx="518160" cy="518160"/>
              </a:xfrm>
              <a:prstGeom prst="ellipse">
                <a:avLst/>
              </a:prstGeom>
              <a:solidFill>
                <a:srgbClr val="0315BD"/>
              </a:solidFill>
              <a:ln w="25400" cap="flat" cmpd="sng" algn="ctr">
                <a:solidFill>
                  <a:srgbClr val="000000">
                    <a:lumMod val="85000"/>
                    <a:lumOff val="15000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183" name="Oval 2182">
                <a:extLst>
                  <a:ext uri="{FF2B5EF4-FFF2-40B4-BE49-F238E27FC236}">
                    <a16:creationId xmlns:a16="http://schemas.microsoft.com/office/drawing/2014/main" id="{B4AB033B-FE41-F1FF-BAED-2FAD6B6A372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631284" y="5066202"/>
                <a:ext cx="518160" cy="518160"/>
              </a:xfrm>
              <a:prstGeom prst="ellipse">
                <a:avLst/>
              </a:prstGeom>
              <a:solidFill>
                <a:srgbClr val="0315BD"/>
              </a:solidFill>
              <a:ln w="25400" cap="flat" cmpd="sng" algn="ctr">
                <a:solidFill>
                  <a:srgbClr val="000000">
                    <a:lumMod val="85000"/>
                    <a:lumOff val="15000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184" name="Oval 2183">
                <a:extLst>
                  <a:ext uri="{FF2B5EF4-FFF2-40B4-BE49-F238E27FC236}">
                    <a16:creationId xmlns:a16="http://schemas.microsoft.com/office/drawing/2014/main" id="{80E2EFE6-E3EF-E1A3-3942-5BFAADBC942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631284" y="5628629"/>
                <a:ext cx="518160" cy="518160"/>
              </a:xfrm>
              <a:prstGeom prst="ellipse">
                <a:avLst/>
              </a:prstGeom>
              <a:solidFill>
                <a:srgbClr val="0315BD"/>
              </a:solidFill>
              <a:ln w="25400" cap="flat" cmpd="sng" algn="ctr">
                <a:solidFill>
                  <a:srgbClr val="000000">
                    <a:lumMod val="85000"/>
                    <a:lumOff val="15000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</p:grpSp>
        <p:grpSp>
          <p:nvGrpSpPr>
            <p:cNvPr id="2091" name="Group 2090">
              <a:extLst>
                <a:ext uri="{FF2B5EF4-FFF2-40B4-BE49-F238E27FC236}">
                  <a16:creationId xmlns:a16="http://schemas.microsoft.com/office/drawing/2014/main" id="{BF7E319F-567D-02C9-FF64-BF2DB9D3A71A}"/>
                </a:ext>
              </a:extLst>
            </p:cNvPr>
            <p:cNvGrpSpPr/>
            <p:nvPr/>
          </p:nvGrpSpPr>
          <p:grpSpPr>
            <a:xfrm>
              <a:off x="8886066" y="3625264"/>
              <a:ext cx="1783645" cy="1186771"/>
              <a:chOff x="8419311" y="3660300"/>
              <a:chExt cx="1783645" cy="1186771"/>
            </a:xfrm>
          </p:grpSpPr>
          <p:sp>
            <p:nvSpPr>
              <p:cNvPr id="2162" name="Rectangle 2161">
                <a:extLst>
                  <a:ext uri="{FF2B5EF4-FFF2-40B4-BE49-F238E27FC236}">
                    <a16:creationId xmlns:a16="http://schemas.microsoft.com/office/drawing/2014/main" id="{84B721EE-7FF7-2493-DEE9-5379CAE320E3}"/>
                  </a:ext>
                </a:extLst>
              </p:cNvPr>
              <p:cNvSpPr/>
              <p:nvPr/>
            </p:nvSpPr>
            <p:spPr>
              <a:xfrm>
                <a:off x="8419311" y="3660300"/>
                <a:ext cx="1783645" cy="1186771"/>
              </a:xfrm>
              <a:prstGeom prst="rect">
                <a:avLst/>
              </a:prstGeom>
              <a:gradFill rotWithShape="1">
                <a:gsLst>
                  <a:gs pos="0">
                    <a:srgbClr val="A5A5A5">
                      <a:tint val="100000"/>
                      <a:shade val="100000"/>
                      <a:satMod val="130000"/>
                    </a:srgbClr>
                  </a:gs>
                  <a:gs pos="100000">
                    <a:srgbClr val="A5A5A5">
                      <a:tint val="50000"/>
                      <a:shade val="100000"/>
                      <a:satMod val="350000"/>
                    </a:srgbClr>
                  </a:gs>
                </a:gsLst>
                <a:lin ang="16200000" scaled="0"/>
              </a:gra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163" name="Oval 2162">
                <a:extLst>
                  <a:ext uri="{FF2B5EF4-FFF2-40B4-BE49-F238E27FC236}">
                    <a16:creationId xmlns:a16="http://schemas.microsoft.com/office/drawing/2014/main" id="{3D614D66-9E66-7768-D0CF-066219611EF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474384" y="3735525"/>
                <a:ext cx="274320" cy="274320"/>
              </a:xfrm>
              <a:prstGeom prst="ellipse">
                <a:avLst/>
              </a:prstGeom>
              <a:solidFill>
                <a:srgbClr val="0315BD"/>
              </a:solidFill>
              <a:ln w="25400" cap="flat" cmpd="sng" algn="ctr">
                <a:solidFill>
                  <a:srgbClr val="000000">
                    <a:lumMod val="85000"/>
                    <a:lumOff val="15000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164" name="Oval 2163">
                <a:extLst>
                  <a:ext uri="{FF2B5EF4-FFF2-40B4-BE49-F238E27FC236}">
                    <a16:creationId xmlns:a16="http://schemas.microsoft.com/office/drawing/2014/main" id="{9BBA4400-B147-8953-FEB6-8F6E1A48F58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485566" y="4082867"/>
                <a:ext cx="274320" cy="274320"/>
              </a:xfrm>
              <a:prstGeom prst="ellipse">
                <a:avLst/>
              </a:prstGeom>
              <a:solidFill>
                <a:srgbClr val="0315BD"/>
              </a:solidFill>
              <a:ln w="25400" cap="flat" cmpd="sng" algn="ctr">
                <a:solidFill>
                  <a:srgbClr val="000000">
                    <a:lumMod val="85000"/>
                    <a:lumOff val="15000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165" name="Oval 2164">
                <a:extLst>
                  <a:ext uri="{FF2B5EF4-FFF2-40B4-BE49-F238E27FC236}">
                    <a16:creationId xmlns:a16="http://schemas.microsoft.com/office/drawing/2014/main" id="{42B525D9-1590-D7EE-4270-17D30F7014F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485566" y="4430209"/>
                <a:ext cx="274320" cy="274320"/>
              </a:xfrm>
              <a:prstGeom prst="ellipse">
                <a:avLst/>
              </a:prstGeom>
              <a:solidFill>
                <a:srgbClr val="0315BD"/>
              </a:solidFill>
              <a:ln w="25400" cap="flat" cmpd="sng" algn="ctr">
                <a:solidFill>
                  <a:srgbClr val="000000">
                    <a:lumMod val="85000"/>
                    <a:lumOff val="15000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166" name="Oval 2165">
                <a:extLst>
                  <a:ext uri="{FF2B5EF4-FFF2-40B4-BE49-F238E27FC236}">
                    <a16:creationId xmlns:a16="http://schemas.microsoft.com/office/drawing/2014/main" id="{29BAF1E8-70FE-02FC-C39B-66253CB04E8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812700" y="3738175"/>
                <a:ext cx="274320" cy="274320"/>
              </a:xfrm>
              <a:prstGeom prst="ellipse">
                <a:avLst/>
              </a:prstGeom>
              <a:solidFill>
                <a:srgbClr val="0315BD"/>
              </a:solidFill>
              <a:ln w="25400" cap="flat" cmpd="sng" algn="ctr">
                <a:solidFill>
                  <a:srgbClr val="000000">
                    <a:lumMod val="85000"/>
                    <a:lumOff val="15000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167" name="Oval 2166">
                <a:extLst>
                  <a:ext uri="{FF2B5EF4-FFF2-40B4-BE49-F238E27FC236}">
                    <a16:creationId xmlns:a16="http://schemas.microsoft.com/office/drawing/2014/main" id="{E2A0FF73-B7B6-AB04-0593-65896709137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823882" y="4085517"/>
                <a:ext cx="274320" cy="274320"/>
              </a:xfrm>
              <a:prstGeom prst="ellipse">
                <a:avLst/>
              </a:prstGeom>
              <a:solidFill>
                <a:srgbClr val="0315BD"/>
              </a:solidFill>
              <a:ln w="25400" cap="flat" cmpd="sng" algn="ctr">
                <a:solidFill>
                  <a:srgbClr val="000000">
                    <a:lumMod val="85000"/>
                    <a:lumOff val="15000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168" name="Oval 2167">
                <a:extLst>
                  <a:ext uri="{FF2B5EF4-FFF2-40B4-BE49-F238E27FC236}">
                    <a16:creationId xmlns:a16="http://schemas.microsoft.com/office/drawing/2014/main" id="{F9AF93BA-F030-1F19-018C-C65B3FAA467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823882" y="4432859"/>
                <a:ext cx="274320" cy="274320"/>
              </a:xfrm>
              <a:prstGeom prst="ellipse">
                <a:avLst/>
              </a:prstGeom>
              <a:solidFill>
                <a:srgbClr val="0315BD"/>
              </a:solidFill>
              <a:ln w="25400" cap="flat" cmpd="sng" algn="ctr">
                <a:solidFill>
                  <a:srgbClr val="000000">
                    <a:lumMod val="85000"/>
                    <a:lumOff val="15000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169" name="Oval 2168">
                <a:extLst>
                  <a:ext uri="{FF2B5EF4-FFF2-40B4-BE49-F238E27FC236}">
                    <a16:creationId xmlns:a16="http://schemas.microsoft.com/office/drawing/2014/main" id="{A172F666-6768-7FD3-F423-0FE0A10FB8D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151016" y="3740825"/>
                <a:ext cx="274320" cy="274320"/>
              </a:xfrm>
              <a:prstGeom prst="ellipse">
                <a:avLst/>
              </a:prstGeom>
              <a:solidFill>
                <a:srgbClr val="0315BD"/>
              </a:solidFill>
              <a:ln w="25400" cap="flat" cmpd="sng" algn="ctr">
                <a:solidFill>
                  <a:srgbClr val="000000">
                    <a:lumMod val="85000"/>
                    <a:lumOff val="15000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170" name="Oval 2169">
                <a:extLst>
                  <a:ext uri="{FF2B5EF4-FFF2-40B4-BE49-F238E27FC236}">
                    <a16:creationId xmlns:a16="http://schemas.microsoft.com/office/drawing/2014/main" id="{04795A93-8A21-5336-833D-ED6388DAAF2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162198" y="4088167"/>
                <a:ext cx="274320" cy="274320"/>
              </a:xfrm>
              <a:prstGeom prst="ellipse">
                <a:avLst/>
              </a:prstGeom>
              <a:solidFill>
                <a:srgbClr val="0315BD"/>
              </a:solidFill>
              <a:ln w="25400" cap="flat" cmpd="sng" algn="ctr">
                <a:solidFill>
                  <a:srgbClr val="000000">
                    <a:lumMod val="85000"/>
                    <a:lumOff val="15000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171" name="Oval 2170">
                <a:extLst>
                  <a:ext uri="{FF2B5EF4-FFF2-40B4-BE49-F238E27FC236}">
                    <a16:creationId xmlns:a16="http://schemas.microsoft.com/office/drawing/2014/main" id="{B230BB96-F837-089A-7C88-5FEE7D8702E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162198" y="4435509"/>
                <a:ext cx="274320" cy="274320"/>
              </a:xfrm>
              <a:prstGeom prst="ellipse">
                <a:avLst/>
              </a:prstGeom>
              <a:solidFill>
                <a:srgbClr val="0315BD"/>
              </a:solidFill>
              <a:ln w="25400" cap="flat" cmpd="sng" algn="ctr">
                <a:solidFill>
                  <a:srgbClr val="000000">
                    <a:lumMod val="85000"/>
                    <a:lumOff val="15000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172" name="Oval 2171">
                <a:extLst>
                  <a:ext uri="{FF2B5EF4-FFF2-40B4-BE49-F238E27FC236}">
                    <a16:creationId xmlns:a16="http://schemas.microsoft.com/office/drawing/2014/main" id="{D92F18E4-D9E5-C278-80D8-563C75C7088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489332" y="3743475"/>
                <a:ext cx="274320" cy="274320"/>
              </a:xfrm>
              <a:prstGeom prst="ellipse">
                <a:avLst/>
              </a:prstGeom>
              <a:solidFill>
                <a:srgbClr val="0315BD"/>
              </a:solidFill>
              <a:ln w="25400" cap="flat" cmpd="sng" algn="ctr">
                <a:solidFill>
                  <a:srgbClr val="000000">
                    <a:lumMod val="85000"/>
                    <a:lumOff val="15000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173" name="Oval 2172">
                <a:extLst>
                  <a:ext uri="{FF2B5EF4-FFF2-40B4-BE49-F238E27FC236}">
                    <a16:creationId xmlns:a16="http://schemas.microsoft.com/office/drawing/2014/main" id="{21967ECA-8101-AC27-E2E6-47548F6709E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500514" y="4090817"/>
                <a:ext cx="274320" cy="274320"/>
              </a:xfrm>
              <a:prstGeom prst="ellipse">
                <a:avLst/>
              </a:prstGeom>
              <a:solidFill>
                <a:srgbClr val="0315BD"/>
              </a:solidFill>
              <a:ln w="25400" cap="flat" cmpd="sng" algn="ctr">
                <a:solidFill>
                  <a:srgbClr val="000000">
                    <a:lumMod val="85000"/>
                    <a:lumOff val="15000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174" name="Oval 2173">
                <a:extLst>
                  <a:ext uri="{FF2B5EF4-FFF2-40B4-BE49-F238E27FC236}">
                    <a16:creationId xmlns:a16="http://schemas.microsoft.com/office/drawing/2014/main" id="{DDFF68D6-BF37-2AB6-4084-7886921AD19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500514" y="4438159"/>
                <a:ext cx="274320" cy="274320"/>
              </a:xfrm>
              <a:prstGeom prst="ellipse">
                <a:avLst/>
              </a:prstGeom>
              <a:solidFill>
                <a:srgbClr val="0315BD"/>
              </a:solidFill>
              <a:ln w="25400" cap="flat" cmpd="sng" algn="ctr">
                <a:solidFill>
                  <a:srgbClr val="000000">
                    <a:lumMod val="85000"/>
                    <a:lumOff val="15000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175" name="Oval 2174">
                <a:extLst>
                  <a:ext uri="{FF2B5EF4-FFF2-40B4-BE49-F238E27FC236}">
                    <a16:creationId xmlns:a16="http://schemas.microsoft.com/office/drawing/2014/main" id="{E0B932B5-EF08-506D-E814-471DA6F5F90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827648" y="3746125"/>
                <a:ext cx="274320" cy="274320"/>
              </a:xfrm>
              <a:prstGeom prst="ellipse">
                <a:avLst/>
              </a:prstGeom>
              <a:solidFill>
                <a:srgbClr val="0315BD"/>
              </a:solidFill>
              <a:ln w="25400" cap="flat" cmpd="sng" algn="ctr">
                <a:solidFill>
                  <a:srgbClr val="000000">
                    <a:lumMod val="85000"/>
                    <a:lumOff val="15000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176" name="Oval 2175">
                <a:extLst>
                  <a:ext uri="{FF2B5EF4-FFF2-40B4-BE49-F238E27FC236}">
                    <a16:creationId xmlns:a16="http://schemas.microsoft.com/office/drawing/2014/main" id="{AFEF91A0-DE41-FF11-EEF9-D89A3F1AA2E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838830" y="4093467"/>
                <a:ext cx="274320" cy="274320"/>
              </a:xfrm>
              <a:prstGeom prst="ellipse">
                <a:avLst/>
              </a:prstGeom>
              <a:solidFill>
                <a:srgbClr val="0315BD"/>
              </a:solidFill>
              <a:ln w="25400" cap="flat" cmpd="sng" algn="ctr">
                <a:solidFill>
                  <a:srgbClr val="000000">
                    <a:lumMod val="85000"/>
                    <a:lumOff val="15000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177" name="Oval 2176">
                <a:extLst>
                  <a:ext uri="{FF2B5EF4-FFF2-40B4-BE49-F238E27FC236}">
                    <a16:creationId xmlns:a16="http://schemas.microsoft.com/office/drawing/2014/main" id="{0E27555E-4CE0-21EF-69DB-E7ACB28E380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838830" y="4440809"/>
                <a:ext cx="274320" cy="274320"/>
              </a:xfrm>
              <a:prstGeom prst="ellipse">
                <a:avLst/>
              </a:prstGeom>
              <a:solidFill>
                <a:srgbClr val="0315BD"/>
              </a:solidFill>
              <a:ln w="25400" cap="flat" cmpd="sng" algn="ctr">
                <a:solidFill>
                  <a:srgbClr val="000000">
                    <a:lumMod val="85000"/>
                    <a:lumOff val="15000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</p:grpSp>
        <p:grpSp>
          <p:nvGrpSpPr>
            <p:cNvPr id="2092" name="Group 2091">
              <a:extLst>
                <a:ext uri="{FF2B5EF4-FFF2-40B4-BE49-F238E27FC236}">
                  <a16:creationId xmlns:a16="http://schemas.microsoft.com/office/drawing/2014/main" id="{FFF43E27-646A-2F62-D237-0CA35E660ADC}"/>
                </a:ext>
              </a:extLst>
            </p:cNvPr>
            <p:cNvGrpSpPr/>
            <p:nvPr/>
          </p:nvGrpSpPr>
          <p:grpSpPr>
            <a:xfrm>
              <a:off x="8891009" y="2286093"/>
              <a:ext cx="1783645" cy="1186771"/>
              <a:chOff x="8424254" y="2321129"/>
              <a:chExt cx="1783645" cy="1186771"/>
            </a:xfrm>
          </p:grpSpPr>
          <p:sp>
            <p:nvSpPr>
              <p:cNvPr id="2126" name="Rectangle 2125">
                <a:extLst>
                  <a:ext uri="{FF2B5EF4-FFF2-40B4-BE49-F238E27FC236}">
                    <a16:creationId xmlns:a16="http://schemas.microsoft.com/office/drawing/2014/main" id="{10902C9D-A3FE-E53D-95BA-D955F7229A66}"/>
                  </a:ext>
                </a:extLst>
              </p:cNvPr>
              <p:cNvSpPr/>
              <p:nvPr/>
            </p:nvSpPr>
            <p:spPr>
              <a:xfrm>
                <a:off x="8424254" y="2321129"/>
                <a:ext cx="1783645" cy="1186771"/>
              </a:xfrm>
              <a:prstGeom prst="rect">
                <a:avLst/>
              </a:prstGeom>
              <a:gradFill rotWithShape="1">
                <a:gsLst>
                  <a:gs pos="0">
                    <a:srgbClr val="A5A5A5">
                      <a:tint val="100000"/>
                      <a:shade val="100000"/>
                      <a:satMod val="130000"/>
                    </a:srgbClr>
                  </a:gs>
                  <a:gs pos="100000">
                    <a:srgbClr val="A5A5A5">
                      <a:tint val="50000"/>
                      <a:shade val="100000"/>
                      <a:satMod val="350000"/>
                    </a:srgbClr>
                  </a:gs>
                </a:gsLst>
                <a:lin ang="16200000" scaled="0"/>
              </a:gra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127" name="Oval 2126">
                <a:extLst>
                  <a:ext uri="{FF2B5EF4-FFF2-40B4-BE49-F238E27FC236}">
                    <a16:creationId xmlns:a16="http://schemas.microsoft.com/office/drawing/2014/main" id="{BCBA54DA-2881-05F6-05B0-67C2D476763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485566" y="2380964"/>
                <a:ext cx="155448" cy="155448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128" name="Oval 2127">
                <a:extLst>
                  <a:ext uri="{FF2B5EF4-FFF2-40B4-BE49-F238E27FC236}">
                    <a16:creationId xmlns:a16="http://schemas.microsoft.com/office/drawing/2014/main" id="{827B97CB-9C2D-CF6F-8412-9256B8A218A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485566" y="2611088"/>
                <a:ext cx="155448" cy="155448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129" name="Oval 2128">
                <a:extLst>
                  <a:ext uri="{FF2B5EF4-FFF2-40B4-BE49-F238E27FC236}">
                    <a16:creationId xmlns:a16="http://schemas.microsoft.com/office/drawing/2014/main" id="{E40AADB7-4FD8-9B47-F17F-C47D30BF3C6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485566" y="2841212"/>
                <a:ext cx="155448" cy="155448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130" name="Oval 2129">
                <a:extLst>
                  <a:ext uri="{FF2B5EF4-FFF2-40B4-BE49-F238E27FC236}">
                    <a16:creationId xmlns:a16="http://schemas.microsoft.com/office/drawing/2014/main" id="{C277ABBD-01F0-4F22-846D-82010C79F2C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485566" y="3071336"/>
                <a:ext cx="155448" cy="155448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131" name="Oval 2130">
                <a:extLst>
                  <a:ext uri="{FF2B5EF4-FFF2-40B4-BE49-F238E27FC236}">
                    <a16:creationId xmlns:a16="http://schemas.microsoft.com/office/drawing/2014/main" id="{BB71A7C0-5AE9-3F09-60C5-3EC69DC1D72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485566" y="3301460"/>
                <a:ext cx="155448" cy="155448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132" name="Oval 2131">
                <a:extLst>
                  <a:ext uri="{FF2B5EF4-FFF2-40B4-BE49-F238E27FC236}">
                    <a16:creationId xmlns:a16="http://schemas.microsoft.com/office/drawing/2014/main" id="{E1391503-E9E2-E2A4-7202-D261F6F627F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715690" y="2382318"/>
                <a:ext cx="155448" cy="155448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133" name="Oval 2132">
                <a:extLst>
                  <a:ext uri="{FF2B5EF4-FFF2-40B4-BE49-F238E27FC236}">
                    <a16:creationId xmlns:a16="http://schemas.microsoft.com/office/drawing/2014/main" id="{CD1B9F46-5453-D95E-61A0-691BDF98B4F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715690" y="2612442"/>
                <a:ext cx="155448" cy="155448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134" name="Oval 2133">
                <a:extLst>
                  <a:ext uri="{FF2B5EF4-FFF2-40B4-BE49-F238E27FC236}">
                    <a16:creationId xmlns:a16="http://schemas.microsoft.com/office/drawing/2014/main" id="{782308CE-415E-2932-8C22-73296B23EBD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715690" y="2842566"/>
                <a:ext cx="155448" cy="155448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135" name="Oval 2134">
                <a:extLst>
                  <a:ext uri="{FF2B5EF4-FFF2-40B4-BE49-F238E27FC236}">
                    <a16:creationId xmlns:a16="http://schemas.microsoft.com/office/drawing/2014/main" id="{5E88DE40-FB7D-7013-C7B3-5790E4A31B4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715690" y="3072690"/>
                <a:ext cx="155448" cy="155448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136" name="Oval 2135">
                <a:extLst>
                  <a:ext uri="{FF2B5EF4-FFF2-40B4-BE49-F238E27FC236}">
                    <a16:creationId xmlns:a16="http://schemas.microsoft.com/office/drawing/2014/main" id="{4767C94F-5CAE-E736-371F-4D7F8A2CE87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715690" y="3302814"/>
                <a:ext cx="155448" cy="155448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137" name="Oval 2136">
                <a:extLst>
                  <a:ext uri="{FF2B5EF4-FFF2-40B4-BE49-F238E27FC236}">
                    <a16:creationId xmlns:a16="http://schemas.microsoft.com/office/drawing/2014/main" id="{3DD60DC5-212F-004D-2501-40EDB26A01E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962858" y="2379270"/>
                <a:ext cx="155448" cy="155448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138" name="Oval 2137">
                <a:extLst>
                  <a:ext uri="{FF2B5EF4-FFF2-40B4-BE49-F238E27FC236}">
                    <a16:creationId xmlns:a16="http://schemas.microsoft.com/office/drawing/2014/main" id="{CC6ED322-042A-1178-0942-40908249346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962858" y="2609394"/>
                <a:ext cx="155448" cy="155448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139" name="Oval 2138">
                <a:extLst>
                  <a:ext uri="{FF2B5EF4-FFF2-40B4-BE49-F238E27FC236}">
                    <a16:creationId xmlns:a16="http://schemas.microsoft.com/office/drawing/2014/main" id="{619AE4B9-E50E-647A-5FE7-C09AE5A55A1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962858" y="2839518"/>
                <a:ext cx="155448" cy="155448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140" name="Oval 2139">
                <a:extLst>
                  <a:ext uri="{FF2B5EF4-FFF2-40B4-BE49-F238E27FC236}">
                    <a16:creationId xmlns:a16="http://schemas.microsoft.com/office/drawing/2014/main" id="{0302D2AF-6BA8-E35E-71E4-E8751A6B3AC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962858" y="3069642"/>
                <a:ext cx="155448" cy="155448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141" name="Oval 2140">
                <a:extLst>
                  <a:ext uri="{FF2B5EF4-FFF2-40B4-BE49-F238E27FC236}">
                    <a16:creationId xmlns:a16="http://schemas.microsoft.com/office/drawing/2014/main" id="{ED72F801-7B8B-2FBF-934A-45B78DC3217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962858" y="3299766"/>
                <a:ext cx="155448" cy="155448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142" name="Oval 2141">
                <a:extLst>
                  <a:ext uri="{FF2B5EF4-FFF2-40B4-BE49-F238E27FC236}">
                    <a16:creationId xmlns:a16="http://schemas.microsoft.com/office/drawing/2014/main" id="{0124AFFB-86C0-C3E7-CD72-F953D38BFD3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210026" y="2376222"/>
                <a:ext cx="155448" cy="155448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143" name="Oval 2142">
                <a:extLst>
                  <a:ext uri="{FF2B5EF4-FFF2-40B4-BE49-F238E27FC236}">
                    <a16:creationId xmlns:a16="http://schemas.microsoft.com/office/drawing/2014/main" id="{75612E2D-0D59-632A-478B-422302E27E9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210026" y="2606346"/>
                <a:ext cx="155448" cy="155448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144" name="Oval 2143">
                <a:extLst>
                  <a:ext uri="{FF2B5EF4-FFF2-40B4-BE49-F238E27FC236}">
                    <a16:creationId xmlns:a16="http://schemas.microsoft.com/office/drawing/2014/main" id="{FF5223DE-9A65-2F6A-EEFF-0DC894EA4FE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210026" y="2836470"/>
                <a:ext cx="155448" cy="155448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145" name="Oval 2144">
                <a:extLst>
                  <a:ext uri="{FF2B5EF4-FFF2-40B4-BE49-F238E27FC236}">
                    <a16:creationId xmlns:a16="http://schemas.microsoft.com/office/drawing/2014/main" id="{4C82037F-9663-359F-E99C-F0D7AC08A1E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210026" y="3066594"/>
                <a:ext cx="155448" cy="155448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146" name="Oval 2145">
                <a:extLst>
                  <a:ext uri="{FF2B5EF4-FFF2-40B4-BE49-F238E27FC236}">
                    <a16:creationId xmlns:a16="http://schemas.microsoft.com/office/drawing/2014/main" id="{077CA67A-6054-6304-C305-5CD4E3D58FA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210026" y="3296718"/>
                <a:ext cx="155448" cy="155448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147" name="Oval 2146">
                <a:extLst>
                  <a:ext uri="{FF2B5EF4-FFF2-40B4-BE49-F238E27FC236}">
                    <a16:creationId xmlns:a16="http://schemas.microsoft.com/office/drawing/2014/main" id="{59956BF6-EBC0-BEA4-0B90-4E27CAB5678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457194" y="2373174"/>
                <a:ext cx="155448" cy="155448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148" name="Oval 2147">
                <a:extLst>
                  <a:ext uri="{FF2B5EF4-FFF2-40B4-BE49-F238E27FC236}">
                    <a16:creationId xmlns:a16="http://schemas.microsoft.com/office/drawing/2014/main" id="{8BE63CF5-3D8B-6063-6558-12B1E1193EC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457194" y="2603298"/>
                <a:ext cx="155448" cy="155448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149" name="Oval 2148">
                <a:extLst>
                  <a:ext uri="{FF2B5EF4-FFF2-40B4-BE49-F238E27FC236}">
                    <a16:creationId xmlns:a16="http://schemas.microsoft.com/office/drawing/2014/main" id="{71C8E134-5A97-763D-21AE-E616E9073FA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457194" y="2833422"/>
                <a:ext cx="155448" cy="155448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150" name="Oval 2149">
                <a:extLst>
                  <a:ext uri="{FF2B5EF4-FFF2-40B4-BE49-F238E27FC236}">
                    <a16:creationId xmlns:a16="http://schemas.microsoft.com/office/drawing/2014/main" id="{2455015B-2833-5B98-5C91-964B78F804F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457194" y="3063546"/>
                <a:ext cx="155448" cy="155448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151" name="Oval 2150">
                <a:extLst>
                  <a:ext uri="{FF2B5EF4-FFF2-40B4-BE49-F238E27FC236}">
                    <a16:creationId xmlns:a16="http://schemas.microsoft.com/office/drawing/2014/main" id="{21E875AE-CD68-2D0F-1841-9122181C39C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457194" y="3293670"/>
                <a:ext cx="155448" cy="155448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152" name="Oval 2151">
                <a:extLst>
                  <a:ext uri="{FF2B5EF4-FFF2-40B4-BE49-F238E27FC236}">
                    <a16:creationId xmlns:a16="http://schemas.microsoft.com/office/drawing/2014/main" id="{9E894695-07E5-C24B-FB49-A29D716E5E1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704362" y="2370126"/>
                <a:ext cx="155448" cy="155448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153" name="Oval 2152">
                <a:extLst>
                  <a:ext uri="{FF2B5EF4-FFF2-40B4-BE49-F238E27FC236}">
                    <a16:creationId xmlns:a16="http://schemas.microsoft.com/office/drawing/2014/main" id="{D86F49F0-65F0-2933-949E-887220F6CA4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704362" y="2600250"/>
                <a:ext cx="155448" cy="155448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154" name="Oval 2153">
                <a:extLst>
                  <a:ext uri="{FF2B5EF4-FFF2-40B4-BE49-F238E27FC236}">
                    <a16:creationId xmlns:a16="http://schemas.microsoft.com/office/drawing/2014/main" id="{AAEE87C4-43E6-CFB2-E659-540410A7E82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704362" y="2830374"/>
                <a:ext cx="155448" cy="155448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155" name="Oval 2154">
                <a:extLst>
                  <a:ext uri="{FF2B5EF4-FFF2-40B4-BE49-F238E27FC236}">
                    <a16:creationId xmlns:a16="http://schemas.microsoft.com/office/drawing/2014/main" id="{2C7E61C9-F406-153C-E2C2-84CFE02929C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704362" y="3060498"/>
                <a:ext cx="155448" cy="155448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156" name="Oval 2155">
                <a:extLst>
                  <a:ext uri="{FF2B5EF4-FFF2-40B4-BE49-F238E27FC236}">
                    <a16:creationId xmlns:a16="http://schemas.microsoft.com/office/drawing/2014/main" id="{877F5DD3-FBFE-4D5E-FCC4-1C8BA834241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704362" y="3290622"/>
                <a:ext cx="155448" cy="155448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157" name="Oval 2156">
                <a:extLst>
                  <a:ext uri="{FF2B5EF4-FFF2-40B4-BE49-F238E27FC236}">
                    <a16:creationId xmlns:a16="http://schemas.microsoft.com/office/drawing/2014/main" id="{D4B696F9-0272-2434-5C9D-550AC4245B3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951530" y="2367078"/>
                <a:ext cx="155448" cy="155448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158" name="Oval 2157">
                <a:extLst>
                  <a:ext uri="{FF2B5EF4-FFF2-40B4-BE49-F238E27FC236}">
                    <a16:creationId xmlns:a16="http://schemas.microsoft.com/office/drawing/2014/main" id="{C90168C9-D4DD-1C69-FF6C-3CB9513F461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951530" y="2597202"/>
                <a:ext cx="155448" cy="155448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159" name="Oval 2158">
                <a:extLst>
                  <a:ext uri="{FF2B5EF4-FFF2-40B4-BE49-F238E27FC236}">
                    <a16:creationId xmlns:a16="http://schemas.microsoft.com/office/drawing/2014/main" id="{370BA20A-52DB-466D-5A8F-963290097FA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951530" y="2827326"/>
                <a:ext cx="155448" cy="155448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160" name="Oval 2159">
                <a:extLst>
                  <a:ext uri="{FF2B5EF4-FFF2-40B4-BE49-F238E27FC236}">
                    <a16:creationId xmlns:a16="http://schemas.microsoft.com/office/drawing/2014/main" id="{588EEA47-F812-218A-2F92-97F784F02C6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951530" y="3057450"/>
                <a:ext cx="155448" cy="155448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161" name="Oval 2160">
                <a:extLst>
                  <a:ext uri="{FF2B5EF4-FFF2-40B4-BE49-F238E27FC236}">
                    <a16:creationId xmlns:a16="http://schemas.microsoft.com/office/drawing/2014/main" id="{A21AEDE0-5D26-42F4-EBDB-F5E5C811D80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951530" y="3287574"/>
                <a:ext cx="155448" cy="155448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</p:grpSp>
        <p:cxnSp>
          <p:nvCxnSpPr>
            <p:cNvPr id="2093" name="Straight Arrow Connector 2092">
              <a:extLst>
                <a:ext uri="{FF2B5EF4-FFF2-40B4-BE49-F238E27FC236}">
                  <a16:creationId xmlns:a16="http://schemas.microsoft.com/office/drawing/2014/main" id="{A6DCD9FE-B267-34A6-525D-3D71BD9573E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456087" y="2807530"/>
              <a:ext cx="457200" cy="669957"/>
            </a:xfrm>
            <a:prstGeom prst="straightConnector1">
              <a:avLst/>
            </a:prstGeom>
            <a:noFill/>
            <a:ln w="57150" cap="flat" cmpd="sng" algn="ctr">
              <a:solidFill>
                <a:srgbClr val="0070C0"/>
              </a:solidFill>
              <a:prstDash val="solid"/>
              <a:tailEnd type="triangle"/>
            </a:ln>
            <a:effectLst/>
          </p:spPr>
        </p:cxnSp>
        <p:sp>
          <p:nvSpPr>
            <p:cNvPr id="2094" name="Rectangle: Rounded Corners 2093">
              <a:extLst>
                <a:ext uri="{FF2B5EF4-FFF2-40B4-BE49-F238E27FC236}">
                  <a16:creationId xmlns:a16="http://schemas.microsoft.com/office/drawing/2014/main" id="{B1D83F27-F522-153A-55D8-FF8FD28E632F}"/>
                </a:ext>
              </a:extLst>
            </p:cNvPr>
            <p:cNvSpPr/>
            <p:nvPr/>
          </p:nvSpPr>
          <p:spPr>
            <a:xfrm>
              <a:off x="7053311" y="3312845"/>
              <a:ext cx="1687825" cy="902717"/>
            </a:xfrm>
            <a:prstGeom prst="roundRect">
              <a:avLst>
                <a:gd name="adj" fmla="val 25826"/>
              </a:avLst>
            </a:prstGeom>
            <a:solidFill>
              <a:srgbClr val="FFFFFF"/>
            </a:solidFill>
            <a:ln w="25400" cap="flat" cmpd="sng" algn="ctr">
              <a:solidFill>
                <a:srgbClr val="1B4284"/>
              </a:solidFill>
              <a:prstDash val="solid"/>
            </a:ln>
            <a:effectLst/>
          </p:spPr>
          <p:txBody>
            <a:bodyPr rtlCol="0" anchor="t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6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  <a:cs typeface="Arial"/>
                  <a:sym typeface="Arial"/>
                </a:rPr>
                <a:t>2 x 100mL Beaker</a:t>
              </a:r>
            </a:p>
          </p:txBody>
        </p:sp>
        <p:cxnSp>
          <p:nvCxnSpPr>
            <p:cNvPr id="2095" name="Straight Arrow Connector 2094">
              <a:extLst>
                <a:ext uri="{FF2B5EF4-FFF2-40B4-BE49-F238E27FC236}">
                  <a16:creationId xmlns:a16="http://schemas.microsoft.com/office/drawing/2014/main" id="{8B491D32-E098-0D29-9D4B-B267B4D76B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85312" y="4680093"/>
              <a:ext cx="129855" cy="841857"/>
            </a:xfrm>
            <a:prstGeom prst="straightConnector1">
              <a:avLst/>
            </a:prstGeom>
            <a:noFill/>
            <a:ln w="57150" cap="flat" cmpd="sng" algn="ctr">
              <a:solidFill>
                <a:srgbClr val="0070C0"/>
              </a:solidFill>
              <a:prstDash val="solid"/>
              <a:tailEnd type="triangle"/>
            </a:ln>
            <a:effectLst/>
          </p:spPr>
        </p:cxnSp>
        <p:sp>
          <p:nvSpPr>
            <p:cNvPr id="2096" name="Rectangle: Rounded Corners 2095">
              <a:extLst>
                <a:ext uri="{FF2B5EF4-FFF2-40B4-BE49-F238E27FC236}">
                  <a16:creationId xmlns:a16="http://schemas.microsoft.com/office/drawing/2014/main" id="{160AE05A-CB0F-D879-5F1C-0B754A8A837F}"/>
                </a:ext>
              </a:extLst>
            </p:cNvPr>
            <p:cNvSpPr/>
            <p:nvPr/>
          </p:nvSpPr>
          <p:spPr>
            <a:xfrm>
              <a:off x="7341795" y="4251606"/>
              <a:ext cx="1351176" cy="872501"/>
            </a:xfrm>
            <a:prstGeom prst="roundRect">
              <a:avLst>
                <a:gd name="adj" fmla="val 25826"/>
              </a:avLst>
            </a:prstGeom>
            <a:solidFill>
              <a:srgbClr val="FFFFFF"/>
            </a:solidFill>
            <a:ln w="25400" cap="flat" cmpd="sng" algn="ctr">
              <a:solidFill>
                <a:srgbClr val="1B4284"/>
              </a:solidFill>
              <a:prstDash val="solid"/>
            </a:ln>
            <a:effectLst/>
          </p:spPr>
          <p:txBody>
            <a:bodyPr rtlCol="0" anchor="t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6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  <a:cs typeface="Arial"/>
                  <a:sym typeface="Arial"/>
                </a:rPr>
                <a:t>400mL Beaker</a:t>
              </a:r>
            </a:p>
          </p:txBody>
        </p:sp>
        <p:grpSp>
          <p:nvGrpSpPr>
            <p:cNvPr id="2097" name="Group 2096">
              <a:extLst>
                <a:ext uri="{FF2B5EF4-FFF2-40B4-BE49-F238E27FC236}">
                  <a16:creationId xmlns:a16="http://schemas.microsoft.com/office/drawing/2014/main" id="{3818F1A0-0446-074A-B1B8-D86D132DBE0C}"/>
                </a:ext>
              </a:extLst>
            </p:cNvPr>
            <p:cNvGrpSpPr/>
            <p:nvPr/>
          </p:nvGrpSpPr>
          <p:grpSpPr>
            <a:xfrm>
              <a:off x="5033486" y="3629887"/>
              <a:ext cx="1783645" cy="1186771"/>
              <a:chOff x="4566731" y="3664923"/>
              <a:chExt cx="1783645" cy="1186771"/>
            </a:xfrm>
          </p:grpSpPr>
          <p:sp>
            <p:nvSpPr>
              <p:cNvPr id="2113" name="Rectangle 2112">
                <a:extLst>
                  <a:ext uri="{FF2B5EF4-FFF2-40B4-BE49-F238E27FC236}">
                    <a16:creationId xmlns:a16="http://schemas.microsoft.com/office/drawing/2014/main" id="{4AC8AD0C-0F95-47A5-7E33-A2E0D1DE8F9C}"/>
                  </a:ext>
                </a:extLst>
              </p:cNvPr>
              <p:cNvSpPr/>
              <p:nvPr/>
            </p:nvSpPr>
            <p:spPr>
              <a:xfrm>
                <a:off x="4566731" y="3664923"/>
                <a:ext cx="1783645" cy="1186771"/>
              </a:xfrm>
              <a:prstGeom prst="rect">
                <a:avLst/>
              </a:prstGeom>
              <a:gradFill rotWithShape="1">
                <a:gsLst>
                  <a:gs pos="0">
                    <a:srgbClr val="A5A5A5">
                      <a:tint val="100000"/>
                      <a:shade val="100000"/>
                      <a:satMod val="130000"/>
                    </a:srgbClr>
                  </a:gs>
                  <a:gs pos="100000">
                    <a:srgbClr val="A5A5A5">
                      <a:tint val="50000"/>
                      <a:shade val="100000"/>
                      <a:satMod val="350000"/>
                    </a:srgbClr>
                  </a:gs>
                </a:gsLst>
                <a:lin ang="16200000" scaled="0"/>
              </a:gra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114" name="Oval 2113">
                <a:extLst>
                  <a:ext uri="{FF2B5EF4-FFF2-40B4-BE49-F238E27FC236}">
                    <a16:creationId xmlns:a16="http://schemas.microsoft.com/office/drawing/2014/main" id="{C24FCDF4-8C34-BA77-F028-075F0625132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737438" y="3786003"/>
                <a:ext cx="274320" cy="27432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115" name="Oval 2114">
                <a:extLst>
                  <a:ext uri="{FF2B5EF4-FFF2-40B4-BE49-F238E27FC236}">
                    <a16:creationId xmlns:a16="http://schemas.microsoft.com/office/drawing/2014/main" id="{A2A64D65-DAF1-E789-18A5-BCE89689792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744782" y="4134671"/>
                <a:ext cx="274320" cy="27432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116" name="Oval 2115">
                <a:extLst>
                  <a:ext uri="{FF2B5EF4-FFF2-40B4-BE49-F238E27FC236}">
                    <a16:creationId xmlns:a16="http://schemas.microsoft.com/office/drawing/2014/main" id="{9F0E02CC-64FC-C285-E097-F2A3224CEE1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752126" y="4483339"/>
                <a:ext cx="274320" cy="27432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117" name="Oval 2116">
                <a:extLst>
                  <a:ext uri="{FF2B5EF4-FFF2-40B4-BE49-F238E27FC236}">
                    <a16:creationId xmlns:a16="http://schemas.microsoft.com/office/drawing/2014/main" id="{F6D82CBE-B80C-3371-108F-37B353394F6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120341" y="3779412"/>
                <a:ext cx="274320" cy="27432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118" name="Oval 2117">
                <a:extLst>
                  <a:ext uri="{FF2B5EF4-FFF2-40B4-BE49-F238E27FC236}">
                    <a16:creationId xmlns:a16="http://schemas.microsoft.com/office/drawing/2014/main" id="{FDE37789-538D-91B5-C1F9-540E6CF716A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127685" y="4128080"/>
                <a:ext cx="274320" cy="27432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119" name="Oval 2118">
                <a:extLst>
                  <a:ext uri="{FF2B5EF4-FFF2-40B4-BE49-F238E27FC236}">
                    <a16:creationId xmlns:a16="http://schemas.microsoft.com/office/drawing/2014/main" id="{AEA0D55D-2A7B-3CBE-392F-4A35AF5EE16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135029" y="4476748"/>
                <a:ext cx="274320" cy="27432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120" name="Oval 2119">
                <a:extLst>
                  <a:ext uri="{FF2B5EF4-FFF2-40B4-BE49-F238E27FC236}">
                    <a16:creationId xmlns:a16="http://schemas.microsoft.com/office/drawing/2014/main" id="{81680555-69A6-F871-953F-765C5E3BEF1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503244" y="3772821"/>
                <a:ext cx="274320" cy="27432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121" name="Oval 2120">
                <a:extLst>
                  <a:ext uri="{FF2B5EF4-FFF2-40B4-BE49-F238E27FC236}">
                    <a16:creationId xmlns:a16="http://schemas.microsoft.com/office/drawing/2014/main" id="{F1E05BFE-B2C0-E382-E962-8A345E0EFF3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510588" y="4121489"/>
                <a:ext cx="274320" cy="27432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122" name="Oval 2121">
                <a:extLst>
                  <a:ext uri="{FF2B5EF4-FFF2-40B4-BE49-F238E27FC236}">
                    <a16:creationId xmlns:a16="http://schemas.microsoft.com/office/drawing/2014/main" id="{F96253DF-A58F-1B5B-6FE0-8F706820FCB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517932" y="4470157"/>
                <a:ext cx="274320" cy="27432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123" name="Oval 2122">
                <a:extLst>
                  <a:ext uri="{FF2B5EF4-FFF2-40B4-BE49-F238E27FC236}">
                    <a16:creationId xmlns:a16="http://schemas.microsoft.com/office/drawing/2014/main" id="{8ABEE895-7E42-F331-3094-9693CC37EA5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86147" y="3766230"/>
                <a:ext cx="274320" cy="27432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124" name="Oval 2123">
                <a:extLst>
                  <a:ext uri="{FF2B5EF4-FFF2-40B4-BE49-F238E27FC236}">
                    <a16:creationId xmlns:a16="http://schemas.microsoft.com/office/drawing/2014/main" id="{904B59B6-D44F-EBC1-87AE-21859490250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93491" y="4114898"/>
                <a:ext cx="274320" cy="27432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125" name="Oval 2124">
                <a:extLst>
                  <a:ext uri="{FF2B5EF4-FFF2-40B4-BE49-F238E27FC236}">
                    <a16:creationId xmlns:a16="http://schemas.microsoft.com/office/drawing/2014/main" id="{16D7F6C0-18BB-AF6F-E49F-DBFBB7AE831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900835" y="4463566"/>
                <a:ext cx="274320" cy="27432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</p:grpSp>
        <p:cxnSp>
          <p:nvCxnSpPr>
            <p:cNvPr id="2098" name="Straight Arrow Connector 2097">
              <a:extLst>
                <a:ext uri="{FF2B5EF4-FFF2-40B4-BE49-F238E27FC236}">
                  <a16:creationId xmlns:a16="http://schemas.microsoft.com/office/drawing/2014/main" id="{64B2AA31-BD63-0B76-3858-BC20E4E923F1}"/>
                </a:ext>
              </a:extLst>
            </p:cNvPr>
            <p:cNvCxnSpPr>
              <a:cxnSpLocks/>
              <a:endCxn id="2248" idx="1"/>
            </p:cNvCxnSpPr>
            <p:nvPr/>
          </p:nvCxnSpPr>
          <p:spPr>
            <a:xfrm flipH="1">
              <a:off x="7682839" y="566106"/>
              <a:ext cx="178513" cy="500970"/>
            </a:xfrm>
            <a:prstGeom prst="straightConnector1">
              <a:avLst/>
            </a:prstGeom>
            <a:noFill/>
            <a:ln w="57150" cap="flat" cmpd="sng" algn="ctr">
              <a:solidFill>
                <a:srgbClr val="0070C0"/>
              </a:solidFill>
              <a:prstDash val="solid"/>
              <a:tailEnd type="triangle"/>
            </a:ln>
            <a:effectLst/>
          </p:spPr>
        </p:cxnSp>
        <p:sp>
          <p:nvSpPr>
            <p:cNvPr id="2099" name="Rectangle: Rounded Corners 2098">
              <a:extLst>
                <a:ext uri="{FF2B5EF4-FFF2-40B4-BE49-F238E27FC236}">
                  <a16:creationId xmlns:a16="http://schemas.microsoft.com/office/drawing/2014/main" id="{F9A584B6-33A2-CBB9-B8CB-30FD9DD4BB16}"/>
                </a:ext>
              </a:extLst>
            </p:cNvPr>
            <p:cNvSpPr/>
            <p:nvPr/>
          </p:nvSpPr>
          <p:spPr>
            <a:xfrm>
              <a:off x="6675723" y="93303"/>
              <a:ext cx="2484140" cy="512428"/>
            </a:xfrm>
            <a:prstGeom prst="roundRect">
              <a:avLst>
                <a:gd name="adj" fmla="val 25826"/>
              </a:avLst>
            </a:prstGeom>
            <a:solidFill>
              <a:srgbClr val="FFFFFF"/>
            </a:solidFill>
            <a:ln w="25400" cap="flat" cmpd="sng" algn="ctr">
              <a:solidFill>
                <a:srgbClr val="1B4284"/>
              </a:solidFill>
              <a:prstDash val="solid"/>
            </a:ln>
            <a:effectLst/>
          </p:spPr>
          <p:txBody>
            <a:bodyPr rtlCol="0" anchor="t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6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  <a:cs typeface="Arial"/>
                  <a:sym typeface="Arial"/>
                </a:rPr>
                <a:t>96 x Pipette Tips</a:t>
              </a:r>
            </a:p>
          </p:txBody>
        </p:sp>
        <p:cxnSp>
          <p:nvCxnSpPr>
            <p:cNvPr id="2100" name="Straight Arrow Connector 2099">
              <a:extLst>
                <a:ext uri="{FF2B5EF4-FFF2-40B4-BE49-F238E27FC236}">
                  <a16:creationId xmlns:a16="http://schemas.microsoft.com/office/drawing/2014/main" id="{9F4A36EB-5404-1795-F8F2-9901227EF68E}"/>
                </a:ext>
              </a:extLst>
            </p:cNvPr>
            <p:cNvCxnSpPr>
              <a:cxnSpLocks/>
            </p:cNvCxnSpPr>
            <p:nvPr/>
          </p:nvCxnSpPr>
          <p:spPr>
            <a:xfrm>
              <a:off x="3600927" y="2472449"/>
              <a:ext cx="1197968" cy="147986"/>
            </a:xfrm>
            <a:prstGeom prst="straightConnector1">
              <a:avLst/>
            </a:prstGeom>
            <a:noFill/>
            <a:ln w="57150" cap="flat" cmpd="sng" algn="ctr">
              <a:solidFill>
                <a:srgbClr val="0070C0"/>
              </a:solidFill>
              <a:prstDash val="solid"/>
              <a:tailEnd type="triangle"/>
            </a:ln>
            <a:effectLst/>
          </p:spPr>
        </p:cxnSp>
        <p:cxnSp>
          <p:nvCxnSpPr>
            <p:cNvPr id="2101" name="Straight Arrow Connector 2100">
              <a:extLst>
                <a:ext uri="{FF2B5EF4-FFF2-40B4-BE49-F238E27FC236}">
                  <a16:creationId xmlns:a16="http://schemas.microsoft.com/office/drawing/2014/main" id="{5E1FA88C-D8C1-3F1C-AE3E-C0A17AC56696}"/>
                </a:ext>
              </a:extLst>
            </p:cNvPr>
            <p:cNvCxnSpPr>
              <a:cxnSpLocks/>
              <a:endCxn id="2115" idx="2"/>
            </p:cNvCxnSpPr>
            <p:nvPr/>
          </p:nvCxnSpPr>
          <p:spPr>
            <a:xfrm>
              <a:off x="3702458" y="3583599"/>
              <a:ext cx="1509079" cy="653196"/>
            </a:xfrm>
            <a:prstGeom prst="straightConnector1">
              <a:avLst/>
            </a:prstGeom>
            <a:noFill/>
            <a:ln w="57150" cap="flat" cmpd="sng" algn="ctr">
              <a:solidFill>
                <a:srgbClr val="0070C0"/>
              </a:solidFill>
              <a:prstDash val="solid"/>
              <a:tailEnd type="triangle"/>
            </a:ln>
            <a:effectLst/>
          </p:spPr>
        </p:cxnSp>
        <p:cxnSp>
          <p:nvCxnSpPr>
            <p:cNvPr id="2102" name="Straight Arrow Connector 2101">
              <a:extLst>
                <a:ext uri="{FF2B5EF4-FFF2-40B4-BE49-F238E27FC236}">
                  <a16:creationId xmlns:a16="http://schemas.microsoft.com/office/drawing/2014/main" id="{FEA2AF31-99F9-8696-224F-8A0129119203}"/>
                </a:ext>
              </a:extLst>
            </p:cNvPr>
            <p:cNvCxnSpPr>
              <a:cxnSpLocks/>
            </p:cNvCxnSpPr>
            <p:nvPr/>
          </p:nvCxnSpPr>
          <p:spPr>
            <a:xfrm>
              <a:off x="3765767" y="4680093"/>
              <a:ext cx="1363217" cy="936329"/>
            </a:xfrm>
            <a:prstGeom prst="straightConnector1">
              <a:avLst/>
            </a:prstGeom>
            <a:noFill/>
            <a:ln w="57150" cap="flat" cmpd="sng" algn="ctr">
              <a:solidFill>
                <a:srgbClr val="0070C0"/>
              </a:solidFill>
              <a:prstDash val="solid"/>
              <a:tailEnd type="triangle"/>
            </a:ln>
            <a:effectLst/>
          </p:spPr>
        </p:cxnSp>
        <p:sp>
          <p:nvSpPr>
            <p:cNvPr id="2103" name="Rectangle: Rounded Corners 2102">
              <a:extLst>
                <a:ext uri="{FF2B5EF4-FFF2-40B4-BE49-F238E27FC236}">
                  <a16:creationId xmlns:a16="http://schemas.microsoft.com/office/drawing/2014/main" id="{ACF3D94B-E9CE-118D-9FF4-FB29C72C742F}"/>
                </a:ext>
              </a:extLst>
            </p:cNvPr>
            <p:cNvSpPr/>
            <p:nvPr/>
          </p:nvSpPr>
          <p:spPr>
            <a:xfrm>
              <a:off x="1999110" y="2016410"/>
              <a:ext cx="1897029" cy="842985"/>
            </a:xfrm>
            <a:prstGeom prst="roundRect">
              <a:avLst>
                <a:gd name="adj" fmla="val 25826"/>
              </a:avLst>
            </a:prstGeom>
            <a:solidFill>
              <a:srgbClr val="FFFFFF"/>
            </a:solidFill>
            <a:ln w="25400" cap="flat" cmpd="sng" algn="ctr">
              <a:solidFill>
                <a:srgbClr val="1B4284"/>
              </a:solidFill>
              <a:prstDash val="solid"/>
            </a:ln>
            <a:effectLst/>
          </p:spPr>
          <p:txBody>
            <a:bodyPr rtlCol="0" anchor="t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6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  <a:cs typeface="Arial"/>
                  <a:sym typeface="Arial"/>
                </a:rPr>
                <a:t>Multi-Zone Stir Plate</a:t>
              </a:r>
            </a:p>
          </p:txBody>
        </p:sp>
        <p:sp>
          <p:nvSpPr>
            <p:cNvPr id="2104" name="Rectangle: Rounded Corners 2103">
              <a:extLst>
                <a:ext uri="{FF2B5EF4-FFF2-40B4-BE49-F238E27FC236}">
                  <a16:creationId xmlns:a16="http://schemas.microsoft.com/office/drawing/2014/main" id="{7448548C-9670-4EED-19C0-B90D464BF356}"/>
                </a:ext>
              </a:extLst>
            </p:cNvPr>
            <p:cNvSpPr/>
            <p:nvPr/>
          </p:nvSpPr>
          <p:spPr>
            <a:xfrm>
              <a:off x="2196486" y="3164082"/>
              <a:ext cx="1766877" cy="785156"/>
            </a:xfrm>
            <a:prstGeom prst="roundRect">
              <a:avLst>
                <a:gd name="adj" fmla="val 25826"/>
              </a:avLst>
            </a:prstGeom>
            <a:solidFill>
              <a:srgbClr val="FFFFFF"/>
            </a:solidFill>
            <a:ln w="25400" cap="flat" cmpd="sng" algn="ctr">
              <a:solidFill>
                <a:srgbClr val="1B4284"/>
              </a:solidFill>
              <a:prstDash val="solid"/>
            </a:ln>
            <a:effectLst/>
          </p:spPr>
          <p:txBody>
            <a:bodyPr rtlCol="0" anchor="t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6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  <a:cs typeface="Arial"/>
                  <a:sym typeface="Arial"/>
                </a:rPr>
                <a:t>12 x 20mL Vials</a:t>
              </a:r>
            </a:p>
          </p:txBody>
        </p:sp>
        <p:sp>
          <p:nvSpPr>
            <p:cNvPr id="2105" name="Rectangle: Rounded Corners 2104">
              <a:extLst>
                <a:ext uri="{FF2B5EF4-FFF2-40B4-BE49-F238E27FC236}">
                  <a16:creationId xmlns:a16="http://schemas.microsoft.com/office/drawing/2014/main" id="{E97AFAF8-203B-8771-63DD-9ACB454453DF}"/>
                </a:ext>
              </a:extLst>
            </p:cNvPr>
            <p:cNvSpPr/>
            <p:nvPr/>
          </p:nvSpPr>
          <p:spPr>
            <a:xfrm>
              <a:off x="2293134" y="4288698"/>
              <a:ext cx="1590000" cy="761589"/>
            </a:xfrm>
            <a:prstGeom prst="roundRect">
              <a:avLst>
                <a:gd name="adj" fmla="val 25826"/>
              </a:avLst>
            </a:prstGeom>
            <a:solidFill>
              <a:srgbClr val="FFFFFF"/>
            </a:solidFill>
            <a:ln w="25400" cap="flat" cmpd="sng" algn="ctr">
              <a:solidFill>
                <a:srgbClr val="1B4284"/>
              </a:solidFill>
              <a:prstDash val="solid"/>
            </a:ln>
            <a:effectLst/>
          </p:spPr>
          <p:txBody>
            <a:bodyPr rtlCol="0" anchor="t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6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  <a:cs typeface="Arial"/>
                  <a:sym typeface="Arial"/>
                </a:rPr>
                <a:t>28 x 4mL Vials</a:t>
              </a:r>
            </a:p>
          </p:txBody>
        </p:sp>
        <p:cxnSp>
          <p:nvCxnSpPr>
            <p:cNvPr id="2106" name="Straight Arrow Connector 2105">
              <a:extLst>
                <a:ext uri="{FF2B5EF4-FFF2-40B4-BE49-F238E27FC236}">
                  <a16:creationId xmlns:a16="http://schemas.microsoft.com/office/drawing/2014/main" id="{B764BA4F-05B2-55A8-E954-7F68858B4C99}"/>
                </a:ext>
              </a:extLst>
            </p:cNvPr>
            <p:cNvCxnSpPr>
              <a:cxnSpLocks/>
              <a:endCxn id="2159" idx="5"/>
            </p:cNvCxnSpPr>
            <p:nvPr/>
          </p:nvCxnSpPr>
          <p:spPr>
            <a:xfrm flipH="1">
              <a:off x="10550968" y="2416303"/>
              <a:ext cx="812132" cy="508670"/>
            </a:xfrm>
            <a:prstGeom prst="straightConnector1">
              <a:avLst/>
            </a:prstGeom>
            <a:noFill/>
            <a:ln w="57150" cap="flat" cmpd="sng" algn="ctr">
              <a:solidFill>
                <a:srgbClr val="0070C0"/>
              </a:solidFill>
              <a:prstDash val="solid"/>
              <a:tailEnd type="triangle"/>
            </a:ln>
            <a:effectLst/>
          </p:spPr>
        </p:cxnSp>
        <p:cxnSp>
          <p:nvCxnSpPr>
            <p:cNvPr id="2107" name="Straight Arrow Connector 2106">
              <a:extLst>
                <a:ext uri="{FF2B5EF4-FFF2-40B4-BE49-F238E27FC236}">
                  <a16:creationId xmlns:a16="http://schemas.microsoft.com/office/drawing/2014/main" id="{05FC5170-AB5E-B496-BCC0-79523FA92653}"/>
                </a:ext>
              </a:extLst>
            </p:cNvPr>
            <p:cNvCxnSpPr>
              <a:cxnSpLocks/>
              <a:endCxn id="2176" idx="6"/>
            </p:cNvCxnSpPr>
            <p:nvPr/>
          </p:nvCxnSpPr>
          <p:spPr>
            <a:xfrm flipH="1">
              <a:off x="10579905" y="3603760"/>
              <a:ext cx="888348" cy="591831"/>
            </a:xfrm>
            <a:prstGeom prst="straightConnector1">
              <a:avLst/>
            </a:prstGeom>
            <a:noFill/>
            <a:ln w="57150" cap="flat" cmpd="sng" algn="ctr">
              <a:solidFill>
                <a:srgbClr val="0070C0"/>
              </a:solidFill>
              <a:prstDash val="solid"/>
              <a:tailEnd type="triangle"/>
            </a:ln>
            <a:effectLst/>
          </p:spPr>
        </p:cxnSp>
        <p:cxnSp>
          <p:nvCxnSpPr>
            <p:cNvPr id="2108" name="Straight Arrow Connector 2107">
              <a:extLst>
                <a:ext uri="{FF2B5EF4-FFF2-40B4-BE49-F238E27FC236}">
                  <a16:creationId xmlns:a16="http://schemas.microsoft.com/office/drawing/2014/main" id="{50063A44-E1DE-3CC4-2B82-94B2127373E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22933" y="4737748"/>
              <a:ext cx="945320" cy="809369"/>
            </a:xfrm>
            <a:prstGeom prst="straightConnector1">
              <a:avLst/>
            </a:prstGeom>
            <a:noFill/>
            <a:ln w="57150" cap="flat" cmpd="sng" algn="ctr">
              <a:solidFill>
                <a:srgbClr val="0070C0"/>
              </a:solidFill>
              <a:prstDash val="solid"/>
              <a:tailEnd type="triangle"/>
            </a:ln>
            <a:effectLst/>
          </p:spPr>
        </p:cxnSp>
        <p:sp>
          <p:nvSpPr>
            <p:cNvPr id="2109" name="Rectangle: Rounded Corners 2108">
              <a:extLst>
                <a:ext uri="{FF2B5EF4-FFF2-40B4-BE49-F238E27FC236}">
                  <a16:creationId xmlns:a16="http://schemas.microsoft.com/office/drawing/2014/main" id="{B0F9CF18-5092-B8F0-4FD8-CBC5886B93F6}"/>
                </a:ext>
              </a:extLst>
            </p:cNvPr>
            <p:cNvSpPr/>
            <p:nvPr/>
          </p:nvSpPr>
          <p:spPr>
            <a:xfrm>
              <a:off x="11215912" y="2044470"/>
              <a:ext cx="1767814" cy="761589"/>
            </a:xfrm>
            <a:prstGeom prst="roundRect">
              <a:avLst>
                <a:gd name="adj" fmla="val 25826"/>
              </a:avLst>
            </a:prstGeom>
            <a:solidFill>
              <a:srgbClr val="FFFFFF"/>
            </a:solidFill>
            <a:ln w="25400" cap="flat" cmpd="sng" algn="ctr">
              <a:solidFill>
                <a:srgbClr val="1B4284"/>
              </a:solidFill>
              <a:prstDash val="solid"/>
            </a:ln>
            <a:effectLst/>
          </p:spPr>
          <p:txBody>
            <a:bodyPr rtlCol="0" anchor="t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6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  <a:cs typeface="Arial"/>
                  <a:sym typeface="Arial"/>
                </a:rPr>
                <a:t>40 x 1.5mL GPC</a:t>
              </a:r>
            </a:p>
          </p:txBody>
        </p:sp>
        <p:sp>
          <p:nvSpPr>
            <p:cNvPr id="2110" name="Rectangle: Rounded Corners 2109">
              <a:extLst>
                <a:ext uri="{FF2B5EF4-FFF2-40B4-BE49-F238E27FC236}">
                  <a16:creationId xmlns:a16="http://schemas.microsoft.com/office/drawing/2014/main" id="{5FF0614D-AFE7-41BD-4578-5B7F84227D30}"/>
                </a:ext>
              </a:extLst>
            </p:cNvPr>
            <p:cNvSpPr/>
            <p:nvPr/>
          </p:nvSpPr>
          <p:spPr>
            <a:xfrm>
              <a:off x="11309880" y="3219272"/>
              <a:ext cx="1709098" cy="838274"/>
            </a:xfrm>
            <a:prstGeom prst="roundRect">
              <a:avLst>
                <a:gd name="adj" fmla="val 25826"/>
              </a:avLst>
            </a:prstGeom>
            <a:solidFill>
              <a:srgbClr val="FFFFFF"/>
            </a:solidFill>
            <a:ln w="25400" cap="flat" cmpd="sng" algn="ctr">
              <a:solidFill>
                <a:srgbClr val="1B4284"/>
              </a:solidFill>
              <a:prstDash val="solid"/>
            </a:ln>
            <a:effectLst/>
          </p:spPr>
          <p:txBody>
            <a:bodyPr rtlCol="0" anchor="t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6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  <a:cs typeface="Arial"/>
                  <a:sym typeface="Arial"/>
                </a:rPr>
                <a:t>15 x 15mL Falcon</a:t>
              </a:r>
            </a:p>
          </p:txBody>
        </p:sp>
        <p:sp>
          <p:nvSpPr>
            <p:cNvPr id="2111" name="Rectangle: Rounded Corners 2110">
              <a:extLst>
                <a:ext uri="{FF2B5EF4-FFF2-40B4-BE49-F238E27FC236}">
                  <a16:creationId xmlns:a16="http://schemas.microsoft.com/office/drawing/2014/main" id="{9542495D-93D9-7E82-3BA5-743B29670BC3}"/>
                </a:ext>
              </a:extLst>
            </p:cNvPr>
            <p:cNvSpPr/>
            <p:nvPr/>
          </p:nvSpPr>
          <p:spPr>
            <a:xfrm>
              <a:off x="11298208" y="4451468"/>
              <a:ext cx="1670435" cy="793779"/>
            </a:xfrm>
            <a:prstGeom prst="roundRect">
              <a:avLst>
                <a:gd name="adj" fmla="val 25826"/>
              </a:avLst>
            </a:prstGeom>
            <a:solidFill>
              <a:srgbClr val="FFFFFF"/>
            </a:solidFill>
            <a:ln w="25400" cap="flat" cmpd="sng" algn="ctr">
              <a:solidFill>
                <a:srgbClr val="1B4284"/>
              </a:solidFill>
              <a:prstDash val="solid"/>
            </a:ln>
            <a:effectLst/>
          </p:spPr>
          <p:txBody>
            <a:bodyPr rtlCol="0" anchor="t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6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  <a:cs typeface="Arial"/>
                  <a:sym typeface="Arial"/>
                </a:rPr>
                <a:t>6 x 50mL Falcon</a:t>
              </a:r>
            </a:p>
          </p:txBody>
        </p:sp>
        <p:sp>
          <p:nvSpPr>
            <p:cNvPr id="2112" name="Rectangle: Rounded Corners 2111">
              <a:extLst>
                <a:ext uri="{FF2B5EF4-FFF2-40B4-BE49-F238E27FC236}">
                  <a16:creationId xmlns:a16="http://schemas.microsoft.com/office/drawing/2014/main" id="{170180D6-4EB6-CA2E-D431-E4CB21682BF1}"/>
                </a:ext>
              </a:extLst>
            </p:cNvPr>
            <p:cNvSpPr/>
            <p:nvPr/>
          </p:nvSpPr>
          <p:spPr>
            <a:xfrm>
              <a:off x="8963221" y="938082"/>
              <a:ext cx="1849662" cy="846577"/>
            </a:xfrm>
            <a:prstGeom prst="roundRect">
              <a:avLst>
                <a:gd name="adj" fmla="val 25826"/>
              </a:avLst>
            </a:prstGeom>
            <a:solidFill>
              <a:srgbClr val="FFFFFF"/>
            </a:solidFill>
            <a:ln w="25400" cap="flat" cmpd="sng" algn="ctr">
              <a:solidFill>
                <a:srgbClr val="1B4284"/>
              </a:solidFill>
              <a:prstDash val="solid"/>
            </a:ln>
            <a:effectLst/>
          </p:spPr>
          <p:txBody>
            <a:bodyPr rtlCol="0" anchor="t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6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  <a:cs typeface="Arial"/>
                  <a:sym typeface="Arial"/>
                </a:rPr>
                <a:t>Trash Container</a:t>
              </a:r>
            </a:p>
          </p:txBody>
        </p:sp>
      </p:grpSp>
      <p:sp>
        <p:nvSpPr>
          <p:cNvPr id="2512" name="Rectangle: Rounded Corners 2511">
            <a:extLst>
              <a:ext uri="{FF2B5EF4-FFF2-40B4-BE49-F238E27FC236}">
                <a16:creationId xmlns:a16="http://schemas.microsoft.com/office/drawing/2014/main" id="{904BF828-F927-38FA-B3CE-AFC7CD47F4B3}"/>
              </a:ext>
            </a:extLst>
          </p:cNvPr>
          <p:cNvSpPr/>
          <p:nvPr/>
        </p:nvSpPr>
        <p:spPr>
          <a:xfrm>
            <a:off x="10412809" y="33894230"/>
            <a:ext cx="3826021" cy="443711"/>
          </a:xfrm>
          <a:prstGeom prst="roundRect">
            <a:avLst>
              <a:gd name="adj" fmla="val 25826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4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venir Next LT Pro Demi" panose="020B0704020202020204" pitchFamily="34" charset="0"/>
                <a:cs typeface="Arial"/>
                <a:sym typeface="Arial"/>
              </a:rPr>
              <a:t>Equipment inside OT-2</a:t>
            </a:r>
          </a:p>
        </p:txBody>
      </p:sp>
      <p:sp>
        <p:nvSpPr>
          <p:cNvPr id="2701" name="TextBox 2700">
            <a:extLst>
              <a:ext uri="{FF2B5EF4-FFF2-40B4-BE49-F238E27FC236}">
                <a16:creationId xmlns:a16="http://schemas.microsoft.com/office/drawing/2014/main" id="{FF415D6C-BAE5-40F5-C183-8D27F233C4A1}"/>
              </a:ext>
            </a:extLst>
          </p:cNvPr>
          <p:cNvSpPr txBox="1"/>
          <p:nvPr/>
        </p:nvSpPr>
        <p:spPr>
          <a:xfrm flipH="1">
            <a:off x="6088283" y="20554887"/>
            <a:ext cx="92365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>
                <a:latin typeface="Avenir Next LT Pro Demi" panose="020B0704020202020204" pitchFamily="34" charset="0"/>
                <a:cs typeface="Calibri" panose="020F0502020204030204" pitchFamily="34" charset="0"/>
              </a:rPr>
              <a:t>Change in the size of the brush length (DP</a:t>
            </a:r>
            <a:r>
              <a:rPr lang="en-US" sz="2400" i="1" baseline="-25000" dirty="0">
                <a:latin typeface="Avenir Next LT Pro Demi" panose="020B0704020202020204" pitchFamily="34" charset="0"/>
                <a:cs typeface="Calibri" panose="020F0502020204030204" pitchFamily="34" charset="0"/>
              </a:rPr>
              <a:t>S</a:t>
            </a:r>
            <a:r>
              <a:rPr lang="en-US" sz="2400" i="1" dirty="0">
                <a:latin typeface="Avenir Next LT Pro Demi" panose="020B0704020202020204" pitchFamily="34" charset="0"/>
                <a:cs typeface="Calibri" panose="020F0502020204030204" pitchFamily="34" charset="0"/>
              </a:rPr>
              <a:t>, DP</a:t>
            </a:r>
            <a:r>
              <a:rPr lang="en-US" sz="2400" i="1" baseline="-25000" dirty="0">
                <a:latin typeface="Avenir Next LT Pro Demi" panose="020B0704020202020204" pitchFamily="34" charset="0"/>
                <a:cs typeface="Calibri" panose="020F0502020204030204" pitchFamily="34" charset="0"/>
              </a:rPr>
              <a:t>LA</a:t>
            </a:r>
            <a:r>
              <a:rPr lang="en-US" sz="2400" i="1" dirty="0">
                <a:latin typeface="Avenir Next LT Pro Demi" panose="020B0704020202020204" pitchFamily="34" charset="0"/>
                <a:cs typeface="Calibri" panose="020F0502020204030204" pitchFamily="34" charset="0"/>
              </a:rPr>
              <a:t>)</a:t>
            </a:r>
          </a:p>
        </p:txBody>
      </p:sp>
      <p:grpSp>
        <p:nvGrpSpPr>
          <p:cNvPr id="2790" name="Group 2789">
            <a:extLst>
              <a:ext uri="{FF2B5EF4-FFF2-40B4-BE49-F238E27FC236}">
                <a16:creationId xmlns:a16="http://schemas.microsoft.com/office/drawing/2014/main" id="{94EA2EFF-8341-D430-E08C-F8F269828E80}"/>
              </a:ext>
            </a:extLst>
          </p:cNvPr>
          <p:cNvGrpSpPr/>
          <p:nvPr/>
        </p:nvGrpSpPr>
        <p:grpSpPr>
          <a:xfrm>
            <a:off x="6080033" y="19231293"/>
            <a:ext cx="9218971" cy="1305715"/>
            <a:chOff x="5571317" y="20223033"/>
            <a:chExt cx="9218971" cy="2690141"/>
          </a:xfrm>
        </p:grpSpPr>
        <p:grpSp>
          <p:nvGrpSpPr>
            <p:cNvPr id="2629" name="Group 2628">
              <a:extLst>
                <a:ext uri="{FF2B5EF4-FFF2-40B4-BE49-F238E27FC236}">
                  <a16:creationId xmlns:a16="http://schemas.microsoft.com/office/drawing/2014/main" id="{E7718557-86D3-A652-13B8-9B7F8588CDF8}"/>
                </a:ext>
              </a:extLst>
            </p:cNvPr>
            <p:cNvGrpSpPr/>
            <p:nvPr/>
          </p:nvGrpSpPr>
          <p:grpSpPr>
            <a:xfrm rot="10800000" flipH="1" flipV="1">
              <a:off x="8676155" y="20223033"/>
              <a:ext cx="3009294" cy="2690141"/>
              <a:chOff x="7941099" y="19591755"/>
              <a:chExt cx="1252315" cy="793134"/>
            </a:xfrm>
          </p:grpSpPr>
          <p:sp>
            <p:nvSpPr>
              <p:cNvPr id="2678" name="object 60">
                <a:extLst>
                  <a:ext uri="{FF2B5EF4-FFF2-40B4-BE49-F238E27FC236}">
                    <a16:creationId xmlns:a16="http://schemas.microsoft.com/office/drawing/2014/main" id="{BDB419A1-3B2E-CF1A-A392-5497197B0A13}"/>
                  </a:ext>
                </a:extLst>
              </p:cNvPr>
              <p:cNvSpPr/>
              <p:nvPr/>
            </p:nvSpPr>
            <p:spPr>
              <a:xfrm>
                <a:off x="7941099" y="19591755"/>
                <a:ext cx="629920" cy="793134"/>
              </a:xfrm>
              <a:custGeom>
                <a:avLst/>
                <a:gdLst/>
                <a:ahLst/>
                <a:cxnLst/>
                <a:rect l="l" t="t" r="r" b="b"/>
                <a:pathLst>
                  <a:path w="629920" h="800100">
                    <a:moveTo>
                      <a:pt x="629649" y="0"/>
                    </a:moveTo>
                    <a:lnTo>
                      <a:pt x="0" y="0"/>
                    </a:lnTo>
                    <a:lnTo>
                      <a:pt x="0" y="799975"/>
                    </a:lnTo>
                    <a:lnTo>
                      <a:pt x="629649" y="799975"/>
                    </a:lnTo>
                    <a:lnTo>
                      <a:pt x="629649" y="0"/>
                    </a:lnTo>
                    <a:close/>
                  </a:path>
                </a:pathLst>
              </a:custGeom>
              <a:solidFill>
                <a:srgbClr val="4F81BC">
                  <a:alpha val="38822"/>
                </a:srgbClr>
              </a:solidFill>
              <a:ln w="12700">
                <a:solidFill>
                  <a:schemeClr val="tx1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2679" name="object 61">
                <a:extLst>
                  <a:ext uri="{FF2B5EF4-FFF2-40B4-BE49-F238E27FC236}">
                    <a16:creationId xmlns:a16="http://schemas.microsoft.com/office/drawing/2014/main" id="{5259728A-44CB-B4E0-639F-B8DC1BF7DA74}"/>
                  </a:ext>
                </a:extLst>
              </p:cNvPr>
              <p:cNvSpPr/>
              <p:nvPr/>
            </p:nvSpPr>
            <p:spPr>
              <a:xfrm>
                <a:off x="8569817" y="19591756"/>
                <a:ext cx="623597" cy="793133"/>
              </a:xfrm>
              <a:custGeom>
                <a:avLst/>
                <a:gdLst/>
                <a:ahLst/>
                <a:cxnLst/>
                <a:rect l="l" t="t" r="r" b="b"/>
                <a:pathLst>
                  <a:path w="616585" h="800100">
                    <a:moveTo>
                      <a:pt x="616386" y="0"/>
                    </a:moveTo>
                    <a:lnTo>
                      <a:pt x="0" y="0"/>
                    </a:lnTo>
                    <a:lnTo>
                      <a:pt x="0" y="799975"/>
                    </a:lnTo>
                    <a:lnTo>
                      <a:pt x="616386" y="799975"/>
                    </a:lnTo>
                    <a:lnTo>
                      <a:pt x="616386" y="0"/>
                    </a:lnTo>
                    <a:close/>
                  </a:path>
                </a:pathLst>
              </a:custGeom>
              <a:solidFill>
                <a:srgbClr val="F79546">
                  <a:alpha val="25881"/>
                </a:srgbClr>
              </a:solidFill>
              <a:ln w="12700">
                <a:solidFill>
                  <a:schemeClr val="tx1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2680" name="object 62">
                <a:extLst>
                  <a:ext uri="{FF2B5EF4-FFF2-40B4-BE49-F238E27FC236}">
                    <a16:creationId xmlns:a16="http://schemas.microsoft.com/office/drawing/2014/main" id="{B08302EB-E8B7-18CB-80AB-9DB3F6395816}"/>
                  </a:ext>
                </a:extLst>
              </p:cNvPr>
              <p:cNvSpPr/>
              <p:nvPr/>
            </p:nvSpPr>
            <p:spPr>
              <a:xfrm>
                <a:off x="8020145" y="19705952"/>
                <a:ext cx="68580" cy="289560"/>
              </a:xfrm>
              <a:custGeom>
                <a:avLst/>
                <a:gdLst/>
                <a:ahLst/>
                <a:cxnLst/>
                <a:rect l="l" t="t" r="r" b="b"/>
                <a:pathLst>
                  <a:path w="68579" h="289559">
                    <a:moveTo>
                      <a:pt x="68409" y="288996"/>
                    </a:moveTo>
                    <a:lnTo>
                      <a:pt x="46971" y="269738"/>
                    </a:lnTo>
                    <a:lnTo>
                      <a:pt x="27791" y="249541"/>
                    </a:lnTo>
                    <a:lnTo>
                      <a:pt x="13126" y="227447"/>
                    </a:lnTo>
                    <a:lnTo>
                      <a:pt x="5235" y="202495"/>
                    </a:lnTo>
                    <a:lnTo>
                      <a:pt x="8480" y="172369"/>
                    </a:lnTo>
                    <a:lnTo>
                      <a:pt x="20374" y="138273"/>
                    </a:lnTo>
                    <a:lnTo>
                      <a:pt x="33032" y="104527"/>
                    </a:lnTo>
                    <a:lnTo>
                      <a:pt x="38567" y="75448"/>
                    </a:lnTo>
                    <a:lnTo>
                      <a:pt x="34063" y="51495"/>
                    </a:lnTo>
                    <a:lnTo>
                      <a:pt x="23995" y="30590"/>
                    </a:lnTo>
                    <a:lnTo>
                      <a:pt x="11572" y="13253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375F92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2681" name="object 63">
                <a:extLst>
                  <a:ext uri="{FF2B5EF4-FFF2-40B4-BE49-F238E27FC236}">
                    <a16:creationId xmlns:a16="http://schemas.microsoft.com/office/drawing/2014/main" id="{70E08A05-35D0-7284-7F4C-BFB53C8053CD}"/>
                  </a:ext>
                </a:extLst>
              </p:cNvPr>
              <p:cNvSpPr/>
              <p:nvPr/>
            </p:nvSpPr>
            <p:spPr>
              <a:xfrm>
                <a:off x="8127740" y="19669284"/>
                <a:ext cx="68580" cy="288925"/>
              </a:xfrm>
              <a:custGeom>
                <a:avLst/>
                <a:gdLst/>
                <a:ahLst/>
                <a:cxnLst/>
                <a:rect l="l" t="t" r="r" b="b"/>
                <a:pathLst>
                  <a:path w="68579" h="288925">
                    <a:moveTo>
                      <a:pt x="68409" y="288298"/>
                    </a:moveTo>
                    <a:lnTo>
                      <a:pt x="46971" y="269083"/>
                    </a:lnTo>
                    <a:lnTo>
                      <a:pt x="27791" y="248930"/>
                    </a:lnTo>
                    <a:lnTo>
                      <a:pt x="13126" y="226880"/>
                    </a:lnTo>
                    <a:lnTo>
                      <a:pt x="5235" y="201971"/>
                    </a:lnTo>
                    <a:lnTo>
                      <a:pt x="8480" y="171941"/>
                    </a:lnTo>
                    <a:lnTo>
                      <a:pt x="20374" y="137946"/>
                    </a:lnTo>
                    <a:lnTo>
                      <a:pt x="33032" y="104289"/>
                    </a:lnTo>
                    <a:lnTo>
                      <a:pt x="38567" y="75274"/>
                    </a:lnTo>
                    <a:lnTo>
                      <a:pt x="34063" y="51372"/>
                    </a:lnTo>
                    <a:lnTo>
                      <a:pt x="23995" y="30525"/>
                    </a:lnTo>
                    <a:lnTo>
                      <a:pt x="11572" y="13234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375F92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2682" name="object 64">
                <a:extLst>
                  <a:ext uri="{FF2B5EF4-FFF2-40B4-BE49-F238E27FC236}">
                    <a16:creationId xmlns:a16="http://schemas.microsoft.com/office/drawing/2014/main" id="{04D73F2A-A720-BDF9-C37D-CAA6D7F434BE}"/>
                  </a:ext>
                </a:extLst>
              </p:cNvPr>
              <p:cNvSpPr/>
              <p:nvPr/>
            </p:nvSpPr>
            <p:spPr>
              <a:xfrm>
                <a:off x="8237939" y="19666163"/>
                <a:ext cx="68580" cy="289560"/>
              </a:xfrm>
              <a:custGeom>
                <a:avLst/>
                <a:gdLst/>
                <a:ahLst/>
                <a:cxnLst/>
                <a:rect l="l" t="t" r="r" b="b"/>
                <a:pathLst>
                  <a:path w="68579" h="289559">
                    <a:moveTo>
                      <a:pt x="68409" y="288996"/>
                    </a:moveTo>
                    <a:lnTo>
                      <a:pt x="46971" y="269738"/>
                    </a:lnTo>
                    <a:lnTo>
                      <a:pt x="27791" y="249541"/>
                    </a:lnTo>
                    <a:lnTo>
                      <a:pt x="13126" y="227447"/>
                    </a:lnTo>
                    <a:lnTo>
                      <a:pt x="5235" y="202495"/>
                    </a:lnTo>
                    <a:lnTo>
                      <a:pt x="8480" y="172369"/>
                    </a:lnTo>
                    <a:lnTo>
                      <a:pt x="20374" y="138273"/>
                    </a:lnTo>
                    <a:lnTo>
                      <a:pt x="33032" y="104527"/>
                    </a:lnTo>
                    <a:lnTo>
                      <a:pt x="38567" y="75448"/>
                    </a:lnTo>
                    <a:lnTo>
                      <a:pt x="34063" y="51495"/>
                    </a:lnTo>
                    <a:lnTo>
                      <a:pt x="23995" y="30590"/>
                    </a:lnTo>
                    <a:lnTo>
                      <a:pt x="11572" y="13253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375F92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2683" name="object 65">
                <a:extLst>
                  <a:ext uri="{FF2B5EF4-FFF2-40B4-BE49-F238E27FC236}">
                    <a16:creationId xmlns:a16="http://schemas.microsoft.com/office/drawing/2014/main" id="{99C9C215-67E8-C53D-1C92-61D94613C120}"/>
                  </a:ext>
                </a:extLst>
              </p:cNvPr>
              <p:cNvSpPr/>
              <p:nvPr/>
            </p:nvSpPr>
            <p:spPr>
              <a:xfrm>
                <a:off x="8364288" y="19688500"/>
                <a:ext cx="68580" cy="289560"/>
              </a:xfrm>
              <a:custGeom>
                <a:avLst/>
                <a:gdLst/>
                <a:ahLst/>
                <a:cxnLst/>
                <a:rect l="l" t="t" r="r" b="b"/>
                <a:pathLst>
                  <a:path w="68579" h="289559">
                    <a:moveTo>
                      <a:pt x="68409" y="288996"/>
                    </a:moveTo>
                    <a:lnTo>
                      <a:pt x="46971" y="269738"/>
                    </a:lnTo>
                    <a:lnTo>
                      <a:pt x="27791" y="249541"/>
                    </a:lnTo>
                    <a:lnTo>
                      <a:pt x="13126" y="227447"/>
                    </a:lnTo>
                    <a:lnTo>
                      <a:pt x="5235" y="202495"/>
                    </a:lnTo>
                    <a:lnTo>
                      <a:pt x="8480" y="172369"/>
                    </a:lnTo>
                    <a:lnTo>
                      <a:pt x="20374" y="138273"/>
                    </a:lnTo>
                    <a:lnTo>
                      <a:pt x="33032" y="104527"/>
                    </a:lnTo>
                    <a:lnTo>
                      <a:pt x="38567" y="75448"/>
                    </a:lnTo>
                    <a:lnTo>
                      <a:pt x="34063" y="51495"/>
                    </a:lnTo>
                    <a:lnTo>
                      <a:pt x="23995" y="30590"/>
                    </a:lnTo>
                    <a:lnTo>
                      <a:pt x="11572" y="13253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375F92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2684" name="object 66">
                <a:extLst>
                  <a:ext uri="{FF2B5EF4-FFF2-40B4-BE49-F238E27FC236}">
                    <a16:creationId xmlns:a16="http://schemas.microsoft.com/office/drawing/2014/main" id="{6063B824-4096-02F8-02F3-DCC915203A04}"/>
                  </a:ext>
                </a:extLst>
              </p:cNvPr>
              <p:cNvSpPr/>
              <p:nvPr/>
            </p:nvSpPr>
            <p:spPr>
              <a:xfrm>
                <a:off x="8482957" y="19715725"/>
                <a:ext cx="69215" cy="289560"/>
              </a:xfrm>
              <a:custGeom>
                <a:avLst/>
                <a:gdLst/>
                <a:ahLst/>
                <a:cxnLst/>
                <a:rect l="l" t="t" r="r" b="b"/>
                <a:pathLst>
                  <a:path w="69214" h="289559">
                    <a:moveTo>
                      <a:pt x="69107" y="288996"/>
                    </a:moveTo>
                    <a:lnTo>
                      <a:pt x="47455" y="269738"/>
                    </a:lnTo>
                    <a:lnTo>
                      <a:pt x="28082" y="249541"/>
                    </a:lnTo>
                    <a:lnTo>
                      <a:pt x="13268" y="227447"/>
                    </a:lnTo>
                    <a:lnTo>
                      <a:pt x="5293" y="202495"/>
                    </a:lnTo>
                    <a:lnTo>
                      <a:pt x="8568" y="172369"/>
                    </a:lnTo>
                    <a:lnTo>
                      <a:pt x="20585" y="138273"/>
                    </a:lnTo>
                    <a:lnTo>
                      <a:pt x="33376" y="104527"/>
                    </a:lnTo>
                    <a:lnTo>
                      <a:pt x="38974" y="75448"/>
                    </a:lnTo>
                    <a:lnTo>
                      <a:pt x="34431" y="51495"/>
                    </a:lnTo>
                    <a:lnTo>
                      <a:pt x="24264" y="30590"/>
                    </a:lnTo>
                    <a:lnTo>
                      <a:pt x="11709" y="13253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375F92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2685" name="object 67">
                <a:extLst>
                  <a:ext uri="{FF2B5EF4-FFF2-40B4-BE49-F238E27FC236}">
                    <a16:creationId xmlns:a16="http://schemas.microsoft.com/office/drawing/2014/main" id="{F46A5DF6-B424-3153-547A-3E738D5D9968}"/>
                  </a:ext>
                </a:extLst>
              </p:cNvPr>
              <p:cNvSpPr/>
              <p:nvPr/>
            </p:nvSpPr>
            <p:spPr>
              <a:xfrm>
                <a:off x="8596806" y="19675237"/>
                <a:ext cx="63043" cy="329649"/>
              </a:xfrm>
              <a:custGeom>
                <a:avLst/>
                <a:gdLst/>
                <a:ahLst/>
                <a:cxnLst/>
                <a:rect l="l" t="t" r="r" b="b"/>
                <a:pathLst>
                  <a:path w="46354" h="160019">
                    <a:moveTo>
                      <a:pt x="46071" y="159855"/>
                    </a:moveTo>
                    <a:lnTo>
                      <a:pt x="31623" y="149209"/>
                    </a:lnTo>
                    <a:lnTo>
                      <a:pt x="18702" y="138033"/>
                    </a:lnTo>
                    <a:lnTo>
                      <a:pt x="8834" y="125800"/>
                    </a:lnTo>
                    <a:lnTo>
                      <a:pt x="3548" y="111980"/>
                    </a:lnTo>
                    <a:lnTo>
                      <a:pt x="5715" y="95332"/>
                    </a:lnTo>
                    <a:lnTo>
                      <a:pt x="13728" y="76481"/>
                    </a:lnTo>
                    <a:lnTo>
                      <a:pt x="22265" y="57826"/>
                    </a:lnTo>
                    <a:lnTo>
                      <a:pt x="26002" y="41767"/>
                    </a:lnTo>
                    <a:lnTo>
                      <a:pt x="22970" y="28508"/>
                    </a:lnTo>
                    <a:lnTo>
                      <a:pt x="16186" y="16935"/>
                    </a:lnTo>
                    <a:lnTo>
                      <a:pt x="7809" y="7335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E36C09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2686" name="object 68">
                <a:extLst>
                  <a:ext uri="{FF2B5EF4-FFF2-40B4-BE49-F238E27FC236}">
                    <a16:creationId xmlns:a16="http://schemas.microsoft.com/office/drawing/2014/main" id="{9C60B3F9-21F6-EB4F-70E5-2AE9545F1750}"/>
                  </a:ext>
                </a:extLst>
              </p:cNvPr>
              <p:cNvSpPr/>
              <p:nvPr/>
            </p:nvSpPr>
            <p:spPr>
              <a:xfrm>
                <a:off x="8694887" y="19692565"/>
                <a:ext cx="69215" cy="289560"/>
              </a:xfrm>
              <a:custGeom>
                <a:avLst/>
                <a:gdLst/>
                <a:ahLst/>
                <a:cxnLst/>
                <a:rect l="l" t="t" r="r" b="b"/>
                <a:pathLst>
                  <a:path w="69214" h="289559">
                    <a:moveTo>
                      <a:pt x="69107" y="288996"/>
                    </a:moveTo>
                    <a:lnTo>
                      <a:pt x="47455" y="269738"/>
                    </a:lnTo>
                    <a:lnTo>
                      <a:pt x="28082" y="249541"/>
                    </a:lnTo>
                    <a:lnTo>
                      <a:pt x="13268" y="227447"/>
                    </a:lnTo>
                    <a:lnTo>
                      <a:pt x="5293" y="202495"/>
                    </a:lnTo>
                    <a:lnTo>
                      <a:pt x="8568" y="172369"/>
                    </a:lnTo>
                    <a:lnTo>
                      <a:pt x="20585" y="138273"/>
                    </a:lnTo>
                    <a:lnTo>
                      <a:pt x="33376" y="104527"/>
                    </a:lnTo>
                    <a:lnTo>
                      <a:pt x="38974" y="75448"/>
                    </a:lnTo>
                    <a:lnTo>
                      <a:pt x="34431" y="51495"/>
                    </a:lnTo>
                    <a:lnTo>
                      <a:pt x="24264" y="30590"/>
                    </a:lnTo>
                    <a:lnTo>
                      <a:pt x="11709" y="13253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E36C09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2687" name="object 69">
                <a:extLst>
                  <a:ext uri="{FF2B5EF4-FFF2-40B4-BE49-F238E27FC236}">
                    <a16:creationId xmlns:a16="http://schemas.microsoft.com/office/drawing/2014/main" id="{7BAE6F84-81D1-6723-CB4E-0DEF7E21F522}"/>
                  </a:ext>
                </a:extLst>
              </p:cNvPr>
              <p:cNvSpPr/>
              <p:nvPr/>
            </p:nvSpPr>
            <p:spPr>
              <a:xfrm>
                <a:off x="8792896" y="19670351"/>
                <a:ext cx="69215" cy="288925"/>
              </a:xfrm>
              <a:custGeom>
                <a:avLst/>
                <a:gdLst/>
                <a:ahLst/>
                <a:cxnLst/>
                <a:rect l="l" t="t" r="r" b="b"/>
                <a:pathLst>
                  <a:path w="69214" h="288925">
                    <a:moveTo>
                      <a:pt x="69107" y="288298"/>
                    </a:moveTo>
                    <a:lnTo>
                      <a:pt x="47455" y="269083"/>
                    </a:lnTo>
                    <a:lnTo>
                      <a:pt x="28082" y="248930"/>
                    </a:lnTo>
                    <a:lnTo>
                      <a:pt x="13268" y="226880"/>
                    </a:lnTo>
                    <a:lnTo>
                      <a:pt x="5293" y="201971"/>
                    </a:lnTo>
                    <a:lnTo>
                      <a:pt x="8568" y="171941"/>
                    </a:lnTo>
                    <a:lnTo>
                      <a:pt x="20585" y="137946"/>
                    </a:lnTo>
                    <a:lnTo>
                      <a:pt x="33376" y="104289"/>
                    </a:lnTo>
                    <a:lnTo>
                      <a:pt x="38974" y="75274"/>
                    </a:lnTo>
                    <a:lnTo>
                      <a:pt x="34431" y="51372"/>
                    </a:lnTo>
                    <a:lnTo>
                      <a:pt x="24264" y="30525"/>
                    </a:lnTo>
                    <a:lnTo>
                      <a:pt x="11709" y="13234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E36C09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2688" name="object 70">
                <a:extLst>
                  <a:ext uri="{FF2B5EF4-FFF2-40B4-BE49-F238E27FC236}">
                    <a16:creationId xmlns:a16="http://schemas.microsoft.com/office/drawing/2014/main" id="{BA9430AD-F93E-A924-952E-9BCE3E110746}"/>
                  </a:ext>
                </a:extLst>
              </p:cNvPr>
              <p:cNvSpPr/>
              <p:nvPr/>
            </p:nvSpPr>
            <p:spPr>
              <a:xfrm>
                <a:off x="8888538" y="19663247"/>
                <a:ext cx="69215" cy="289560"/>
              </a:xfrm>
              <a:custGeom>
                <a:avLst/>
                <a:gdLst/>
                <a:ahLst/>
                <a:cxnLst/>
                <a:rect l="l" t="t" r="r" b="b"/>
                <a:pathLst>
                  <a:path w="69214" h="289559">
                    <a:moveTo>
                      <a:pt x="69107" y="288996"/>
                    </a:moveTo>
                    <a:lnTo>
                      <a:pt x="47455" y="269738"/>
                    </a:lnTo>
                    <a:lnTo>
                      <a:pt x="28082" y="249541"/>
                    </a:lnTo>
                    <a:lnTo>
                      <a:pt x="13268" y="227447"/>
                    </a:lnTo>
                    <a:lnTo>
                      <a:pt x="5293" y="202495"/>
                    </a:lnTo>
                    <a:lnTo>
                      <a:pt x="8568" y="172369"/>
                    </a:lnTo>
                    <a:lnTo>
                      <a:pt x="20585" y="138273"/>
                    </a:lnTo>
                    <a:lnTo>
                      <a:pt x="33376" y="104527"/>
                    </a:lnTo>
                    <a:lnTo>
                      <a:pt x="38974" y="75448"/>
                    </a:lnTo>
                    <a:lnTo>
                      <a:pt x="34431" y="51495"/>
                    </a:lnTo>
                    <a:lnTo>
                      <a:pt x="24264" y="30590"/>
                    </a:lnTo>
                    <a:lnTo>
                      <a:pt x="11709" y="13253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E36C09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2689" name="object 71">
                <a:extLst>
                  <a:ext uri="{FF2B5EF4-FFF2-40B4-BE49-F238E27FC236}">
                    <a16:creationId xmlns:a16="http://schemas.microsoft.com/office/drawing/2014/main" id="{794FB0AB-7CED-D4CD-F6CB-7A00A5F90258}"/>
                  </a:ext>
                </a:extLst>
              </p:cNvPr>
              <p:cNvSpPr/>
              <p:nvPr/>
            </p:nvSpPr>
            <p:spPr>
              <a:xfrm>
                <a:off x="9013482" y="19688500"/>
                <a:ext cx="69215" cy="289560"/>
              </a:xfrm>
              <a:custGeom>
                <a:avLst/>
                <a:gdLst/>
                <a:ahLst/>
                <a:cxnLst/>
                <a:rect l="l" t="t" r="r" b="b"/>
                <a:pathLst>
                  <a:path w="69214" h="289559">
                    <a:moveTo>
                      <a:pt x="69107" y="288996"/>
                    </a:moveTo>
                    <a:lnTo>
                      <a:pt x="47455" y="269738"/>
                    </a:lnTo>
                    <a:lnTo>
                      <a:pt x="28082" y="249541"/>
                    </a:lnTo>
                    <a:lnTo>
                      <a:pt x="13268" y="227447"/>
                    </a:lnTo>
                    <a:lnTo>
                      <a:pt x="5293" y="202495"/>
                    </a:lnTo>
                    <a:lnTo>
                      <a:pt x="8568" y="172369"/>
                    </a:lnTo>
                    <a:lnTo>
                      <a:pt x="20585" y="138273"/>
                    </a:lnTo>
                    <a:lnTo>
                      <a:pt x="33376" y="104527"/>
                    </a:lnTo>
                    <a:lnTo>
                      <a:pt x="38974" y="75448"/>
                    </a:lnTo>
                    <a:lnTo>
                      <a:pt x="34431" y="51495"/>
                    </a:lnTo>
                    <a:lnTo>
                      <a:pt x="24264" y="30590"/>
                    </a:lnTo>
                    <a:lnTo>
                      <a:pt x="11709" y="13253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E36C09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2690" name="object 72">
                <a:extLst>
                  <a:ext uri="{FF2B5EF4-FFF2-40B4-BE49-F238E27FC236}">
                    <a16:creationId xmlns:a16="http://schemas.microsoft.com/office/drawing/2014/main" id="{0F7A647A-4396-9F92-0F1B-B8D26F6AABD2}"/>
                  </a:ext>
                </a:extLst>
              </p:cNvPr>
              <p:cNvSpPr/>
              <p:nvPr/>
            </p:nvSpPr>
            <p:spPr>
              <a:xfrm>
                <a:off x="8131136" y="19967026"/>
                <a:ext cx="69215" cy="288925"/>
              </a:xfrm>
              <a:custGeom>
                <a:avLst/>
                <a:gdLst/>
                <a:ahLst/>
                <a:cxnLst/>
                <a:rect l="l" t="t" r="r" b="b"/>
                <a:pathLst>
                  <a:path w="69214" h="288925">
                    <a:moveTo>
                      <a:pt x="69107" y="288298"/>
                    </a:moveTo>
                    <a:lnTo>
                      <a:pt x="47455" y="269083"/>
                    </a:lnTo>
                    <a:lnTo>
                      <a:pt x="28082" y="248930"/>
                    </a:lnTo>
                    <a:lnTo>
                      <a:pt x="13268" y="226880"/>
                    </a:lnTo>
                    <a:lnTo>
                      <a:pt x="5293" y="201971"/>
                    </a:lnTo>
                    <a:lnTo>
                      <a:pt x="8568" y="171941"/>
                    </a:lnTo>
                    <a:lnTo>
                      <a:pt x="20585" y="137946"/>
                    </a:lnTo>
                    <a:lnTo>
                      <a:pt x="33376" y="104289"/>
                    </a:lnTo>
                    <a:lnTo>
                      <a:pt x="38974" y="75274"/>
                    </a:lnTo>
                    <a:lnTo>
                      <a:pt x="34431" y="51372"/>
                    </a:lnTo>
                    <a:lnTo>
                      <a:pt x="24264" y="30525"/>
                    </a:lnTo>
                    <a:lnTo>
                      <a:pt x="11709" y="13234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375F92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2691" name="object 73">
                <a:extLst>
                  <a:ext uri="{FF2B5EF4-FFF2-40B4-BE49-F238E27FC236}">
                    <a16:creationId xmlns:a16="http://schemas.microsoft.com/office/drawing/2014/main" id="{0A8E1A7A-0A12-A2E7-B5C5-65A33623D4BE}"/>
                  </a:ext>
                </a:extLst>
              </p:cNvPr>
              <p:cNvSpPr/>
              <p:nvPr/>
            </p:nvSpPr>
            <p:spPr>
              <a:xfrm>
                <a:off x="8234449" y="19947481"/>
                <a:ext cx="68580" cy="289560"/>
              </a:xfrm>
              <a:custGeom>
                <a:avLst/>
                <a:gdLst/>
                <a:ahLst/>
                <a:cxnLst/>
                <a:rect l="l" t="t" r="r" b="b"/>
                <a:pathLst>
                  <a:path w="68579" h="289559">
                    <a:moveTo>
                      <a:pt x="68409" y="288996"/>
                    </a:moveTo>
                    <a:lnTo>
                      <a:pt x="46971" y="269738"/>
                    </a:lnTo>
                    <a:lnTo>
                      <a:pt x="27791" y="249541"/>
                    </a:lnTo>
                    <a:lnTo>
                      <a:pt x="13126" y="227447"/>
                    </a:lnTo>
                    <a:lnTo>
                      <a:pt x="5235" y="202495"/>
                    </a:lnTo>
                    <a:lnTo>
                      <a:pt x="8480" y="172369"/>
                    </a:lnTo>
                    <a:lnTo>
                      <a:pt x="20374" y="138273"/>
                    </a:lnTo>
                    <a:lnTo>
                      <a:pt x="33032" y="104527"/>
                    </a:lnTo>
                    <a:lnTo>
                      <a:pt x="38567" y="75448"/>
                    </a:lnTo>
                    <a:lnTo>
                      <a:pt x="34063" y="51495"/>
                    </a:lnTo>
                    <a:lnTo>
                      <a:pt x="23995" y="30590"/>
                    </a:lnTo>
                    <a:lnTo>
                      <a:pt x="11572" y="13253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375F92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2692" name="object 74">
                <a:extLst>
                  <a:ext uri="{FF2B5EF4-FFF2-40B4-BE49-F238E27FC236}">
                    <a16:creationId xmlns:a16="http://schemas.microsoft.com/office/drawing/2014/main" id="{6565E535-CEFF-3FA6-9574-28D600EEA712}"/>
                  </a:ext>
                </a:extLst>
              </p:cNvPr>
              <p:cNvSpPr/>
              <p:nvPr/>
            </p:nvSpPr>
            <p:spPr>
              <a:xfrm>
                <a:off x="8351024" y="19960046"/>
                <a:ext cx="68580" cy="289560"/>
              </a:xfrm>
              <a:custGeom>
                <a:avLst/>
                <a:gdLst/>
                <a:ahLst/>
                <a:cxnLst/>
                <a:rect l="l" t="t" r="r" b="b"/>
                <a:pathLst>
                  <a:path w="68579" h="289559">
                    <a:moveTo>
                      <a:pt x="68409" y="288996"/>
                    </a:moveTo>
                    <a:lnTo>
                      <a:pt x="46971" y="269738"/>
                    </a:lnTo>
                    <a:lnTo>
                      <a:pt x="27791" y="249541"/>
                    </a:lnTo>
                    <a:lnTo>
                      <a:pt x="13126" y="227447"/>
                    </a:lnTo>
                    <a:lnTo>
                      <a:pt x="5235" y="202495"/>
                    </a:lnTo>
                    <a:lnTo>
                      <a:pt x="8480" y="172369"/>
                    </a:lnTo>
                    <a:lnTo>
                      <a:pt x="20374" y="138273"/>
                    </a:lnTo>
                    <a:lnTo>
                      <a:pt x="33032" y="104527"/>
                    </a:lnTo>
                    <a:lnTo>
                      <a:pt x="38567" y="75448"/>
                    </a:lnTo>
                    <a:lnTo>
                      <a:pt x="34063" y="51495"/>
                    </a:lnTo>
                    <a:lnTo>
                      <a:pt x="23995" y="30590"/>
                    </a:lnTo>
                    <a:lnTo>
                      <a:pt x="11572" y="13253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375F92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2693" name="object 75">
                <a:extLst>
                  <a:ext uri="{FF2B5EF4-FFF2-40B4-BE49-F238E27FC236}">
                    <a16:creationId xmlns:a16="http://schemas.microsoft.com/office/drawing/2014/main" id="{637D6097-99F7-A7C2-5525-D5863898A3F6}"/>
                  </a:ext>
                </a:extLst>
              </p:cNvPr>
              <p:cNvSpPr/>
              <p:nvPr/>
            </p:nvSpPr>
            <p:spPr>
              <a:xfrm>
                <a:off x="8480165" y="19994948"/>
                <a:ext cx="68580" cy="288925"/>
              </a:xfrm>
              <a:custGeom>
                <a:avLst/>
                <a:gdLst/>
                <a:ahLst/>
                <a:cxnLst/>
                <a:rect l="l" t="t" r="r" b="b"/>
                <a:pathLst>
                  <a:path w="68579" h="288925">
                    <a:moveTo>
                      <a:pt x="68409" y="288298"/>
                    </a:moveTo>
                    <a:lnTo>
                      <a:pt x="46971" y="269083"/>
                    </a:lnTo>
                    <a:lnTo>
                      <a:pt x="27791" y="248930"/>
                    </a:lnTo>
                    <a:lnTo>
                      <a:pt x="13126" y="226880"/>
                    </a:lnTo>
                    <a:lnTo>
                      <a:pt x="5235" y="201971"/>
                    </a:lnTo>
                    <a:lnTo>
                      <a:pt x="8480" y="171941"/>
                    </a:lnTo>
                    <a:lnTo>
                      <a:pt x="20374" y="137946"/>
                    </a:lnTo>
                    <a:lnTo>
                      <a:pt x="33032" y="104289"/>
                    </a:lnTo>
                    <a:lnTo>
                      <a:pt x="38567" y="75274"/>
                    </a:lnTo>
                    <a:lnTo>
                      <a:pt x="34063" y="51372"/>
                    </a:lnTo>
                    <a:lnTo>
                      <a:pt x="23995" y="30525"/>
                    </a:lnTo>
                    <a:lnTo>
                      <a:pt x="11572" y="13234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375F92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2694" name="object 77">
                <a:extLst>
                  <a:ext uri="{FF2B5EF4-FFF2-40B4-BE49-F238E27FC236}">
                    <a16:creationId xmlns:a16="http://schemas.microsoft.com/office/drawing/2014/main" id="{09E5DEB8-796D-DCEF-7CCC-BDA736081D1D}"/>
                  </a:ext>
                </a:extLst>
              </p:cNvPr>
              <p:cNvSpPr/>
              <p:nvPr/>
            </p:nvSpPr>
            <p:spPr>
              <a:xfrm>
                <a:off x="8718204" y="19997740"/>
                <a:ext cx="69215" cy="289560"/>
              </a:xfrm>
              <a:custGeom>
                <a:avLst/>
                <a:gdLst/>
                <a:ahLst/>
                <a:cxnLst/>
                <a:rect l="l" t="t" r="r" b="b"/>
                <a:pathLst>
                  <a:path w="69214" h="289559">
                    <a:moveTo>
                      <a:pt x="69107" y="288996"/>
                    </a:moveTo>
                    <a:lnTo>
                      <a:pt x="47455" y="269738"/>
                    </a:lnTo>
                    <a:lnTo>
                      <a:pt x="28082" y="249541"/>
                    </a:lnTo>
                    <a:lnTo>
                      <a:pt x="13268" y="227447"/>
                    </a:lnTo>
                    <a:lnTo>
                      <a:pt x="5293" y="202495"/>
                    </a:lnTo>
                    <a:lnTo>
                      <a:pt x="8568" y="172369"/>
                    </a:lnTo>
                    <a:lnTo>
                      <a:pt x="20585" y="138273"/>
                    </a:lnTo>
                    <a:lnTo>
                      <a:pt x="33376" y="104527"/>
                    </a:lnTo>
                    <a:lnTo>
                      <a:pt x="38974" y="75448"/>
                    </a:lnTo>
                    <a:lnTo>
                      <a:pt x="34431" y="51495"/>
                    </a:lnTo>
                    <a:lnTo>
                      <a:pt x="24264" y="30590"/>
                    </a:lnTo>
                    <a:lnTo>
                      <a:pt x="11709" y="13253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E36C09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2695" name="object 78">
                <a:extLst>
                  <a:ext uri="{FF2B5EF4-FFF2-40B4-BE49-F238E27FC236}">
                    <a16:creationId xmlns:a16="http://schemas.microsoft.com/office/drawing/2014/main" id="{36EDFFBB-2E3E-5DAB-21E6-8F4435378954}"/>
                  </a:ext>
                </a:extLst>
              </p:cNvPr>
              <p:cNvSpPr/>
              <p:nvPr/>
            </p:nvSpPr>
            <p:spPr>
              <a:xfrm>
                <a:off x="8811742" y="19977497"/>
                <a:ext cx="76439" cy="317242"/>
              </a:xfrm>
              <a:custGeom>
                <a:avLst/>
                <a:gdLst/>
                <a:ahLst/>
                <a:cxnLst/>
                <a:rect l="l" t="t" r="r" b="b"/>
                <a:pathLst>
                  <a:path w="39370" h="141605">
                    <a:moveTo>
                      <a:pt x="39091" y="141007"/>
                    </a:moveTo>
                    <a:lnTo>
                      <a:pt x="26838" y="131603"/>
                    </a:lnTo>
                    <a:lnTo>
                      <a:pt x="15888" y="121745"/>
                    </a:lnTo>
                    <a:lnTo>
                      <a:pt x="7523" y="110961"/>
                    </a:lnTo>
                    <a:lnTo>
                      <a:pt x="3024" y="98775"/>
                    </a:lnTo>
                    <a:lnTo>
                      <a:pt x="4868" y="84097"/>
                    </a:lnTo>
                    <a:lnTo>
                      <a:pt x="11663" y="67471"/>
                    </a:lnTo>
                    <a:lnTo>
                      <a:pt x="18894" y="51010"/>
                    </a:lnTo>
                    <a:lnTo>
                      <a:pt x="22047" y="36822"/>
                    </a:lnTo>
                    <a:lnTo>
                      <a:pt x="19461" y="25130"/>
                    </a:lnTo>
                    <a:lnTo>
                      <a:pt x="13706" y="14921"/>
                    </a:lnTo>
                    <a:lnTo>
                      <a:pt x="6610" y="6457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E36C09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2696" name="object 79">
                <a:extLst>
                  <a:ext uri="{FF2B5EF4-FFF2-40B4-BE49-F238E27FC236}">
                    <a16:creationId xmlns:a16="http://schemas.microsoft.com/office/drawing/2014/main" id="{5752E70A-AAC9-B841-59C4-4B6E1AEE2963}"/>
                  </a:ext>
                </a:extLst>
              </p:cNvPr>
              <p:cNvSpPr/>
              <p:nvPr/>
            </p:nvSpPr>
            <p:spPr>
              <a:xfrm>
                <a:off x="8898303" y="19953763"/>
                <a:ext cx="68061" cy="279299"/>
              </a:xfrm>
              <a:custGeom>
                <a:avLst/>
                <a:gdLst/>
                <a:ahLst/>
                <a:cxnLst/>
                <a:rect l="l" t="t" r="r" b="b"/>
                <a:pathLst>
                  <a:path w="48895" h="129540">
                    <a:moveTo>
                      <a:pt x="48864" y="129140"/>
                    </a:moveTo>
                    <a:lnTo>
                      <a:pt x="33557" y="120527"/>
                    </a:lnTo>
                    <a:lnTo>
                      <a:pt x="19865" y="111500"/>
                    </a:lnTo>
                    <a:lnTo>
                      <a:pt x="9401" y="101622"/>
                    </a:lnTo>
                    <a:lnTo>
                      <a:pt x="3781" y="90456"/>
                    </a:lnTo>
                    <a:lnTo>
                      <a:pt x="6091" y="77013"/>
                    </a:lnTo>
                    <a:lnTo>
                      <a:pt x="14586" y="61792"/>
                    </a:lnTo>
                    <a:lnTo>
                      <a:pt x="23626" y="46724"/>
                    </a:lnTo>
                    <a:lnTo>
                      <a:pt x="27573" y="33739"/>
                    </a:lnTo>
                    <a:lnTo>
                      <a:pt x="24344" y="23035"/>
                    </a:lnTo>
                    <a:lnTo>
                      <a:pt x="17146" y="13684"/>
                    </a:lnTo>
                    <a:lnTo>
                      <a:pt x="8267" y="5926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E36C09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2697" name="object 80">
                <a:extLst>
                  <a:ext uri="{FF2B5EF4-FFF2-40B4-BE49-F238E27FC236}">
                    <a16:creationId xmlns:a16="http://schemas.microsoft.com/office/drawing/2014/main" id="{30257580-C738-3884-E61C-09128B209D3E}"/>
                  </a:ext>
                </a:extLst>
              </p:cNvPr>
              <p:cNvSpPr/>
              <p:nvPr/>
            </p:nvSpPr>
            <p:spPr>
              <a:xfrm>
                <a:off x="9005804" y="19964234"/>
                <a:ext cx="68580" cy="289560"/>
              </a:xfrm>
              <a:custGeom>
                <a:avLst/>
                <a:gdLst/>
                <a:ahLst/>
                <a:cxnLst/>
                <a:rect l="l" t="t" r="r" b="b"/>
                <a:pathLst>
                  <a:path w="68579" h="289559">
                    <a:moveTo>
                      <a:pt x="68409" y="288996"/>
                    </a:moveTo>
                    <a:lnTo>
                      <a:pt x="46971" y="269738"/>
                    </a:lnTo>
                    <a:lnTo>
                      <a:pt x="27791" y="249541"/>
                    </a:lnTo>
                    <a:lnTo>
                      <a:pt x="13126" y="227447"/>
                    </a:lnTo>
                    <a:lnTo>
                      <a:pt x="5235" y="202495"/>
                    </a:lnTo>
                    <a:lnTo>
                      <a:pt x="8480" y="172369"/>
                    </a:lnTo>
                    <a:lnTo>
                      <a:pt x="20374" y="138273"/>
                    </a:lnTo>
                    <a:lnTo>
                      <a:pt x="33032" y="104527"/>
                    </a:lnTo>
                    <a:lnTo>
                      <a:pt x="38567" y="75448"/>
                    </a:lnTo>
                    <a:lnTo>
                      <a:pt x="34063" y="51495"/>
                    </a:lnTo>
                    <a:lnTo>
                      <a:pt x="23995" y="30590"/>
                    </a:lnTo>
                    <a:lnTo>
                      <a:pt x="11572" y="13253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E36C09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2698" name="object 81">
                <a:extLst>
                  <a:ext uri="{FF2B5EF4-FFF2-40B4-BE49-F238E27FC236}">
                    <a16:creationId xmlns:a16="http://schemas.microsoft.com/office/drawing/2014/main" id="{3A43BF0D-98E3-F4DE-B61A-9786C438EF8B}"/>
                  </a:ext>
                </a:extLst>
              </p:cNvPr>
              <p:cNvSpPr/>
              <p:nvPr/>
            </p:nvSpPr>
            <p:spPr>
              <a:xfrm>
                <a:off x="8048765" y="20014494"/>
                <a:ext cx="69215" cy="289560"/>
              </a:xfrm>
              <a:custGeom>
                <a:avLst/>
                <a:gdLst/>
                <a:ahLst/>
                <a:cxnLst/>
                <a:rect l="l" t="t" r="r" b="b"/>
                <a:pathLst>
                  <a:path w="69214" h="289559">
                    <a:moveTo>
                      <a:pt x="69107" y="288996"/>
                    </a:moveTo>
                    <a:lnTo>
                      <a:pt x="47455" y="269738"/>
                    </a:lnTo>
                    <a:lnTo>
                      <a:pt x="28082" y="249541"/>
                    </a:lnTo>
                    <a:lnTo>
                      <a:pt x="13268" y="227447"/>
                    </a:lnTo>
                    <a:lnTo>
                      <a:pt x="5293" y="202495"/>
                    </a:lnTo>
                    <a:lnTo>
                      <a:pt x="8568" y="172369"/>
                    </a:lnTo>
                    <a:lnTo>
                      <a:pt x="20585" y="138273"/>
                    </a:lnTo>
                    <a:lnTo>
                      <a:pt x="33376" y="104527"/>
                    </a:lnTo>
                    <a:lnTo>
                      <a:pt x="38974" y="75448"/>
                    </a:lnTo>
                    <a:lnTo>
                      <a:pt x="34431" y="51495"/>
                    </a:lnTo>
                    <a:lnTo>
                      <a:pt x="24264" y="30590"/>
                    </a:lnTo>
                    <a:lnTo>
                      <a:pt x="11709" y="13253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375F92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2699" name="object 79">
                <a:extLst>
                  <a:ext uri="{FF2B5EF4-FFF2-40B4-BE49-F238E27FC236}">
                    <a16:creationId xmlns:a16="http://schemas.microsoft.com/office/drawing/2014/main" id="{1C03AFBA-31CD-6ABA-5459-5F817001DB81}"/>
                  </a:ext>
                </a:extLst>
              </p:cNvPr>
              <p:cNvSpPr/>
              <p:nvPr/>
            </p:nvSpPr>
            <p:spPr>
              <a:xfrm>
                <a:off x="8598581" y="20008725"/>
                <a:ext cx="68061" cy="279299"/>
              </a:xfrm>
              <a:custGeom>
                <a:avLst/>
                <a:gdLst/>
                <a:ahLst/>
                <a:cxnLst/>
                <a:rect l="l" t="t" r="r" b="b"/>
                <a:pathLst>
                  <a:path w="48895" h="129540">
                    <a:moveTo>
                      <a:pt x="48864" y="129140"/>
                    </a:moveTo>
                    <a:lnTo>
                      <a:pt x="33557" y="120527"/>
                    </a:lnTo>
                    <a:lnTo>
                      <a:pt x="19865" y="111500"/>
                    </a:lnTo>
                    <a:lnTo>
                      <a:pt x="9401" y="101622"/>
                    </a:lnTo>
                    <a:lnTo>
                      <a:pt x="3781" y="90456"/>
                    </a:lnTo>
                    <a:lnTo>
                      <a:pt x="6091" y="77013"/>
                    </a:lnTo>
                    <a:lnTo>
                      <a:pt x="14586" y="61792"/>
                    </a:lnTo>
                    <a:lnTo>
                      <a:pt x="23626" y="46724"/>
                    </a:lnTo>
                    <a:lnTo>
                      <a:pt x="27573" y="33739"/>
                    </a:lnTo>
                    <a:lnTo>
                      <a:pt x="24344" y="23035"/>
                    </a:lnTo>
                    <a:lnTo>
                      <a:pt x="17146" y="13684"/>
                    </a:lnTo>
                    <a:lnTo>
                      <a:pt x="8267" y="5926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E36C09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2700" name="object 82">
                <a:extLst>
                  <a:ext uri="{FF2B5EF4-FFF2-40B4-BE49-F238E27FC236}">
                    <a16:creationId xmlns:a16="http://schemas.microsoft.com/office/drawing/2014/main" id="{6B77104E-3DE6-85AE-AE03-C252FCE41902}"/>
                  </a:ext>
                </a:extLst>
              </p:cNvPr>
              <p:cNvSpPr/>
              <p:nvPr/>
            </p:nvSpPr>
            <p:spPr>
              <a:xfrm>
                <a:off x="8003457" y="19949392"/>
                <a:ext cx="1131570" cy="84455"/>
              </a:xfrm>
              <a:custGeom>
                <a:avLst/>
                <a:gdLst/>
                <a:ahLst/>
                <a:cxnLst/>
                <a:rect l="l" t="t" r="r" b="b"/>
                <a:pathLst>
                  <a:path w="1131570" h="84455">
                    <a:moveTo>
                      <a:pt x="0" y="84290"/>
                    </a:moveTo>
                    <a:lnTo>
                      <a:pt x="45196" y="60401"/>
                    </a:lnTo>
                    <a:lnTo>
                      <a:pt x="91601" y="38277"/>
                    </a:lnTo>
                    <a:lnTo>
                      <a:pt x="140410" y="19668"/>
                    </a:lnTo>
                    <a:lnTo>
                      <a:pt x="192818" y="6325"/>
                    </a:lnTo>
                    <a:lnTo>
                      <a:pt x="250021" y="0"/>
                    </a:lnTo>
                    <a:lnTo>
                      <a:pt x="294955" y="2250"/>
                    </a:lnTo>
                    <a:lnTo>
                      <a:pt x="343339" y="10623"/>
                    </a:lnTo>
                    <a:lnTo>
                      <a:pt x="394116" y="22765"/>
                    </a:lnTo>
                    <a:lnTo>
                      <a:pt x="446227" y="36323"/>
                    </a:lnTo>
                    <a:lnTo>
                      <a:pt x="498614" y="48942"/>
                    </a:lnTo>
                    <a:lnTo>
                      <a:pt x="550218" y="58270"/>
                    </a:lnTo>
                    <a:lnTo>
                      <a:pt x="599981" y="61952"/>
                    </a:lnTo>
                    <a:lnTo>
                      <a:pt x="649180" y="58793"/>
                    </a:lnTo>
                    <a:lnTo>
                      <a:pt x="699180" y="50452"/>
                    </a:lnTo>
                    <a:lnTo>
                      <a:pt x="749060" y="38935"/>
                    </a:lnTo>
                    <a:lnTo>
                      <a:pt x="797898" y="26247"/>
                    </a:lnTo>
                    <a:lnTo>
                      <a:pt x="844773" y="14396"/>
                    </a:lnTo>
                    <a:lnTo>
                      <a:pt x="888761" y="5385"/>
                    </a:lnTo>
                    <a:lnTo>
                      <a:pt x="928942" y="1221"/>
                    </a:lnTo>
                    <a:lnTo>
                      <a:pt x="992609" y="5996"/>
                    </a:lnTo>
                    <a:lnTo>
                      <a:pt x="1049160" y="19654"/>
                    </a:lnTo>
                    <a:lnTo>
                      <a:pt x="1096255" y="35571"/>
                    </a:lnTo>
                    <a:lnTo>
                      <a:pt x="1131553" y="47118"/>
                    </a:lnTo>
                  </a:path>
                </a:pathLst>
              </a:custGeom>
              <a:ln w="381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</p:grpSp>
        <p:grpSp>
          <p:nvGrpSpPr>
            <p:cNvPr id="2714" name="Group 2713">
              <a:extLst>
                <a:ext uri="{FF2B5EF4-FFF2-40B4-BE49-F238E27FC236}">
                  <a16:creationId xmlns:a16="http://schemas.microsoft.com/office/drawing/2014/main" id="{3B27C46A-AC88-B050-CA38-4ACA2D441430}"/>
                </a:ext>
              </a:extLst>
            </p:cNvPr>
            <p:cNvGrpSpPr/>
            <p:nvPr/>
          </p:nvGrpSpPr>
          <p:grpSpPr>
            <a:xfrm rot="10800000" flipH="1" flipV="1">
              <a:off x="5571317" y="20598414"/>
              <a:ext cx="3009292" cy="2002153"/>
              <a:chOff x="7941099" y="19591755"/>
              <a:chExt cx="1252314" cy="793134"/>
            </a:xfrm>
          </p:grpSpPr>
          <p:sp>
            <p:nvSpPr>
              <p:cNvPr id="2715" name="object 60">
                <a:extLst>
                  <a:ext uri="{FF2B5EF4-FFF2-40B4-BE49-F238E27FC236}">
                    <a16:creationId xmlns:a16="http://schemas.microsoft.com/office/drawing/2014/main" id="{90721E99-F9EC-8674-CEE5-B395E468C3E3}"/>
                  </a:ext>
                </a:extLst>
              </p:cNvPr>
              <p:cNvSpPr/>
              <p:nvPr/>
            </p:nvSpPr>
            <p:spPr>
              <a:xfrm>
                <a:off x="7941099" y="19591755"/>
                <a:ext cx="629920" cy="793134"/>
              </a:xfrm>
              <a:custGeom>
                <a:avLst/>
                <a:gdLst/>
                <a:ahLst/>
                <a:cxnLst/>
                <a:rect l="l" t="t" r="r" b="b"/>
                <a:pathLst>
                  <a:path w="629920" h="800100">
                    <a:moveTo>
                      <a:pt x="629649" y="0"/>
                    </a:moveTo>
                    <a:lnTo>
                      <a:pt x="0" y="0"/>
                    </a:lnTo>
                    <a:lnTo>
                      <a:pt x="0" y="799975"/>
                    </a:lnTo>
                    <a:lnTo>
                      <a:pt x="629649" y="799975"/>
                    </a:lnTo>
                    <a:lnTo>
                      <a:pt x="629649" y="0"/>
                    </a:lnTo>
                    <a:close/>
                  </a:path>
                </a:pathLst>
              </a:custGeom>
              <a:solidFill>
                <a:srgbClr val="4F81BC">
                  <a:alpha val="38822"/>
                </a:srgbClr>
              </a:solidFill>
              <a:ln w="12700">
                <a:solidFill>
                  <a:schemeClr val="tx1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2716" name="object 61">
                <a:extLst>
                  <a:ext uri="{FF2B5EF4-FFF2-40B4-BE49-F238E27FC236}">
                    <a16:creationId xmlns:a16="http://schemas.microsoft.com/office/drawing/2014/main" id="{4DCA0008-F9C0-5F72-2A70-FD486B87986E}"/>
                  </a:ext>
                </a:extLst>
              </p:cNvPr>
              <p:cNvSpPr/>
              <p:nvPr/>
            </p:nvSpPr>
            <p:spPr>
              <a:xfrm>
                <a:off x="8569816" y="19591755"/>
                <a:ext cx="623597" cy="793133"/>
              </a:xfrm>
              <a:custGeom>
                <a:avLst/>
                <a:gdLst/>
                <a:ahLst/>
                <a:cxnLst/>
                <a:rect l="l" t="t" r="r" b="b"/>
                <a:pathLst>
                  <a:path w="616585" h="800100">
                    <a:moveTo>
                      <a:pt x="616386" y="0"/>
                    </a:moveTo>
                    <a:lnTo>
                      <a:pt x="0" y="0"/>
                    </a:lnTo>
                    <a:lnTo>
                      <a:pt x="0" y="799975"/>
                    </a:lnTo>
                    <a:lnTo>
                      <a:pt x="616386" y="799975"/>
                    </a:lnTo>
                    <a:lnTo>
                      <a:pt x="616386" y="0"/>
                    </a:lnTo>
                    <a:close/>
                  </a:path>
                </a:pathLst>
              </a:custGeom>
              <a:solidFill>
                <a:srgbClr val="F79546">
                  <a:alpha val="25881"/>
                </a:srgbClr>
              </a:solidFill>
              <a:ln w="12700">
                <a:solidFill>
                  <a:schemeClr val="tx1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2717" name="object 62">
                <a:extLst>
                  <a:ext uri="{FF2B5EF4-FFF2-40B4-BE49-F238E27FC236}">
                    <a16:creationId xmlns:a16="http://schemas.microsoft.com/office/drawing/2014/main" id="{D47781A3-047B-E19E-13D9-DE0D6C9C73A4}"/>
                  </a:ext>
                </a:extLst>
              </p:cNvPr>
              <p:cNvSpPr/>
              <p:nvPr/>
            </p:nvSpPr>
            <p:spPr>
              <a:xfrm>
                <a:off x="8020145" y="19705952"/>
                <a:ext cx="68580" cy="289560"/>
              </a:xfrm>
              <a:custGeom>
                <a:avLst/>
                <a:gdLst/>
                <a:ahLst/>
                <a:cxnLst/>
                <a:rect l="l" t="t" r="r" b="b"/>
                <a:pathLst>
                  <a:path w="68579" h="289559">
                    <a:moveTo>
                      <a:pt x="68409" y="288996"/>
                    </a:moveTo>
                    <a:lnTo>
                      <a:pt x="46971" y="269738"/>
                    </a:lnTo>
                    <a:lnTo>
                      <a:pt x="27791" y="249541"/>
                    </a:lnTo>
                    <a:lnTo>
                      <a:pt x="13126" y="227447"/>
                    </a:lnTo>
                    <a:lnTo>
                      <a:pt x="5235" y="202495"/>
                    </a:lnTo>
                    <a:lnTo>
                      <a:pt x="8480" y="172369"/>
                    </a:lnTo>
                    <a:lnTo>
                      <a:pt x="20374" y="138273"/>
                    </a:lnTo>
                    <a:lnTo>
                      <a:pt x="33032" y="104527"/>
                    </a:lnTo>
                    <a:lnTo>
                      <a:pt x="38567" y="75448"/>
                    </a:lnTo>
                    <a:lnTo>
                      <a:pt x="34063" y="51495"/>
                    </a:lnTo>
                    <a:lnTo>
                      <a:pt x="23995" y="30590"/>
                    </a:lnTo>
                    <a:lnTo>
                      <a:pt x="11572" y="13253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375F92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2718" name="object 63">
                <a:extLst>
                  <a:ext uri="{FF2B5EF4-FFF2-40B4-BE49-F238E27FC236}">
                    <a16:creationId xmlns:a16="http://schemas.microsoft.com/office/drawing/2014/main" id="{B8FBF1C9-DCF2-8378-7859-BAA2A65A8AA2}"/>
                  </a:ext>
                </a:extLst>
              </p:cNvPr>
              <p:cNvSpPr/>
              <p:nvPr/>
            </p:nvSpPr>
            <p:spPr>
              <a:xfrm>
                <a:off x="8127740" y="19669284"/>
                <a:ext cx="68580" cy="288925"/>
              </a:xfrm>
              <a:custGeom>
                <a:avLst/>
                <a:gdLst/>
                <a:ahLst/>
                <a:cxnLst/>
                <a:rect l="l" t="t" r="r" b="b"/>
                <a:pathLst>
                  <a:path w="68579" h="288925">
                    <a:moveTo>
                      <a:pt x="68409" y="288298"/>
                    </a:moveTo>
                    <a:lnTo>
                      <a:pt x="46971" y="269083"/>
                    </a:lnTo>
                    <a:lnTo>
                      <a:pt x="27791" y="248930"/>
                    </a:lnTo>
                    <a:lnTo>
                      <a:pt x="13126" y="226880"/>
                    </a:lnTo>
                    <a:lnTo>
                      <a:pt x="5235" y="201971"/>
                    </a:lnTo>
                    <a:lnTo>
                      <a:pt x="8480" y="171941"/>
                    </a:lnTo>
                    <a:lnTo>
                      <a:pt x="20374" y="137946"/>
                    </a:lnTo>
                    <a:lnTo>
                      <a:pt x="33032" y="104289"/>
                    </a:lnTo>
                    <a:lnTo>
                      <a:pt x="38567" y="75274"/>
                    </a:lnTo>
                    <a:lnTo>
                      <a:pt x="34063" y="51372"/>
                    </a:lnTo>
                    <a:lnTo>
                      <a:pt x="23995" y="30525"/>
                    </a:lnTo>
                    <a:lnTo>
                      <a:pt x="11572" y="13234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375F92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2719" name="object 64">
                <a:extLst>
                  <a:ext uri="{FF2B5EF4-FFF2-40B4-BE49-F238E27FC236}">
                    <a16:creationId xmlns:a16="http://schemas.microsoft.com/office/drawing/2014/main" id="{7BD53083-6121-3248-FD5F-4570D05DD036}"/>
                  </a:ext>
                </a:extLst>
              </p:cNvPr>
              <p:cNvSpPr/>
              <p:nvPr/>
            </p:nvSpPr>
            <p:spPr>
              <a:xfrm>
                <a:off x="8237939" y="19666163"/>
                <a:ext cx="68580" cy="289560"/>
              </a:xfrm>
              <a:custGeom>
                <a:avLst/>
                <a:gdLst/>
                <a:ahLst/>
                <a:cxnLst/>
                <a:rect l="l" t="t" r="r" b="b"/>
                <a:pathLst>
                  <a:path w="68579" h="289559">
                    <a:moveTo>
                      <a:pt x="68409" y="288996"/>
                    </a:moveTo>
                    <a:lnTo>
                      <a:pt x="46971" y="269738"/>
                    </a:lnTo>
                    <a:lnTo>
                      <a:pt x="27791" y="249541"/>
                    </a:lnTo>
                    <a:lnTo>
                      <a:pt x="13126" y="227447"/>
                    </a:lnTo>
                    <a:lnTo>
                      <a:pt x="5235" y="202495"/>
                    </a:lnTo>
                    <a:lnTo>
                      <a:pt x="8480" y="172369"/>
                    </a:lnTo>
                    <a:lnTo>
                      <a:pt x="20374" y="138273"/>
                    </a:lnTo>
                    <a:lnTo>
                      <a:pt x="33032" y="104527"/>
                    </a:lnTo>
                    <a:lnTo>
                      <a:pt x="38567" y="75448"/>
                    </a:lnTo>
                    <a:lnTo>
                      <a:pt x="34063" y="51495"/>
                    </a:lnTo>
                    <a:lnTo>
                      <a:pt x="23995" y="30590"/>
                    </a:lnTo>
                    <a:lnTo>
                      <a:pt x="11572" y="13253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375F92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2720" name="object 65">
                <a:extLst>
                  <a:ext uri="{FF2B5EF4-FFF2-40B4-BE49-F238E27FC236}">
                    <a16:creationId xmlns:a16="http://schemas.microsoft.com/office/drawing/2014/main" id="{035F653D-ED0A-9A60-F01B-C92918D30940}"/>
                  </a:ext>
                </a:extLst>
              </p:cNvPr>
              <p:cNvSpPr/>
              <p:nvPr/>
            </p:nvSpPr>
            <p:spPr>
              <a:xfrm>
                <a:off x="8364288" y="19688500"/>
                <a:ext cx="68580" cy="289560"/>
              </a:xfrm>
              <a:custGeom>
                <a:avLst/>
                <a:gdLst/>
                <a:ahLst/>
                <a:cxnLst/>
                <a:rect l="l" t="t" r="r" b="b"/>
                <a:pathLst>
                  <a:path w="68579" h="289559">
                    <a:moveTo>
                      <a:pt x="68409" y="288996"/>
                    </a:moveTo>
                    <a:lnTo>
                      <a:pt x="46971" y="269738"/>
                    </a:lnTo>
                    <a:lnTo>
                      <a:pt x="27791" y="249541"/>
                    </a:lnTo>
                    <a:lnTo>
                      <a:pt x="13126" y="227447"/>
                    </a:lnTo>
                    <a:lnTo>
                      <a:pt x="5235" y="202495"/>
                    </a:lnTo>
                    <a:lnTo>
                      <a:pt x="8480" y="172369"/>
                    </a:lnTo>
                    <a:lnTo>
                      <a:pt x="20374" y="138273"/>
                    </a:lnTo>
                    <a:lnTo>
                      <a:pt x="33032" y="104527"/>
                    </a:lnTo>
                    <a:lnTo>
                      <a:pt x="38567" y="75448"/>
                    </a:lnTo>
                    <a:lnTo>
                      <a:pt x="34063" y="51495"/>
                    </a:lnTo>
                    <a:lnTo>
                      <a:pt x="23995" y="30590"/>
                    </a:lnTo>
                    <a:lnTo>
                      <a:pt x="11572" y="13253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375F92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2721" name="object 66">
                <a:extLst>
                  <a:ext uri="{FF2B5EF4-FFF2-40B4-BE49-F238E27FC236}">
                    <a16:creationId xmlns:a16="http://schemas.microsoft.com/office/drawing/2014/main" id="{9A43C05C-E75D-131E-65F6-4D32F945A0C8}"/>
                  </a:ext>
                </a:extLst>
              </p:cNvPr>
              <p:cNvSpPr/>
              <p:nvPr/>
            </p:nvSpPr>
            <p:spPr>
              <a:xfrm>
                <a:off x="8482957" y="19715725"/>
                <a:ext cx="69215" cy="289560"/>
              </a:xfrm>
              <a:custGeom>
                <a:avLst/>
                <a:gdLst/>
                <a:ahLst/>
                <a:cxnLst/>
                <a:rect l="l" t="t" r="r" b="b"/>
                <a:pathLst>
                  <a:path w="69214" h="289559">
                    <a:moveTo>
                      <a:pt x="69107" y="288996"/>
                    </a:moveTo>
                    <a:lnTo>
                      <a:pt x="47455" y="269738"/>
                    </a:lnTo>
                    <a:lnTo>
                      <a:pt x="28082" y="249541"/>
                    </a:lnTo>
                    <a:lnTo>
                      <a:pt x="13268" y="227447"/>
                    </a:lnTo>
                    <a:lnTo>
                      <a:pt x="5293" y="202495"/>
                    </a:lnTo>
                    <a:lnTo>
                      <a:pt x="8568" y="172369"/>
                    </a:lnTo>
                    <a:lnTo>
                      <a:pt x="20585" y="138273"/>
                    </a:lnTo>
                    <a:lnTo>
                      <a:pt x="33376" y="104527"/>
                    </a:lnTo>
                    <a:lnTo>
                      <a:pt x="38974" y="75448"/>
                    </a:lnTo>
                    <a:lnTo>
                      <a:pt x="34431" y="51495"/>
                    </a:lnTo>
                    <a:lnTo>
                      <a:pt x="24264" y="30590"/>
                    </a:lnTo>
                    <a:lnTo>
                      <a:pt x="11709" y="13253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375F92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2722" name="object 67">
                <a:extLst>
                  <a:ext uri="{FF2B5EF4-FFF2-40B4-BE49-F238E27FC236}">
                    <a16:creationId xmlns:a16="http://schemas.microsoft.com/office/drawing/2014/main" id="{630F8A22-0B42-BBCF-5271-A53556AC00F2}"/>
                  </a:ext>
                </a:extLst>
              </p:cNvPr>
              <p:cNvSpPr/>
              <p:nvPr/>
            </p:nvSpPr>
            <p:spPr>
              <a:xfrm>
                <a:off x="8596806" y="19675237"/>
                <a:ext cx="63043" cy="329649"/>
              </a:xfrm>
              <a:custGeom>
                <a:avLst/>
                <a:gdLst/>
                <a:ahLst/>
                <a:cxnLst/>
                <a:rect l="l" t="t" r="r" b="b"/>
                <a:pathLst>
                  <a:path w="46354" h="160019">
                    <a:moveTo>
                      <a:pt x="46071" y="159855"/>
                    </a:moveTo>
                    <a:lnTo>
                      <a:pt x="31623" y="149209"/>
                    </a:lnTo>
                    <a:lnTo>
                      <a:pt x="18702" y="138033"/>
                    </a:lnTo>
                    <a:lnTo>
                      <a:pt x="8834" y="125800"/>
                    </a:lnTo>
                    <a:lnTo>
                      <a:pt x="3548" y="111980"/>
                    </a:lnTo>
                    <a:lnTo>
                      <a:pt x="5715" y="95332"/>
                    </a:lnTo>
                    <a:lnTo>
                      <a:pt x="13728" y="76481"/>
                    </a:lnTo>
                    <a:lnTo>
                      <a:pt x="22265" y="57826"/>
                    </a:lnTo>
                    <a:lnTo>
                      <a:pt x="26002" y="41767"/>
                    </a:lnTo>
                    <a:lnTo>
                      <a:pt x="22970" y="28508"/>
                    </a:lnTo>
                    <a:lnTo>
                      <a:pt x="16186" y="16935"/>
                    </a:lnTo>
                    <a:lnTo>
                      <a:pt x="7809" y="7335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E36C09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2723" name="object 68">
                <a:extLst>
                  <a:ext uri="{FF2B5EF4-FFF2-40B4-BE49-F238E27FC236}">
                    <a16:creationId xmlns:a16="http://schemas.microsoft.com/office/drawing/2014/main" id="{7D20394A-5EFA-3DCF-6B5D-FAF26B6AA329}"/>
                  </a:ext>
                </a:extLst>
              </p:cNvPr>
              <p:cNvSpPr/>
              <p:nvPr/>
            </p:nvSpPr>
            <p:spPr>
              <a:xfrm>
                <a:off x="8694887" y="19692565"/>
                <a:ext cx="69215" cy="289560"/>
              </a:xfrm>
              <a:custGeom>
                <a:avLst/>
                <a:gdLst/>
                <a:ahLst/>
                <a:cxnLst/>
                <a:rect l="l" t="t" r="r" b="b"/>
                <a:pathLst>
                  <a:path w="69214" h="289559">
                    <a:moveTo>
                      <a:pt x="69107" y="288996"/>
                    </a:moveTo>
                    <a:lnTo>
                      <a:pt x="47455" y="269738"/>
                    </a:lnTo>
                    <a:lnTo>
                      <a:pt x="28082" y="249541"/>
                    </a:lnTo>
                    <a:lnTo>
                      <a:pt x="13268" y="227447"/>
                    </a:lnTo>
                    <a:lnTo>
                      <a:pt x="5293" y="202495"/>
                    </a:lnTo>
                    <a:lnTo>
                      <a:pt x="8568" y="172369"/>
                    </a:lnTo>
                    <a:lnTo>
                      <a:pt x="20585" y="138273"/>
                    </a:lnTo>
                    <a:lnTo>
                      <a:pt x="33376" y="104527"/>
                    </a:lnTo>
                    <a:lnTo>
                      <a:pt x="38974" y="75448"/>
                    </a:lnTo>
                    <a:lnTo>
                      <a:pt x="34431" y="51495"/>
                    </a:lnTo>
                    <a:lnTo>
                      <a:pt x="24264" y="30590"/>
                    </a:lnTo>
                    <a:lnTo>
                      <a:pt x="11709" y="13253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E36C09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2724" name="object 69">
                <a:extLst>
                  <a:ext uri="{FF2B5EF4-FFF2-40B4-BE49-F238E27FC236}">
                    <a16:creationId xmlns:a16="http://schemas.microsoft.com/office/drawing/2014/main" id="{2F903D37-4EAC-D239-A1B4-9CFA0042200D}"/>
                  </a:ext>
                </a:extLst>
              </p:cNvPr>
              <p:cNvSpPr/>
              <p:nvPr/>
            </p:nvSpPr>
            <p:spPr>
              <a:xfrm>
                <a:off x="8792896" y="19670351"/>
                <a:ext cx="69215" cy="288925"/>
              </a:xfrm>
              <a:custGeom>
                <a:avLst/>
                <a:gdLst/>
                <a:ahLst/>
                <a:cxnLst/>
                <a:rect l="l" t="t" r="r" b="b"/>
                <a:pathLst>
                  <a:path w="69214" h="288925">
                    <a:moveTo>
                      <a:pt x="69107" y="288298"/>
                    </a:moveTo>
                    <a:lnTo>
                      <a:pt x="47455" y="269083"/>
                    </a:lnTo>
                    <a:lnTo>
                      <a:pt x="28082" y="248930"/>
                    </a:lnTo>
                    <a:lnTo>
                      <a:pt x="13268" y="226880"/>
                    </a:lnTo>
                    <a:lnTo>
                      <a:pt x="5293" y="201971"/>
                    </a:lnTo>
                    <a:lnTo>
                      <a:pt x="8568" y="171941"/>
                    </a:lnTo>
                    <a:lnTo>
                      <a:pt x="20585" y="137946"/>
                    </a:lnTo>
                    <a:lnTo>
                      <a:pt x="33376" y="104289"/>
                    </a:lnTo>
                    <a:lnTo>
                      <a:pt x="38974" y="75274"/>
                    </a:lnTo>
                    <a:lnTo>
                      <a:pt x="34431" y="51372"/>
                    </a:lnTo>
                    <a:lnTo>
                      <a:pt x="24264" y="30525"/>
                    </a:lnTo>
                    <a:lnTo>
                      <a:pt x="11709" y="13234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E36C09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2725" name="object 70">
                <a:extLst>
                  <a:ext uri="{FF2B5EF4-FFF2-40B4-BE49-F238E27FC236}">
                    <a16:creationId xmlns:a16="http://schemas.microsoft.com/office/drawing/2014/main" id="{515FA442-BC4D-73B7-BE2E-8BF9E3D8B042}"/>
                  </a:ext>
                </a:extLst>
              </p:cNvPr>
              <p:cNvSpPr/>
              <p:nvPr/>
            </p:nvSpPr>
            <p:spPr>
              <a:xfrm>
                <a:off x="8888538" y="19663247"/>
                <a:ext cx="69215" cy="289560"/>
              </a:xfrm>
              <a:custGeom>
                <a:avLst/>
                <a:gdLst/>
                <a:ahLst/>
                <a:cxnLst/>
                <a:rect l="l" t="t" r="r" b="b"/>
                <a:pathLst>
                  <a:path w="69214" h="289559">
                    <a:moveTo>
                      <a:pt x="69107" y="288996"/>
                    </a:moveTo>
                    <a:lnTo>
                      <a:pt x="47455" y="269738"/>
                    </a:lnTo>
                    <a:lnTo>
                      <a:pt x="28082" y="249541"/>
                    </a:lnTo>
                    <a:lnTo>
                      <a:pt x="13268" y="227447"/>
                    </a:lnTo>
                    <a:lnTo>
                      <a:pt x="5293" y="202495"/>
                    </a:lnTo>
                    <a:lnTo>
                      <a:pt x="8568" y="172369"/>
                    </a:lnTo>
                    <a:lnTo>
                      <a:pt x="20585" y="138273"/>
                    </a:lnTo>
                    <a:lnTo>
                      <a:pt x="33376" y="104527"/>
                    </a:lnTo>
                    <a:lnTo>
                      <a:pt x="38974" y="75448"/>
                    </a:lnTo>
                    <a:lnTo>
                      <a:pt x="34431" y="51495"/>
                    </a:lnTo>
                    <a:lnTo>
                      <a:pt x="24264" y="30590"/>
                    </a:lnTo>
                    <a:lnTo>
                      <a:pt x="11709" y="13253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E36C09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2726" name="object 71">
                <a:extLst>
                  <a:ext uri="{FF2B5EF4-FFF2-40B4-BE49-F238E27FC236}">
                    <a16:creationId xmlns:a16="http://schemas.microsoft.com/office/drawing/2014/main" id="{55E04849-6370-4EEA-AA9C-837053CED18C}"/>
                  </a:ext>
                </a:extLst>
              </p:cNvPr>
              <p:cNvSpPr/>
              <p:nvPr/>
            </p:nvSpPr>
            <p:spPr>
              <a:xfrm>
                <a:off x="9013482" y="19688500"/>
                <a:ext cx="69215" cy="289560"/>
              </a:xfrm>
              <a:custGeom>
                <a:avLst/>
                <a:gdLst/>
                <a:ahLst/>
                <a:cxnLst/>
                <a:rect l="l" t="t" r="r" b="b"/>
                <a:pathLst>
                  <a:path w="69214" h="289559">
                    <a:moveTo>
                      <a:pt x="69107" y="288996"/>
                    </a:moveTo>
                    <a:lnTo>
                      <a:pt x="47455" y="269738"/>
                    </a:lnTo>
                    <a:lnTo>
                      <a:pt x="28082" y="249541"/>
                    </a:lnTo>
                    <a:lnTo>
                      <a:pt x="13268" y="227447"/>
                    </a:lnTo>
                    <a:lnTo>
                      <a:pt x="5293" y="202495"/>
                    </a:lnTo>
                    <a:lnTo>
                      <a:pt x="8568" y="172369"/>
                    </a:lnTo>
                    <a:lnTo>
                      <a:pt x="20585" y="138273"/>
                    </a:lnTo>
                    <a:lnTo>
                      <a:pt x="33376" y="104527"/>
                    </a:lnTo>
                    <a:lnTo>
                      <a:pt x="38974" y="75448"/>
                    </a:lnTo>
                    <a:lnTo>
                      <a:pt x="34431" y="51495"/>
                    </a:lnTo>
                    <a:lnTo>
                      <a:pt x="24264" y="30590"/>
                    </a:lnTo>
                    <a:lnTo>
                      <a:pt x="11709" y="13253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E36C09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2727" name="object 72">
                <a:extLst>
                  <a:ext uri="{FF2B5EF4-FFF2-40B4-BE49-F238E27FC236}">
                    <a16:creationId xmlns:a16="http://schemas.microsoft.com/office/drawing/2014/main" id="{886C4BBF-BC23-48DA-A05F-B8BA6C29A7E5}"/>
                  </a:ext>
                </a:extLst>
              </p:cNvPr>
              <p:cNvSpPr/>
              <p:nvPr/>
            </p:nvSpPr>
            <p:spPr>
              <a:xfrm>
                <a:off x="8131136" y="19967026"/>
                <a:ext cx="69215" cy="288925"/>
              </a:xfrm>
              <a:custGeom>
                <a:avLst/>
                <a:gdLst/>
                <a:ahLst/>
                <a:cxnLst/>
                <a:rect l="l" t="t" r="r" b="b"/>
                <a:pathLst>
                  <a:path w="69214" h="288925">
                    <a:moveTo>
                      <a:pt x="69107" y="288298"/>
                    </a:moveTo>
                    <a:lnTo>
                      <a:pt x="47455" y="269083"/>
                    </a:lnTo>
                    <a:lnTo>
                      <a:pt x="28082" y="248930"/>
                    </a:lnTo>
                    <a:lnTo>
                      <a:pt x="13268" y="226880"/>
                    </a:lnTo>
                    <a:lnTo>
                      <a:pt x="5293" y="201971"/>
                    </a:lnTo>
                    <a:lnTo>
                      <a:pt x="8568" y="171941"/>
                    </a:lnTo>
                    <a:lnTo>
                      <a:pt x="20585" y="137946"/>
                    </a:lnTo>
                    <a:lnTo>
                      <a:pt x="33376" y="104289"/>
                    </a:lnTo>
                    <a:lnTo>
                      <a:pt x="38974" y="75274"/>
                    </a:lnTo>
                    <a:lnTo>
                      <a:pt x="34431" y="51372"/>
                    </a:lnTo>
                    <a:lnTo>
                      <a:pt x="24264" y="30525"/>
                    </a:lnTo>
                    <a:lnTo>
                      <a:pt x="11709" y="13234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375F92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2728" name="object 73">
                <a:extLst>
                  <a:ext uri="{FF2B5EF4-FFF2-40B4-BE49-F238E27FC236}">
                    <a16:creationId xmlns:a16="http://schemas.microsoft.com/office/drawing/2014/main" id="{06F67A18-F343-AEAA-7027-E5508D6F0175}"/>
                  </a:ext>
                </a:extLst>
              </p:cNvPr>
              <p:cNvSpPr/>
              <p:nvPr/>
            </p:nvSpPr>
            <p:spPr>
              <a:xfrm>
                <a:off x="8234449" y="19947481"/>
                <a:ext cx="68580" cy="289560"/>
              </a:xfrm>
              <a:custGeom>
                <a:avLst/>
                <a:gdLst/>
                <a:ahLst/>
                <a:cxnLst/>
                <a:rect l="l" t="t" r="r" b="b"/>
                <a:pathLst>
                  <a:path w="68579" h="289559">
                    <a:moveTo>
                      <a:pt x="68409" y="288996"/>
                    </a:moveTo>
                    <a:lnTo>
                      <a:pt x="46971" y="269738"/>
                    </a:lnTo>
                    <a:lnTo>
                      <a:pt x="27791" y="249541"/>
                    </a:lnTo>
                    <a:lnTo>
                      <a:pt x="13126" y="227447"/>
                    </a:lnTo>
                    <a:lnTo>
                      <a:pt x="5235" y="202495"/>
                    </a:lnTo>
                    <a:lnTo>
                      <a:pt x="8480" y="172369"/>
                    </a:lnTo>
                    <a:lnTo>
                      <a:pt x="20374" y="138273"/>
                    </a:lnTo>
                    <a:lnTo>
                      <a:pt x="33032" y="104527"/>
                    </a:lnTo>
                    <a:lnTo>
                      <a:pt x="38567" y="75448"/>
                    </a:lnTo>
                    <a:lnTo>
                      <a:pt x="34063" y="51495"/>
                    </a:lnTo>
                    <a:lnTo>
                      <a:pt x="23995" y="30590"/>
                    </a:lnTo>
                    <a:lnTo>
                      <a:pt x="11572" y="13253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375F92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2729" name="object 74">
                <a:extLst>
                  <a:ext uri="{FF2B5EF4-FFF2-40B4-BE49-F238E27FC236}">
                    <a16:creationId xmlns:a16="http://schemas.microsoft.com/office/drawing/2014/main" id="{4459A07B-69D0-42AE-8884-EF5567A2DF09}"/>
                  </a:ext>
                </a:extLst>
              </p:cNvPr>
              <p:cNvSpPr/>
              <p:nvPr/>
            </p:nvSpPr>
            <p:spPr>
              <a:xfrm>
                <a:off x="8351024" y="19960046"/>
                <a:ext cx="68580" cy="289560"/>
              </a:xfrm>
              <a:custGeom>
                <a:avLst/>
                <a:gdLst/>
                <a:ahLst/>
                <a:cxnLst/>
                <a:rect l="l" t="t" r="r" b="b"/>
                <a:pathLst>
                  <a:path w="68579" h="289559">
                    <a:moveTo>
                      <a:pt x="68409" y="288996"/>
                    </a:moveTo>
                    <a:lnTo>
                      <a:pt x="46971" y="269738"/>
                    </a:lnTo>
                    <a:lnTo>
                      <a:pt x="27791" y="249541"/>
                    </a:lnTo>
                    <a:lnTo>
                      <a:pt x="13126" y="227447"/>
                    </a:lnTo>
                    <a:lnTo>
                      <a:pt x="5235" y="202495"/>
                    </a:lnTo>
                    <a:lnTo>
                      <a:pt x="8480" y="172369"/>
                    </a:lnTo>
                    <a:lnTo>
                      <a:pt x="20374" y="138273"/>
                    </a:lnTo>
                    <a:lnTo>
                      <a:pt x="33032" y="104527"/>
                    </a:lnTo>
                    <a:lnTo>
                      <a:pt x="38567" y="75448"/>
                    </a:lnTo>
                    <a:lnTo>
                      <a:pt x="34063" y="51495"/>
                    </a:lnTo>
                    <a:lnTo>
                      <a:pt x="23995" y="30590"/>
                    </a:lnTo>
                    <a:lnTo>
                      <a:pt x="11572" y="13253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375F92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2730" name="object 75">
                <a:extLst>
                  <a:ext uri="{FF2B5EF4-FFF2-40B4-BE49-F238E27FC236}">
                    <a16:creationId xmlns:a16="http://schemas.microsoft.com/office/drawing/2014/main" id="{BE71A8A2-AC17-0295-DD7A-014A2CF5614C}"/>
                  </a:ext>
                </a:extLst>
              </p:cNvPr>
              <p:cNvSpPr/>
              <p:nvPr/>
            </p:nvSpPr>
            <p:spPr>
              <a:xfrm>
                <a:off x="8480165" y="19994948"/>
                <a:ext cx="68580" cy="288925"/>
              </a:xfrm>
              <a:custGeom>
                <a:avLst/>
                <a:gdLst/>
                <a:ahLst/>
                <a:cxnLst/>
                <a:rect l="l" t="t" r="r" b="b"/>
                <a:pathLst>
                  <a:path w="68579" h="288925">
                    <a:moveTo>
                      <a:pt x="68409" y="288298"/>
                    </a:moveTo>
                    <a:lnTo>
                      <a:pt x="46971" y="269083"/>
                    </a:lnTo>
                    <a:lnTo>
                      <a:pt x="27791" y="248930"/>
                    </a:lnTo>
                    <a:lnTo>
                      <a:pt x="13126" y="226880"/>
                    </a:lnTo>
                    <a:lnTo>
                      <a:pt x="5235" y="201971"/>
                    </a:lnTo>
                    <a:lnTo>
                      <a:pt x="8480" y="171941"/>
                    </a:lnTo>
                    <a:lnTo>
                      <a:pt x="20374" y="137946"/>
                    </a:lnTo>
                    <a:lnTo>
                      <a:pt x="33032" y="104289"/>
                    </a:lnTo>
                    <a:lnTo>
                      <a:pt x="38567" y="75274"/>
                    </a:lnTo>
                    <a:lnTo>
                      <a:pt x="34063" y="51372"/>
                    </a:lnTo>
                    <a:lnTo>
                      <a:pt x="23995" y="30525"/>
                    </a:lnTo>
                    <a:lnTo>
                      <a:pt x="11572" y="13234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375F92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2731" name="object 77">
                <a:extLst>
                  <a:ext uri="{FF2B5EF4-FFF2-40B4-BE49-F238E27FC236}">
                    <a16:creationId xmlns:a16="http://schemas.microsoft.com/office/drawing/2014/main" id="{0C04DAA7-A374-57C3-F090-F514AE3D34AB}"/>
                  </a:ext>
                </a:extLst>
              </p:cNvPr>
              <p:cNvSpPr/>
              <p:nvPr/>
            </p:nvSpPr>
            <p:spPr>
              <a:xfrm>
                <a:off x="8718204" y="19997740"/>
                <a:ext cx="69215" cy="289560"/>
              </a:xfrm>
              <a:custGeom>
                <a:avLst/>
                <a:gdLst/>
                <a:ahLst/>
                <a:cxnLst/>
                <a:rect l="l" t="t" r="r" b="b"/>
                <a:pathLst>
                  <a:path w="69214" h="289559">
                    <a:moveTo>
                      <a:pt x="69107" y="288996"/>
                    </a:moveTo>
                    <a:lnTo>
                      <a:pt x="47455" y="269738"/>
                    </a:lnTo>
                    <a:lnTo>
                      <a:pt x="28082" y="249541"/>
                    </a:lnTo>
                    <a:lnTo>
                      <a:pt x="13268" y="227447"/>
                    </a:lnTo>
                    <a:lnTo>
                      <a:pt x="5293" y="202495"/>
                    </a:lnTo>
                    <a:lnTo>
                      <a:pt x="8568" y="172369"/>
                    </a:lnTo>
                    <a:lnTo>
                      <a:pt x="20585" y="138273"/>
                    </a:lnTo>
                    <a:lnTo>
                      <a:pt x="33376" y="104527"/>
                    </a:lnTo>
                    <a:lnTo>
                      <a:pt x="38974" y="75448"/>
                    </a:lnTo>
                    <a:lnTo>
                      <a:pt x="34431" y="51495"/>
                    </a:lnTo>
                    <a:lnTo>
                      <a:pt x="24264" y="30590"/>
                    </a:lnTo>
                    <a:lnTo>
                      <a:pt x="11709" y="13253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E36C09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2732" name="object 78">
                <a:extLst>
                  <a:ext uri="{FF2B5EF4-FFF2-40B4-BE49-F238E27FC236}">
                    <a16:creationId xmlns:a16="http://schemas.microsoft.com/office/drawing/2014/main" id="{3205CB29-6529-1E9F-05CC-1C402CBC86FB}"/>
                  </a:ext>
                </a:extLst>
              </p:cNvPr>
              <p:cNvSpPr/>
              <p:nvPr/>
            </p:nvSpPr>
            <p:spPr>
              <a:xfrm>
                <a:off x="8811742" y="19977497"/>
                <a:ext cx="76439" cy="317242"/>
              </a:xfrm>
              <a:custGeom>
                <a:avLst/>
                <a:gdLst/>
                <a:ahLst/>
                <a:cxnLst/>
                <a:rect l="l" t="t" r="r" b="b"/>
                <a:pathLst>
                  <a:path w="39370" h="141605">
                    <a:moveTo>
                      <a:pt x="39091" y="141007"/>
                    </a:moveTo>
                    <a:lnTo>
                      <a:pt x="26838" y="131603"/>
                    </a:lnTo>
                    <a:lnTo>
                      <a:pt x="15888" y="121745"/>
                    </a:lnTo>
                    <a:lnTo>
                      <a:pt x="7523" y="110961"/>
                    </a:lnTo>
                    <a:lnTo>
                      <a:pt x="3024" y="98775"/>
                    </a:lnTo>
                    <a:lnTo>
                      <a:pt x="4868" y="84097"/>
                    </a:lnTo>
                    <a:lnTo>
                      <a:pt x="11663" y="67471"/>
                    </a:lnTo>
                    <a:lnTo>
                      <a:pt x="18894" y="51010"/>
                    </a:lnTo>
                    <a:lnTo>
                      <a:pt x="22047" y="36822"/>
                    </a:lnTo>
                    <a:lnTo>
                      <a:pt x="19461" y="25130"/>
                    </a:lnTo>
                    <a:lnTo>
                      <a:pt x="13706" y="14921"/>
                    </a:lnTo>
                    <a:lnTo>
                      <a:pt x="6610" y="6457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E36C09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2733" name="object 79">
                <a:extLst>
                  <a:ext uri="{FF2B5EF4-FFF2-40B4-BE49-F238E27FC236}">
                    <a16:creationId xmlns:a16="http://schemas.microsoft.com/office/drawing/2014/main" id="{C1E41BD6-74FA-B608-769D-1CA131FED864}"/>
                  </a:ext>
                </a:extLst>
              </p:cNvPr>
              <p:cNvSpPr/>
              <p:nvPr/>
            </p:nvSpPr>
            <p:spPr>
              <a:xfrm>
                <a:off x="8898303" y="19953763"/>
                <a:ext cx="68061" cy="279299"/>
              </a:xfrm>
              <a:custGeom>
                <a:avLst/>
                <a:gdLst/>
                <a:ahLst/>
                <a:cxnLst/>
                <a:rect l="l" t="t" r="r" b="b"/>
                <a:pathLst>
                  <a:path w="48895" h="129540">
                    <a:moveTo>
                      <a:pt x="48864" y="129140"/>
                    </a:moveTo>
                    <a:lnTo>
                      <a:pt x="33557" y="120527"/>
                    </a:lnTo>
                    <a:lnTo>
                      <a:pt x="19865" y="111500"/>
                    </a:lnTo>
                    <a:lnTo>
                      <a:pt x="9401" y="101622"/>
                    </a:lnTo>
                    <a:lnTo>
                      <a:pt x="3781" y="90456"/>
                    </a:lnTo>
                    <a:lnTo>
                      <a:pt x="6091" y="77013"/>
                    </a:lnTo>
                    <a:lnTo>
                      <a:pt x="14586" y="61792"/>
                    </a:lnTo>
                    <a:lnTo>
                      <a:pt x="23626" y="46724"/>
                    </a:lnTo>
                    <a:lnTo>
                      <a:pt x="27573" y="33739"/>
                    </a:lnTo>
                    <a:lnTo>
                      <a:pt x="24344" y="23035"/>
                    </a:lnTo>
                    <a:lnTo>
                      <a:pt x="17146" y="13684"/>
                    </a:lnTo>
                    <a:lnTo>
                      <a:pt x="8267" y="5926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E36C09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2734" name="object 80">
                <a:extLst>
                  <a:ext uri="{FF2B5EF4-FFF2-40B4-BE49-F238E27FC236}">
                    <a16:creationId xmlns:a16="http://schemas.microsoft.com/office/drawing/2014/main" id="{FF159F0C-AC5D-8801-B107-17AC9A67AD25}"/>
                  </a:ext>
                </a:extLst>
              </p:cNvPr>
              <p:cNvSpPr/>
              <p:nvPr/>
            </p:nvSpPr>
            <p:spPr>
              <a:xfrm>
                <a:off x="9005804" y="19964234"/>
                <a:ext cx="68580" cy="289560"/>
              </a:xfrm>
              <a:custGeom>
                <a:avLst/>
                <a:gdLst/>
                <a:ahLst/>
                <a:cxnLst/>
                <a:rect l="l" t="t" r="r" b="b"/>
                <a:pathLst>
                  <a:path w="68579" h="289559">
                    <a:moveTo>
                      <a:pt x="68409" y="288996"/>
                    </a:moveTo>
                    <a:lnTo>
                      <a:pt x="46971" y="269738"/>
                    </a:lnTo>
                    <a:lnTo>
                      <a:pt x="27791" y="249541"/>
                    </a:lnTo>
                    <a:lnTo>
                      <a:pt x="13126" y="227447"/>
                    </a:lnTo>
                    <a:lnTo>
                      <a:pt x="5235" y="202495"/>
                    </a:lnTo>
                    <a:lnTo>
                      <a:pt x="8480" y="172369"/>
                    </a:lnTo>
                    <a:lnTo>
                      <a:pt x="20374" y="138273"/>
                    </a:lnTo>
                    <a:lnTo>
                      <a:pt x="33032" y="104527"/>
                    </a:lnTo>
                    <a:lnTo>
                      <a:pt x="38567" y="75448"/>
                    </a:lnTo>
                    <a:lnTo>
                      <a:pt x="34063" y="51495"/>
                    </a:lnTo>
                    <a:lnTo>
                      <a:pt x="23995" y="30590"/>
                    </a:lnTo>
                    <a:lnTo>
                      <a:pt x="11572" y="13253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E36C09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2735" name="object 81">
                <a:extLst>
                  <a:ext uri="{FF2B5EF4-FFF2-40B4-BE49-F238E27FC236}">
                    <a16:creationId xmlns:a16="http://schemas.microsoft.com/office/drawing/2014/main" id="{133DAF8A-ED81-8C63-A422-625BECC5501D}"/>
                  </a:ext>
                </a:extLst>
              </p:cNvPr>
              <p:cNvSpPr/>
              <p:nvPr/>
            </p:nvSpPr>
            <p:spPr>
              <a:xfrm>
                <a:off x="8048765" y="20014494"/>
                <a:ext cx="69215" cy="289560"/>
              </a:xfrm>
              <a:custGeom>
                <a:avLst/>
                <a:gdLst/>
                <a:ahLst/>
                <a:cxnLst/>
                <a:rect l="l" t="t" r="r" b="b"/>
                <a:pathLst>
                  <a:path w="69214" h="289559">
                    <a:moveTo>
                      <a:pt x="69107" y="288996"/>
                    </a:moveTo>
                    <a:lnTo>
                      <a:pt x="47455" y="269738"/>
                    </a:lnTo>
                    <a:lnTo>
                      <a:pt x="28082" y="249541"/>
                    </a:lnTo>
                    <a:lnTo>
                      <a:pt x="13268" y="227447"/>
                    </a:lnTo>
                    <a:lnTo>
                      <a:pt x="5293" y="202495"/>
                    </a:lnTo>
                    <a:lnTo>
                      <a:pt x="8568" y="172369"/>
                    </a:lnTo>
                    <a:lnTo>
                      <a:pt x="20585" y="138273"/>
                    </a:lnTo>
                    <a:lnTo>
                      <a:pt x="33376" y="104527"/>
                    </a:lnTo>
                    <a:lnTo>
                      <a:pt x="38974" y="75448"/>
                    </a:lnTo>
                    <a:lnTo>
                      <a:pt x="34431" y="51495"/>
                    </a:lnTo>
                    <a:lnTo>
                      <a:pt x="24264" y="30590"/>
                    </a:lnTo>
                    <a:lnTo>
                      <a:pt x="11709" y="13253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375F92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2736" name="object 79">
                <a:extLst>
                  <a:ext uri="{FF2B5EF4-FFF2-40B4-BE49-F238E27FC236}">
                    <a16:creationId xmlns:a16="http://schemas.microsoft.com/office/drawing/2014/main" id="{AB5FC169-7391-8829-F7BE-52B24A53B137}"/>
                  </a:ext>
                </a:extLst>
              </p:cNvPr>
              <p:cNvSpPr/>
              <p:nvPr/>
            </p:nvSpPr>
            <p:spPr>
              <a:xfrm>
                <a:off x="8598581" y="20008725"/>
                <a:ext cx="68061" cy="279299"/>
              </a:xfrm>
              <a:custGeom>
                <a:avLst/>
                <a:gdLst/>
                <a:ahLst/>
                <a:cxnLst/>
                <a:rect l="l" t="t" r="r" b="b"/>
                <a:pathLst>
                  <a:path w="48895" h="129540">
                    <a:moveTo>
                      <a:pt x="48864" y="129140"/>
                    </a:moveTo>
                    <a:lnTo>
                      <a:pt x="33557" y="120527"/>
                    </a:lnTo>
                    <a:lnTo>
                      <a:pt x="19865" y="111500"/>
                    </a:lnTo>
                    <a:lnTo>
                      <a:pt x="9401" y="101622"/>
                    </a:lnTo>
                    <a:lnTo>
                      <a:pt x="3781" y="90456"/>
                    </a:lnTo>
                    <a:lnTo>
                      <a:pt x="6091" y="77013"/>
                    </a:lnTo>
                    <a:lnTo>
                      <a:pt x="14586" y="61792"/>
                    </a:lnTo>
                    <a:lnTo>
                      <a:pt x="23626" y="46724"/>
                    </a:lnTo>
                    <a:lnTo>
                      <a:pt x="27573" y="33739"/>
                    </a:lnTo>
                    <a:lnTo>
                      <a:pt x="24344" y="23035"/>
                    </a:lnTo>
                    <a:lnTo>
                      <a:pt x="17146" y="13684"/>
                    </a:lnTo>
                    <a:lnTo>
                      <a:pt x="8267" y="5926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E36C09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2737" name="object 82">
                <a:extLst>
                  <a:ext uri="{FF2B5EF4-FFF2-40B4-BE49-F238E27FC236}">
                    <a16:creationId xmlns:a16="http://schemas.microsoft.com/office/drawing/2014/main" id="{CD244130-646C-1CED-EDE1-9643D890485D}"/>
                  </a:ext>
                </a:extLst>
              </p:cNvPr>
              <p:cNvSpPr/>
              <p:nvPr/>
            </p:nvSpPr>
            <p:spPr>
              <a:xfrm>
                <a:off x="8003457" y="19949392"/>
                <a:ext cx="1131570" cy="84455"/>
              </a:xfrm>
              <a:custGeom>
                <a:avLst/>
                <a:gdLst/>
                <a:ahLst/>
                <a:cxnLst/>
                <a:rect l="l" t="t" r="r" b="b"/>
                <a:pathLst>
                  <a:path w="1131570" h="84455">
                    <a:moveTo>
                      <a:pt x="0" y="84290"/>
                    </a:moveTo>
                    <a:lnTo>
                      <a:pt x="45196" y="60401"/>
                    </a:lnTo>
                    <a:lnTo>
                      <a:pt x="91601" y="38277"/>
                    </a:lnTo>
                    <a:lnTo>
                      <a:pt x="140410" y="19668"/>
                    </a:lnTo>
                    <a:lnTo>
                      <a:pt x="192818" y="6325"/>
                    </a:lnTo>
                    <a:lnTo>
                      <a:pt x="250021" y="0"/>
                    </a:lnTo>
                    <a:lnTo>
                      <a:pt x="294955" y="2250"/>
                    </a:lnTo>
                    <a:lnTo>
                      <a:pt x="343339" y="10623"/>
                    </a:lnTo>
                    <a:lnTo>
                      <a:pt x="394116" y="22765"/>
                    </a:lnTo>
                    <a:lnTo>
                      <a:pt x="446227" y="36323"/>
                    </a:lnTo>
                    <a:lnTo>
                      <a:pt x="498614" y="48942"/>
                    </a:lnTo>
                    <a:lnTo>
                      <a:pt x="550218" y="58270"/>
                    </a:lnTo>
                    <a:lnTo>
                      <a:pt x="599981" y="61952"/>
                    </a:lnTo>
                    <a:lnTo>
                      <a:pt x="649180" y="58793"/>
                    </a:lnTo>
                    <a:lnTo>
                      <a:pt x="699180" y="50452"/>
                    </a:lnTo>
                    <a:lnTo>
                      <a:pt x="749060" y="38935"/>
                    </a:lnTo>
                    <a:lnTo>
                      <a:pt x="797898" y="26247"/>
                    </a:lnTo>
                    <a:lnTo>
                      <a:pt x="844773" y="14396"/>
                    </a:lnTo>
                    <a:lnTo>
                      <a:pt x="888761" y="5385"/>
                    </a:lnTo>
                    <a:lnTo>
                      <a:pt x="928942" y="1221"/>
                    </a:lnTo>
                    <a:lnTo>
                      <a:pt x="992609" y="5996"/>
                    </a:lnTo>
                    <a:lnTo>
                      <a:pt x="1049160" y="19654"/>
                    </a:lnTo>
                    <a:lnTo>
                      <a:pt x="1096255" y="35571"/>
                    </a:lnTo>
                    <a:lnTo>
                      <a:pt x="1131553" y="47118"/>
                    </a:lnTo>
                  </a:path>
                </a:pathLst>
              </a:custGeom>
              <a:ln w="381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</p:grpSp>
        <p:grpSp>
          <p:nvGrpSpPr>
            <p:cNvPr id="2762" name="Group 2761">
              <a:extLst>
                <a:ext uri="{FF2B5EF4-FFF2-40B4-BE49-F238E27FC236}">
                  <a16:creationId xmlns:a16="http://schemas.microsoft.com/office/drawing/2014/main" id="{D010A147-634E-65F1-8B00-6B74A0415268}"/>
                </a:ext>
              </a:extLst>
            </p:cNvPr>
            <p:cNvGrpSpPr/>
            <p:nvPr/>
          </p:nvGrpSpPr>
          <p:grpSpPr>
            <a:xfrm rot="10800000" flipH="1" flipV="1">
              <a:off x="11780996" y="20281551"/>
              <a:ext cx="3009292" cy="2463135"/>
              <a:chOff x="7941099" y="19608832"/>
              <a:chExt cx="1252314" cy="726206"/>
            </a:xfrm>
          </p:grpSpPr>
          <p:sp>
            <p:nvSpPr>
              <p:cNvPr id="2763" name="object 60">
                <a:extLst>
                  <a:ext uri="{FF2B5EF4-FFF2-40B4-BE49-F238E27FC236}">
                    <a16:creationId xmlns:a16="http://schemas.microsoft.com/office/drawing/2014/main" id="{2B392F43-1503-D5EE-5FAA-03A24A3E66D1}"/>
                  </a:ext>
                </a:extLst>
              </p:cNvPr>
              <p:cNvSpPr/>
              <p:nvPr/>
            </p:nvSpPr>
            <p:spPr>
              <a:xfrm>
                <a:off x="7941099" y="19608832"/>
                <a:ext cx="629920" cy="726206"/>
              </a:xfrm>
              <a:custGeom>
                <a:avLst/>
                <a:gdLst/>
                <a:ahLst/>
                <a:cxnLst/>
                <a:rect l="l" t="t" r="r" b="b"/>
                <a:pathLst>
                  <a:path w="629920" h="800100">
                    <a:moveTo>
                      <a:pt x="629649" y="0"/>
                    </a:moveTo>
                    <a:lnTo>
                      <a:pt x="0" y="0"/>
                    </a:lnTo>
                    <a:lnTo>
                      <a:pt x="0" y="799975"/>
                    </a:lnTo>
                    <a:lnTo>
                      <a:pt x="629649" y="799975"/>
                    </a:lnTo>
                    <a:lnTo>
                      <a:pt x="629649" y="0"/>
                    </a:lnTo>
                    <a:close/>
                  </a:path>
                </a:pathLst>
              </a:custGeom>
              <a:solidFill>
                <a:srgbClr val="4F81BC">
                  <a:alpha val="38822"/>
                </a:srgbClr>
              </a:solidFill>
              <a:ln w="12700">
                <a:solidFill>
                  <a:schemeClr val="tx1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2764" name="object 61">
                <a:extLst>
                  <a:ext uri="{FF2B5EF4-FFF2-40B4-BE49-F238E27FC236}">
                    <a16:creationId xmlns:a16="http://schemas.microsoft.com/office/drawing/2014/main" id="{70A65C49-83E3-D205-C047-5738187DD9A4}"/>
                  </a:ext>
                </a:extLst>
              </p:cNvPr>
              <p:cNvSpPr/>
              <p:nvPr/>
            </p:nvSpPr>
            <p:spPr>
              <a:xfrm>
                <a:off x="8569816" y="19715824"/>
                <a:ext cx="623597" cy="544118"/>
              </a:xfrm>
              <a:custGeom>
                <a:avLst/>
                <a:gdLst/>
                <a:ahLst/>
                <a:cxnLst/>
                <a:rect l="l" t="t" r="r" b="b"/>
                <a:pathLst>
                  <a:path w="616585" h="800100">
                    <a:moveTo>
                      <a:pt x="616386" y="0"/>
                    </a:moveTo>
                    <a:lnTo>
                      <a:pt x="0" y="0"/>
                    </a:lnTo>
                    <a:lnTo>
                      <a:pt x="0" y="799975"/>
                    </a:lnTo>
                    <a:lnTo>
                      <a:pt x="616386" y="799975"/>
                    </a:lnTo>
                    <a:lnTo>
                      <a:pt x="616386" y="0"/>
                    </a:lnTo>
                    <a:close/>
                  </a:path>
                </a:pathLst>
              </a:custGeom>
              <a:solidFill>
                <a:srgbClr val="F79546">
                  <a:alpha val="25881"/>
                </a:srgbClr>
              </a:solidFill>
              <a:ln w="12700">
                <a:solidFill>
                  <a:schemeClr val="tx1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2765" name="object 62">
                <a:extLst>
                  <a:ext uri="{FF2B5EF4-FFF2-40B4-BE49-F238E27FC236}">
                    <a16:creationId xmlns:a16="http://schemas.microsoft.com/office/drawing/2014/main" id="{AA25A918-FD41-1720-FCC7-5652C0AD8045}"/>
                  </a:ext>
                </a:extLst>
              </p:cNvPr>
              <p:cNvSpPr/>
              <p:nvPr/>
            </p:nvSpPr>
            <p:spPr>
              <a:xfrm>
                <a:off x="8020145" y="19705952"/>
                <a:ext cx="68580" cy="289560"/>
              </a:xfrm>
              <a:custGeom>
                <a:avLst/>
                <a:gdLst/>
                <a:ahLst/>
                <a:cxnLst/>
                <a:rect l="l" t="t" r="r" b="b"/>
                <a:pathLst>
                  <a:path w="68579" h="289559">
                    <a:moveTo>
                      <a:pt x="68409" y="288996"/>
                    </a:moveTo>
                    <a:lnTo>
                      <a:pt x="46971" y="269738"/>
                    </a:lnTo>
                    <a:lnTo>
                      <a:pt x="27791" y="249541"/>
                    </a:lnTo>
                    <a:lnTo>
                      <a:pt x="13126" y="227447"/>
                    </a:lnTo>
                    <a:lnTo>
                      <a:pt x="5235" y="202495"/>
                    </a:lnTo>
                    <a:lnTo>
                      <a:pt x="8480" y="172369"/>
                    </a:lnTo>
                    <a:lnTo>
                      <a:pt x="20374" y="138273"/>
                    </a:lnTo>
                    <a:lnTo>
                      <a:pt x="33032" y="104527"/>
                    </a:lnTo>
                    <a:lnTo>
                      <a:pt x="38567" y="75448"/>
                    </a:lnTo>
                    <a:lnTo>
                      <a:pt x="34063" y="51495"/>
                    </a:lnTo>
                    <a:lnTo>
                      <a:pt x="23995" y="30590"/>
                    </a:lnTo>
                    <a:lnTo>
                      <a:pt x="11572" y="13253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375F92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2766" name="object 63">
                <a:extLst>
                  <a:ext uri="{FF2B5EF4-FFF2-40B4-BE49-F238E27FC236}">
                    <a16:creationId xmlns:a16="http://schemas.microsoft.com/office/drawing/2014/main" id="{F5715A39-652E-6D71-2419-34102DA89B49}"/>
                  </a:ext>
                </a:extLst>
              </p:cNvPr>
              <p:cNvSpPr/>
              <p:nvPr/>
            </p:nvSpPr>
            <p:spPr>
              <a:xfrm>
                <a:off x="8127740" y="19669284"/>
                <a:ext cx="68580" cy="288925"/>
              </a:xfrm>
              <a:custGeom>
                <a:avLst/>
                <a:gdLst/>
                <a:ahLst/>
                <a:cxnLst/>
                <a:rect l="l" t="t" r="r" b="b"/>
                <a:pathLst>
                  <a:path w="68579" h="288925">
                    <a:moveTo>
                      <a:pt x="68409" y="288298"/>
                    </a:moveTo>
                    <a:lnTo>
                      <a:pt x="46971" y="269083"/>
                    </a:lnTo>
                    <a:lnTo>
                      <a:pt x="27791" y="248930"/>
                    </a:lnTo>
                    <a:lnTo>
                      <a:pt x="13126" y="226880"/>
                    </a:lnTo>
                    <a:lnTo>
                      <a:pt x="5235" y="201971"/>
                    </a:lnTo>
                    <a:lnTo>
                      <a:pt x="8480" y="171941"/>
                    </a:lnTo>
                    <a:lnTo>
                      <a:pt x="20374" y="137946"/>
                    </a:lnTo>
                    <a:lnTo>
                      <a:pt x="33032" y="104289"/>
                    </a:lnTo>
                    <a:lnTo>
                      <a:pt x="38567" y="75274"/>
                    </a:lnTo>
                    <a:lnTo>
                      <a:pt x="34063" y="51372"/>
                    </a:lnTo>
                    <a:lnTo>
                      <a:pt x="23995" y="30525"/>
                    </a:lnTo>
                    <a:lnTo>
                      <a:pt x="11572" y="13234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375F92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2767" name="object 64">
                <a:extLst>
                  <a:ext uri="{FF2B5EF4-FFF2-40B4-BE49-F238E27FC236}">
                    <a16:creationId xmlns:a16="http://schemas.microsoft.com/office/drawing/2014/main" id="{830F4D1D-7B79-F7BC-B1D8-DC1A359F0852}"/>
                  </a:ext>
                </a:extLst>
              </p:cNvPr>
              <p:cNvSpPr/>
              <p:nvPr/>
            </p:nvSpPr>
            <p:spPr>
              <a:xfrm>
                <a:off x="8237939" y="19666163"/>
                <a:ext cx="68580" cy="289560"/>
              </a:xfrm>
              <a:custGeom>
                <a:avLst/>
                <a:gdLst/>
                <a:ahLst/>
                <a:cxnLst/>
                <a:rect l="l" t="t" r="r" b="b"/>
                <a:pathLst>
                  <a:path w="68579" h="289559">
                    <a:moveTo>
                      <a:pt x="68409" y="288996"/>
                    </a:moveTo>
                    <a:lnTo>
                      <a:pt x="46971" y="269738"/>
                    </a:lnTo>
                    <a:lnTo>
                      <a:pt x="27791" y="249541"/>
                    </a:lnTo>
                    <a:lnTo>
                      <a:pt x="13126" y="227447"/>
                    </a:lnTo>
                    <a:lnTo>
                      <a:pt x="5235" y="202495"/>
                    </a:lnTo>
                    <a:lnTo>
                      <a:pt x="8480" y="172369"/>
                    </a:lnTo>
                    <a:lnTo>
                      <a:pt x="20374" y="138273"/>
                    </a:lnTo>
                    <a:lnTo>
                      <a:pt x="33032" y="104527"/>
                    </a:lnTo>
                    <a:lnTo>
                      <a:pt x="38567" y="75448"/>
                    </a:lnTo>
                    <a:lnTo>
                      <a:pt x="34063" y="51495"/>
                    </a:lnTo>
                    <a:lnTo>
                      <a:pt x="23995" y="30590"/>
                    </a:lnTo>
                    <a:lnTo>
                      <a:pt x="11572" y="13253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375F92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2768" name="object 65">
                <a:extLst>
                  <a:ext uri="{FF2B5EF4-FFF2-40B4-BE49-F238E27FC236}">
                    <a16:creationId xmlns:a16="http://schemas.microsoft.com/office/drawing/2014/main" id="{AF8A0E9C-563F-07F5-B488-28FC6A00582A}"/>
                  </a:ext>
                </a:extLst>
              </p:cNvPr>
              <p:cNvSpPr/>
              <p:nvPr/>
            </p:nvSpPr>
            <p:spPr>
              <a:xfrm>
                <a:off x="8364288" y="19688500"/>
                <a:ext cx="68580" cy="289560"/>
              </a:xfrm>
              <a:custGeom>
                <a:avLst/>
                <a:gdLst/>
                <a:ahLst/>
                <a:cxnLst/>
                <a:rect l="l" t="t" r="r" b="b"/>
                <a:pathLst>
                  <a:path w="68579" h="289559">
                    <a:moveTo>
                      <a:pt x="68409" y="288996"/>
                    </a:moveTo>
                    <a:lnTo>
                      <a:pt x="46971" y="269738"/>
                    </a:lnTo>
                    <a:lnTo>
                      <a:pt x="27791" y="249541"/>
                    </a:lnTo>
                    <a:lnTo>
                      <a:pt x="13126" y="227447"/>
                    </a:lnTo>
                    <a:lnTo>
                      <a:pt x="5235" y="202495"/>
                    </a:lnTo>
                    <a:lnTo>
                      <a:pt x="8480" y="172369"/>
                    </a:lnTo>
                    <a:lnTo>
                      <a:pt x="20374" y="138273"/>
                    </a:lnTo>
                    <a:lnTo>
                      <a:pt x="33032" y="104527"/>
                    </a:lnTo>
                    <a:lnTo>
                      <a:pt x="38567" y="75448"/>
                    </a:lnTo>
                    <a:lnTo>
                      <a:pt x="34063" y="51495"/>
                    </a:lnTo>
                    <a:lnTo>
                      <a:pt x="23995" y="30590"/>
                    </a:lnTo>
                    <a:lnTo>
                      <a:pt x="11572" y="13253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375F92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2769" name="object 66">
                <a:extLst>
                  <a:ext uri="{FF2B5EF4-FFF2-40B4-BE49-F238E27FC236}">
                    <a16:creationId xmlns:a16="http://schemas.microsoft.com/office/drawing/2014/main" id="{9DDAA8D3-53E4-2AD6-52D0-B71066FB3D0A}"/>
                  </a:ext>
                </a:extLst>
              </p:cNvPr>
              <p:cNvSpPr/>
              <p:nvPr/>
            </p:nvSpPr>
            <p:spPr>
              <a:xfrm>
                <a:off x="8482957" y="19715725"/>
                <a:ext cx="69215" cy="289560"/>
              </a:xfrm>
              <a:custGeom>
                <a:avLst/>
                <a:gdLst/>
                <a:ahLst/>
                <a:cxnLst/>
                <a:rect l="l" t="t" r="r" b="b"/>
                <a:pathLst>
                  <a:path w="69214" h="289559">
                    <a:moveTo>
                      <a:pt x="69107" y="288996"/>
                    </a:moveTo>
                    <a:lnTo>
                      <a:pt x="47455" y="269738"/>
                    </a:lnTo>
                    <a:lnTo>
                      <a:pt x="28082" y="249541"/>
                    </a:lnTo>
                    <a:lnTo>
                      <a:pt x="13268" y="227447"/>
                    </a:lnTo>
                    <a:lnTo>
                      <a:pt x="5293" y="202495"/>
                    </a:lnTo>
                    <a:lnTo>
                      <a:pt x="8568" y="172369"/>
                    </a:lnTo>
                    <a:lnTo>
                      <a:pt x="20585" y="138273"/>
                    </a:lnTo>
                    <a:lnTo>
                      <a:pt x="33376" y="104527"/>
                    </a:lnTo>
                    <a:lnTo>
                      <a:pt x="38974" y="75448"/>
                    </a:lnTo>
                    <a:lnTo>
                      <a:pt x="34431" y="51495"/>
                    </a:lnTo>
                    <a:lnTo>
                      <a:pt x="24264" y="30590"/>
                    </a:lnTo>
                    <a:lnTo>
                      <a:pt x="11709" y="13253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375F92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2770" name="object 67">
                <a:extLst>
                  <a:ext uri="{FF2B5EF4-FFF2-40B4-BE49-F238E27FC236}">
                    <a16:creationId xmlns:a16="http://schemas.microsoft.com/office/drawing/2014/main" id="{F4A84F8D-A098-3F4E-F68B-DF3E53AD9334}"/>
                  </a:ext>
                </a:extLst>
              </p:cNvPr>
              <p:cNvSpPr/>
              <p:nvPr/>
            </p:nvSpPr>
            <p:spPr>
              <a:xfrm>
                <a:off x="8596806" y="19782317"/>
                <a:ext cx="84137" cy="222569"/>
              </a:xfrm>
              <a:custGeom>
                <a:avLst/>
                <a:gdLst/>
                <a:ahLst/>
                <a:cxnLst/>
                <a:rect l="l" t="t" r="r" b="b"/>
                <a:pathLst>
                  <a:path w="46354" h="160019">
                    <a:moveTo>
                      <a:pt x="46071" y="159855"/>
                    </a:moveTo>
                    <a:lnTo>
                      <a:pt x="31623" y="149209"/>
                    </a:lnTo>
                    <a:lnTo>
                      <a:pt x="18702" y="138033"/>
                    </a:lnTo>
                    <a:lnTo>
                      <a:pt x="8834" y="125800"/>
                    </a:lnTo>
                    <a:lnTo>
                      <a:pt x="3548" y="111980"/>
                    </a:lnTo>
                    <a:lnTo>
                      <a:pt x="5715" y="95332"/>
                    </a:lnTo>
                    <a:lnTo>
                      <a:pt x="13728" y="76481"/>
                    </a:lnTo>
                    <a:lnTo>
                      <a:pt x="22265" y="57826"/>
                    </a:lnTo>
                    <a:lnTo>
                      <a:pt x="26002" y="41767"/>
                    </a:lnTo>
                    <a:lnTo>
                      <a:pt x="22970" y="28508"/>
                    </a:lnTo>
                    <a:lnTo>
                      <a:pt x="16186" y="16935"/>
                    </a:lnTo>
                    <a:lnTo>
                      <a:pt x="7809" y="7335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E36C09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2771" name="object 68">
                <a:extLst>
                  <a:ext uri="{FF2B5EF4-FFF2-40B4-BE49-F238E27FC236}">
                    <a16:creationId xmlns:a16="http://schemas.microsoft.com/office/drawing/2014/main" id="{B2D200AF-D8B7-8243-0616-075BE382DEC9}"/>
                  </a:ext>
                </a:extLst>
              </p:cNvPr>
              <p:cNvSpPr/>
              <p:nvPr/>
            </p:nvSpPr>
            <p:spPr>
              <a:xfrm>
                <a:off x="8694887" y="19782317"/>
                <a:ext cx="69215" cy="199808"/>
              </a:xfrm>
              <a:custGeom>
                <a:avLst/>
                <a:gdLst/>
                <a:ahLst/>
                <a:cxnLst/>
                <a:rect l="l" t="t" r="r" b="b"/>
                <a:pathLst>
                  <a:path w="69214" h="289559">
                    <a:moveTo>
                      <a:pt x="69107" y="288996"/>
                    </a:moveTo>
                    <a:lnTo>
                      <a:pt x="47455" y="269738"/>
                    </a:lnTo>
                    <a:lnTo>
                      <a:pt x="28082" y="249541"/>
                    </a:lnTo>
                    <a:lnTo>
                      <a:pt x="13268" y="227447"/>
                    </a:lnTo>
                    <a:lnTo>
                      <a:pt x="5293" y="202495"/>
                    </a:lnTo>
                    <a:lnTo>
                      <a:pt x="8568" y="172369"/>
                    </a:lnTo>
                    <a:lnTo>
                      <a:pt x="20585" y="138273"/>
                    </a:lnTo>
                    <a:lnTo>
                      <a:pt x="33376" y="104527"/>
                    </a:lnTo>
                    <a:lnTo>
                      <a:pt x="38974" y="75448"/>
                    </a:lnTo>
                    <a:lnTo>
                      <a:pt x="34431" y="51495"/>
                    </a:lnTo>
                    <a:lnTo>
                      <a:pt x="24264" y="30590"/>
                    </a:lnTo>
                    <a:lnTo>
                      <a:pt x="11709" y="13253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E36C09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2772" name="object 69">
                <a:extLst>
                  <a:ext uri="{FF2B5EF4-FFF2-40B4-BE49-F238E27FC236}">
                    <a16:creationId xmlns:a16="http://schemas.microsoft.com/office/drawing/2014/main" id="{1DE8890A-9AB7-55FD-C6E1-C6BF69BCE56C}"/>
                  </a:ext>
                </a:extLst>
              </p:cNvPr>
              <p:cNvSpPr/>
              <p:nvPr/>
            </p:nvSpPr>
            <p:spPr>
              <a:xfrm>
                <a:off x="8792896" y="19782317"/>
                <a:ext cx="69215" cy="176959"/>
              </a:xfrm>
              <a:custGeom>
                <a:avLst/>
                <a:gdLst/>
                <a:ahLst/>
                <a:cxnLst/>
                <a:rect l="l" t="t" r="r" b="b"/>
                <a:pathLst>
                  <a:path w="69214" h="288925">
                    <a:moveTo>
                      <a:pt x="69107" y="288298"/>
                    </a:moveTo>
                    <a:lnTo>
                      <a:pt x="47455" y="269083"/>
                    </a:lnTo>
                    <a:lnTo>
                      <a:pt x="28082" y="248930"/>
                    </a:lnTo>
                    <a:lnTo>
                      <a:pt x="13268" y="226880"/>
                    </a:lnTo>
                    <a:lnTo>
                      <a:pt x="5293" y="201971"/>
                    </a:lnTo>
                    <a:lnTo>
                      <a:pt x="8568" y="171941"/>
                    </a:lnTo>
                    <a:lnTo>
                      <a:pt x="20585" y="137946"/>
                    </a:lnTo>
                    <a:lnTo>
                      <a:pt x="33376" y="104289"/>
                    </a:lnTo>
                    <a:lnTo>
                      <a:pt x="38974" y="75274"/>
                    </a:lnTo>
                    <a:lnTo>
                      <a:pt x="34431" y="51372"/>
                    </a:lnTo>
                    <a:lnTo>
                      <a:pt x="24264" y="30525"/>
                    </a:lnTo>
                    <a:lnTo>
                      <a:pt x="11709" y="13234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E36C09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2773" name="object 70">
                <a:extLst>
                  <a:ext uri="{FF2B5EF4-FFF2-40B4-BE49-F238E27FC236}">
                    <a16:creationId xmlns:a16="http://schemas.microsoft.com/office/drawing/2014/main" id="{2C522EDB-2F2C-B404-BD68-25EC6C52E9F2}"/>
                  </a:ext>
                </a:extLst>
              </p:cNvPr>
              <p:cNvSpPr/>
              <p:nvPr/>
            </p:nvSpPr>
            <p:spPr>
              <a:xfrm>
                <a:off x="8888538" y="19782317"/>
                <a:ext cx="69215" cy="170490"/>
              </a:xfrm>
              <a:custGeom>
                <a:avLst/>
                <a:gdLst/>
                <a:ahLst/>
                <a:cxnLst/>
                <a:rect l="l" t="t" r="r" b="b"/>
                <a:pathLst>
                  <a:path w="69214" h="289559">
                    <a:moveTo>
                      <a:pt x="69107" y="288996"/>
                    </a:moveTo>
                    <a:lnTo>
                      <a:pt x="47455" y="269738"/>
                    </a:lnTo>
                    <a:lnTo>
                      <a:pt x="28082" y="249541"/>
                    </a:lnTo>
                    <a:lnTo>
                      <a:pt x="13268" y="227447"/>
                    </a:lnTo>
                    <a:lnTo>
                      <a:pt x="5293" y="202495"/>
                    </a:lnTo>
                    <a:lnTo>
                      <a:pt x="8568" y="172369"/>
                    </a:lnTo>
                    <a:lnTo>
                      <a:pt x="20585" y="138273"/>
                    </a:lnTo>
                    <a:lnTo>
                      <a:pt x="33376" y="104527"/>
                    </a:lnTo>
                    <a:lnTo>
                      <a:pt x="38974" y="75448"/>
                    </a:lnTo>
                    <a:lnTo>
                      <a:pt x="34431" y="51495"/>
                    </a:lnTo>
                    <a:lnTo>
                      <a:pt x="24264" y="30590"/>
                    </a:lnTo>
                    <a:lnTo>
                      <a:pt x="11709" y="13253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E36C09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2774" name="object 71">
                <a:extLst>
                  <a:ext uri="{FF2B5EF4-FFF2-40B4-BE49-F238E27FC236}">
                    <a16:creationId xmlns:a16="http://schemas.microsoft.com/office/drawing/2014/main" id="{FA35E812-4EDA-AAD7-6F20-CDF5F1D07330}"/>
                  </a:ext>
                </a:extLst>
              </p:cNvPr>
              <p:cNvSpPr/>
              <p:nvPr/>
            </p:nvSpPr>
            <p:spPr>
              <a:xfrm>
                <a:off x="9013482" y="19782317"/>
                <a:ext cx="69215" cy="195743"/>
              </a:xfrm>
              <a:custGeom>
                <a:avLst/>
                <a:gdLst/>
                <a:ahLst/>
                <a:cxnLst/>
                <a:rect l="l" t="t" r="r" b="b"/>
                <a:pathLst>
                  <a:path w="69214" h="289559">
                    <a:moveTo>
                      <a:pt x="69107" y="288996"/>
                    </a:moveTo>
                    <a:lnTo>
                      <a:pt x="47455" y="269738"/>
                    </a:lnTo>
                    <a:lnTo>
                      <a:pt x="28082" y="249541"/>
                    </a:lnTo>
                    <a:lnTo>
                      <a:pt x="13268" y="227447"/>
                    </a:lnTo>
                    <a:lnTo>
                      <a:pt x="5293" y="202495"/>
                    </a:lnTo>
                    <a:lnTo>
                      <a:pt x="8568" y="172369"/>
                    </a:lnTo>
                    <a:lnTo>
                      <a:pt x="20585" y="138273"/>
                    </a:lnTo>
                    <a:lnTo>
                      <a:pt x="33376" y="104527"/>
                    </a:lnTo>
                    <a:lnTo>
                      <a:pt x="38974" y="75448"/>
                    </a:lnTo>
                    <a:lnTo>
                      <a:pt x="34431" y="51495"/>
                    </a:lnTo>
                    <a:lnTo>
                      <a:pt x="24264" y="30590"/>
                    </a:lnTo>
                    <a:lnTo>
                      <a:pt x="11709" y="13253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E36C09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2775" name="object 72">
                <a:extLst>
                  <a:ext uri="{FF2B5EF4-FFF2-40B4-BE49-F238E27FC236}">
                    <a16:creationId xmlns:a16="http://schemas.microsoft.com/office/drawing/2014/main" id="{D7F67D78-B7B9-060C-C404-17E7DDDBEEF0}"/>
                  </a:ext>
                </a:extLst>
              </p:cNvPr>
              <p:cNvSpPr/>
              <p:nvPr/>
            </p:nvSpPr>
            <p:spPr>
              <a:xfrm>
                <a:off x="8131136" y="19967026"/>
                <a:ext cx="69215" cy="288925"/>
              </a:xfrm>
              <a:custGeom>
                <a:avLst/>
                <a:gdLst/>
                <a:ahLst/>
                <a:cxnLst/>
                <a:rect l="l" t="t" r="r" b="b"/>
                <a:pathLst>
                  <a:path w="69214" h="288925">
                    <a:moveTo>
                      <a:pt x="69107" y="288298"/>
                    </a:moveTo>
                    <a:lnTo>
                      <a:pt x="47455" y="269083"/>
                    </a:lnTo>
                    <a:lnTo>
                      <a:pt x="28082" y="248930"/>
                    </a:lnTo>
                    <a:lnTo>
                      <a:pt x="13268" y="226880"/>
                    </a:lnTo>
                    <a:lnTo>
                      <a:pt x="5293" y="201971"/>
                    </a:lnTo>
                    <a:lnTo>
                      <a:pt x="8568" y="171941"/>
                    </a:lnTo>
                    <a:lnTo>
                      <a:pt x="20585" y="137946"/>
                    </a:lnTo>
                    <a:lnTo>
                      <a:pt x="33376" y="104289"/>
                    </a:lnTo>
                    <a:lnTo>
                      <a:pt x="38974" y="75274"/>
                    </a:lnTo>
                    <a:lnTo>
                      <a:pt x="34431" y="51372"/>
                    </a:lnTo>
                    <a:lnTo>
                      <a:pt x="24264" y="30525"/>
                    </a:lnTo>
                    <a:lnTo>
                      <a:pt x="11709" y="13234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375F92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2776" name="object 73">
                <a:extLst>
                  <a:ext uri="{FF2B5EF4-FFF2-40B4-BE49-F238E27FC236}">
                    <a16:creationId xmlns:a16="http://schemas.microsoft.com/office/drawing/2014/main" id="{76D8DBE2-BF44-B5DB-D807-EA15D5987704}"/>
                  </a:ext>
                </a:extLst>
              </p:cNvPr>
              <p:cNvSpPr/>
              <p:nvPr/>
            </p:nvSpPr>
            <p:spPr>
              <a:xfrm>
                <a:off x="8234449" y="19947481"/>
                <a:ext cx="68580" cy="289560"/>
              </a:xfrm>
              <a:custGeom>
                <a:avLst/>
                <a:gdLst/>
                <a:ahLst/>
                <a:cxnLst/>
                <a:rect l="l" t="t" r="r" b="b"/>
                <a:pathLst>
                  <a:path w="68579" h="289559">
                    <a:moveTo>
                      <a:pt x="68409" y="288996"/>
                    </a:moveTo>
                    <a:lnTo>
                      <a:pt x="46971" y="269738"/>
                    </a:lnTo>
                    <a:lnTo>
                      <a:pt x="27791" y="249541"/>
                    </a:lnTo>
                    <a:lnTo>
                      <a:pt x="13126" y="227447"/>
                    </a:lnTo>
                    <a:lnTo>
                      <a:pt x="5235" y="202495"/>
                    </a:lnTo>
                    <a:lnTo>
                      <a:pt x="8480" y="172369"/>
                    </a:lnTo>
                    <a:lnTo>
                      <a:pt x="20374" y="138273"/>
                    </a:lnTo>
                    <a:lnTo>
                      <a:pt x="33032" y="104527"/>
                    </a:lnTo>
                    <a:lnTo>
                      <a:pt x="38567" y="75448"/>
                    </a:lnTo>
                    <a:lnTo>
                      <a:pt x="34063" y="51495"/>
                    </a:lnTo>
                    <a:lnTo>
                      <a:pt x="23995" y="30590"/>
                    </a:lnTo>
                    <a:lnTo>
                      <a:pt x="11572" y="13253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375F92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2777" name="object 74">
                <a:extLst>
                  <a:ext uri="{FF2B5EF4-FFF2-40B4-BE49-F238E27FC236}">
                    <a16:creationId xmlns:a16="http://schemas.microsoft.com/office/drawing/2014/main" id="{19F4BA3A-5F97-EE69-2727-728595E9D2EA}"/>
                  </a:ext>
                </a:extLst>
              </p:cNvPr>
              <p:cNvSpPr/>
              <p:nvPr/>
            </p:nvSpPr>
            <p:spPr>
              <a:xfrm>
                <a:off x="8351024" y="19960046"/>
                <a:ext cx="68580" cy="289560"/>
              </a:xfrm>
              <a:custGeom>
                <a:avLst/>
                <a:gdLst/>
                <a:ahLst/>
                <a:cxnLst/>
                <a:rect l="l" t="t" r="r" b="b"/>
                <a:pathLst>
                  <a:path w="68579" h="289559">
                    <a:moveTo>
                      <a:pt x="68409" y="288996"/>
                    </a:moveTo>
                    <a:lnTo>
                      <a:pt x="46971" y="269738"/>
                    </a:lnTo>
                    <a:lnTo>
                      <a:pt x="27791" y="249541"/>
                    </a:lnTo>
                    <a:lnTo>
                      <a:pt x="13126" y="227447"/>
                    </a:lnTo>
                    <a:lnTo>
                      <a:pt x="5235" y="202495"/>
                    </a:lnTo>
                    <a:lnTo>
                      <a:pt x="8480" y="172369"/>
                    </a:lnTo>
                    <a:lnTo>
                      <a:pt x="20374" y="138273"/>
                    </a:lnTo>
                    <a:lnTo>
                      <a:pt x="33032" y="104527"/>
                    </a:lnTo>
                    <a:lnTo>
                      <a:pt x="38567" y="75448"/>
                    </a:lnTo>
                    <a:lnTo>
                      <a:pt x="34063" y="51495"/>
                    </a:lnTo>
                    <a:lnTo>
                      <a:pt x="23995" y="30590"/>
                    </a:lnTo>
                    <a:lnTo>
                      <a:pt x="11572" y="13253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375F92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2778" name="object 75">
                <a:extLst>
                  <a:ext uri="{FF2B5EF4-FFF2-40B4-BE49-F238E27FC236}">
                    <a16:creationId xmlns:a16="http://schemas.microsoft.com/office/drawing/2014/main" id="{7A8082A6-C151-9A7E-A860-DED3B2F2ECC6}"/>
                  </a:ext>
                </a:extLst>
              </p:cNvPr>
              <p:cNvSpPr/>
              <p:nvPr/>
            </p:nvSpPr>
            <p:spPr>
              <a:xfrm>
                <a:off x="8480165" y="19994948"/>
                <a:ext cx="68580" cy="288925"/>
              </a:xfrm>
              <a:custGeom>
                <a:avLst/>
                <a:gdLst/>
                <a:ahLst/>
                <a:cxnLst/>
                <a:rect l="l" t="t" r="r" b="b"/>
                <a:pathLst>
                  <a:path w="68579" h="288925">
                    <a:moveTo>
                      <a:pt x="68409" y="288298"/>
                    </a:moveTo>
                    <a:lnTo>
                      <a:pt x="46971" y="269083"/>
                    </a:lnTo>
                    <a:lnTo>
                      <a:pt x="27791" y="248930"/>
                    </a:lnTo>
                    <a:lnTo>
                      <a:pt x="13126" y="226880"/>
                    </a:lnTo>
                    <a:lnTo>
                      <a:pt x="5235" y="201971"/>
                    </a:lnTo>
                    <a:lnTo>
                      <a:pt x="8480" y="171941"/>
                    </a:lnTo>
                    <a:lnTo>
                      <a:pt x="20374" y="137946"/>
                    </a:lnTo>
                    <a:lnTo>
                      <a:pt x="33032" y="104289"/>
                    </a:lnTo>
                    <a:lnTo>
                      <a:pt x="38567" y="75274"/>
                    </a:lnTo>
                    <a:lnTo>
                      <a:pt x="34063" y="51372"/>
                    </a:lnTo>
                    <a:lnTo>
                      <a:pt x="23995" y="30525"/>
                    </a:lnTo>
                    <a:lnTo>
                      <a:pt x="11572" y="13234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375F92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2779" name="object 77">
                <a:extLst>
                  <a:ext uri="{FF2B5EF4-FFF2-40B4-BE49-F238E27FC236}">
                    <a16:creationId xmlns:a16="http://schemas.microsoft.com/office/drawing/2014/main" id="{A88BDD7A-5F85-F208-2F70-BC128FE4A2F1}"/>
                  </a:ext>
                </a:extLst>
              </p:cNvPr>
              <p:cNvSpPr/>
              <p:nvPr/>
            </p:nvSpPr>
            <p:spPr>
              <a:xfrm>
                <a:off x="8718204" y="19997740"/>
                <a:ext cx="69215" cy="169343"/>
              </a:xfrm>
              <a:custGeom>
                <a:avLst/>
                <a:gdLst/>
                <a:ahLst/>
                <a:cxnLst/>
                <a:rect l="l" t="t" r="r" b="b"/>
                <a:pathLst>
                  <a:path w="69214" h="289559">
                    <a:moveTo>
                      <a:pt x="69107" y="288996"/>
                    </a:moveTo>
                    <a:lnTo>
                      <a:pt x="47455" y="269738"/>
                    </a:lnTo>
                    <a:lnTo>
                      <a:pt x="28082" y="249541"/>
                    </a:lnTo>
                    <a:lnTo>
                      <a:pt x="13268" y="227447"/>
                    </a:lnTo>
                    <a:lnTo>
                      <a:pt x="5293" y="202495"/>
                    </a:lnTo>
                    <a:lnTo>
                      <a:pt x="8568" y="172369"/>
                    </a:lnTo>
                    <a:lnTo>
                      <a:pt x="20585" y="138273"/>
                    </a:lnTo>
                    <a:lnTo>
                      <a:pt x="33376" y="104527"/>
                    </a:lnTo>
                    <a:lnTo>
                      <a:pt x="38974" y="75448"/>
                    </a:lnTo>
                    <a:lnTo>
                      <a:pt x="34431" y="51495"/>
                    </a:lnTo>
                    <a:lnTo>
                      <a:pt x="24264" y="30590"/>
                    </a:lnTo>
                    <a:lnTo>
                      <a:pt x="11709" y="13253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E36C09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2780" name="object 78">
                <a:extLst>
                  <a:ext uri="{FF2B5EF4-FFF2-40B4-BE49-F238E27FC236}">
                    <a16:creationId xmlns:a16="http://schemas.microsoft.com/office/drawing/2014/main" id="{2E86091F-174C-33B7-61C0-2B777C6C6CCD}"/>
                  </a:ext>
                </a:extLst>
              </p:cNvPr>
              <p:cNvSpPr/>
              <p:nvPr/>
            </p:nvSpPr>
            <p:spPr>
              <a:xfrm>
                <a:off x="8811742" y="19977497"/>
                <a:ext cx="76439" cy="170115"/>
              </a:xfrm>
              <a:custGeom>
                <a:avLst/>
                <a:gdLst/>
                <a:ahLst/>
                <a:cxnLst/>
                <a:rect l="l" t="t" r="r" b="b"/>
                <a:pathLst>
                  <a:path w="39370" h="141605">
                    <a:moveTo>
                      <a:pt x="39091" y="141007"/>
                    </a:moveTo>
                    <a:lnTo>
                      <a:pt x="26838" y="131603"/>
                    </a:lnTo>
                    <a:lnTo>
                      <a:pt x="15888" y="121745"/>
                    </a:lnTo>
                    <a:lnTo>
                      <a:pt x="7523" y="110961"/>
                    </a:lnTo>
                    <a:lnTo>
                      <a:pt x="3024" y="98775"/>
                    </a:lnTo>
                    <a:lnTo>
                      <a:pt x="4868" y="84097"/>
                    </a:lnTo>
                    <a:lnTo>
                      <a:pt x="11663" y="67471"/>
                    </a:lnTo>
                    <a:lnTo>
                      <a:pt x="18894" y="51010"/>
                    </a:lnTo>
                    <a:lnTo>
                      <a:pt x="22047" y="36822"/>
                    </a:lnTo>
                    <a:lnTo>
                      <a:pt x="19461" y="25130"/>
                    </a:lnTo>
                    <a:lnTo>
                      <a:pt x="13706" y="14921"/>
                    </a:lnTo>
                    <a:lnTo>
                      <a:pt x="6610" y="6457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E36C09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2781" name="object 79">
                <a:extLst>
                  <a:ext uri="{FF2B5EF4-FFF2-40B4-BE49-F238E27FC236}">
                    <a16:creationId xmlns:a16="http://schemas.microsoft.com/office/drawing/2014/main" id="{D99EAE70-89E4-1E96-4258-4AFF2DBF8203}"/>
                  </a:ext>
                </a:extLst>
              </p:cNvPr>
              <p:cNvSpPr/>
              <p:nvPr/>
            </p:nvSpPr>
            <p:spPr>
              <a:xfrm>
                <a:off x="8898303" y="19953763"/>
                <a:ext cx="68061" cy="199840"/>
              </a:xfrm>
              <a:custGeom>
                <a:avLst/>
                <a:gdLst/>
                <a:ahLst/>
                <a:cxnLst/>
                <a:rect l="l" t="t" r="r" b="b"/>
                <a:pathLst>
                  <a:path w="48895" h="129540">
                    <a:moveTo>
                      <a:pt x="48864" y="129140"/>
                    </a:moveTo>
                    <a:lnTo>
                      <a:pt x="33557" y="120527"/>
                    </a:lnTo>
                    <a:lnTo>
                      <a:pt x="19865" y="111500"/>
                    </a:lnTo>
                    <a:lnTo>
                      <a:pt x="9401" y="101622"/>
                    </a:lnTo>
                    <a:lnTo>
                      <a:pt x="3781" y="90456"/>
                    </a:lnTo>
                    <a:lnTo>
                      <a:pt x="6091" y="77013"/>
                    </a:lnTo>
                    <a:lnTo>
                      <a:pt x="14586" y="61792"/>
                    </a:lnTo>
                    <a:lnTo>
                      <a:pt x="23626" y="46724"/>
                    </a:lnTo>
                    <a:lnTo>
                      <a:pt x="27573" y="33739"/>
                    </a:lnTo>
                    <a:lnTo>
                      <a:pt x="24344" y="23035"/>
                    </a:lnTo>
                    <a:lnTo>
                      <a:pt x="17146" y="13684"/>
                    </a:lnTo>
                    <a:lnTo>
                      <a:pt x="8267" y="5926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E36C09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2782" name="object 80">
                <a:extLst>
                  <a:ext uri="{FF2B5EF4-FFF2-40B4-BE49-F238E27FC236}">
                    <a16:creationId xmlns:a16="http://schemas.microsoft.com/office/drawing/2014/main" id="{D5F878C5-728C-8D82-7457-F87AFDB679FA}"/>
                  </a:ext>
                </a:extLst>
              </p:cNvPr>
              <p:cNvSpPr/>
              <p:nvPr/>
            </p:nvSpPr>
            <p:spPr>
              <a:xfrm>
                <a:off x="9005804" y="19964234"/>
                <a:ext cx="68580" cy="178885"/>
              </a:xfrm>
              <a:custGeom>
                <a:avLst/>
                <a:gdLst/>
                <a:ahLst/>
                <a:cxnLst/>
                <a:rect l="l" t="t" r="r" b="b"/>
                <a:pathLst>
                  <a:path w="68579" h="289559">
                    <a:moveTo>
                      <a:pt x="68409" y="288996"/>
                    </a:moveTo>
                    <a:lnTo>
                      <a:pt x="46971" y="269738"/>
                    </a:lnTo>
                    <a:lnTo>
                      <a:pt x="27791" y="249541"/>
                    </a:lnTo>
                    <a:lnTo>
                      <a:pt x="13126" y="227447"/>
                    </a:lnTo>
                    <a:lnTo>
                      <a:pt x="5235" y="202495"/>
                    </a:lnTo>
                    <a:lnTo>
                      <a:pt x="8480" y="172369"/>
                    </a:lnTo>
                    <a:lnTo>
                      <a:pt x="20374" y="138273"/>
                    </a:lnTo>
                    <a:lnTo>
                      <a:pt x="33032" y="104527"/>
                    </a:lnTo>
                    <a:lnTo>
                      <a:pt x="38567" y="75448"/>
                    </a:lnTo>
                    <a:lnTo>
                      <a:pt x="34063" y="51495"/>
                    </a:lnTo>
                    <a:lnTo>
                      <a:pt x="23995" y="30590"/>
                    </a:lnTo>
                    <a:lnTo>
                      <a:pt x="11572" y="13253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E36C09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2783" name="object 81">
                <a:extLst>
                  <a:ext uri="{FF2B5EF4-FFF2-40B4-BE49-F238E27FC236}">
                    <a16:creationId xmlns:a16="http://schemas.microsoft.com/office/drawing/2014/main" id="{34C83C2E-1554-B72C-6805-F285500BB29A}"/>
                  </a:ext>
                </a:extLst>
              </p:cNvPr>
              <p:cNvSpPr/>
              <p:nvPr/>
            </p:nvSpPr>
            <p:spPr>
              <a:xfrm>
                <a:off x="8048765" y="20014494"/>
                <a:ext cx="69215" cy="289560"/>
              </a:xfrm>
              <a:custGeom>
                <a:avLst/>
                <a:gdLst/>
                <a:ahLst/>
                <a:cxnLst/>
                <a:rect l="l" t="t" r="r" b="b"/>
                <a:pathLst>
                  <a:path w="69214" h="289559">
                    <a:moveTo>
                      <a:pt x="69107" y="288996"/>
                    </a:moveTo>
                    <a:lnTo>
                      <a:pt x="47455" y="269738"/>
                    </a:lnTo>
                    <a:lnTo>
                      <a:pt x="28082" y="249541"/>
                    </a:lnTo>
                    <a:lnTo>
                      <a:pt x="13268" y="227447"/>
                    </a:lnTo>
                    <a:lnTo>
                      <a:pt x="5293" y="202495"/>
                    </a:lnTo>
                    <a:lnTo>
                      <a:pt x="8568" y="172369"/>
                    </a:lnTo>
                    <a:lnTo>
                      <a:pt x="20585" y="138273"/>
                    </a:lnTo>
                    <a:lnTo>
                      <a:pt x="33376" y="104527"/>
                    </a:lnTo>
                    <a:lnTo>
                      <a:pt x="38974" y="75448"/>
                    </a:lnTo>
                    <a:lnTo>
                      <a:pt x="34431" y="51495"/>
                    </a:lnTo>
                    <a:lnTo>
                      <a:pt x="24264" y="30590"/>
                    </a:lnTo>
                    <a:lnTo>
                      <a:pt x="11709" y="13253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375F92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2784" name="object 79">
                <a:extLst>
                  <a:ext uri="{FF2B5EF4-FFF2-40B4-BE49-F238E27FC236}">
                    <a16:creationId xmlns:a16="http://schemas.microsoft.com/office/drawing/2014/main" id="{A5F819E9-313B-07A3-7C86-2A94257CD447}"/>
                  </a:ext>
                </a:extLst>
              </p:cNvPr>
              <p:cNvSpPr/>
              <p:nvPr/>
            </p:nvSpPr>
            <p:spPr>
              <a:xfrm>
                <a:off x="8598581" y="20008725"/>
                <a:ext cx="68061" cy="156860"/>
              </a:xfrm>
              <a:custGeom>
                <a:avLst/>
                <a:gdLst/>
                <a:ahLst/>
                <a:cxnLst/>
                <a:rect l="l" t="t" r="r" b="b"/>
                <a:pathLst>
                  <a:path w="48895" h="129540">
                    <a:moveTo>
                      <a:pt x="48864" y="129140"/>
                    </a:moveTo>
                    <a:lnTo>
                      <a:pt x="33557" y="120527"/>
                    </a:lnTo>
                    <a:lnTo>
                      <a:pt x="19865" y="111500"/>
                    </a:lnTo>
                    <a:lnTo>
                      <a:pt x="9401" y="101622"/>
                    </a:lnTo>
                    <a:lnTo>
                      <a:pt x="3781" y="90456"/>
                    </a:lnTo>
                    <a:lnTo>
                      <a:pt x="6091" y="77013"/>
                    </a:lnTo>
                    <a:lnTo>
                      <a:pt x="14586" y="61792"/>
                    </a:lnTo>
                    <a:lnTo>
                      <a:pt x="23626" y="46724"/>
                    </a:lnTo>
                    <a:lnTo>
                      <a:pt x="27573" y="33739"/>
                    </a:lnTo>
                    <a:lnTo>
                      <a:pt x="24344" y="23035"/>
                    </a:lnTo>
                    <a:lnTo>
                      <a:pt x="17146" y="13684"/>
                    </a:lnTo>
                    <a:lnTo>
                      <a:pt x="8267" y="5926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E36C09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2785" name="object 82">
                <a:extLst>
                  <a:ext uri="{FF2B5EF4-FFF2-40B4-BE49-F238E27FC236}">
                    <a16:creationId xmlns:a16="http://schemas.microsoft.com/office/drawing/2014/main" id="{E1ED3EDD-C26C-F27B-9D3A-017717BB2769}"/>
                  </a:ext>
                </a:extLst>
              </p:cNvPr>
              <p:cNvSpPr/>
              <p:nvPr/>
            </p:nvSpPr>
            <p:spPr>
              <a:xfrm>
                <a:off x="8003457" y="19949392"/>
                <a:ext cx="1131570" cy="84455"/>
              </a:xfrm>
              <a:custGeom>
                <a:avLst/>
                <a:gdLst/>
                <a:ahLst/>
                <a:cxnLst/>
                <a:rect l="l" t="t" r="r" b="b"/>
                <a:pathLst>
                  <a:path w="1131570" h="84455">
                    <a:moveTo>
                      <a:pt x="0" y="84290"/>
                    </a:moveTo>
                    <a:lnTo>
                      <a:pt x="45196" y="60401"/>
                    </a:lnTo>
                    <a:lnTo>
                      <a:pt x="91601" y="38277"/>
                    </a:lnTo>
                    <a:lnTo>
                      <a:pt x="140410" y="19668"/>
                    </a:lnTo>
                    <a:lnTo>
                      <a:pt x="192818" y="6325"/>
                    </a:lnTo>
                    <a:lnTo>
                      <a:pt x="250021" y="0"/>
                    </a:lnTo>
                    <a:lnTo>
                      <a:pt x="294955" y="2250"/>
                    </a:lnTo>
                    <a:lnTo>
                      <a:pt x="343339" y="10623"/>
                    </a:lnTo>
                    <a:lnTo>
                      <a:pt x="394116" y="22765"/>
                    </a:lnTo>
                    <a:lnTo>
                      <a:pt x="446227" y="36323"/>
                    </a:lnTo>
                    <a:lnTo>
                      <a:pt x="498614" y="48942"/>
                    </a:lnTo>
                    <a:lnTo>
                      <a:pt x="550218" y="58270"/>
                    </a:lnTo>
                    <a:lnTo>
                      <a:pt x="599981" y="61952"/>
                    </a:lnTo>
                    <a:lnTo>
                      <a:pt x="649180" y="58793"/>
                    </a:lnTo>
                    <a:lnTo>
                      <a:pt x="699180" y="50452"/>
                    </a:lnTo>
                    <a:lnTo>
                      <a:pt x="749060" y="38935"/>
                    </a:lnTo>
                    <a:lnTo>
                      <a:pt x="797898" y="26247"/>
                    </a:lnTo>
                    <a:lnTo>
                      <a:pt x="844773" y="14396"/>
                    </a:lnTo>
                    <a:lnTo>
                      <a:pt x="888761" y="5385"/>
                    </a:lnTo>
                    <a:lnTo>
                      <a:pt x="928942" y="1221"/>
                    </a:lnTo>
                    <a:lnTo>
                      <a:pt x="992609" y="5996"/>
                    </a:lnTo>
                    <a:lnTo>
                      <a:pt x="1049160" y="19654"/>
                    </a:lnTo>
                    <a:lnTo>
                      <a:pt x="1096255" y="35571"/>
                    </a:lnTo>
                    <a:lnTo>
                      <a:pt x="1131553" y="47118"/>
                    </a:lnTo>
                  </a:path>
                </a:pathLst>
              </a:custGeom>
              <a:ln w="381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</p:grpSp>
      </p:grpSp>
      <p:sp>
        <p:nvSpPr>
          <p:cNvPr id="2864" name="TextBox 2863">
            <a:extLst>
              <a:ext uri="{FF2B5EF4-FFF2-40B4-BE49-F238E27FC236}">
                <a16:creationId xmlns:a16="http://schemas.microsoft.com/office/drawing/2014/main" id="{0C788A52-25BD-F637-F33C-8E7224E5F222}"/>
              </a:ext>
            </a:extLst>
          </p:cNvPr>
          <p:cNvSpPr txBox="1"/>
          <p:nvPr/>
        </p:nvSpPr>
        <p:spPr>
          <a:xfrm flipH="1">
            <a:off x="6088283" y="22207010"/>
            <a:ext cx="9236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>
                <a:latin typeface="Avenir Next LT Pro Demi" panose="020B0704020202020204" pitchFamily="34" charset="0"/>
                <a:cs typeface="Calibri" panose="020F0502020204030204" pitchFamily="34" charset="0"/>
              </a:rPr>
              <a:t>Change the grafting density of PLA (</a:t>
            </a:r>
            <a:r>
              <a:rPr lang="en-US" sz="2400" i="1" dirty="0" err="1">
                <a:latin typeface="Avenir Next LT Pro Demi" panose="020B0704020202020204" pitchFamily="34" charset="0"/>
                <a:cs typeface="Calibri" panose="020F0502020204030204" pitchFamily="34" charset="0"/>
              </a:rPr>
              <a:t>DP</a:t>
            </a:r>
            <a:r>
              <a:rPr lang="en-US" sz="2400" i="1" baseline="-25000" dirty="0" err="1">
                <a:latin typeface="Avenir Next LT Pro Demi" panose="020B0704020202020204" pitchFamily="34" charset="0"/>
                <a:cs typeface="Calibri" panose="020F0502020204030204" pitchFamily="34" charset="0"/>
              </a:rPr>
              <a:t>n</a:t>
            </a:r>
            <a:r>
              <a:rPr lang="en-US" sz="2400" i="1" baseline="-25000" dirty="0">
                <a:latin typeface="Avenir Next LT Pro Demi" panose="020B0704020202020204" pitchFamily="34" charset="0"/>
                <a:cs typeface="Calibri" panose="020F0502020204030204" pitchFamily="34" charset="0"/>
              </a:rPr>
              <a:t>(PLA)</a:t>
            </a:r>
            <a:r>
              <a:rPr lang="en-US" sz="2400" i="1" dirty="0">
                <a:latin typeface="Avenir Next LT Pro Demi" panose="020B0704020202020204" pitchFamily="34" charset="0"/>
                <a:cs typeface="Calibri" panose="020F0502020204030204" pitchFamily="34" charset="0"/>
              </a:rPr>
              <a:t>)</a:t>
            </a:r>
            <a:endParaRPr lang="en-US" sz="2400" i="1" baseline="-25000" dirty="0">
              <a:latin typeface="Avenir Next LT Pro Demi" panose="020B0704020202020204" pitchFamily="34" charset="0"/>
              <a:cs typeface="Calibri" panose="020F0502020204030204" pitchFamily="34" charset="0"/>
            </a:endParaRPr>
          </a:p>
        </p:txBody>
      </p:sp>
      <p:grpSp>
        <p:nvGrpSpPr>
          <p:cNvPr id="2935" name="Group 2934">
            <a:extLst>
              <a:ext uri="{FF2B5EF4-FFF2-40B4-BE49-F238E27FC236}">
                <a16:creationId xmlns:a16="http://schemas.microsoft.com/office/drawing/2014/main" id="{0D172E06-E10B-7CCE-0EC9-3D6DE17A01EE}"/>
              </a:ext>
            </a:extLst>
          </p:cNvPr>
          <p:cNvGrpSpPr/>
          <p:nvPr/>
        </p:nvGrpSpPr>
        <p:grpSpPr>
          <a:xfrm>
            <a:off x="6080033" y="21137460"/>
            <a:ext cx="9237860" cy="1037008"/>
            <a:chOff x="6080033" y="21944901"/>
            <a:chExt cx="9237860" cy="1475621"/>
          </a:xfrm>
        </p:grpSpPr>
        <p:grpSp>
          <p:nvGrpSpPr>
            <p:cNvPr id="2792" name="Group 2791">
              <a:extLst>
                <a:ext uri="{FF2B5EF4-FFF2-40B4-BE49-F238E27FC236}">
                  <a16:creationId xmlns:a16="http://schemas.microsoft.com/office/drawing/2014/main" id="{B9776BDC-6792-F53B-FE48-359083CE788B}"/>
                </a:ext>
              </a:extLst>
            </p:cNvPr>
            <p:cNvGrpSpPr/>
            <p:nvPr/>
          </p:nvGrpSpPr>
          <p:grpSpPr>
            <a:xfrm rot="10800000" flipH="1" flipV="1">
              <a:off x="9204533" y="21944943"/>
              <a:ext cx="3009292" cy="1475579"/>
              <a:chOff x="7941099" y="19591755"/>
              <a:chExt cx="1252314" cy="793134"/>
            </a:xfrm>
          </p:grpSpPr>
          <p:sp>
            <p:nvSpPr>
              <p:cNvPr id="2841" name="object 60">
                <a:extLst>
                  <a:ext uri="{FF2B5EF4-FFF2-40B4-BE49-F238E27FC236}">
                    <a16:creationId xmlns:a16="http://schemas.microsoft.com/office/drawing/2014/main" id="{9235A067-A460-3EE8-5B0E-CB97C18C9DA7}"/>
                  </a:ext>
                </a:extLst>
              </p:cNvPr>
              <p:cNvSpPr/>
              <p:nvPr/>
            </p:nvSpPr>
            <p:spPr>
              <a:xfrm>
                <a:off x="7941099" y="19591755"/>
                <a:ext cx="629920" cy="793134"/>
              </a:xfrm>
              <a:custGeom>
                <a:avLst/>
                <a:gdLst/>
                <a:ahLst/>
                <a:cxnLst/>
                <a:rect l="l" t="t" r="r" b="b"/>
                <a:pathLst>
                  <a:path w="629920" h="800100">
                    <a:moveTo>
                      <a:pt x="629649" y="0"/>
                    </a:moveTo>
                    <a:lnTo>
                      <a:pt x="0" y="0"/>
                    </a:lnTo>
                    <a:lnTo>
                      <a:pt x="0" y="799975"/>
                    </a:lnTo>
                    <a:lnTo>
                      <a:pt x="629649" y="799975"/>
                    </a:lnTo>
                    <a:lnTo>
                      <a:pt x="629649" y="0"/>
                    </a:lnTo>
                    <a:close/>
                  </a:path>
                </a:pathLst>
              </a:custGeom>
              <a:solidFill>
                <a:srgbClr val="4F81BC">
                  <a:alpha val="38822"/>
                </a:srgbClr>
              </a:solidFill>
              <a:ln w="12700">
                <a:solidFill>
                  <a:schemeClr val="tx1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2842" name="object 61">
                <a:extLst>
                  <a:ext uri="{FF2B5EF4-FFF2-40B4-BE49-F238E27FC236}">
                    <a16:creationId xmlns:a16="http://schemas.microsoft.com/office/drawing/2014/main" id="{2F9C9F57-E9C3-11C7-38AF-4E4A0C23BD7A}"/>
                  </a:ext>
                </a:extLst>
              </p:cNvPr>
              <p:cNvSpPr/>
              <p:nvPr/>
            </p:nvSpPr>
            <p:spPr>
              <a:xfrm>
                <a:off x="8569816" y="19591755"/>
                <a:ext cx="623597" cy="793133"/>
              </a:xfrm>
              <a:custGeom>
                <a:avLst/>
                <a:gdLst/>
                <a:ahLst/>
                <a:cxnLst/>
                <a:rect l="l" t="t" r="r" b="b"/>
                <a:pathLst>
                  <a:path w="616585" h="800100">
                    <a:moveTo>
                      <a:pt x="616386" y="0"/>
                    </a:moveTo>
                    <a:lnTo>
                      <a:pt x="0" y="0"/>
                    </a:lnTo>
                    <a:lnTo>
                      <a:pt x="0" y="799975"/>
                    </a:lnTo>
                    <a:lnTo>
                      <a:pt x="616386" y="799975"/>
                    </a:lnTo>
                    <a:lnTo>
                      <a:pt x="616386" y="0"/>
                    </a:lnTo>
                    <a:close/>
                  </a:path>
                </a:pathLst>
              </a:custGeom>
              <a:solidFill>
                <a:srgbClr val="F79546">
                  <a:alpha val="25881"/>
                </a:srgbClr>
              </a:solidFill>
              <a:ln w="12700">
                <a:solidFill>
                  <a:schemeClr val="tx1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2844" name="object 63">
                <a:extLst>
                  <a:ext uri="{FF2B5EF4-FFF2-40B4-BE49-F238E27FC236}">
                    <a16:creationId xmlns:a16="http://schemas.microsoft.com/office/drawing/2014/main" id="{748C3E5E-8C91-4EEB-19E0-F5F0994D5087}"/>
                  </a:ext>
                </a:extLst>
              </p:cNvPr>
              <p:cNvSpPr/>
              <p:nvPr/>
            </p:nvSpPr>
            <p:spPr>
              <a:xfrm>
                <a:off x="8127740" y="19669284"/>
                <a:ext cx="68580" cy="288925"/>
              </a:xfrm>
              <a:custGeom>
                <a:avLst/>
                <a:gdLst/>
                <a:ahLst/>
                <a:cxnLst/>
                <a:rect l="l" t="t" r="r" b="b"/>
                <a:pathLst>
                  <a:path w="68579" h="288925">
                    <a:moveTo>
                      <a:pt x="68409" y="288298"/>
                    </a:moveTo>
                    <a:lnTo>
                      <a:pt x="46971" y="269083"/>
                    </a:lnTo>
                    <a:lnTo>
                      <a:pt x="27791" y="248930"/>
                    </a:lnTo>
                    <a:lnTo>
                      <a:pt x="13126" y="226880"/>
                    </a:lnTo>
                    <a:lnTo>
                      <a:pt x="5235" y="201971"/>
                    </a:lnTo>
                    <a:lnTo>
                      <a:pt x="8480" y="171941"/>
                    </a:lnTo>
                    <a:lnTo>
                      <a:pt x="20374" y="137946"/>
                    </a:lnTo>
                    <a:lnTo>
                      <a:pt x="33032" y="104289"/>
                    </a:lnTo>
                    <a:lnTo>
                      <a:pt x="38567" y="75274"/>
                    </a:lnTo>
                    <a:lnTo>
                      <a:pt x="34063" y="51372"/>
                    </a:lnTo>
                    <a:lnTo>
                      <a:pt x="23995" y="30525"/>
                    </a:lnTo>
                    <a:lnTo>
                      <a:pt x="11572" y="13234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375F92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2847" name="object 66">
                <a:extLst>
                  <a:ext uri="{FF2B5EF4-FFF2-40B4-BE49-F238E27FC236}">
                    <a16:creationId xmlns:a16="http://schemas.microsoft.com/office/drawing/2014/main" id="{C8ACCA12-A54E-22E2-F90E-898142AE2948}"/>
                  </a:ext>
                </a:extLst>
              </p:cNvPr>
              <p:cNvSpPr/>
              <p:nvPr/>
            </p:nvSpPr>
            <p:spPr>
              <a:xfrm>
                <a:off x="8482957" y="19715725"/>
                <a:ext cx="69215" cy="289560"/>
              </a:xfrm>
              <a:custGeom>
                <a:avLst/>
                <a:gdLst/>
                <a:ahLst/>
                <a:cxnLst/>
                <a:rect l="l" t="t" r="r" b="b"/>
                <a:pathLst>
                  <a:path w="69214" h="289559">
                    <a:moveTo>
                      <a:pt x="69107" y="288996"/>
                    </a:moveTo>
                    <a:lnTo>
                      <a:pt x="47455" y="269738"/>
                    </a:lnTo>
                    <a:lnTo>
                      <a:pt x="28082" y="249541"/>
                    </a:lnTo>
                    <a:lnTo>
                      <a:pt x="13268" y="227447"/>
                    </a:lnTo>
                    <a:lnTo>
                      <a:pt x="5293" y="202495"/>
                    </a:lnTo>
                    <a:lnTo>
                      <a:pt x="8568" y="172369"/>
                    </a:lnTo>
                    <a:lnTo>
                      <a:pt x="20585" y="138273"/>
                    </a:lnTo>
                    <a:lnTo>
                      <a:pt x="33376" y="104527"/>
                    </a:lnTo>
                    <a:lnTo>
                      <a:pt x="38974" y="75448"/>
                    </a:lnTo>
                    <a:lnTo>
                      <a:pt x="34431" y="51495"/>
                    </a:lnTo>
                    <a:lnTo>
                      <a:pt x="24264" y="30590"/>
                    </a:lnTo>
                    <a:lnTo>
                      <a:pt x="11709" y="13253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375F92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2849" name="object 68">
                <a:extLst>
                  <a:ext uri="{FF2B5EF4-FFF2-40B4-BE49-F238E27FC236}">
                    <a16:creationId xmlns:a16="http://schemas.microsoft.com/office/drawing/2014/main" id="{80BD1197-727F-4618-A2D4-EB747D679278}"/>
                  </a:ext>
                </a:extLst>
              </p:cNvPr>
              <p:cNvSpPr/>
              <p:nvPr/>
            </p:nvSpPr>
            <p:spPr>
              <a:xfrm>
                <a:off x="8694887" y="19692565"/>
                <a:ext cx="69215" cy="289560"/>
              </a:xfrm>
              <a:custGeom>
                <a:avLst/>
                <a:gdLst/>
                <a:ahLst/>
                <a:cxnLst/>
                <a:rect l="l" t="t" r="r" b="b"/>
                <a:pathLst>
                  <a:path w="69214" h="289559">
                    <a:moveTo>
                      <a:pt x="69107" y="288996"/>
                    </a:moveTo>
                    <a:lnTo>
                      <a:pt x="47455" y="269738"/>
                    </a:lnTo>
                    <a:lnTo>
                      <a:pt x="28082" y="249541"/>
                    </a:lnTo>
                    <a:lnTo>
                      <a:pt x="13268" y="227447"/>
                    </a:lnTo>
                    <a:lnTo>
                      <a:pt x="5293" y="202495"/>
                    </a:lnTo>
                    <a:lnTo>
                      <a:pt x="8568" y="172369"/>
                    </a:lnTo>
                    <a:lnTo>
                      <a:pt x="20585" y="138273"/>
                    </a:lnTo>
                    <a:lnTo>
                      <a:pt x="33376" y="104527"/>
                    </a:lnTo>
                    <a:lnTo>
                      <a:pt x="38974" y="75448"/>
                    </a:lnTo>
                    <a:lnTo>
                      <a:pt x="34431" y="51495"/>
                    </a:lnTo>
                    <a:lnTo>
                      <a:pt x="24264" y="30590"/>
                    </a:lnTo>
                    <a:lnTo>
                      <a:pt x="11709" y="13253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E36C09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2850" name="object 69">
                <a:extLst>
                  <a:ext uri="{FF2B5EF4-FFF2-40B4-BE49-F238E27FC236}">
                    <a16:creationId xmlns:a16="http://schemas.microsoft.com/office/drawing/2014/main" id="{EBD5C1AB-2CC0-A4BE-1FDE-19405E2ACD2A}"/>
                  </a:ext>
                </a:extLst>
              </p:cNvPr>
              <p:cNvSpPr/>
              <p:nvPr/>
            </p:nvSpPr>
            <p:spPr>
              <a:xfrm rot="1279805">
                <a:off x="8752909" y="19697376"/>
                <a:ext cx="69215" cy="288925"/>
              </a:xfrm>
              <a:custGeom>
                <a:avLst/>
                <a:gdLst/>
                <a:ahLst/>
                <a:cxnLst/>
                <a:rect l="l" t="t" r="r" b="b"/>
                <a:pathLst>
                  <a:path w="69214" h="288925">
                    <a:moveTo>
                      <a:pt x="69107" y="288298"/>
                    </a:moveTo>
                    <a:lnTo>
                      <a:pt x="47455" y="269083"/>
                    </a:lnTo>
                    <a:lnTo>
                      <a:pt x="28082" y="248930"/>
                    </a:lnTo>
                    <a:lnTo>
                      <a:pt x="13268" y="226880"/>
                    </a:lnTo>
                    <a:lnTo>
                      <a:pt x="5293" y="201971"/>
                    </a:lnTo>
                    <a:lnTo>
                      <a:pt x="8568" y="171941"/>
                    </a:lnTo>
                    <a:lnTo>
                      <a:pt x="20585" y="137946"/>
                    </a:lnTo>
                    <a:lnTo>
                      <a:pt x="33376" y="104289"/>
                    </a:lnTo>
                    <a:lnTo>
                      <a:pt x="38974" y="75274"/>
                    </a:lnTo>
                    <a:lnTo>
                      <a:pt x="34431" y="51372"/>
                    </a:lnTo>
                    <a:lnTo>
                      <a:pt x="24264" y="30525"/>
                    </a:lnTo>
                    <a:lnTo>
                      <a:pt x="11709" y="13234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E36C09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2851" name="object 70">
                <a:extLst>
                  <a:ext uri="{FF2B5EF4-FFF2-40B4-BE49-F238E27FC236}">
                    <a16:creationId xmlns:a16="http://schemas.microsoft.com/office/drawing/2014/main" id="{F6044D3D-9E97-1DDD-2196-B19FF762FBF2}"/>
                  </a:ext>
                </a:extLst>
              </p:cNvPr>
              <p:cNvSpPr/>
              <p:nvPr/>
            </p:nvSpPr>
            <p:spPr>
              <a:xfrm rot="21119658">
                <a:off x="8985784" y="19688269"/>
                <a:ext cx="69215" cy="289560"/>
              </a:xfrm>
              <a:custGeom>
                <a:avLst/>
                <a:gdLst/>
                <a:ahLst/>
                <a:cxnLst/>
                <a:rect l="l" t="t" r="r" b="b"/>
                <a:pathLst>
                  <a:path w="69214" h="289559">
                    <a:moveTo>
                      <a:pt x="69107" y="288996"/>
                    </a:moveTo>
                    <a:lnTo>
                      <a:pt x="47455" y="269738"/>
                    </a:lnTo>
                    <a:lnTo>
                      <a:pt x="28082" y="249541"/>
                    </a:lnTo>
                    <a:lnTo>
                      <a:pt x="13268" y="227447"/>
                    </a:lnTo>
                    <a:lnTo>
                      <a:pt x="5293" y="202495"/>
                    </a:lnTo>
                    <a:lnTo>
                      <a:pt x="8568" y="172369"/>
                    </a:lnTo>
                    <a:lnTo>
                      <a:pt x="20585" y="138273"/>
                    </a:lnTo>
                    <a:lnTo>
                      <a:pt x="33376" y="104527"/>
                    </a:lnTo>
                    <a:lnTo>
                      <a:pt x="38974" y="75448"/>
                    </a:lnTo>
                    <a:lnTo>
                      <a:pt x="34431" y="51495"/>
                    </a:lnTo>
                    <a:lnTo>
                      <a:pt x="24264" y="30590"/>
                    </a:lnTo>
                    <a:lnTo>
                      <a:pt x="11709" y="13253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E36C09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2852" name="object 71">
                <a:extLst>
                  <a:ext uri="{FF2B5EF4-FFF2-40B4-BE49-F238E27FC236}">
                    <a16:creationId xmlns:a16="http://schemas.microsoft.com/office/drawing/2014/main" id="{32164D2E-3DF8-6448-FC8F-00244159B796}"/>
                  </a:ext>
                </a:extLst>
              </p:cNvPr>
              <p:cNvSpPr/>
              <p:nvPr/>
            </p:nvSpPr>
            <p:spPr>
              <a:xfrm>
                <a:off x="9013482" y="19688500"/>
                <a:ext cx="69215" cy="289560"/>
              </a:xfrm>
              <a:custGeom>
                <a:avLst/>
                <a:gdLst/>
                <a:ahLst/>
                <a:cxnLst/>
                <a:rect l="l" t="t" r="r" b="b"/>
                <a:pathLst>
                  <a:path w="69214" h="289559">
                    <a:moveTo>
                      <a:pt x="69107" y="288996"/>
                    </a:moveTo>
                    <a:lnTo>
                      <a:pt x="47455" y="269738"/>
                    </a:lnTo>
                    <a:lnTo>
                      <a:pt x="28082" y="249541"/>
                    </a:lnTo>
                    <a:lnTo>
                      <a:pt x="13268" y="227447"/>
                    </a:lnTo>
                    <a:lnTo>
                      <a:pt x="5293" y="202495"/>
                    </a:lnTo>
                    <a:lnTo>
                      <a:pt x="8568" y="172369"/>
                    </a:lnTo>
                    <a:lnTo>
                      <a:pt x="20585" y="138273"/>
                    </a:lnTo>
                    <a:lnTo>
                      <a:pt x="33376" y="104527"/>
                    </a:lnTo>
                    <a:lnTo>
                      <a:pt x="38974" y="75448"/>
                    </a:lnTo>
                    <a:lnTo>
                      <a:pt x="34431" y="51495"/>
                    </a:lnTo>
                    <a:lnTo>
                      <a:pt x="24264" y="30590"/>
                    </a:lnTo>
                    <a:lnTo>
                      <a:pt x="11709" y="13253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E36C09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2855" name="object 74">
                <a:extLst>
                  <a:ext uri="{FF2B5EF4-FFF2-40B4-BE49-F238E27FC236}">
                    <a16:creationId xmlns:a16="http://schemas.microsoft.com/office/drawing/2014/main" id="{6F63916D-9309-4666-5EA5-47495C919B1F}"/>
                  </a:ext>
                </a:extLst>
              </p:cNvPr>
              <p:cNvSpPr/>
              <p:nvPr/>
            </p:nvSpPr>
            <p:spPr>
              <a:xfrm>
                <a:off x="8351024" y="19960046"/>
                <a:ext cx="68580" cy="289560"/>
              </a:xfrm>
              <a:custGeom>
                <a:avLst/>
                <a:gdLst/>
                <a:ahLst/>
                <a:cxnLst/>
                <a:rect l="l" t="t" r="r" b="b"/>
                <a:pathLst>
                  <a:path w="68579" h="289559">
                    <a:moveTo>
                      <a:pt x="68409" y="288996"/>
                    </a:moveTo>
                    <a:lnTo>
                      <a:pt x="46971" y="269738"/>
                    </a:lnTo>
                    <a:lnTo>
                      <a:pt x="27791" y="249541"/>
                    </a:lnTo>
                    <a:lnTo>
                      <a:pt x="13126" y="227447"/>
                    </a:lnTo>
                    <a:lnTo>
                      <a:pt x="5235" y="202495"/>
                    </a:lnTo>
                    <a:lnTo>
                      <a:pt x="8480" y="172369"/>
                    </a:lnTo>
                    <a:lnTo>
                      <a:pt x="20374" y="138273"/>
                    </a:lnTo>
                    <a:lnTo>
                      <a:pt x="33032" y="104527"/>
                    </a:lnTo>
                    <a:lnTo>
                      <a:pt x="38567" y="75448"/>
                    </a:lnTo>
                    <a:lnTo>
                      <a:pt x="34063" y="51495"/>
                    </a:lnTo>
                    <a:lnTo>
                      <a:pt x="23995" y="30590"/>
                    </a:lnTo>
                    <a:lnTo>
                      <a:pt x="11572" y="13253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375F92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2857" name="object 77">
                <a:extLst>
                  <a:ext uri="{FF2B5EF4-FFF2-40B4-BE49-F238E27FC236}">
                    <a16:creationId xmlns:a16="http://schemas.microsoft.com/office/drawing/2014/main" id="{2DA23551-7751-1802-7FB4-83C30939E64B}"/>
                  </a:ext>
                </a:extLst>
              </p:cNvPr>
              <p:cNvSpPr/>
              <p:nvPr/>
            </p:nvSpPr>
            <p:spPr>
              <a:xfrm rot="20484857">
                <a:off x="8635009" y="19989354"/>
                <a:ext cx="69215" cy="289560"/>
              </a:xfrm>
              <a:custGeom>
                <a:avLst/>
                <a:gdLst/>
                <a:ahLst/>
                <a:cxnLst/>
                <a:rect l="l" t="t" r="r" b="b"/>
                <a:pathLst>
                  <a:path w="69214" h="289559">
                    <a:moveTo>
                      <a:pt x="69107" y="288996"/>
                    </a:moveTo>
                    <a:lnTo>
                      <a:pt x="47455" y="269738"/>
                    </a:lnTo>
                    <a:lnTo>
                      <a:pt x="28082" y="249541"/>
                    </a:lnTo>
                    <a:lnTo>
                      <a:pt x="13268" y="227447"/>
                    </a:lnTo>
                    <a:lnTo>
                      <a:pt x="5293" y="202495"/>
                    </a:lnTo>
                    <a:lnTo>
                      <a:pt x="8568" y="172369"/>
                    </a:lnTo>
                    <a:lnTo>
                      <a:pt x="20585" y="138273"/>
                    </a:lnTo>
                    <a:lnTo>
                      <a:pt x="33376" y="104527"/>
                    </a:lnTo>
                    <a:lnTo>
                      <a:pt x="38974" y="75448"/>
                    </a:lnTo>
                    <a:lnTo>
                      <a:pt x="34431" y="51495"/>
                    </a:lnTo>
                    <a:lnTo>
                      <a:pt x="24264" y="30590"/>
                    </a:lnTo>
                    <a:lnTo>
                      <a:pt x="11709" y="13253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E36C09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2859" name="object 79">
                <a:extLst>
                  <a:ext uri="{FF2B5EF4-FFF2-40B4-BE49-F238E27FC236}">
                    <a16:creationId xmlns:a16="http://schemas.microsoft.com/office/drawing/2014/main" id="{DAF306F7-A190-B23A-C941-D5546F8C3A7A}"/>
                  </a:ext>
                </a:extLst>
              </p:cNvPr>
              <p:cNvSpPr/>
              <p:nvPr/>
            </p:nvSpPr>
            <p:spPr>
              <a:xfrm>
                <a:off x="8898303" y="19953763"/>
                <a:ext cx="68061" cy="279299"/>
              </a:xfrm>
              <a:custGeom>
                <a:avLst/>
                <a:gdLst/>
                <a:ahLst/>
                <a:cxnLst/>
                <a:rect l="l" t="t" r="r" b="b"/>
                <a:pathLst>
                  <a:path w="48895" h="129540">
                    <a:moveTo>
                      <a:pt x="48864" y="129140"/>
                    </a:moveTo>
                    <a:lnTo>
                      <a:pt x="33557" y="120527"/>
                    </a:lnTo>
                    <a:lnTo>
                      <a:pt x="19865" y="111500"/>
                    </a:lnTo>
                    <a:lnTo>
                      <a:pt x="9401" y="101622"/>
                    </a:lnTo>
                    <a:lnTo>
                      <a:pt x="3781" y="90456"/>
                    </a:lnTo>
                    <a:lnTo>
                      <a:pt x="6091" y="77013"/>
                    </a:lnTo>
                    <a:lnTo>
                      <a:pt x="14586" y="61792"/>
                    </a:lnTo>
                    <a:lnTo>
                      <a:pt x="23626" y="46724"/>
                    </a:lnTo>
                    <a:lnTo>
                      <a:pt x="27573" y="33739"/>
                    </a:lnTo>
                    <a:lnTo>
                      <a:pt x="24344" y="23035"/>
                    </a:lnTo>
                    <a:lnTo>
                      <a:pt x="17146" y="13684"/>
                    </a:lnTo>
                    <a:lnTo>
                      <a:pt x="8267" y="5926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E36C09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2860" name="object 80">
                <a:extLst>
                  <a:ext uri="{FF2B5EF4-FFF2-40B4-BE49-F238E27FC236}">
                    <a16:creationId xmlns:a16="http://schemas.microsoft.com/office/drawing/2014/main" id="{1332C03D-E85C-4231-9820-374C1974B18C}"/>
                  </a:ext>
                </a:extLst>
              </p:cNvPr>
              <p:cNvSpPr/>
              <p:nvPr/>
            </p:nvSpPr>
            <p:spPr>
              <a:xfrm rot="21013861">
                <a:off x="8927584" y="19943381"/>
                <a:ext cx="68580" cy="289560"/>
              </a:xfrm>
              <a:custGeom>
                <a:avLst/>
                <a:gdLst/>
                <a:ahLst/>
                <a:cxnLst/>
                <a:rect l="l" t="t" r="r" b="b"/>
                <a:pathLst>
                  <a:path w="68579" h="289559">
                    <a:moveTo>
                      <a:pt x="68409" y="288996"/>
                    </a:moveTo>
                    <a:lnTo>
                      <a:pt x="46971" y="269738"/>
                    </a:lnTo>
                    <a:lnTo>
                      <a:pt x="27791" y="249541"/>
                    </a:lnTo>
                    <a:lnTo>
                      <a:pt x="13126" y="227447"/>
                    </a:lnTo>
                    <a:lnTo>
                      <a:pt x="5235" y="202495"/>
                    </a:lnTo>
                    <a:lnTo>
                      <a:pt x="8480" y="172369"/>
                    </a:lnTo>
                    <a:lnTo>
                      <a:pt x="20374" y="138273"/>
                    </a:lnTo>
                    <a:lnTo>
                      <a:pt x="33032" y="104527"/>
                    </a:lnTo>
                    <a:lnTo>
                      <a:pt x="38567" y="75448"/>
                    </a:lnTo>
                    <a:lnTo>
                      <a:pt x="34063" y="51495"/>
                    </a:lnTo>
                    <a:lnTo>
                      <a:pt x="23995" y="30590"/>
                    </a:lnTo>
                    <a:lnTo>
                      <a:pt x="11572" y="13253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E36C09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2861" name="object 81">
                <a:extLst>
                  <a:ext uri="{FF2B5EF4-FFF2-40B4-BE49-F238E27FC236}">
                    <a16:creationId xmlns:a16="http://schemas.microsoft.com/office/drawing/2014/main" id="{EE7013EC-0232-BF9B-66D2-409BF485528D}"/>
                  </a:ext>
                </a:extLst>
              </p:cNvPr>
              <p:cNvSpPr/>
              <p:nvPr/>
            </p:nvSpPr>
            <p:spPr>
              <a:xfrm>
                <a:off x="8048765" y="20014494"/>
                <a:ext cx="69215" cy="289560"/>
              </a:xfrm>
              <a:custGeom>
                <a:avLst/>
                <a:gdLst/>
                <a:ahLst/>
                <a:cxnLst/>
                <a:rect l="l" t="t" r="r" b="b"/>
                <a:pathLst>
                  <a:path w="69214" h="289559">
                    <a:moveTo>
                      <a:pt x="69107" y="288996"/>
                    </a:moveTo>
                    <a:lnTo>
                      <a:pt x="47455" y="269738"/>
                    </a:lnTo>
                    <a:lnTo>
                      <a:pt x="28082" y="249541"/>
                    </a:lnTo>
                    <a:lnTo>
                      <a:pt x="13268" y="227447"/>
                    </a:lnTo>
                    <a:lnTo>
                      <a:pt x="5293" y="202495"/>
                    </a:lnTo>
                    <a:lnTo>
                      <a:pt x="8568" y="172369"/>
                    </a:lnTo>
                    <a:lnTo>
                      <a:pt x="20585" y="138273"/>
                    </a:lnTo>
                    <a:lnTo>
                      <a:pt x="33376" y="104527"/>
                    </a:lnTo>
                    <a:lnTo>
                      <a:pt x="38974" y="75448"/>
                    </a:lnTo>
                    <a:lnTo>
                      <a:pt x="34431" y="51495"/>
                    </a:lnTo>
                    <a:lnTo>
                      <a:pt x="24264" y="30590"/>
                    </a:lnTo>
                    <a:lnTo>
                      <a:pt x="11709" y="13253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375F92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2862" name="object 79">
                <a:extLst>
                  <a:ext uri="{FF2B5EF4-FFF2-40B4-BE49-F238E27FC236}">
                    <a16:creationId xmlns:a16="http://schemas.microsoft.com/office/drawing/2014/main" id="{1AD7DB15-611B-CE71-3313-91220D7156D0}"/>
                  </a:ext>
                </a:extLst>
              </p:cNvPr>
              <p:cNvSpPr/>
              <p:nvPr/>
            </p:nvSpPr>
            <p:spPr>
              <a:xfrm>
                <a:off x="8598581" y="20008725"/>
                <a:ext cx="68061" cy="279299"/>
              </a:xfrm>
              <a:custGeom>
                <a:avLst/>
                <a:gdLst/>
                <a:ahLst/>
                <a:cxnLst/>
                <a:rect l="l" t="t" r="r" b="b"/>
                <a:pathLst>
                  <a:path w="48895" h="129540">
                    <a:moveTo>
                      <a:pt x="48864" y="129140"/>
                    </a:moveTo>
                    <a:lnTo>
                      <a:pt x="33557" y="120527"/>
                    </a:lnTo>
                    <a:lnTo>
                      <a:pt x="19865" y="111500"/>
                    </a:lnTo>
                    <a:lnTo>
                      <a:pt x="9401" y="101622"/>
                    </a:lnTo>
                    <a:lnTo>
                      <a:pt x="3781" y="90456"/>
                    </a:lnTo>
                    <a:lnTo>
                      <a:pt x="6091" y="77013"/>
                    </a:lnTo>
                    <a:lnTo>
                      <a:pt x="14586" y="61792"/>
                    </a:lnTo>
                    <a:lnTo>
                      <a:pt x="23626" y="46724"/>
                    </a:lnTo>
                    <a:lnTo>
                      <a:pt x="27573" y="33739"/>
                    </a:lnTo>
                    <a:lnTo>
                      <a:pt x="24344" y="23035"/>
                    </a:lnTo>
                    <a:lnTo>
                      <a:pt x="17146" y="13684"/>
                    </a:lnTo>
                    <a:lnTo>
                      <a:pt x="8267" y="5926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E36C09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2863" name="object 82">
                <a:extLst>
                  <a:ext uri="{FF2B5EF4-FFF2-40B4-BE49-F238E27FC236}">
                    <a16:creationId xmlns:a16="http://schemas.microsoft.com/office/drawing/2014/main" id="{911A52A4-3658-95BA-02D4-3501EE6AA665}"/>
                  </a:ext>
                </a:extLst>
              </p:cNvPr>
              <p:cNvSpPr/>
              <p:nvPr/>
            </p:nvSpPr>
            <p:spPr>
              <a:xfrm>
                <a:off x="8003457" y="19949392"/>
                <a:ext cx="1131570" cy="84455"/>
              </a:xfrm>
              <a:custGeom>
                <a:avLst/>
                <a:gdLst/>
                <a:ahLst/>
                <a:cxnLst/>
                <a:rect l="l" t="t" r="r" b="b"/>
                <a:pathLst>
                  <a:path w="1131570" h="84455">
                    <a:moveTo>
                      <a:pt x="0" y="84290"/>
                    </a:moveTo>
                    <a:lnTo>
                      <a:pt x="45196" y="60401"/>
                    </a:lnTo>
                    <a:lnTo>
                      <a:pt x="91601" y="38277"/>
                    </a:lnTo>
                    <a:lnTo>
                      <a:pt x="140410" y="19668"/>
                    </a:lnTo>
                    <a:lnTo>
                      <a:pt x="192818" y="6325"/>
                    </a:lnTo>
                    <a:lnTo>
                      <a:pt x="250021" y="0"/>
                    </a:lnTo>
                    <a:lnTo>
                      <a:pt x="294955" y="2250"/>
                    </a:lnTo>
                    <a:lnTo>
                      <a:pt x="343339" y="10623"/>
                    </a:lnTo>
                    <a:lnTo>
                      <a:pt x="394116" y="22765"/>
                    </a:lnTo>
                    <a:lnTo>
                      <a:pt x="446227" y="36323"/>
                    </a:lnTo>
                    <a:lnTo>
                      <a:pt x="498614" y="48942"/>
                    </a:lnTo>
                    <a:lnTo>
                      <a:pt x="550218" y="58270"/>
                    </a:lnTo>
                    <a:lnTo>
                      <a:pt x="599981" y="61952"/>
                    </a:lnTo>
                    <a:lnTo>
                      <a:pt x="649180" y="58793"/>
                    </a:lnTo>
                    <a:lnTo>
                      <a:pt x="699180" y="50452"/>
                    </a:lnTo>
                    <a:lnTo>
                      <a:pt x="749060" y="38935"/>
                    </a:lnTo>
                    <a:lnTo>
                      <a:pt x="797898" y="26247"/>
                    </a:lnTo>
                    <a:lnTo>
                      <a:pt x="844773" y="14396"/>
                    </a:lnTo>
                    <a:lnTo>
                      <a:pt x="888761" y="5385"/>
                    </a:lnTo>
                    <a:lnTo>
                      <a:pt x="928942" y="1221"/>
                    </a:lnTo>
                    <a:lnTo>
                      <a:pt x="992609" y="5996"/>
                    </a:lnTo>
                    <a:lnTo>
                      <a:pt x="1049160" y="19654"/>
                    </a:lnTo>
                    <a:lnTo>
                      <a:pt x="1096255" y="35571"/>
                    </a:lnTo>
                    <a:lnTo>
                      <a:pt x="1131553" y="47118"/>
                    </a:lnTo>
                  </a:path>
                </a:pathLst>
              </a:custGeom>
              <a:ln w="381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</p:grpSp>
        <p:grpSp>
          <p:nvGrpSpPr>
            <p:cNvPr id="2865" name="Group 2864">
              <a:extLst>
                <a:ext uri="{FF2B5EF4-FFF2-40B4-BE49-F238E27FC236}">
                  <a16:creationId xmlns:a16="http://schemas.microsoft.com/office/drawing/2014/main" id="{5B2F282E-D4CE-605B-EB0D-FAD6125CEF95}"/>
                </a:ext>
              </a:extLst>
            </p:cNvPr>
            <p:cNvGrpSpPr/>
            <p:nvPr/>
          </p:nvGrpSpPr>
          <p:grpSpPr>
            <a:xfrm rot="10800000" flipH="1" flipV="1">
              <a:off x="12308597" y="21944901"/>
              <a:ext cx="3009296" cy="1475583"/>
              <a:chOff x="7941099" y="19591755"/>
              <a:chExt cx="1252316" cy="793137"/>
            </a:xfrm>
          </p:grpSpPr>
          <p:sp>
            <p:nvSpPr>
              <p:cNvPr id="2866" name="object 60">
                <a:extLst>
                  <a:ext uri="{FF2B5EF4-FFF2-40B4-BE49-F238E27FC236}">
                    <a16:creationId xmlns:a16="http://schemas.microsoft.com/office/drawing/2014/main" id="{A79151BA-A4F9-D71A-660C-84B901624D9E}"/>
                  </a:ext>
                </a:extLst>
              </p:cNvPr>
              <p:cNvSpPr/>
              <p:nvPr/>
            </p:nvSpPr>
            <p:spPr>
              <a:xfrm>
                <a:off x="7941099" y="19591755"/>
                <a:ext cx="629920" cy="793134"/>
              </a:xfrm>
              <a:custGeom>
                <a:avLst/>
                <a:gdLst/>
                <a:ahLst/>
                <a:cxnLst/>
                <a:rect l="l" t="t" r="r" b="b"/>
                <a:pathLst>
                  <a:path w="629920" h="800100">
                    <a:moveTo>
                      <a:pt x="629649" y="0"/>
                    </a:moveTo>
                    <a:lnTo>
                      <a:pt x="0" y="0"/>
                    </a:lnTo>
                    <a:lnTo>
                      <a:pt x="0" y="799975"/>
                    </a:lnTo>
                    <a:lnTo>
                      <a:pt x="629649" y="799975"/>
                    </a:lnTo>
                    <a:lnTo>
                      <a:pt x="629649" y="0"/>
                    </a:lnTo>
                    <a:close/>
                  </a:path>
                </a:pathLst>
              </a:custGeom>
              <a:solidFill>
                <a:srgbClr val="4F81BC">
                  <a:alpha val="38822"/>
                </a:srgbClr>
              </a:solidFill>
              <a:ln w="12700">
                <a:solidFill>
                  <a:schemeClr val="tx1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2867" name="object 61">
                <a:extLst>
                  <a:ext uri="{FF2B5EF4-FFF2-40B4-BE49-F238E27FC236}">
                    <a16:creationId xmlns:a16="http://schemas.microsoft.com/office/drawing/2014/main" id="{0BD64500-62ED-F37E-2B4E-F98747A05A21}"/>
                  </a:ext>
                </a:extLst>
              </p:cNvPr>
              <p:cNvSpPr/>
              <p:nvPr/>
            </p:nvSpPr>
            <p:spPr>
              <a:xfrm>
                <a:off x="8569818" y="19591759"/>
                <a:ext cx="623597" cy="793133"/>
              </a:xfrm>
              <a:custGeom>
                <a:avLst/>
                <a:gdLst/>
                <a:ahLst/>
                <a:cxnLst/>
                <a:rect l="l" t="t" r="r" b="b"/>
                <a:pathLst>
                  <a:path w="616585" h="800100">
                    <a:moveTo>
                      <a:pt x="616386" y="0"/>
                    </a:moveTo>
                    <a:lnTo>
                      <a:pt x="0" y="0"/>
                    </a:lnTo>
                    <a:lnTo>
                      <a:pt x="0" y="799975"/>
                    </a:lnTo>
                    <a:lnTo>
                      <a:pt x="616386" y="799975"/>
                    </a:lnTo>
                    <a:lnTo>
                      <a:pt x="616386" y="0"/>
                    </a:lnTo>
                    <a:close/>
                  </a:path>
                </a:pathLst>
              </a:custGeom>
              <a:solidFill>
                <a:srgbClr val="F79546">
                  <a:alpha val="25881"/>
                </a:srgbClr>
              </a:solidFill>
              <a:ln w="12700">
                <a:solidFill>
                  <a:schemeClr val="tx1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2869" name="object 63">
                <a:extLst>
                  <a:ext uri="{FF2B5EF4-FFF2-40B4-BE49-F238E27FC236}">
                    <a16:creationId xmlns:a16="http://schemas.microsoft.com/office/drawing/2014/main" id="{5E160A0A-D6B6-5BF0-DD50-BABD9EF5747F}"/>
                  </a:ext>
                </a:extLst>
              </p:cNvPr>
              <p:cNvSpPr/>
              <p:nvPr/>
            </p:nvSpPr>
            <p:spPr>
              <a:xfrm>
                <a:off x="8127740" y="19669284"/>
                <a:ext cx="68580" cy="288925"/>
              </a:xfrm>
              <a:custGeom>
                <a:avLst/>
                <a:gdLst/>
                <a:ahLst/>
                <a:cxnLst/>
                <a:rect l="l" t="t" r="r" b="b"/>
                <a:pathLst>
                  <a:path w="68579" h="288925">
                    <a:moveTo>
                      <a:pt x="68409" y="288298"/>
                    </a:moveTo>
                    <a:lnTo>
                      <a:pt x="46971" y="269083"/>
                    </a:lnTo>
                    <a:lnTo>
                      <a:pt x="27791" y="248930"/>
                    </a:lnTo>
                    <a:lnTo>
                      <a:pt x="13126" y="226880"/>
                    </a:lnTo>
                    <a:lnTo>
                      <a:pt x="5235" y="201971"/>
                    </a:lnTo>
                    <a:lnTo>
                      <a:pt x="8480" y="171941"/>
                    </a:lnTo>
                    <a:lnTo>
                      <a:pt x="20374" y="137946"/>
                    </a:lnTo>
                    <a:lnTo>
                      <a:pt x="33032" y="104289"/>
                    </a:lnTo>
                    <a:lnTo>
                      <a:pt x="38567" y="75274"/>
                    </a:lnTo>
                    <a:lnTo>
                      <a:pt x="34063" y="51372"/>
                    </a:lnTo>
                    <a:lnTo>
                      <a:pt x="23995" y="30525"/>
                    </a:lnTo>
                    <a:lnTo>
                      <a:pt x="11572" y="13234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375F92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2872" name="object 66">
                <a:extLst>
                  <a:ext uri="{FF2B5EF4-FFF2-40B4-BE49-F238E27FC236}">
                    <a16:creationId xmlns:a16="http://schemas.microsoft.com/office/drawing/2014/main" id="{A25C993E-4DEA-8A71-4656-4F7801CF9420}"/>
                  </a:ext>
                </a:extLst>
              </p:cNvPr>
              <p:cNvSpPr/>
              <p:nvPr/>
            </p:nvSpPr>
            <p:spPr>
              <a:xfrm>
                <a:off x="8482957" y="19715725"/>
                <a:ext cx="69215" cy="289560"/>
              </a:xfrm>
              <a:custGeom>
                <a:avLst/>
                <a:gdLst/>
                <a:ahLst/>
                <a:cxnLst/>
                <a:rect l="l" t="t" r="r" b="b"/>
                <a:pathLst>
                  <a:path w="69214" h="289559">
                    <a:moveTo>
                      <a:pt x="69107" y="288996"/>
                    </a:moveTo>
                    <a:lnTo>
                      <a:pt x="47455" y="269738"/>
                    </a:lnTo>
                    <a:lnTo>
                      <a:pt x="28082" y="249541"/>
                    </a:lnTo>
                    <a:lnTo>
                      <a:pt x="13268" y="227447"/>
                    </a:lnTo>
                    <a:lnTo>
                      <a:pt x="5293" y="202495"/>
                    </a:lnTo>
                    <a:lnTo>
                      <a:pt x="8568" y="172369"/>
                    </a:lnTo>
                    <a:lnTo>
                      <a:pt x="20585" y="138273"/>
                    </a:lnTo>
                    <a:lnTo>
                      <a:pt x="33376" y="104527"/>
                    </a:lnTo>
                    <a:lnTo>
                      <a:pt x="38974" y="75448"/>
                    </a:lnTo>
                    <a:lnTo>
                      <a:pt x="34431" y="51495"/>
                    </a:lnTo>
                    <a:lnTo>
                      <a:pt x="24264" y="30590"/>
                    </a:lnTo>
                    <a:lnTo>
                      <a:pt x="11709" y="13253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375F92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2873" name="object 67">
                <a:extLst>
                  <a:ext uri="{FF2B5EF4-FFF2-40B4-BE49-F238E27FC236}">
                    <a16:creationId xmlns:a16="http://schemas.microsoft.com/office/drawing/2014/main" id="{E68C7EC2-CC56-AE36-DC50-16A9CE7E395E}"/>
                  </a:ext>
                </a:extLst>
              </p:cNvPr>
              <p:cNvSpPr/>
              <p:nvPr/>
            </p:nvSpPr>
            <p:spPr>
              <a:xfrm rot="805087">
                <a:off x="8587605" y="19674641"/>
                <a:ext cx="63043" cy="329649"/>
              </a:xfrm>
              <a:custGeom>
                <a:avLst/>
                <a:gdLst/>
                <a:ahLst/>
                <a:cxnLst/>
                <a:rect l="l" t="t" r="r" b="b"/>
                <a:pathLst>
                  <a:path w="46354" h="160019">
                    <a:moveTo>
                      <a:pt x="46071" y="159855"/>
                    </a:moveTo>
                    <a:lnTo>
                      <a:pt x="31623" y="149209"/>
                    </a:lnTo>
                    <a:lnTo>
                      <a:pt x="18702" y="138033"/>
                    </a:lnTo>
                    <a:lnTo>
                      <a:pt x="8834" y="125800"/>
                    </a:lnTo>
                    <a:lnTo>
                      <a:pt x="3548" y="111980"/>
                    </a:lnTo>
                    <a:lnTo>
                      <a:pt x="5715" y="95332"/>
                    </a:lnTo>
                    <a:lnTo>
                      <a:pt x="13728" y="76481"/>
                    </a:lnTo>
                    <a:lnTo>
                      <a:pt x="22265" y="57826"/>
                    </a:lnTo>
                    <a:lnTo>
                      <a:pt x="26002" y="41767"/>
                    </a:lnTo>
                    <a:lnTo>
                      <a:pt x="22970" y="28508"/>
                    </a:lnTo>
                    <a:lnTo>
                      <a:pt x="16186" y="16935"/>
                    </a:lnTo>
                    <a:lnTo>
                      <a:pt x="7809" y="7335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E36C09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2874" name="object 68">
                <a:extLst>
                  <a:ext uri="{FF2B5EF4-FFF2-40B4-BE49-F238E27FC236}">
                    <a16:creationId xmlns:a16="http://schemas.microsoft.com/office/drawing/2014/main" id="{53477895-CFFC-B522-A759-56600644082F}"/>
                  </a:ext>
                </a:extLst>
              </p:cNvPr>
              <p:cNvSpPr/>
              <p:nvPr/>
            </p:nvSpPr>
            <p:spPr>
              <a:xfrm rot="541085">
                <a:off x="8684575" y="19696237"/>
                <a:ext cx="69215" cy="289560"/>
              </a:xfrm>
              <a:custGeom>
                <a:avLst/>
                <a:gdLst/>
                <a:ahLst/>
                <a:cxnLst/>
                <a:rect l="l" t="t" r="r" b="b"/>
                <a:pathLst>
                  <a:path w="69214" h="289559">
                    <a:moveTo>
                      <a:pt x="69107" y="288996"/>
                    </a:moveTo>
                    <a:lnTo>
                      <a:pt x="47455" y="269738"/>
                    </a:lnTo>
                    <a:lnTo>
                      <a:pt x="28082" y="249541"/>
                    </a:lnTo>
                    <a:lnTo>
                      <a:pt x="13268" y="227447"/>
                    </a:lnTo>
                    <a:lnTo>
                      <a:pt x="5293" y="202495"/>
                    </a:lnTo>
                    <a:lnTo>
                      <a:pt x="8568" y="172369"/>
                    </a:lnTo>
                    <a:lnTo>
                      <a:pt x="20585" y="138273"/>
                    </a:lnTo>
                    <a:lnTo>
                      <a:pt x="33376" y="104527"/>
                    </a:lnTo>
                    <a:lnTo>
                      <a:pt x="38974" y="75448"/>
                    </a:lnTo>
                    <a:lnTo>
                      <a:pt x="34431" y="51495"/>
                    </a:lnTo>
                    <a:lnTo>
                      <a:pt x="24264" y="30590"/>
                    </a:lnTo>
                    <a:lnTo>
                      <a:pt x="11709" y="13253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E36C09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2875" name="object 69">
                <a:extLst>
                  <a:ext uri="{FF2B5EF4-FFF2-40B4-BE49-F238E27FC236}">
                    <a16:creationId xmlns:a16="http://schemas.microsoft.com/office/drawing/2014/main" id="{7D57FF52-74A3-B19B-AAEB-E3E8C78216F8}"/>
                  </a:ext>
                </a:extLst>
              </p:cNvPr>
              <p:cNvSpPr/>
              <p:nvPr/>
            </p:nvSpPr>
            <p:spPr>
              <a:xfrm rot="1338261">
                <a:off x="8719259" y="19697176"/>
                <a:ext cx="69215" cy="288925"/>
              </a:xfrm>
              <a:custGeom>
                <a:avLst/>
                <a:gdLst/>
                <a:ahLst/>
                <a:cxnLst/>
                <a:rect l="l" t="t" r="r" b="b"/>
                <a:pathLst>
                  <a:path w="69214" h="288925">
                    <a:moveTo>
                      <a:pt x="69107" y="288298"/>
                    </a:moveTo>
                    <a:lnTo>
                      <a:pt x="47455" y="269083"/>
                    </a:lnTo>
                    <a:lnTo>
                      <a:pt x="28082" y="248930"/>
                    </a:lnTo>
                    <a:lnTo>
                      <a:pt x="13268" y="226880"/>
                    </a:lnTo>
                    <a:lnTo>
                      <a:pt x="5293" y="201971"/>
                    </a:lnTo>
                    <a:lnTo>
                      <a:pt x="8568" y="171941"/>
                    </a:lnTo>
                    <a:lnTo>
                      <a:pt x="20585" y="137946"/>
                    </a:lnTo>
                    <a:lnTo>
                      <a:pt x="33376" y="104289"/>
                    </a:lnTo>
                    <a:lnTo>
                      <a:pt x="38974" y="75274"/>
                    </a:lnTo>
                    <a:lnTo>
                      <a:pt x="34431" y="51372"/>
                    </a:lnTo>
                    <a:lnTo>
                      <a:pt x="24264" y="30525"/>
                    </a:lnTo>
                    <a:lnTo>
                      <a:pt x="11709" y="13234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E36C09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2876" name="object 70">
                <a:extLst>
                  <a:ext uri="{FF2B5EF4-FFF2-40B4-BE49-F238E27FC236}">
                    <a16:creationId xmlns:a16="http://schemas.microsoft.com/office/drawing/2014/main" id="{E46ECF42-60A3-9E9C-793B-B95A0C0F765B}"/>
                  </a:ext>
                </a:extLst>
              </p:cNvPr>
              <p:cNvSpPr/>
              <p:nvPr/>
            </p:nvSpPr>
            <p:spPr>
              <a:xfrm rot="1869120">
                <a:off x="8747192" y="19705136"/>
                <a:ext cx="69215" cy="289560"/>
              </a:xfrm>
              <a:custGeom>
                <a:avLst/>
                <a:gdLst/>
                <a:ahLst/>
                <a:cxnLst/>
                <a:rect l="l" t="t" r="r" b="b"/>
                <a:pathLst>
                  <a:path w="69214" h="289559">
                    <a:moveTo>
                      <a:pt x="69107" y="288996"/>
                    </a:moveTo>
                    <a:lnTo>
                      <a:pt x="47455" y="269738"/>
                    </a:lnTo>
                    <a:lnTo>
                      <a:pt x="28082" y="249541"/>
                    </a:lnTo>
                    <a:lnTo>
                      <a:pt x="13268" y="227447"/>
                    </a:lnTo>
                    <a:lnTo>
                      <a:pt x="5293" y="202495"/>
                    </a:lnTo>
                    <a:lnTo>
                      <a:pt x="8568" y="172369"/>
                    </a:lnTo>
                    <a:lnTo>
                      <a:pt x="20585" y="138273"/>
                    </a:lnTo>
                    <a:lnTo>
                      <a:pt x="33376" y="104527"/>
                    </a:lnTo>
                    <a:lnTo>
                      <a:pt x="38974" y="75448"/>
                    </a:lnTo>
                    <a:lnTo>
                      <a:pt x="34431" y="51495"/>
                    </a:lnTo>
                    <a:lnTo>
                      <a:pt x="24264" y="30590"/>
                    </a:lnTo>
                    <a:lnTo>
                      <a:pt x="11709" y="13253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E36C09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2880" name="object 74">
                <a:extLst>
                  <a:ext uri="{FF2B5EF4-FFF2-40B4-BE49-F238E27FC236}">
                    <a16:creationId xmlns:a16="http://schemas.microsoft.com/office/drawing/2014/main" id="{466F75CA-89B1-0576-05E0-0DA760AF16E2}"/>
                  </a:ext>
                </a:extLst>
              </p:cNvPr>
              <p:cNvSpPr/>
              <p:nvPr/>
            </p:nvSpPr>
            <p:spPr>
              <a:xfrm>
                <a:off x="8351024" y="19960046"/>
                <a:ext cx="68580" cy="289560"/>
              </a:xfrm>
              <a:custGeom>
                <a:avLst/>
                <a:gdLst/>
                <a:ahLst/>
                <a:cxnLst/>
                <a:rect l="l" t="t" r="r" b="b"/>
                <a:pathLst>
                  <a:path w="68579" h="289559">
                    <a:moveTo>
                      <a:pt x="68409" y="288996"/>
                    </a:moveTo>
                    <a:lnTo>
                      <a:pt x="46971" y="269738"/>
                    </a:lnTo>
                    <a:lnTo>
                      <a:pt x="27791" y="249541"/>
                    </a:lnTo>
                    <a:lnTo>
                      <a:pt x="13126" y="227447"/>
                    </a:lnTo>
                    <a:lnTo>
                      <a:pt x="5235" y="202495"/>
                    </a:lnTo>
                    <a:lnTo>
                      <a:pt x="8480" y="172369"/>
                    </a:lnTo>
                    <a:lnTo>
                      <a:pt x="20374" y="138273"/>
                    </a:lnTo>
                    <a:lnTo>
                      <a:pt x="33032" y="104527"/>
                    </a:lnTo>
                    <a:lnTo>
                      <a:pt x="38567" y="75448"/>
                    </a:lnTo>
                    <a:lnTo>
                      <a:pt x="34063" y="51495"/>
                    </a:lnTo>
                    <a:lnTo>
                      <a:pt x="23995" y="30590"/>
                    </a:lnTo>
                    <a:lnTo>
                      <a:pt x="11572" y="13253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375F92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2882" name="object 77">
                <a:extLst>
                  <a:ext uri="{FF2B5EF4-FFF2-40B4-BE49-F238E27FC236}">
                    <a16:creationId xmlns:a16="http://schemas.microsoft.com/office/drawing/2014/main" id="{E2E59958-E514-4B1C-CA3F-291E140FAB39}"/>
                  </a:ext>
                </a:extLst>
              </p:cNvPr>
              <p:cNvSpPr/>
              <p:nvPr/>
            </p:nvSpPr>
            <p:spPr>
              <a:xfrm>
                <a:off x="8732642" y="19992412"/>
                <a:ext cx="69215" cy="289560"/>
              </a:xfrm>
              <a:custGeom>
                <a:avLst/>
                <a:gdLst/>
                <a:ahLst/>
                <a:cxnLst/>
                <a:rect l="l" t="t" r="r" b="b"/>
                <a:pathLst>
                  <a:path w="69214" h="289559">
                    <a:moveTo>
                      <a:pt x="69107" y="288996"/>
                    </a:moveTo>
                    <a:lnTo>
                      <a:pt x="47455" y="269738"/>
                    </a:lnTo>
                    <a:lnTo>
                      <a:pt x="28082" y="249541"/>
                    </a:lnTo>
                    <a:lnTo>
                      <a:pt x="13268" y="227447"/>
                    </a:lnTo>
                    <a:lnTo>
                      <a:pt x="5293" y="202495"/>
                    </a:lnTo>
                    <a:lnTo>
                      <a:pt x="8568" y="172369"/>
                    </a:lnTo>
                    <a:lnTo>
                      <a:pt x="20585" y="138273"/>
                    </a:lnTo>
                    <a:lnTo>
                      <a:pt x="33376" y="104527"/>
                    </a:lnTo>
                    <a:lnTo>
                      <a:pt x="38974" y="75448"/>
                    </a:lnTo>
                    <a:lnTo>
                      <a:pt x="34431" y="51495"/>
                    </a:lnTo>
                    <a:lnTo>
                      <a:pt x="24264" y="30590"/>
                    </a:lnTo>
                    <a:lnTo>
                      <a:pt x="11709" y="13253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E36C09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2883" name="object 78">
                <a:extLst>
                  <a:ext uri="{FF2B5EF4-FFF2-40B4-BE49-F238E27FC236}">
                    <a16:creationId xmlns:a16="http://schemas.microsoft.com/office/drawing/2014/main" id="{7D6E946A-3930-064D-5146-2C08FB89637F}"/>
                  </a:ext>
                </a:extLst>
              </p:cNvPr>
              <p:cNvSpPr/>
              <p:nvPr/>
            </p:nvSpPr>
            <p:spPr>
              <a:xfrm rot="20437756">
                <a:off x="8780805" y="19977272"/>
                <a:ext cx="76439" cy="317242"/>
              </a:xfrm>
              <a:custGeom>
                <a:avLst/>
                <a:gdLst/>
                <a:ahLst/>
                <a:cxnLst/>
                <a:rect l="l" t="t" r="r" b="b"/>
                <a:pathLst>
                  <a:path w="39370" h="141605">
                    <a:moveTo>
                      <a:pt x="39091" y="141007"/>
                    </a:moveTo>
                    <a:lnTo>
                      <a:pt x="26838" y="131603"/>
                    </a:lnTo>
                    <a:lnTo>
                      <a:pt x="15888" y="121745"/>
                    </a:lnTo>
                    <a:lnTo>
                      <a:pt x="7523" y="110961"/>
                    </a:lnTo>
                    <a:lnTo>
                      <a:pt x="3024" y="98775"/>
                    </a:lnTo>
                    <a:lnTo>
                      <a:pt x="4868" y="84097"/>
                    </a:lnTo>
                    <a:lnTo>
                      <a:pt x="11663" y="67471"/>
                    </a:lnTo>
                    <a:lnTo>
                      <a:pt x="18894" y="51010"/>
                    </a:lnTo>
                    <a:lnTo>
                      <a:pt x="22047" y="36822"/>
                    </a:lnTo>
                    <a:lnTo>
                      <a:pt x="19461" y="25130"/>
                    </a:lnTo>
                    <a:lnTo>
                      <a:pt x="13706" y="14921"/>
                    </a:lnTo>
                    <a:lnTo>
                      <a:pt x="6610" y="6457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E36C09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2886" name="object 81">
                <a:extLst>
                  <a:ext uri="{FF2B5EF4-FFF2-40B4-BE49-F238E27FC236}">
                    <a16:creationId xmlns:a16="http://schemas.microsoft.com/office/drawing/2014/main" id="{B7F713A9-94C8-394C-AE70-91C9AF6FEB35}"/>
                  </a:ext>
                </a:extLst>
              </p:cNvPr>
              <p:cNvSpPr/>
              <p:nvPr/>
            </p:nvSpPr>
            <p:spPr>
              <a:xfrm>
                <a:off x="8048765" y="20014494"/>
                <a:ext cx="69215" cy="289560"/>
              </a:xfrm>
              <a:custGeom>
                <a:avLst/>
                <a:gdLst/>
                <a:ahLst/>
                <a:cxnLst/>
                <a:rect l="l" t="t" r="r" b="b"/>
                <a:pathLst>
                  <a:path w="69214" h="289559">
                    <a:moveTo>
                      <a:pt x="69107" y="288996"/>
                    </a:moveTo>
                    <a:lnTo>
                      <a:pt x="47455" y="269738"/>
                    </a:lnTo>
                    <a:lnTo>
                      <a:pt x="28082" y="249541"/>
                    </a:lnTo>
                    <a:lnTo>
                      <a:pt x="13268" y="227447"/>
                    </a:lnTo>
                    <a:lnTo>
                      <a:pt x="5293" y="202495"/>
                    </a:lnTo>
                    <a:lnTo>
                      <a:pt x="8568" y="172369"/>
                    </a:lnTo>
                    <a:lnTo>
                      <a:pt x="20585" y="138273"/>
                    </a:lnTo>
                    <a:lnTo>
                      <a:pt x="33376" y="104527"/>
                    </a:lnTo>
                    <a:lnTo>
                      <a:pt x="38974" y="75448"/>
                    </a:lnTo>
                    <a:lnTo>
                      <a:pt x="34431" y="51495"/>
                    </a:lnTo>
                    <a:lnTo>
                      <a:pt x="24264" y="30590"/>
                    </a:lnTo>
                    <a:lnTo>
                      <a:pt x="11709" y="13253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375F92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2887" name="object 79">
                <a:extLst>
                  <a:ext uri="{FF2B5EF4-FFF2-40B4-BE49-F238E27FC236}">
                    <a16:creationId xmlns:a16="http://schemas.microsoft.com/office/drawing/2014/main" id="{3CBE1F43-8015-3A7F-F73B-5D4711274F4F}"/>
                  </a:ext>
                </a:extLst>
              </p:cNvPr>
              <p:cNvSpPr/>
              <p:nvPr/>
            </p:nvSpPr>
            <p:spPr>
              <a:xfrm rot="21332217">
                <a:off x="8598581" y="20008725"/>
                <a:ext cx="68061" cy="279299"/>
              </a:xfrm>
              <a:custGeom>
                <a:avLst/>
                <a:gdLst/>
                <a:ahLst/>
                <a:cxnLst/>
                <a:rect l="l" t="t" r="r" b="b"/>
                <a:pathLst>
                  <a:path w="48895" h="129540">
                    <a:moveTo>
                      <a:pt x="48864" y="129140"/>
                    </a:moveTo>
                    <a:lnTo>
                      <a:pt x="33557" y="120527"/>
                    </a:lnTo>
                    <a:lnTo>
                      <a:pt x="19865" y="111500"/>
                    </a:lnTo>
                    <a:lnTo>
                      <a:pt x="9401" y="101622"/>
                    </a:lnTo>
                    <a:lnTo>
                      <a:pt x="3781" y="90456"/>
                    </a:lnTo>
                    <a:lnTo>
                      <a:pt x="6091" y="77013"/>
                    </a:lnTo>
                    <a:lnTo>
                      <a:pt x="14586" y="61792"/>
                    </a:lnTo>
                    <a:lnTo>
                      <a:pt x="23626" y="46724"/>
                    </a:lnTo>
                    <a:lnTo>
                      <a:pt x="27573" y="33739"/>
                    </a:lnTo>
                    <a:lnTo>
                      <a:pt x="24344" y="23035"/>
                    </a:lnTo>
                    <a:lnTo>
                      <a:pt x="17146" y="13684"/>
                    </a:lnTo>
                    <a:lnTo>
                      <a:pt x="8267" y="5926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E36C09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2892" name="object 67">
                <a:extLst>
                  <a:ext uri="{FF2B5EF4-FFF2-40B4-BE49-F238E27FC236}">
                    <a16:creationId xmlns:a16="http://schemas.microsoft.com/office/drawing/2014/main" id="{8BAC3807-640E-2A9E-63F2-FEAABE05AB56}"/>
                  </a:ext>
                </a:extLst>
              </p:cNvPr>
              <p:cNvSpPr/>
              <p:nvPr/>
            </p:nvSpPr>
            <p:spPr>
              <a:xfrm rot="20640502">
                <a:off x="8627027" y="20002491"/>
                <a:ext cx="63043" cy="271501"/>
              </a:xfrm>
              <a:custGeom>
                <a:avLst/>
                <a:gdLst/>
                <a:ahLst/>
                <a:cxnLst/>
                <a:rect l="l" t="t" r="r" b="b"/>
                <a:pathLst>
                  <a:path w="46354" h="160019">
                    <a:moveTo>
                      <a:pt x="46071" y="159855"/>
                    </a:moveTo>
                    <a:lnTo>
                      <a:pt x="31623" y="149209"/>
                    </a:lnTo>
                    <a:lnTo>
                      <a:pt x="18702" y="138033"/>
                    </a:lnTo>
                    <a:lnTo>
                      <a:pt x="8834" y="125800"/>
                    </a:lnTo>
                    <a:lnTo>
                      <a:pt x="3548" y="111980"/>
                    </a:lnTo>
                    <a:lnTo>
                      <a:pt x="5715" y="95332"/>
                    </a:lnTo>
                    <a:lnTo>
                      <a:pt x="13728" y="76481"/>
                    </a:lnTo>
                    <a:lnTo>
                      <a:pt x="22265" y="57826"/>
                    </a:lnTo>
                    <a:lnTo>
                      <a:pt x="26002" y="41767"/>
                    </a:lnTo>
                    <a:lnTo>
                      <a:pt x="22970" y="28508"/>
                    </a:lnTo>
                    <a:lnTo>
                      <a:pt x="16186" y="16935"/>
                    </a:lnTo>
                    <a:lnTo>
                      <a:pt x="7809" y="7335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E36C09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2893" name="object 67">
                <a:extLst>
                  <a:ext uri="{FF2B5EF4-FFF2-40B4-BE49-F238E27FC236}">
                    <a16:creationId xmlns:a16="http://schemas.microsoft.com/office/drawing/2014/main" id="{6C54D915-7134-B989-AEAF-0FEA31E2A81A}"/>
                  </a:ext>
                </a:extLst>
              </p:cNvPr>
              <p:cNvSpPr/>
              <p:nvPr/>
            </p:nvSpPr>
            <p:spPr>
              <a:xfrm rot="1435569">
                <a:off x="8611295" y="19668795"/>
                <a:ext cx="63043" cy="345599"/>
              </a:xfrm>
              <a:custGeom>
                <a:avLst/>
                <a:gdLst/>
                <a:ahLst/>
                <a:cxnLst/>
                <a:rect l="l" t="t" r="r" b="b"/>
                <a:pathLst>
                  <a:path w="46354" h="160019">
                    <a:moveTo>
                      <a:pt x="46071" y="159855"/>
                    </a:moveTo>
                    <a:lnTo>
                      <a:pt x="31623" y="149209"/>
                    </a:lnTo>
                    <a:lnTo>
                      <a:pt x="18702" y="138033"/>
                    </a:lnTo>
                    <a:lnTo>
                      <a:pt x="8834" y="125800"/>
                    </a:lnTo>
                    <a:lnTo>
                      <a:pt x="3548" y="111980"/>
                    </a:lnTo>
                    <a:lnTo>
                      <a:pt x="5715" y="95332"/>
                    </a:lnTo>
                    <a:lnTo>
                      <a:pt x="13728" y="76481"/>
                    </a:lnTo>
                    <a:lnTo>
                      <a:pt x="22265" y="57826"/>
                    </a:lnTo>
                    <a:lnTo>
                      <a:pt x="26002" y="41767"/>
                    </a:lnTo>
                    <a:lnTo>
                      <a:pt x="22970" y="28508"/>
                    </a:lnTo>
                    <a:lnTo>
                      <a:pt x="16186" y="16935"/>
                    </a:lnTo>
                    <a:lnTo>
                      <a:pt x="7809" y="7335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E36C09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2894" name="object 79">
                <a:extLst>
                  <a:ext uri="{FF2B5EF4-FFF2-40B4-BE49-F238E27FC236}">
                    <a16:creationId xmlns:a16="http://schemas.microsoft.com/office/drawing/2014/main" id="{96B8AFBA-6270-D731-6F3D-6BE6D0DD1967}"/>
                  </a:ext>
                </a:extLst>
              </p:cNvPr>
              <p:cNvSpPr/>
              <p:nvPr/>
            </p:nvSpPr>
            <p:spPr>
              <a:xfrm rot="492299">
                <a:off x="8587463" y="20016057"/>
                <a:ext cx="68061" cy="279299"/>
              </a:xfrm>
              <a:custGeom>
                <a:avLst/>
                <a:gdLst/>
                <a:ahLst/>
                <a:cxnLst/>
                <a:rect l="l" t="t" r="r" b="b"/>
                <a:pathLst>
                  <a:path w="48895" h="129540">
                    <a:moveTo>
                      <a:pt x="48864" y="129140"/>
                    </a:moveTo>
                    <a:lnTo>
                      <a:pt x="33557" y="120527"/>
                    </a:lnTo>
                    <a:lnTo>
                      <a:pt x="19865" y="111500"/>
                    </a:lnTo>
                    <a:lnTo>
                      <a:pt x="9401" y="101622"/>
                    </a:lnTo>
                    <a:lnTo>
                      <a:pt x="3781" y="90456"/>
                    </a:lnTo>
                    <a:lnTo>
                      <a:pt x="6091" y="77013"/>
                    </a:lnTo>
                    <a:lnTo>
                      <a:pt x="14586" y="61792"/>
                    </a:lnTo>
                    <a:lnTo>
                      <a:pt x="23626" y="46724"/>
                    </a:lnTo>
                    <a:lnTo>
                      <a:pt x="27573" y="33739"/>
                    </a:lnTo>
                    <a:lnTo>
                      <a:pt x="24344" y="23035"/>
                    </a:lnTo>
                    <a:lnTo>
                      <a:pt x="17146" y="13684"/>
                    </a:lnTo>
                    <a:lnTo>
                      <a:pt x="8267" y="5926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E36C09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2900" name="object 67">
                <a:extLst>
                  <a:ext uri="{FF2B5EF4-FFF2-40B4-BE49-F238E27FC236}">
                    <a16:creationId xmlns:a16="http://schemas.microsoft.com/office/drawing/2014/main" id="{1544C7F5-FCD9-E2C2-0720-358537AD661C}"/>
                  </a:ext>
                </a:extLst>
              </p:cNvPr>
              <p:cNvSpPr/>
              <p:nvPr/>
            </p:nvSpPr>
            <p:spPr>
              <a:xfrm rot="805087">
                <a:off x="8874369" y="19662688"/>
                <a:ext cx="63043" cy="283025"/>
              </a:xfrm>
              <a:custGeom>
                <a:avLst/>
                <a:gdLst/>
                <a:ahLst/>
                <a:cxnLst/>
                <a:rect l="l" t="t" r="r" b="b"/>
                <a:pathLst>
                  <a:path w="46354" h="160019">
                    <a:moveTo>
                      <a:pt x="46071" y="159855"/>
                    </a:moveTo>
                    <a:lnTo>
                      <a:pt x="31623" y="149209"/>
                    </a:lnTo>
                    <a:lnTo>
                      <a:pt x="18702" y="138033"/>
                    </a:lnTo>
                    <a:lnTo>
                      <a:pt x="8834" y="125800"/>
                    </a:lnTo>
                    <a:lnTo>
                      <a:pt x="3548" y="111980"/>
                    </a:lnTo>
                    <a:lnTo>
                      <a:pt x="5715" y="95332"/>
                    </a:lnTo>
                    <a:lnTo>
                      <a:pt x="13728" y="76481"/>
                    </a:lnTo>
                    <a:lnTo>
                      <a:pt x="22265" y="57826"/>
                    </a:lnTo>
                    <a:lnTo>
                      <a:pt x="26002" y="41767"/>
                    </a:lnTo>
                    <a:lnTo>
                      <a:pt x="22970" y="28508"/>
                    </a:lnTo>
                    <a:lnTo>
                      <a:pt x="16186" y="16935"/>
                    </a:lnTo>
                    <a:lnTo>
                      <a:pt x="7809" y="7335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E36C09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2901" name="object 79">
                <a:extLst>
                  <a:ext uri="{FF2B5EF4-FFF2-40B4-BE49-F238E27FC236}">
                    <a16:creationId xmlns:a16="http://schemas.microsoft.com/office/drawing/2014/main" id="{7A3467C0-314F-A80A-596C-76B074E7E524}"/>
                  </a:ext>
                </a:extLst>
              </p:cNvPr>
              <p:cNvSpPr/>
              <p:nvPr/>
            </p:nvSpPr>
            <p:spPr>
              <a:xfrm rot="21332217">
                <a:off x="8890481" y="19952967"/>
                <a:ext cx="68061" cy="306276"/>
              </a:xfrm>
              <a:custGeom>
                <a:avLst/>
                <a:gdLst/>
                <a:ahLst/>
                <a:cxnLst/>
                <a:rect l="l" t="t" r="r" b="b"/>
                <a:pathLst>
                  <a:path w="48895" h="129540">
                    <a:moveTo>
                      <a:pt x="48864" y="129140"/>
                    </a:moveTo>
                    <a:lnTo>
                      <a:pt x="33557" y="120527"/>
                    </a:lnTo>
                    <a:lnTo>
                      <a:pt x="19865" y="111500"/>
                    </a:lnTo>
                    <a:lnTo>
                      <a:pt x="9401" y="101622"/>
                    </a:lnTo>
                    <a:lnTo>
                      <a:pt x="3781" y="90456"/>
                    </a:lnTo>
                    <a:lnTo>
                      <a:pt x="6091" y="77013"/>
                    </a:lnTo>
                    <a:lnTo>
                      <a:pt x="14586" y="61792"/>
                    </a:lnTo>
                    <a:lnTo>
                      <a:pt x="23626" y="46724"/>
                    </a:lnTo>
                    <a:lnTo>
                      <a:pt x="27573" y="33739"/>
                    </a:lnTo>
                    <a:lnTo>
                      <a:pt x="24344" y="23035"/>
                    </a:lnTo>
                    <a:lnTo>
                      <a:pt x="17146" y="13684"/>
                    </a:lnTo>
                    <a:lnTo>
                      <a:pt x="8267" y="5926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E36C09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2902" name="object 67">
                <a:extLst>
                  <a:ext uri="{FF2B5EF4-FFF2-40B4-BE49-F238E27FC236}">
                    <a16:creationId xmlns:a16="http://schemas.microsoft.com/office/drawing/2014/main" id="{7320C878-364F-E4F3-1363-D9DC07B3CE11}"/>
                  </a:ext>
                </a:extLst>
              </p:cNvPr>
              <p:cNvSpPr/>
              <p:nvPr/>
            </p:nvSpPr>
            <p:spPr>
              <a:xfrm rot="20640502">
                <a:off x="8925104" y="19945426"/>
                <a:ext cx="63043" cy="333966"/>
              </a:xfrm>
              <a:custGeom>
                <a:avLst/>
                <a:gdLst/>
                <a:ahLst/>
                <a:cxnLst/>
                <a:rect l="l" t="t" r="r" b="b"/>
                <a:pathLst>
                  <a:path w="46354" h="160019">
                    <a:moveTo>
                      <a:pt x="46071" y="159855"/>
                    </a:moveTo>
                    <a:lnTo>
                      <a:pt x="31623" y="149209"/>
                    </a:lnTo>
                    <a:lnTo>
                      <a:pt x="18702" y="138033"/>
                    </a:lnTo>
                    <a:lnTo>
                      <a:pt x="8834" y="125800"/>
                    </a:lnTo>
                    <a:lnTo>
                      <a:pt x="3548" y="111980"/>
                    </a:lnTo>
                    <a:lnTo>
                      <a:pt x="5715" y="95332"/>
                    </a:lnTo>
                    <a:lnTo>
                      <a:pt x="13728" y="76481"/>
                    </a:lnTo>
                    <a:lnTo>
                      <a:pt x="22265" y="57826"/>
                    </a:lnTo>
                    <a:lnTo>
                      <a:pt x="26002" y="41767"/>
                    </a:lnTo>
                    <a:lnTo>
                      <a:pt x="22970" y="28508"/>
                    </a:lnTo>
                    <a:lnTo>
                      <a:pt x="16186" y="16935"/>
                    </a:lnTo>
                    <a:lnTo>
                      <a:pt x="7809" y="7335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E36C09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2903" name="object 67">
                <a:extLst>
                  <a:ext uri="{FF2B5EF4-FFF2-40B4-BE49-F238E27FC236}">
                    <a16:creationId xmlns:a16="http://schemas.microsoft.com/office/drawing/2014/main" id="{A56CFCD9-3F84-92DC-B45B-AF746AF20088}"/>
                  </a:ext>
                </a:extLst>
              </p:cNvPr>
              <p:cNvSpPr/>
              <p:nvPr/>
            </p:nvSpPr>
            <p:spPr>
              <a:xfrm rot="1435569">
                <a:off x="8896913" y="19643379"/>
                <a:ext cx="63043" cy="311614"/>
              </a:xfrm>
              <a:custGeom>
                <a:avLst/>
                <a:gdLst/>
                <a:ahLst/>
                <a:cxnLst/>
                <a:rect l="l" t="t" r="r" b="b"/>
                <a:pathLst>
                  <a:path w="46354" h="160019">
                    <a:moveTo>
                      <a:pt x="46071" y="159855"/>
                    </a:moveTo>
                    <a:lnTo>
                      <a:pt x="31623" y="149209"/>
                    </a:lnTo>
                    <a:lnTo>
                      <a:pt x="18702" y="138033"/>
                    </a:lnTo>
                    <a:lnTo>
                      <a:pt x="8834" y="125800"/>
                    </a:lnTo>
                    <a:lnTo>
                      <a:pt x="3548" y="111980"/>
                    </a:lnTo>
                    <a:lnTo>
                      <a:pt x="5715" y="95332"/>
                    </a:lnTo>
                    <a:lnTo>
                      <a:pt x="13728" y="76481"/>
                    </a:lnTo>
                    <a:lnTo>
                      <a:pt x="22265" y="57826"/>
                    </a:lnTo>
                    <a:lnTo>
                      <a:pt x="26002" y="41767"/>
                    </a:lnTo>
                    <a:lnTo>
                      <a:pt x="22970" y="28508"/>
                    </a:lnTo>
                    <a:lnTo>
                      <a:pt x="16186" y="16935"/>
                    </a:lnTo>
                    <a:lnTo>
                      <a:pt x="7809" y="7335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E36C09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2904" name="object 79">
                <a:extLst>
                  <a:ext uri="{FF2B5EF4-FFF2-40B4-BE49-F238E27FC236}">
                    <a16:creationId xmlns:a16="http://schemas.microsoft.com/office/drawing/2014/main" id="{C175E416-443C-592B-8128-66DD18C4C91D}"/>
                  </a:ext>
                </a:extLst>
              </p:cNvPr>
              <p:cNvSpPr/>
              <p:nvPr/>
            </p:nvSpPr>
            <p:spPr>
              <a:xfrm rot="492299">
                <a:off x="8877186" y="19960233"/>
                <a:ext cx="68061" cy="297085"/>
              </a:xfrm>
              <a:custGeom>
                <a:avLst/>
                <a:gdLst/>
                <a:ahLst/>
                <a:cxnLst/>
                <a:rect l="l" t="t" r="r" b="b"/>
                <a:pathLst>
                  <a:path w="48895" h="129540">
                    <a:moveTo>
                      <a:pt x="48864" y="129140"/>
                    </a:moveTo>
                    <a:lnTo>
                      <a:pt x="33557" y="120527"/>
                    </a:lnTo>
                    <a:lnTo>
                      <a:pt x="19865" y="111500"/>
                    </a:lnTo>
                    <a:lnTo>
                      <a:pt x="9401" y="101622"/>
                    </a:lnTo>
                    <a:lnTo>
                      <a:pt x="3781" y="90456"/>
                    </a:lnTo>
                    <a:lnTo>
                      <a:pt x="6091" y="77013"/>
                    </a:lnTo>
                    <a:lnTo>
                      <a:pt x="14586" y="61792"/>
                    </a:lnTo>
                    <a:lnTo>
                      <a:pt x="23626" y="46724"/>
                    </a:lnTo>
                    <a:lnTo>
                      <a:pt x="27573" y="33739"/>
                    </a:lnTo>
                    <a:lnTo>
                      <a:pt x="24344" y="23035"/>
                    </a:lnTo>
                    <a:lnTo>
                      <a:pt x="17146" y="13684"/>
                    </a:lnTo>
                    <a:lnTo>
                      <a:pt x="8267" y="5926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E36C09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2905" name="object 68">
                <a:extLst>
                  <a:ext uri="{FF2B5EF4-FFF2-40B4-BE49-F238E27FC236}">
                    <a16:creationId xmlns:a16="http://schemas.microsoft.com/office/drawing/2014/main" id="{6BBD40C9-1868-3F19-C5E7-972569E5EA6A}"/>
                  </a:ext>
                </a:extLst>
              </p:cNvPr>
              <p:cNvSpPr/>
              <p:nvPr/>
            </p:nvSpPr>
            <p:spPr>
              <a:xfrm rot="541085">
                <a:off x="8971774" y="19663958"/>
                <a:ext cx="69215" cy="289560"/>
              </a:xfrm>
              <a:custGeom>
                <a:avLst/>
                <a:gdLst/>
                <a:ahLst/>
                <a:cxnLst/>
                <a:rect l="l" t="t" r="r" b="b"/>
                <a:pathLst>
                  <a:path w="69214" h="289559">
                    <a:moveTo>
                      <a:pt x="69107" y="288996"/>
                    </a:moveTo>
                    <a:lnTo>
                      <a:pt x="47455" y="269738"/>
                    </a:lnTo>
                    <a:lnTo>
                      <a:pt x="28082" y="249541"/>
                    </a:lnTo>
                    <a:lnTo>
                      <a:pt x="13268" y="227447"/>
                    </a:lnTo>
                    <a:lnTo>
                      <a:pt x="5293" y="202495"/>
                    </a:lnTo>
                    <a:lnTo>
                      <a:pt x="8568" y="172369"/>
                    </a:lnTo>
                    <a:lnTo>
                      <a:pt x="20585" y="138273"/>
                    </a:lnTo>
                    <a:lnTo>
                      <a:pt x="33376" y="104527"/>
                    </a:lnTo>
                    <a:lnTo>
                      <a:pt x="38974" y="75448"/>
                    </a:lnTo>
                    <a:lnTo>
                      <a:pt x="34431" y="51495"/>
                    </a:lnTo>
                    <a:lnTo>
                      <a:pt x="24264" y="30590"/>
                    </a:lnTo>
                    <a:lnTo>
                      <a:pt x="11709" y="13253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E36C09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2906" name="object 69">
                <a:extLst>
                  <a:ext uri="{FF2B5EF4-FFF2-40B4-BE49-F238E27FC236}">
                    <a16:creationId xmlns:a16="http://schemas.microsoft.com/office/drawing/2014/main" id="{33AFF346-9CEF-C72B-52C1-756468B01491}"/>
                  </a:ext>
                </a:extLst>
              </p:cNvPr>
              <p:cNvSpPr/>
              <p:nvPr/>
            </p:nvSpPr>
            <p:spPr>
              <a:xfrm rot="1338261">
                <a:off x="9006458" y="19664897"/>
                <a:ext cx="69215" cy="288925"/>
              </a:xfrm>
              <a:custGeom>
                <a:avLst/>
                <a:gdLst/>
                <a:ahLst/>
                <a:cxnLst/>
                <a:rect l="l" t="t" r="r" b="b"/>
                <a:pathLst>
                  <a:path w="69214" h="288925">
                    <a:moveTo>
                      <a:pt x="69107" y="288298"/>
                    </a:moveTo>
                    <a:lnTo>
                      <a:pt x="47455" y="269083"/>
                    </a:lnTo>
                    <a:lnTo>
                      <a:pt x="28082" y="248930"/>
                    </a:lnTo>
                    <a:lnTo>
                      <a:pt x="13268" y="226880"/>
                    </a:lnTo>
                    <a:lnTo>
                      <a:pt x="5293" y="201971"/>
                    </a:lnTo>
                    <a:lnTo>
                      <a:pt x="8568" y="171941"/>
                    </a:lnTo>
                    <a:lnTo>
                      <a:pt x="20585" y="137946"/>
                    </a:lnTo>
                    <a:lnTo>
                      <a:pt x="33376" y="104289"/>
                    </a:lnTo>
                    <a:lnTo>
                      <a:pt x="38974" y="75274"/>
                    </a:lnTo>
                    <a:lnTo>
                      <a:pt x="34431" y="51372"/>
                    </a:lnTo>
                    <a:lnTo>
                      <a:pt x="24264" y="30525"/>
                    </a:lnTo>
                    <a:lnTo>
                      <a:pt x="11709" y="13234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E36C09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2907" name="object 70">
                <a:extLst>
                  <a:ext uri="{FF2B5EF4-FFF2-40B4-BE49-F238E27FC236}">
                    <a16:creationId xmlns:a16="http://schemas.microsoft.com/office/drawing/2014/main" id="{1446CB49-665B-5018-D585-4B5BBA4248A2}"/>
                  </a:ext>
                </a:extLst>
              </p:cNvPr>
              <p:cNvSpPr/>
              <p:nvPr/>
            </p:nvSpPr>
            <p:spPr>
              <a:xfrm rot="1869120">
                <a:off x="9034392" y="19672857"/>
                <a:ext cx="69215" cy="289560"/>
              </a:xfrm>
              <a:custGeom>
                <a:avLst/>
                <a:gdLst/>
                <a:ahLst/>
                <a:cxnLst/>
                <a:rect l="l" t="t" r="r" b="b"/>
                <a:pathLst>
                  <a:path w="69214" h="289559">
                    <a:moveTo>
                      <a:pt x="69107" y="288996"/>
                    </a:moveTo>
                    <a:lnTo>
                      <a:pt x="47455" y="269738"/>
                    </a:lnTo>
                    <a:lnTo>
                      <a:pt x="28082" y="249541"/>
                    </a:lnTo>
                    <a:lnTo>
                      <a:pt x="13268" y="227447"/>
                    </a:lnTo>
                    <a:lnTo>
                      <a:pt x="5293" y="202495"/>
                    </a:lnTo>
                    <a:lnTo>
                      <a:pt x="8568" y="172369"/>
                    </a:lnTo>
                    <a:lnTo>
                      <a:pt x="20585" y="138273"/>
                    </a:lnTo>
                    <a:lnTo>
                      <a:pt x="33376" y="104527"/>
                    </a:lnTo>
                    <a:lnTo>
                      <a:pt x="38974" y="75448"/>
                    </a:lnTo>
                    <a:lnTo>
                      <a:pt x="34431" y="51495"/>
                    </a:lnTo>
                    <a:lnTo>
                      <a:pt x="24264" y="30590"/>
                    </a:lnTo>
                    <a:lnTo>
                      <a:pt x="11709" y="13253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E36C09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2908" name="object 77">
                <a:extLst>
                  <a:ext uri="{FF2B5EF4-FFF2-40B4-BE49-F238E27FC236}">
                    <a16:creationId xmlns:a16="http://schemas.microsoft.com/office/drawing/2014/main" id="{829A1DC7-4BA2-7ECE-4CD7-DFA6EE0E0C2D}"/>
                  </a:ext>
                </a:extLst>
              </p:cNvPr>
              <p:cNvSpPr/>
              <p:nvPr/>
            </p:nvSpPr>
            <p:spPr>
              <a:xfrm>
                <a:off x="9019841" y="19960133"/>
                <a:ext cx="69215" cy="289560"/>
              </a:xfrm>
              <a:custGeom>
                <a:avLst/>
                <a:gdLst/>
                <a:ahLst/>
                <a:cxnLst/>
                <a:rect l="l" t="t" r="r" b="b"/>
                <a:pathLst>
                  <a:path w="69214" h="289559">
                    <a:moveTo>
                      <a:pt x="69107" y="288996"/>
                    </a:moveTo>
                    <a:lnTo>
                      <a:pt x="47455" y="269738"/>
                    </a:lnTo>
                    <a:lnTo>
                      <a:pt x="28082" y="249541"/>
                    </a:lnTo>
                    <a:lnTo>
                      <a:pt x="13268" y="227447"/>
                    </a:lnTo>
                    <a:lnTo>
                      <a:pt x="5293" y="202495"/>
                    </a:lnTo>
                    <a:lnTo>
                      <a:pt x="8568" y="172369"/>
                    </a:lnTo>
                    <a:lnTo>
                      <a:pt x="20585" y="138273"/>
                    </a:lnTo>
                    <a:lnTo>
                      <a:pt x="33376" y="104527"/>
                    </a:lnTo>
                    <a:lnTo>
                      <a:pt x="38974" y="75448"/>
                    </a:lnTo>
                    <a:lnTo>
                      <a:pt x="34431" y="51495"/>
                    </a:lnTo>
                    <a:lnTo>
                      <a:pt x="24264" y="30590"/>
                    </a:lnTo>
                    <a:lnTo>
                      <a:pt x="11709" y="13253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E36C09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2909" name="object 78">
                <a:extLst>
                  <a:ext uri="{FF2B5EF4-FFF2-40B4-BE49-F238E27FC236}">
                    <a16:creationId xmlns:a16="http://schemas.microsoft.com/office/drawing/2014/main" id="{67A82B2C-CADB-7658-AE1F-57A0C8F67F52}"/>
                  </a:ext>
                </a:extLst>
              </p:cNvPr>
              <p:cNvSpPr/>
              <p:nvPr/>
            </p:nvSpPr>
            <p:spPr>
              <a:xfrm rot="20437756">
                <a:off x="9068004" y="19944993"/>
                <a:ext cx="76439" cy="317242"/>
              </a:xfrm>
              <a:custGeom>
                <a:avLst/>
                <a:gdLst/>
                <a:ahLst/>
                <a:cxnLst/>
                <a:rect l="l" t="t" r="r" b="b"/>
                <a:pathLst>
                  <a:path w="39370" h="141605">
                    <a:moveTo>
                      <a:pt x="39091" y="141007"/>
                    </a:moveTo>
                    <a:lnTo>
                      <a:pt x="26838" y="131603"/>
                    </a:lnTo>
                    <a:lnTo>
                      <a:pt x="15888" y="121745"/>
                    </a:lnTo>
                    <a:lnTo>
                      <a:pt x="7523" y="110961"/>
                    </a:lnTo>
                    <a:lnTo>
                      <a:pt x="3024" y="98775"/>
                    </a:lnTo>
                    <a:lnTo>
                      <a:pt x="4868" y="84097"/>
                    </a:lnTo>
                    <a:lnTo>
                      <a:pt x="11663" y="67471"/>
                    </a:lnTo>
                    <a:lnTo>
                      <a:pt x="18894" y="51010"/>
                    </a:lnTo>
                    <a:lnTo>
                      <a:pt x="22047" y="36822"/>
                    </a:lnTo>
                    <a:lnTo>
                      <a:pt x="19461" y="25130"/>
                    </a:lnTo>
                    <a:lnTo>
                      <a:pt x="13706" y="14921"/>
                    </a:lnTo>
                    <a:lnTo>
                      <a:pt x="6610" y="6457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E36C09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2888" name="object 82">
                <a:extLst>
                  <a:ext uri="{FF2B5EF4-FFF2-40B4-BE49-F238E27FC236}">
                    <a16:creationId xmlns:a16="http://schemas.microsoft.com/office/drawing/2014/main" id="{E1DE9B56-2D12-414A-362C-0B0534E59C73}"/>
                  </a:ext>
                </a:extLst>
              </p:cNvPr>
              <p:cNvSpPr/>
              <p:nvPr/>
            </p:nvSpPr>
            <p:spPr>
              <a:xfrm>
                <a:off x="8003457" y="19949392"/>
                <a:ext cx="1131570" cy="84455"/>
              </a:xfrm>
              <a:custGeom>
                <a:avLst/>
                <a:gdLst/>
                <a:ahLst/>
                <a:cxnLst/>
                <a:rect l="l" t="t" r="r" b="b"/>
                <a:pathLst>
                  <a:path w="1131570" h="84455">
                    <a:moveTo>
                      <a:pt x="0" y="84290"/>
                    </a:moveTo>
                    <a:lnTo>
                      <a:pt x="45196" y="60401"/>
                    </a:lnTo>
                    <a:lnTo>
                      <a:pt x="91601" y="38277"/>
                    </a:lnTo>
                    <a:lnTo>
                      <a:pt x="140410" y="19668"/>
                    </a:lnTo>
                    <a:lnTo>
                      <a:pt x="192818" y="6325"/>
                    </a:lnTo>
                    <a:lnTo>
                      <a:pt x="250021" y="0"/>
                    </a:lnTo>
                    <a:lnTo>
                      <a:pt x="294955" y="2250"/>
                    </a:lnTo>
                    <a:lnTo>
                      <a:pt x="343339" y="10623"/>
                    </a:lnTo>
                    <a:lnTo>
                      <a:pt x="394116" y="22765"/>
                    </a:lnTo>
                    <a:lnTo>
                      <a:pt x="446227" y="36323"/>
                    </a:lnTo>
                    <a:lnTo>
                      <a:pt x="498614" y="48942"/>
                    </a:lnTo>
                    <a:lnTo>
                      <a:pt x="550218" y="58270"/>
                    </a:lnTo>
                    <a:lnTo>
                      <a:pt x="599981" y="61952"/>
                    </a:lnTo>
                    <a:lnTo>
                      <a:pt x="649180" y="58793"/>
                    </a:lnTo>
                    <a:lnTo>
                      <a:pt x="699180" y="50452"/>
                    </a:lnTo>
                    <a:lnTo>
                      <a:pt x="749060" y="38935"/>
                    </a:lnTo>
                    <a:lnTo>
                      <a:pt x="797898" y="26247"/>
                    </a:lnTo>
                    <a:lnTo>
                      <a:pt x="844773" y="14396"/>
                    </a:lnTo>
                    <a:lnTo>
                      <a:pt x="888761" y="5385"/>
                    </a:lnTo>
                    <a:lnTo>
                      <a:pt x="928942" y="1221"/>
                    </a:lnTo>
                    <a:lnTo>
                      <a:pt x="992609" y="5996"/>
                    </a:lnTo>
                    <a:lnTo>
                      <a:pt x="1049160" y="19654"/>
                    </a:lnTo>
                    <a:lnTo>
                      <a:pt x="1096255" y="35571"/>
                    </a:lnTo>
                    <a:lnTo>
                      <a:pt x="1131553" y="47118"/>
                    </a:lnTo>
                  </a:path>
                </a:pathLst>
              </a:custGeom>
              <a:ln w="381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</p:grpSp>
        <p:grpSp>
          <p:nvGrpSpPr>
            <p:cNvPr id="2910" name="Group 2909">
              <a:extLst>
                <a:ext uri="{FF2B5EF4-FFF2-40B4-BE49-F238E27FC236}">
                  <a16:creationId xmlns:a16="http://schemas.microsoft.com/office/drawing/2014/main" id="{212AA0F8-186F-23B2-55C5-739C7D8776C8}"/>
                </a:ext>
              </a:extLst>
            </p:cNvPr>
            <p:cNvGrpSpPr/>
            <p:nvPr/>
          </p:nvGrpSpPr>
          <p:grpSpPr>
            <a:xfrm rot="10800000" flipH="1" flipV="1">
              <a:off x="6080033" y="21944915"/>
              <a:ext cx="3009292" cy="1475578"/>
              <a:chOff x="7941099" y="19591755"/>
              <a:chExt cx="1252314" cy="793134"/>
            </a:xfrm>
          </p:grpSpPr>
          <p:sp>
            <p:nvSpPr>
              <p:cNvPr id="2911" name="object 60">
                <a:extLst>
                  <a:ext uri="{FF2B5EF4-FFF2-40B4-BE49-F238E27FC236}">
                    <a16:creationId xmlns:a16="http://schemas.microsoft.com/office/drawing/2014/main" id="{71F99A6B-3B17-0749-7B33-DA5EE12CC1A8}"/>
                  </a:ext>
                </a:extLst>
              </p:cNvPr>
              <p:cNvSpPr/>
              <p:nvPr/>
            </p:nvSpPr>
            <p:spPr>
              <a:xfrm>
                <a:off x="7941099" y="19591755"/>
                <a:ext cx="629920" cy="793134"/>
              </a:xfrm>
              <a:custGeom>
                <a:avLst/>
                <a:gdLst/>
                <a:ahLst/>
                <a:cxnLst/>
                <a:rect l="l" t="t" r="r" b="b"/>
                <a:pathLst>
                  <a:path w="629920" h="800100">
                    <a:moveTo>
                      <a:pt x="629649" y="0"/>
                    </a:moveTo>
                    <a:lnTo>
                      <a:pt x="0" y="0"/>
                    </a:lnTo>
                    <a:lnTo>
                      <a:pt x="0" y="799975"/>
                    </a:lnTo>
                    <a:lnTo>
                      <a:pt x="629649" y="799975"/>
                    </a:lnTo>
                    <a:lnTo>
                      <a:pt x="629649" y="0"/>
                    </a:lnTo>
                    <a:close/>
                  </a:path>
                </a:pathLst>
              </a:custGeom>
              <a:solidFill>
                <a:srgbClr val="4F81BC">
                  <a:alpha val="38822"/>
                </a:srgbClr>
              </a:solidFill>
              <a:ln w="12700">
                <a:solidFill>
                  <a:schemeClr val="tx1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2912" name="object 61">
                <a:extLst>
                  <a:ext uri="{FF2B5EF4-FFF2-40B4-BE49-F238E27FC236}">
                    <a16:creationId xmlns:a16="http://schemas.microsoft.com/office/drawing/2014/main" id="{E2F4DAA8-71E9-586E-490E-EE474F42CC62}"/>
                  </a:ext>
                </a:extLst>
              </p:cNvPr>
              <p:cNvSpPr/>
              <p:nvPr/>
            </p:nvSpPr>
            <p:spPr>
              <a:xfrm>
                <a:off x="8569816" y="19591755"/>
                <a:ext cx="623597" cy="793133"/>
              </a:xfrm>
              <a:custGeom>
                <a:avLst/>
                <a:gdLst/>
                <a:ahLst/>
                <a:cxnLst/>
                <a:rect l="l" t="t" r="r" b="b"/>
                <a:pathLst>
                  <a:path w="616585" h="800100">
                    <a:moveTo>
                      <a:pt x="616386" y="0"/>
                    </a:moveTo>
                    <a:lnTo>
                      <a:pt x="0" y="0"/>
                    </a:lnTo>
                    <a:lnTo>
                      <a:pt x="0" y="799975"/>
                    </a:lnTo>
                    <a:lnTo>
                      <a:pt x="616386" y="799975"/>
                    </a:lnTo>
                    <a:lnTo>
                      <a:pt x="616386" y="0"/>
                    </a:lnTo>
                    <a:close/>
                  </a:path>
                </a:pathLst>
              </a:custGeom>
              <a:solidFill>
                <a:srgbClr val="F79546">
                  <a:alpha val="25881"/>
                </a:srgbClr>
              </a:solidFill>
              <a:ln w="12700">
                <a:solidFill>
                  <a:schemeClr val="tx1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2914" name="object 63">
                <a:extLst>
                  <a:ext uri="{FF2B5EF4-FFF2-40B4-BE49-F238E27FC236}">
                    <a16:creationId xmlns:a16="http://schemas.microsoft.com/office/drawing/2014/main" id="{D418ADEF-89D6-6A1B-CC51-17F209C8A734}"/>
                  </a:ext>
                </a:extLst>
              </p:cNvPr>
              <p:cNvSpPr/>
              <p:nvPr/>
            </p:nvSpPr>
            <p:spPr>
              <a:xfrm>
                <a:off x="8127740" y="19669284"/>
                <a:ext cx="68580" cy="288925"/>
              </a:xfrm>
              <a:custGeom>
                <a:avLst/>
                <a:gdLst/>
                <a:ahLst/>
                <a:cxnLst/>
                <a:rect l="l" t="t" r="r" b="b"/>
                <a:pathLst>
                  <a:path w="68579" h="288925">
                    <a:moveTo>
                      <a:pt x="68409" y="288298"/>
                    </a:moveTo>
                    <a:lnTo>
                      <a:pt x="46971" y="269083"/>
                    </a:lnTo>
                    <a:lnTo>
                      <a:pt x="27791" y="248930"/>
                    </a:lnTo>
                    <a:lnTo>
                      <a:pt x="13126" y="226880"/>
                    </a:lnTo>
                    <a:lnTo>
                      <a:pt x="5235" y="201971"/>
                    </a:lnTo>
                    <a:lnTo>
                      <a:pt x="8480" y="171941"/>
                    </a:lnTo>
                    <a:lnTo>
                      <a:pt x="20374" y="137946"/>
                    </a:lnTo>
                    <a:lnTo>
                      <a:pt x="33032" y="104289"/>
                    </a:lnTo>
                    <a:lnTo>
                      <a:pt x="38567" y="75274"/>
                    </a:lnTo>
                    <a:lnTo>
                      <a:pt x="34063" y="51372"/>
                    </a:lnTo>
                    <a:lnTo>
                      <a:pt x="23995" y="30525"/>
                    </a:lnTo>
                    <a:lnTo>
                      <a:pt x="11572" y="13234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375F92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2917" name="object 66">
                <a:extLst>
                  <a:ext uri="{FF2B5EF4-FFF2-40B4-BE49-F238E27FC236}">
                    <a16:creationId xmlns:a16="http://schemas.microsoft.com/office/drawing/2014/main" id="{9C7E9E46-CA00-A6CF-0DBF-01A420167577}"/>
                  </a:ext>
                </a:extLst>
              </p:cNvPr>
              <p:cNvSpPr/>
              <p:nvPr/>
            </p:nvSpPr>
            <p:spPr>
              <a:xfrm>
                <a:off x="8482957" y="19715725"/>
                <a:ext cx="69215" cy="289560"/>
              </a:xfrm>
              <a:custGeom>
                <a:avLst/>
                <a:gdLst/>
                <a:ahLst/>
                <a:cxnLst/>
                <a:rect l="l" t="t" r="r" b="b"/>
                <a:pathLst>
                  <a:path w="69214" h="289559">
                    <a:moveTo>
                      <a:pt x="69107" y="288996"/>
                    </a:moveTo>
                    <a:lnTo>
                      <a:pt x="47455" y="269738"/>
                    </a:lnTo>
                    <a:lnTo>
                      <a:pt x="28082" y="249541"/>
                    </a:lnTo>
                    <a:lnTo>
                      <a:pt x="13268" y="227447"/>
                    </a:lnTo>
                    <a:lnTo>
                      <a:pt x="5293" y="202495"/>
                    </a:lnTo>
                    <a:lnTo>
                      <a:pt x="8568" y="172369"/>
                    </a:lnTo>
                    <a:lnTo>
                      <a:pt x="20585" y="138273"/>
                    </a:lnTo>
                    <a:lnTo>
                      <a:pt x="33376" y="104527"/>
                    </a:lnTo>
                    <a:lnTo>
                      <a:pt x="38974" y="75448"/>
                    </a:lnTo>
                    <a:lnTo>
                      <a:pt x="34431" y="51495"/>
                    </a:lnTo>
                    <a:lnTo>
                      <a:pt x="24264" y="30590"/>
                    </a:lnTo>
                    <a:lnTo>
                      <a:pt x="11709" y="13253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375F92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2919" name="object 68">
                <a:extLst>
                  <a:ext uri="{FF2B5EF4-FFF2-40B4-BE49-F238E27FC236}">
                    <a16:creationId xmlns:a16="http://schemas.microsoft.com/office/drawing/2014/main" id="{E8B0B9B7-FCFD-1F9E-3C7A-44285F34FD24}"/>
                  </a:ext>
                </a:extLst>
              </p:cNvPr>
              <p:cNvSpPr/>
              <p:nvPr/>
            </p:nvSpPr>
            <p:spPr>
              <a:xfrm>
                <a:off x="8694887" y="19692565"/>
                <a:ext cx="69215" cy="289560"/>
              </a:xfrm>
              <a:custGeom>
                <a:avLst/>
                <a:gdLst/>
                <a:ahLst/>
                <a:cxnLst/>
                <a:rect l="l" t="t" r="r" b="b"/>
                <a:pathLst>
                  <a:path w="69214" h="289559">
                    <a:moveTo>
                      <a:pt x="69107" y="288996"/>
                    </a:moveTo>
                    <a:lnTo>
                      <a:pt x="47455" y="269738"/>
                    </a:lnTo>
                    <a:lnTo>
                      <a:pt x="28082" y="249541"/>
                    </a:lnTo>
                    <a:lnTo>
                      <a:pt x="13268" y="227447"/>
                    </a:lnTo>
                    <a:lnTo>
                      <a:pt x="5293" y="202495"/>
                    </a:lnTo>
                    <a:lnTo>
                      <a:pt x="8568" y="172369"/>
                    </a:lnTo>
                    <a:lnTo>
                      <a:pt x="20585" y="138273"/>
                    </a:lnTo>
                    <a:lnTo>
                      <a:pt x="33376" y="104527"/>
                    </a:lnTo>
                    <a:lnTo>
                      <a:pt x="38974" y="75448"/>
                    </a:lnTo>
                    <a:lnTo>
                      <a:pt x="34431" y="51495"/>
                    </a:lnTo>
                    <a:lnTo>
                      <a:pt x="24264" y="30590"/>
                    </a:lnTo>
                    <a:lnTo>
                      <a:pt x="11709" y="13253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E36C09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2922" name="object 71">
                <a:extLst>
                  <a:ext uri="{FF2B5EF4-FFF2-40B4-BE49-F238E27FC236}">
                    <a16:creationId xmlns:a16="http://schemas.microsoft.com/office/drawing/2014/main" id="{700E1EB9-BB23-F796-DA10-06A254319C02}"/>
                  </a:ext>
                </a:extLst>
              </p:cNvPr>
              <p:cNvSpPr/>
              <p:nvPr/>
            </p:nvSpPr>
            <p:spPr>
              <a:xfrm>
                <a:off x="9013482" y="19688500"/>
                <a:ext cx="69215" cy="289560"/>
              </a:xfrm>
              <a:custGeom>
                <a:avLst/>
                <a:gdLst/>
                <a:ahLst/>
                <a:cxnLst/>
                <a:rect l="l" t="t" r="r" b="b"/>
                <a:pathLst>
                  <a:path w="69214" h="289559">
                    <a:moveTo>
                      <a:pt x="69107" y="288996"/>
                    </a:moveTo>
                    <a:lnTo>
                      <a:pt x="47455" y="269738"/>
                    </a:lnTo>
                    <a:lnTo>
                      <a:pt x="28082" y="249541"/>
                    </a:lnTo>
                    <a:lnTo>
                      <a:pt x="13268" y="227447"/>
                    </a:lnTo>
                    <a:lnTo>
                      <a:pt x="5293" y="202495"/>
                    </a:lnTo>
                    <a:lnTo>
                      <a:pt x="8568" y="172369"/>
                    </a:lnTo>
                    <a:lnTo>
                      <a:pt x="20585" y="138273"/>
                    </a:lnTo>
                    <a:lnTo>
                      <a:pt x="33376" y="104527"/>
                    </a:lnTo>
                    <a:lnTo>
                      <a:pt x="38974" y="75448"/>
                    </a:lnTo>
                    <a:lnTo>
                      <a:pt x="34431" y="51495"/>
                    </a:lnTo>
                    <a:lnTo>
                      <a:pt x="24264" y="30590"/>
                    </a:lnTo>
                    <a:lnTo>
                      <a:pt x="11709" y="13253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E36C09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2925" name="object 74">
                <a:extLst>
                  <a:ext uri="{FF2B5EF4-FFF2-40B4-BE49-F238E27FC236}">
                    <a16:creationId xmlns:a16="http://schemas.microsoft.com/office/drawing/2014/main" id="{EBB48614-9EC3-AD62-2C51-91FB1476B752}"/>
                  </a:ext>
                </a:extLst>
              </p:cNvPr>
              <p:cNvSpPr/>
              <p:nvPr/>
            </p:nvSpPr>
            <p:spPr>
              <a:xfrm>
                <a:off x="8351024" y="19960046"/>
                <a:ext cx="68580" cy="289560"/>
              </a:xfrm>
              <a:custGeom>
                <a:avLst/>
                <a:gdLst/>
                <a:ahLst/>
                <a:cxnLst/>
                <a:rect l="l" t="t" r="r" b="b"/>
                <a:pathLst>
                  <a:path w="68579" h="289559">
                    <a:moveTo>
                      <a:pt x="68409" y="288996"/>
                    </a:moveTo>
                    <a:lnTo>
                      <a:pt x="46971" y="269738"/>
                    </a:lnTo>
                    <a:lnTo>
                      <a:pt x="27791" y="249541"/>
                    </a:lnTo>
                    <a:lnTo>
                      <a:pt x="13126" y="227447"/>
                    </a:lnTo>
                    <a:lnTo>
                      <a:pt x="5235" y="202495"/>
                    </a:lnTo>
                    <a:lnTo>
                      <a:pt x="8480" y="172369"/>
                    </a:lnTo>
                    <a:lnTo>
                      <a:pt x="20374" y="138273"/>
                    </a:lnTo>
                    <a:lnTo>
                      <a:pt x="33032" y="104527"/>
                    </a:lnTo>
                    <a:lnTo>
                      <a:pt x="38567" y="75448"/>
                    </a:lnTo>
                    <a:lnTo>
                      <a:pt x="34063" y="51495"/>
                    </a:lnTo>
                    <a:lnTo>
                      <a:pt x="23995" y="30590"/>
                    </a:lnTo>
                    <a:lnTo>
                      <a:pt x="11572" y="13253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375F92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2929" name="object 79">
                <a:extLst>
                  <a:ext uri="{FF2B5EF4-FFF2-40B4-BE49-F238E27FC236}">
                    <a16:creationId xmlns:a16="http://schemas.microsoft.com/office/drawing/2014/main" id="{BB2AB8CD-C01A-40BB-E73B-6A2CBB68330F}"/>
                  </a:ext>
                </a:extLst>
              </p:cNvPr>
              <p:cNvSpPr/>
              <p:nvPr/>
            </p:nvSpPr>
            <p:spPr>
              <a:xfrm>
                <a:off x="8898303" y="19953763"/>
                <a:ext cx="68061" cy="279299"/>
              </a:xfrm>
              <a:custGeom>
                <a:avLst/>
                <a:gdLst/>
                <a:ahLst/>
                <a:cxnLst/>
                <a:rect l="l" t="t" r="r" b="b"/>
                <a:pathLst>
                  <a:path w="48895" h="129540">
                    <a:moveTo>
                      <a:pt x="48864" y="129140"/>
                    </a:moveTo>
                    <a:lnTo>
                      <a:pt x="33557" y="120527"/>
                    </a:lnTo>
                    <a:lnTo>
                      <a:pt x="19865" y="111500"/>
                    </a:lnTo>
                    <a:lnTo>
                      <a:pt x="9401" y="101622"/>
                    </a:lnTo>
                    <a:lnTo>
                      <a:pt x="3781" y="90456"/>
                    </a:lnTo>
                    <a:lnTo>
                      <a:pt x="6091" y="77013"/>
                    </a:lnTo>
                    <a:lnTo>
                      <a:pt x="14586" y="61792"/>
                    </a:lnTo>
                    <a:lnTo>
                      <a:pt x="23626" y="46724"/>
                    </a:lnTo>
                    <a:lnTo>
                      <a:pt x="27573" y="33739"/>
                    </a:lnTo>
                    <a:lnTo>
                      <a:pt x="24344" y="23035"/>
                    </a:lnTo>
                    <a:lnTo>
                      <a:pt x="17146" y="13684"/>
                    </a:lnTo>
                    <a:lnTo>
                      <a:pt x="8267" y="5926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E36C09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2931" name="object 81">
                <a:extLst>
                  <a:ext uri="{FF2B5EF4-FFF2-40B4-BE49-F238E27FC236}">
                    <a16:creationId xmlns:a16="http://schemas.microsoft.com/office/drawing/2014/main" id="{AC29FCE5-2EAF-3D2D-762A-0E6A7530C7B4}"/>
                  </a:ext>
                </a:extLst>
              </p:cNvPr>
              <p:cNvSpPr/>
              <p:nvPr/>
            </p:nvSpPr>
            <p:spPr>
              <a:xfrm>
                <a:off x="8048765" y="20014494"/>
                <a:ext cx="69215" cy="289560"/>
              </a:xfrm>
              <a:custGeom>
                <a:avLst/>
                <a:gdLst/>
                <a:ahLst/>
                <a:cxnLst/>
                <a:rect l="l" t="t" r="r" b="b"/>
                <a:pathLst>
                  <a:path w="69214" h="289559">
                    <a:moveTo>
                      <a:pt x="69107" y="288996"/>
                    </a:moveTo>
                    <a:lnTo>
                      <a:pt x="47455" y="269738"/>
                    </a:lnTo>
                    <a:lnTo>
                      <a:pt x="28082" y="249541"/>
                    </a:lnTo>
                    <a:lnTo>
                      <a:pt x="13268" y="227447"/>
                    </a:lnTo>
                    <a:lnTo>
                      <a:pt x="5293" y="202495"/>
                    </a:lnTo>
                    <a:lnTo>
                      <a:pt x="8568" y="172369"/>
                    </a:lnTo>
                    <a:lnTo>
                      <a:pt x="20585" y="138273"/>
                    </a:lnTo>
                    <a:lnTo>
                      <a:pt x="33376" y="104527"/>
                    </a:lnTo>
                    <a:lnTo>
                      <a:pt x="38974" y="75448"/>
                    </a:lnTo>
                    <a:lnTo>
                      <a:pt x="34431" y="51495"/>
                    </a:lnTo>
                    <a:lnTo>
                      <a:pt x="24264" y="30590"/>
                    </a:lnTo>
                    <a:lnTo>
                      <a:pt x="11709" y="13253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375F92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2932" name="object 79">
                <a:extLst>
                  <a:ext uri="{FF2B5EF4-FFF2-40B4-BE49-F238E27FC236}">
                    <a16:creationId xmlns:a16="http://schemas.microsoft.com/office/drawing/2014/main" id="{1961BB31-908F-67E7-4211-66BD8272CFD7}"/>
                  </a:ext>
                </a:extLst>
              </p:cNvPr>
              <p:cNvSpPr/>
              <p:nvPr/>
            </p:nvSpPr>
            <p:spPr>
              <a:xfrm>
                <a:off x="8598581" y="20008725"/>
                <a:ext cx="68061" cy="279299"/>
              </a:xfrm>
              <a:custGeom>
                <a:avLst/>
                <a:gdLst/>
                <a:ahLst/>
                <a:cxnLst/>
                <a:rect l="l" t="t" r="r" b="b"/>
                <a:pathLst>
                  <a:path w="48895" h="129540">
                    <a:moveTo>
                      <a:pt x="48864" y="129140"/>
                    </a:moveTo>
                    <a:lnTo>
                      <a:pt x="33557" y="120527"/>
                    </a:lnTo>
                    <a:lnTo>
                      <a:pt x="19865" y="111500"/>
                    </a:lnTo>
                    <a:lnTo>
                      <a:pt x="9401" y="101622"/>
                    </a:lnTo>
                    <a:lnTo>
                      <a:pt x="3781" y="90456"/>
                    </a:lnTo>
                    <a:lnTo>
                      <a:pt x="6091" y="77013"/>
                    </a:lnTo>
                    <a:lnTo>
                      <a:pt x="14586" y="61792"/>
                    </a:lnTo>
                    <a:lnTo>
                      <a:pt x="23626" y="46724"/>
                    </a:lnTo>
                    <a:lnTo>
                      <a:pt x="27573" y="33739"/>
                    </a:lnTo>
                    <a:lnTo>
                      <a:pt x="24344" y="23035"/>
                    </a:lnTo>
                    <a:lnTo>
                      <a:pt x="17146" y="13684"/>
                    </a:lnTo>
                    <a:lnTo>
                      <a:pt x="8267" y="5926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rgbClr val="E36C09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2933" name="object 82">
                <a:extLst>
                  <a:ext uri="{FF2B5EF4-FFF2-40B4-BE49-F238E27FC236}">
                    <a16:creationId xmlns:a16="http://schemas.microsoft.com/office/drawing/2014/main" id="{95E22CFA-AC4C-50E5-C014-CC420AE67DF8}"/>
                  </a:ext>
                </a:extLst>
              </p:cNvPr>
              <p:cNvSpPr/>
              <p:nvPr/>
            </p:nvSpPr>
            <p:spPr>
              <a:xfrm>
                <a:off x="8003457" y="19949392"/>
                <a:ext cx="1131570" cy="84455"/>
              </a:xfrm>
              <a:custGeom>
                <a:avLst/>
                <a:gdLst/>
                <a:ahLst/>
                <a:cxnLst/>
                <a:rect l="l" t="t" r="r" b="b"/>
                <a:pathLst>
                  <a:path w="1131570" h="84455">
                    <a:moveTo>
                      <a:pt x="0" y="84290"/>
                    </a:moveTo>
                    <a:lnTo>
                      <a:pt x="45196" y="60401"/>
                    </a:lnTo>
                    <a:lnTo>
                      <a:pt x="91601" y="38277"/>
                    </a:lnTo>
                    <a:lnTo>
                      <a:pt x="140410" y="19668"/>
                    </a:lnTo>
                    <a:lnTo>
                      <a:pt x="192818" y="6325"/>
                    </a:lnTo>
                    <a:lnTo>
                      <a:pt x="250021" y="0"/>
                    </a:lnTo>
                    <a:lnTo>
                      <a:pt x="294955" y="2250"/>
                    </a:lnTo>
                    <a:lnTo>
                      <a:pt x="343339" y="10623"/>
                    </a:lnTo>
                    <a:lnTo>
                      <a:pt x="394116" y="22765"/>
                    </a:lnTo>
                    <a:lnTo>
                      <a:pt x="446227" y="36323"/>
                    </a:lnTo>
                    <a:lnTo>
                      <a:pt x="498614" y="48942"/>
                    </a:lnTo>
                    <a:lnTo>
                      <a:pt x="550218" y="58270"/>
                    </a:lnTo>
                    <a:lnTo>
                      <a:pt x="599981" y="61952"/>
                    </a:lnTo>
                    <a:lnTo>
                      <a:pt x="649180" y="58793"/>
                    </a:lnTo>
                    <a:lnTo>
                      <a:pt x="699180" y="50452"/>
                    </a:lnTo>
                    <a:lnTo>
                      <a:pt x="749060" y="38935"/>
                    </a:lnTo>
                    <a:lnTo>
                      <a:pt x="797898" y="26247"/>
                    </a:lnTo>
                    <a:lnTo>
                      <a:pt x="844773" y="14396"/>
                    </a:lnTo>
                    <a:lnTo>
                      <a:pt x="888761" y="5385"/>
                    </a:lnTo>
                    <a:lnTo>
                      <a:pt x="928942" y="1221"/>
                    </a:lnTo>
                    <a:lnTo>
                      <a:pt x="992609" y="5996"/>
                    </a:lnTo>
                    <a:lnTo>
                      <a:pt x="1049160" y="19654"/>
                    </a:lnTo>
                    <a:lnTo>
                      <a:pt x="1096255" y="35571"/>
                    </a:lnTo>
                    <a:lnTo>
                      <a:pt x="1131553" y="47118"/>
                    </a:lnTo>
                  </a:path>
                </a:pathLst>
              </a:custGeom>
              <a:ln w="381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</p:grpSp>
      </p:grpSp>
      <p:sp>
        <p:nvSpPr>
          <p:cNvPr id="2936" name="Rectangle: Rounded Corners 2935">
            <a:extLst>
              <a:ext uri="{FF2B5EF4-FFF2-40B4-BE49-F238E27FC236}">
                <a16:creationId xmlns:a16="http://schemas.microsoft.com/office/drawing/2014/main" id="{8A7209F3-377D-92F9-2155-6777918A449C}"/>
              </a:ext>
            </a:extLst>
          </p:cNvPr>
          <p:cNvSpPr/>
          <p:nvPr/>
        </p:nvSpPr>
        <p:spPr>
          <a:xfrm>
            <a:off x="1503045" y="17666970"/>
            <a:ext cx="4168180" cy="2185215"/>
          </a:xfrm>
          <a:prstGeom prst="roundRect">
            <a:avLst>
              <a:gd name="adj" fmla="val 10129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  <a:latin typeface="Avenir Next LT Pro" panose="020B0504020202020204" pitchFamily="34" charset="0"/>
            </a:endParaRPr>
          </a:p>
        </p:txBody>
      </p:sp>
      <p:graphicFrame>
        <p:nvGraphicFramePr>
          <p:cNvPr id="2937" name="Table 2936">
            <a:extLst>
              <a:ext uri="{FF2B5EF4-FFF2-40B4-BE49-F238E27FC236}">
                <a16:creationId xmlns:a16="http://schemas.microsoft.com/office/drawing/2014/main" id="{67243295-32CA-4052-4C79-831D6EE429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5807430"/>
              </p:ext>
            </p:extLst>
          </p:nvPr>
        </p:nvGraphicFramePr>
        <p:xfrm>
          <a:off x="1509724" y="17672584"/>
          <a:ext cx="4167061" cy="218105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89619">
                  <a:extLst>
                    <a:ext uri="{9D8B030D-6E8A-4147-A177-3AD203B41FA5}">
                      <a16:colId xmlns:a16="http://schemas.microsoft.com/office/drawing/2014/main" val="2046081154"/>
                    </a:ext>
                  </a:extLst>
                </a:gridCol>
                <a:gridCol w="1377442">
                  <a:extLst>
                    <a:ext uri="{9D8B030D-6E8A-4147-A177-3AD203B41FA5}">
                      <a16:colId xmlns:a16="http://schemas.microsoft.com/office/drawing/2014/main" val="1579776158"/>
                    </a:ext>
                  </a:extLst>
                </a:gridCol>
              </a:tblGrid>
              <a:tr h="43621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Avenir Next LT Pro Demi" panose="020B0704020202020204" pitchFamily="34" charset="0"/>
                        </a:rPr>
                        <a:t>DP</a:t>
                      </a:r>
                      <a:r>
                        <a:rPr lang="en-US" sz="2000" baseline="-25000" dirty="0">
                          <a:solidFill>
                            <a:schemeClr val="tx1"/>
                          </a:solidFill>
                          <a:latin typeface="Avenir Next LT Pro Demi" panose="020B0704020202020204" pitchFamily="34" charset="0"/>
                        </a:rPr>
                        <a:t>S 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Avenir Next LT Pro Demi" panose="020B0704020202020204" pitchFamily="34" charset="0"/>
                        </a:rPr>
                        <a:t>(styrene)</a:t>
                      </a:r>
                      <a:endParaRPr lang="en-US" sz="2000" dirty="0">
                        <a:solidFill>
                          <a:schemeClr val="tx1"/>
                        </a:solidFill>
                        <a:latin typeface="Avenir Next LT Pro Demi" panose="020B0704020202020204" pitchFamily="34" charset="0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Avenir Next LT Pro" panose="020B0504020202020204" pitchFamily="34" charset="0"/>
                        </a:rPr>
                        <a:t>20, 30, 40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304597"/>
                  </a:ext>
                </a:extLst>
              </a:tr>
              <a:tr h="4362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Avenir Next LT Pro Demi" panose="020B0704020202020204" pitchFamily="34" charset="0"/>
                        </a:rPr>
                        <a:t>DP</a:t>
                      </a:r>
                      <a:r>
                        <a:rPr lang="en-US" sz="2000" baseline="-25000" dirty="0">
                          <a:solidFill>
                            <a:schemeClr val="tx1"/>
                          </a:solidFill>
                          <a:latin typeface="Avenir Next LT Pro Demi" panose="020B0704020202020204" pitchFamily="34" charset="0"/>
                        </a:rPr>
                        <a:t>PS 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Avenir Next LT Pro Demi" panose="020B0704020202020204" pitchFamily="34" charset="0"/>
                        </a:rPr>
                        <a:t>(polystyrene)</a:t>
                      </a:r>
                      <a:endParaRPr lang="en-US" sz="2000" dirty="0">
                        <a:solidFill>
                          <a:schemeClr val="tx1"/>
                        </a:solidFill>
                        <a:latin typeface="Avenir Next LT Pro Demi" panose="020B0704020202020204" pitchFamily="34" charset="0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Avenir Next LT Pro" panose="020B0504020202020204" pitchFamily="34" charset="0"/>
                        </a:rPr>
                        <a:t>20 → 400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1621391"/>
                  </a:ext>
                </a:extLst>
              </a:tr>
              <a:tr h="4362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Avenir Next LT Pro Demi" panose="020B0704020202020204" pitchFamily="34" charset="0"/>
                        </a:rPr>
                        <a:t>DP</a:t>
                      </a:r>
                      <a:r>
                        <a:rPr lang="en-US" sz="2000" baseline="-25000" dirty="0">
                          <a:solidFill>
                            <a:schemeClr val="tx1"/>
                          </a:solidFill>
                          <a:latin typeface="Avenir Next LT Pro Demi" panose="020B0704020202020204" pitchFamily="34" charset="0"/>
                        </a:rPr>
                        <a:t>LA 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Avenir Next LT Pro Demi" panose="020B0704020202020204" pitchFamily="34" charset="0"/>
                        </a:rPr>
                        <a:t>(lactic acid)</a:t>
                      </a:r>
                      <a:endParaRPr lang="en-US" sz="2000" dirty="0">
                        <a:solidFill>
                          <a:schemeClr val="tx1"/>
                        </a:solidFill>
                        <a:latin typeface="Avenir Next LT Pro Demi" panose="020B0704020202020204" pitchFamily="34" charset="0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Avenir Next LT Pro" panose="020B0504020202020204" pitchFamily="34" charset="0"/>
                        </a:rPr>
                        <a:t>20 → 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1830016"/>
                  </a:ext>
                </a:extLst>
              </a:tr>
              <a:tr h="4362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Avenir Next LT Pro Demi" panose="020B0704020202020204" pitchFamily="34" charset="0"/>
                        </a:rPr>
                        <a:t>DP</a:t>
                      </a:r>
                      <a:r>
                        <a:rPr lang="en-US" sz="2000" baseline="-25000" dirty="0">
                          <a:solidFill>
                            <a:schemeClr val="tx1"/>
                          </a:solidFill>
                          <a:latin typeface="Avenir Next LT Pro Demi" panose="020B0704020202020204" pitchFamily="34" charset="0"/>
                        </a:rPr>
                        <a:t>PLA 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Avenir Next LT Pro Demi" panose="020B0704020202020204" pitchFamily="34" charset="0"/>
                        </a:rPr>
                        <a:t>(polylactic acid)</a:t>
                      </a:r>
                      <a:endParaRPr lang="en-US" sz="2000" dirty="0">
                        <a:solidFill>
                          <a:schemeClr val="tx1"/>
                        </a:solidFill>
                        <a:latin typeface="Avenir Next LT Pro Demi" panose="020B0704020202020204" pitchFamily="34" charset="0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Avenir Next LT Pro" panose="020B0504020202020204" pitchFamily="34" charset="0"/>
                        </a:rPr>
                        <a:t>20 → 400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821258"/>
                  </a:ext>
                </a:extLst>
              </a:tr>
              <a:tr h="4362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dirty="0" err="1">
                          <a:solidFill>
                            <a:schemeClr val="tx1"/>
                          </a:solidFill>
                          <a:latin typeface="Avenir Next LT Pro Demi" panose="020B0704020202020204" pitchFamily="34" charset="0"/>
                        </a:rPr>
                        <a:t>DP</a:t>
                      </a:r>
                      <a:r>
                        <a:rPr lang="en-US" sz="2000" baseline="-25000" dirty="0" err="1">
                          <a:solidFill>
                            <a:schemeClr val="tx1"/>
                          </a:solidFill>
                          <a:latin typeface="Avenir Next LT Pro Demi" panose="020B0704020202020204" pitchFamily="34" charset="0"/>
                        </a:rPr>
                        <a:t>n</a:t>
                      </a:r>
                      <a:r>
                        <a:rPr lang="en-US" sz="2000" baseline="-25000" dirty="0">
                          <a:solidFill>
                            <a:schemeClr val="tx1"/>
                          </a:solidFill>
                          <a:latin typeface="Avenir Next LT Pro Demi" panose="020B0704020202020204" pitchFamily="34" charset="0"/>
                        </a:rPr>
                        <a:t>(PLA)  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Avenir Next LT Pro Demi" panose="020B0704020202020204" pitchFamily="34" charset="0"/>
                        </a:rPr>
                        <a:t>(PLA chains)</a:t>
                      </a:r>
                      <a:endParaRPr lang="en-US" sz="2000" dirty="0">
                        <a:solidFill>
                          <a:schemeClr val="tx1"/>
                        </a:solidFill>
                        <a:latin typeface="Avenir Next LT Pro Demi" panose="020B0704020202020204" pitchFamily="34" charset="0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Avenir Next LT Pro" panose="020B0504020202020204" pitchFamily="34" charset="0"/>
                        </a:rPr>
                        <a:t>1, 2, 5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0284062"/>
                  </a:ext>
                </a:extLst>
              </a:tr>
            </a:tbl>
          </a:graphicData>
        </a:graphic>
      </p:graphicFrame>
      <p:sp>
        <p:nvSpPr>
          <p:cNvPr id="2938" name="TextBox 2937">
            <a:extLst>
              <a:ext uri="{FF2B5EF4-FFF2-40B4-BE49-F238E27FC236}">
                <a16:creationId xmlns:a16="http://schemas.microsoft.com/office/drawing/2014/main" id="{F541D4EC-F60C-457C-7322-7474254F13E1}"/>
              </a:ext>
            </a:extLst>
          </p:cNvPr>
          <p:cNvSpPr txBox="1"/>
          <p:nvPr/>
        </p:nvSpPr>
        <p:spPr>
          <a:xfrm flipH="1">
            <a:off x="1611764" y="19938372"/>
            <a:ext cx="36099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>
                <a:latin typeface="Avenir Next LT Pro Demi" panose="020B0704020202020204" pitchFamily="34" charset="0"/>
                <a:cs typeface="Calibri" panose="020F0502020204030204" pitchFamily="34" charset="0"/>
              </a:rPr>
              <a:t>Variable Parameters</a:t>
            </a:r>
          </a:p>
        </p:txBody>
      </p:sp>
      <p:grpSp>
        <p:nvGrpSpPr>
          <p:cNvPr id="2940" name="Group 2939">
            <a:extLst>
              <a:ext uri="{FF2B5EF4-FFF2-40B4-BE49-F238E27FC236}">
                <a16:creationId xmlns:a16="http://schemas.microsoft.com/office/drawing/2014/main" id="{237C935A-B3A7-B1BE-8687-2A7457414473}"/>
              </a:ext>
            </a:extLst>
          </p:cNvPr>
          <p:cNvGrpSpPr/>
          <p:nvPr/>
        </p:nvGrpSpPr>
        <p:grpSpPr>
          <a:xfrm rot="8829854">
            <a:off x="7522072" y="26743993"/>
            <a:ext cx="2120811" cy="619762"/>
            <a:chOff x="1932630" y="3796257"/>
            <a:chExt cx="3251013" cy="932006"/>
          </a:xfrm>
          <a:solidFill>
            <a:srgbClr val="13294B"/>
          </a:solidFill>
        </p:grpSpPr>
        <p:sp>
          <p:nvSpPr>
            <p:cNvPr id="2941" name="Arrow: Pentagon 2940">
              <a:extLst>
                <a:ext uri="{FF2B5EF4-FFF2-40B4-BE49-F238E27FC236}">
                  <a16:creationId xmlns:a16="http://schemas.microsoft.com/office/drawing/2014/main" id="{137C94C6-AD9D-068A-4768-A542E3BF8B5B}"/>
                </a:ext>
              </a:extLst>
            </p:cNvPr>
            <p:cNvSpPr/>
            <p:nvPr/>
          </p:nvSpPr>
          <p:spPr>
            <a:xfrm>
              <a:off x="4485472" y="3796257"/>
              <a:ext cx="698171" cy="932006"/>
            </a:xfrm>
            <a:prstGeom prst="homePlate">
              <a:avLst>
                <a:gd name="adj" fmla="val 248733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42" name="Arrow: Pentagon 2941">
              <a:extLst>
                <a:ext uri="{FF2B5EF4-FFF2-40B4-BE49-F238E27FC236}">
                  <a16:creationId xmlns:a16="http://schemas.microsoft.com/office/drawing/2014/main" id="{7BD0FA57-4F95-34A1-228F-9B66C3154172}"/>
                </a:ext>
              </a:extLst>
            </p:cNvPr>
            <p:cNvSpPr/>
            <p:nvPr/>
          </p:nvSpPr>
          <p:spPr>
            <a:xfrm rot="10800000">
              <a:off x="1932630" y="4003683"/>
              <a:ext cx="2720887" cy="511596"/>
            </a:xfrm>
            <a:prstGeom prst="homePlate">
              <a:avLst>
                <a:gd name="adj" fmla="val 183445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2943" name="Object 2942">
            <a:extLst>
              <a:ext uri="{FF2B5EF4-FFF2-40B4-BE49-F238E27FC236}">
                <a16:creationId xmlns:a16="http://schemas.microsoft.com/office/drawing/2014/main" id="{D33BEE6A-8A85-160F-5BE4-BB603E36646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6729565"/>
              </p:ext>
            </p:extLst>
          </p:nvPr>
        </p:nvGraphicFramePr>
        <p:xfrm>
          <a:off x="22015826" y="12539750"/>
          <a:ext cx="3605656" cy="12823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emDoodle OLE" r:id="rId45" imgW="5499000" imgH="1955880" progId="CHEMDOODLEOLE.ChemDoodleEmbeddedObject.1">
                  <p:embed/>
                </p:oleObj>
              </mc:Choice>
              <mc:Fallback>
                <p:oleObj name="ChemDoodle OLE" r:id="rId45" imgW="5499000" imgH="1955880" progId="CHEMDOODLEOLE.ChemDoodleEmbeddedObject.1">
                  <p:embed/>
                  <p:pic>
                    <p:nvPicPr>
                      <p:cNvPr id="2943" name="Object 2942">
                        <a:extLst>
                          <a:ext uri="{FF2B5EF4-FFF2-40B4-BE49-F238E27FC236}">
                            <a16:creationId xmlns:a16="http://schemas.microsoft.com/office/drawing/2014/main" id="{D33BEE6A-8A85-160F-5BE4-BB603E36646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6"/>
                      <a:stretch>
                        <a:fillRect/>
                      </a:stretch>
                    </p:blipFill>
                    <p:spPr>
                      <a:xfrm>
                        <a:off x="22015826" y="12539750"/>
                        <a:ext cx="3605656" cy="128238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45" name="Rectangle 2944">
            <a:extLst>
              <a:ext uri="{FF2B5EF4-FFF2-40B4-BE49-F238E27FC236}">
                <a16:creationId xmlns:a16="http://schemas.microsoft.com/office/drawing/2014/main" id="{8F67CFBF-84D5-C5BC-BBF9-BE351DEC3442}"/>
              </a:ext>
            </a:extLst>
          </p:cNvPr>
          <p:cNvSpPr/>
          <p:nvPr/>
        </p:nvSpPr>
        <p:spPr>
          <a:xfrm>
            <a:off x="21908292" y="15519400"/>
            <a:ext cx="3758173" cy="6807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947" name="Object 2946">
            <a:extLst>
              <a:ext uri="{FF2B5EF4-FFF2-40B4-BE49-F238E27FC236}">
                <a16:creationId xmlns:a16="http://schemas.microsoft.com/office/drawing/2014/main" id="{226C32D4-2CD1-1D41-B30A-1C2E81BCF5C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5563202"/>
              </p:ext>
            </p:extLst>
          </p:nvPr>
        </p:nvGraphicFramePr>
        <p:xfrm>
          <a:off x="18607731" y="14798170"/>
          <a:ext cx="6945384" cy="26754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emDoodle OLE" r:id="rId47" imgW="8242200" imgH="3174840" progId="CHEMDOODLEOLE.ChemDoodleEmbeddedObject.1">
                  <p:embed/>
                </p:oleObj>
              </mc:Choice>
              <mc:Fallback>
                <p:oleObj name="ChemDoodle OLE" r:id="rId47" imgW="8242200" imgH="3174840" progId="CHEMDOODLEOLE.ChemDoodleEmbeddedObject.1">
                  <p:embed/>
                  <p:pic>
                    <p:nvPicPr>
                      <p:cNvPr id="2947" name="Object 2946">
                        <a:extLst>
                          <a:ext uri="{FF2B5EF4-FFF2-40B4-BE49-F238E27FC236}">
                            <a16:creationId xmlns:a16="http://schemas.microsoft.com/office/drawing/2014/main" id="{226C32D4-2CD1-1D41-B30A-1C2E81BCF5C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8"/>
                      <a:stretch>
                        <a:fillRect/>
                      </a:stretch>
                    </p:blipFill>
                    <p:spPr>
                      <a:xfrm>
                        <a:off x="18607731" y="14798170"/>
                        <a:ext cx="6945384" cy="26754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48" name="Object 2947">
            <a:extLst>
              <a:ext uri="{FF2B5EF4-FFF2-40B4-BE49-F238E27FC236}">
                <a16:creationId xmlns:a16="http://schemas.microsoft.com/office/drawing/2014/main" id="{A147411A-42B1-250B-38EC-0F0837FAB7A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2959194"/>
              </p:ext>
            </p:extLst>
          </p:nvPr>
        </p:nvGraphicFramePr>
        <p:xfrm>
          <a:off x="23534442" y="15189475"/>
          <a:ext cx="896014" cy="8871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emDoodle OLE" r:id="rId33" imgW="2577960" imgH="2552760" progId="CHEMDOODLEOLE.ChemDoodleEmbeddedObject.1">
                  <p:embed/>
                </p:oleObj>
              </mc:Choice>
              <mc:Fallback>
                <p:oleObj name="ChemDoodle OLE" r:id="rId33" imgW="2577960" imgH="2552760" progId="CHEMDOODLEOLE.ChemDoodleEmbeddedObject.1">
                  <p:embed/>
                  <p:pic>
                    <p:nvPicPr>
                      <p:cNvPr id="2948" name="Object 2947">
                        <a:extLst>
                          <a:ext uri="{FF2B5EF4-FFF2-40B4-BE49-F238E27FC236}">
                            <a16:creationId xmlns:a16="http://schemas.microsoft.com/office/drawing/2014/main" id="{A147411A-42B1-250B-38EC-0F0837FAB7A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23534442" y="15189475"/>
                        <a:ext cx="896014" cy="88718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49" name="TextBox 2948">
            <a:extLst>
              <a:ext uri="{FF2B5EF4-FFF2-40B4-BE49-F238E27FC236}">
                <a16:creationId xmlns:a16="http://schemas.microsoft.com/office/drawing/2014/main" id="{6F4EECCF-6E8C-3698-DFBF-CBB3DBAF7229}"/>
              </a:ext>
            </a:extLst>
          </p:cNvPr>
          <p:cNvSpPr txBox="1"/>
          <p:nvPr/>
        </p:nvSpPr>
        <p:spPr>
          <a:xfrm>
            <a:off x="22002503" y="15335857"/>
            <a:ext cx="141765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rgbClr val="0127F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PS macromonomer 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in THF</a:t>
            </a:r>
          </a:p>
        </p:txBody>
      </p:sp>
      <p:sp>
        <p:nvSpPr>
          <p:cNvPr id="2950" name="TextBox 2949">
            <a:extLst>
              <a:ext uri="{FF2B5EF4-FFF2-40B4-BE49-F238E27FC236}">
                <a16:creationId xmlns:a16="http://schemas.microsoft.com/office/drawing/2014/main" id="{49ACD19F-AA85-217C-7E39-90B813E6B71A}"/>
              </a:ext>
            </a:extLst>
          </p:cNvPr>
          <p:cNvSpPr txBox="1"/>
          <p:nvPr/>
        </p:nvSpPr>
        <p:spPr>
          <a:xfrm>
            <a:off x="23446980" y="14738227"/>
            <a:ext cx="107093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rgbClr val="0E5E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G3</a:t>
            </a:r>
            <a:br>
              <a:rPr lang="en-US" sz="1100" dirty="0">
                <a:solidFill>
                  <a:srgbClr val="0127F8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in Toluene</a:t>
            </a:r>
          </a:p>
        </p:txBody>
      </p:sp>
      <p:sp>
        <p:nvSpPr>
          <p:cNvPr id="2951" name="TextBox 2950">
            <a:extLst>
              <a:ext uri="{FF2B5EF4-FFF2-40B4-BE49-F238E27FC236}">
                <a16:creationId xmlns:a16="http://schemas.microsoft.com/office/drawing/2014/main" id="{F7FCB58C-484E-EC12-8816-388FB38F9989}"/>
              </a:ext>
            </a:extLst>
          </p:cNvPr>
          <p:cNvSpPr txBox="1"/>
          <p:nvPr/>
        </p:nvSpPr>
        <p:spPr>
          <a:xfrm>
            <a:off x="24766446" y="16251961"/>
            <a:ext cx="9933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 err="1">
                <a:latin typeface="Arial" panose="020B0604020202020204" pitchFamily="34" charset="0"/>
                <a:cs typeface="Arial" panose="020B0604020202020204" pitchFamily="34" charset="0"/>
              </a:rPr>
              <a:t>exo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latin typeface="Arial" panose="020B0604020202020204" pitchFamily="34" charset="0"/>
                <a:cs typeface="Arial" panose="020B0604020202020204" pitchFamily="34" charset="0"/>
              </a:rPr>
              <a:t>Norbonene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 n-methanol in THF</a:t>
            </a:r>
          </a:p>
        </p:txBody>
      </p:sp>
      <p:sp>
        <p:nvSpPr>
          <p:cNvPr id="2954" name="TextBox 2953">
            <a:extLst>
              <a:ext uri="{FF2B5EF4-FFF2-40B4-BE49-F238E27FC236}">
                <a16:creationId xmlns:a16="http://schemas.microsoft.com/office/drawing/2014/main" id="{ABF6FE68-8E6B-3046-77DC-39970B80D801}"/>
              </a:ext>
            </a:extLst>
          </p:cNvPr>
          <p:cNvSpPr txBox="1"/>
          <p:nvPr/>
        </p:nvSpPr>
        <p:spPr>
          <a:xfrm>
            <a:off x="23272756" y="16824129"/>
            <a:ext cx="141938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rgbClr val="BC2DCF"/>
                </a:solidFill>
              </a:rPr>
              <a:t>Tri(</a:t>
            </a:r>
            <a:r>
              <a:rPr lang="en-US" sz="1100" dirty="0">
                <a:solidFill>
                  <a:srgbClr val="BC2DC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ethylene</a:t>
            </a:r>
            <a:r>
              <a:rPr lang="en-US" sz="1100" dirty="0">
                <a:solidFill>
                  <a:srgbClr val="BC2DCF"/>
                </a:solidFill>
              </a:rPr>
              <a:t> glycol) divinyl ether</a:t>
            </a:r>
            <a:endParaRPr lang="en-US" sz="1100" dirty="0">
              <a:solidFill>
                <a:srgbClr val="BC2DC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55" name="TextBox 2954">
            <a:extLst>
              <a:ext uri="{FF2B5EF4-FFF2-40B4-BE49-F238E27FC236}">
                <a16:creationId xmlns:a16="http://schemas.microsoft.com/office/drawing/2014/main" id="{9DFE3ED6-FE10-7BFF-76AE-1A439E4EA2A6}"/>
              </a:ext>
            </a:extLst>
          </p:cNvPr>
          <p:cNvSpPr txBox="1"/>
          <p:nvPr/>
        </p:nvSpPr>
        <p:spPr>
          <a:xfrm>
            <a:off x="21844810" y="17309987"/>
            <a:ext cx="141938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DBU in THF</a:t>
            </a:r>
          </a:p>
        </p:txBody>
      </p:sp>
      <p:sp>
        <p:nvSpPr>
          <p:cNvPr id="2956" name="TextBox 2955">
            <a:extLst>
              <a:ext uri="{FF2B5EF4-FFF2-40B4-BE49-F238E27FC236}">
                <a16:creationId xmlns:a16="http://schemas.microsoft.com/office/drawing/2014/main" id="{10967B94-CE78-82D2-C61E-B5D752E67605}"/>
              </a:ext>
            </a:extLst>
          </p:cNvPr>
          <p:cNvSpPr txBox="1"/>
          <p:nvPr/>
        </p:nvSpPr>
        <p:spPr>
          <a:xfrm>
            <a:off x="21832396" y="16550611"/>
            <a:ext cx="141938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rgbClr val="FF85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Lactide      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in THF</a:t>
            </a:r>
          </a:p>
        </p:txBody>
      </p:sp>
      <p:sp>
        <p:nvSpPr>
          <p:cNvPr id="2957" name="TextBox 2956">
            <a:extLst>
              <a:ext uri="{FF2B5EF4-FFF2-40B4-BE49-F238E27FC236}">
                <a16:creationId xmlns:a16="http://schemas.microsoft.com/office/drawing/2014/main" id="{AC52E06B-6AB4-7B04-291C-DED005FAB697}"/>
              </a:ext>
            </a:extLst>
          </p:cNvPr>
          <p:cNvSpPr txBox="1"/>
          <p:nvPr/>
        </p:nvSpPr>
        <p:spPr>
          <a:xfrm>
            <a:off x="20619588" y="16870486"/>
            <a:ext cx="141938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Boric acid</a:t>
            </a:r>
            <a:b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in THF</a:t>
            </a:r>
          </a:p>
        </p:txBody>
      </p:sp>
      <p:sp>
        <p:nvSpPr>
          <p:cNvPr id="2958" name="TextBox 2957">
            <a:extLst>
              <a:ext uri="{FF2B5EF4-FFF2-40B4-BE49-F238E27FC236}">
                <a16:creationId xmlns:a16="http://schemas.microsoft.com/office/drawing/2014/main" id="{41F739E5-9607-9332-5D7F-4EB4D31DBBEB}"/>
              </a:ext>
            </a:extLst>
          </p:cNvPr>
          <p:cNvSpPr txBox="1"/>
          <p:nvPr/>
        </p:nvSpPr>
        <p:spPr>
          <a:xfrm>
            <a:off x="18364183" y="17146236"/>
            <a:ext cx="141938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rgbClr val="0127F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PS-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sz="1100" dirty="0">
                <a:solidFill>
                  <a:srgbClr val="FF85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-2PLA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59" name="TextBox 2958">
            <a:extLst>
              <a:ext uri="{FF2B5EF4-FFF2-40B4-BE49-F238E27FC236}">
                <a16:creationId xmlns:a16="http://schemas.microsoft.com/office/drawing/2014/main" id="{E0404880-2EBE-1FC7-0BEE-1B00932010A6}"/>
              </a:ext>
            </a:extLst>
          </p:cNvPr>
          <p:cNvSpPr txBox="1"/>
          <p:nvPr/>
        </p:nvSpPr>
        <p:spPr>
          <a:xfrm>
            <a:off x="21889834" y="13954595"/>
            <a:ext cx="37766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i="1" dirty="0">
                <a:latin typeface="Avenir Next LT Pro Demi" panose="020B0704020202020204" pitchFamily="34" charset="0"/>
                <a:cs typeface="Calibri" panose="020F0502020204030204" pitchFamily="34" charset="0"/>
              </a:rPr>
              <a:t>Ring Opening Metathesis Polymerization Followed by Graft From</a:t>
            </a:r>
          </a:p>
        </p:txBody>
      </p:sp>
      <p:sp>
        <p:nvSpPr>
          <p:cNvPr id="2960" name="Rectangle: Rounded Corners 2959">
            <a:extLst>
              <a:ext uri="{FF2B5EF4-FFF2-40B4-BE49-F238E27FC236}">
                <a16:creationId xmlns:a16="http://schemas.microsoft.com/office/drawing/2014/main" id="{4FCD5F2A-4FA4-1761-00C8-4C58282542B8}"/>
              </a:ext>
            </a:extLst>
          </p:cNvPr>
          <p:cNvSpPr/>
          <p:nvPr/>
        </p:nvSpPr>
        <p:spPr>
          <a:xfrm>
            <a:off x="18108190" y="21880846"/>
            <a:ext cx="7734185" cy="3661982"/>
          </a:xfrm>
          <a:prstGeom prst="roundRect">
            <a:avLst/>
          </a:prstGeom>
          <a:solidFill>
            <a:srgbClr val="F9E7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61" name="Rectangle: Rounded Corners 2960">
            <a:extLst>
              <a:ext uri="{FF2B5EF4-FFF2-40B4-BE49-F238E27FC236}">
                <a16:creationId xmlns:a16="http://schemas.microsoft.com/office/drawing/2014/main" id="{453CD972-4D8D-1B70-E97C-6CA3D72C518C}"/>
              </a:ext>
            </a:extLst>
          </p:cNvPr>
          <p:cNvSpPr/>
          <p:nvPr/>
        </p:nvSpPr>
        <p:spPr>
          <a:xfrm>
            <a:off x="18114499" y="21875966"/>
            <a:ext cx="3657600" cy="365760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62" name="TextBox 2961">
            <a:extLst>
              <a:ext uri="{FF2B5EF4-FFF2-40B4-BE49-F238E27FC236}">
                <a16:creationId xmlns:a16="http://schemas.microsoft.com/office/drawing/2014/main" id="{360C100D-9828-8440-6E90-02C404AC6F54}"/>
              </a:ext>
            </a:extLst>
          </p:cNvPr>
          <p:cNvSpPr txBox="1"/>
          <p:nvPr/>
        </p:nvSpPr>
        <p:spPr>
          <a:xfrm>
            <a:off x="18125850" y="22009328"/>
            <a:ext cx="3657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u="heavy" dirty="0">
                <a:latin typeface="Avenir Next LT Pro Demi" panose="020B0704020202020204" pitchFamily="34" charset="0"/>
              </a:rPr>
              <a:t>Data Analysis</a:t>
            </a:r>
          </a:p>
        </p:txBody>
      </p:sp>
      <p:sp>
        <p:nvSpPr>
          <p:cNvPr id="2972" name="Rectangle: Rounded Corners 2971">
            <a:extLst>
              <a:ext uri="{FF2B5EF4-FFF2-40B4-BE49-F238E27FC236}">
                <a16:creationId xmlns:a16="http://schemas.microsoft.com/office/drawing/2014/main" id="{DE441B8F-274B-9F5D-27A1-558150F4097F}"/>
              </a:ext>
            </a:extLst>
          </p:cNvPr>
          <p:cNvSpPr/>
          <p:nvPr/>
        </p:nvSpPr>
        <p:spPr>
          <a:xfrm>
            <a:off x="21899738" y="22080194"/>
            <a:ext cx="3765861" cy="3258574"/>
          </a:xfrm>
          <a:prstGeom prst="roundRect">
            <a:avLst/>
          </a:prstGeom>
          <a:solidFill>
            <a:schemeClr val="bg1"/>
          </a:solidFill>
          <a:ln>
            <a:solidFill>
              <a:srgbClr val="7820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73" name="TextBox 2972">
            <a:extLst>
              <a:ext uri="{FF2B5EF4-FFF2-40B4-BE49-F238E27FC236}">
                <a16:creationId xmlns:a16="http://schemas.microsoft.com/office/drawing/2014/main" id="{B5009D55-2176-C61E-6D6A-B834AA17B87B}"/>
              </a:ext>
            </a:extLst>
          </p:cNvPr>
          <p:cNvSpPr txBox="1"/>
          <p:nvPr/>
        </p:nvSpPr>
        <p:spPr>
          <a:xfrm>
            <a:off x="21945600" y="22616662"/>
            <a:ext cx="3351351" cy="224676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74320" indent="-274320">
              <a:buFont typeface="Wingdings" panose="05000000000000000000" pitchFamily="2" charset="2"/>
              <a:buChar char="§"/>
            </a:pPr>
            <a:r>
              <a:rPr lang="en-US" sz="2000" dirty="0">
                <a:latin typeface="Avenir Next LT Pro" panose="020B0504020202020204" pitchFamily="34" charset="0"/>
              </a:rPr>
              <a:t> Analyze data via </a:t>
            </a:r>
            <a:r>
              <a:rPr lang="en-US" sz="2000" dirty="0">
                <a:latin typeface="Avenir Next LT Pro Demi" panose="020B0704020202020204" pitchFamily="34" charset="0"/>
              </a:rPr>
              <a:t>Python scripts</a:t>
            </a:r>
          </a:p>
          <a:p>
            <a:pPr marL="274320" indent="-274320">
              <a:buFont typeface="Wingdings" panose="05000000000000000000" pitchFamily="2" charset="2"/>
              <a:buChar char="§"/>
            </a:pPr>
            <a:r>
              <a:rPr lang="en-US" sz="2000" dirty="0">
                <a:latin typeface="Avenir Next LT Pro" panose="020B0504020202020204" pitchFamily="34" charset="0"/>
              </a:rPr>
              <a:t>Plot</a:t>
            </a:r>
            <a:r>
              <a:rPr lang="en-US" sz="2000" dirty="0">
                <a:latin typeface="Avenir Next LT Pro Demi" panose="020B0704020202020204" pitchFamily="34" charset="0"/>
              </a:rPr>
              <a:t> GPC graphs</a:t>
            </a:r>
          </a:p>
          <a:p>
            <a:pPr marL="274320" indent="-274320">
              <a:buFont typeface="Wingdings" panose="05000000000000000000" pitchFamily="2" charset="2"/>
              <a:buChar char="§"/>
            </a:pPr>
            <a:r>
              <a:rPr lang="en-US" sz="2000" dirty="0">
                <a:latin typeface="Avenir Next LT Pro" panose="020B0504020202020204" pitchFamily="34" charset="0"/>
              </a:rPr>
              <a:t>Determine composition by </a:t>
            </a:r>
            <a:r>
              <a:rPr lang="en-US" sz="2000" dirty="0">
                <a:latin typeface="Avenir Next LT Pro Demi" panose="020B0704020202020204" pitchFamily="34" charset="0"/>
              </a:rPr>
              <a:t>fitting Gaussians </a:t>
            </a:r>
            <a:r>
              <a:rPr lang="en-US" sz="2000" dirty="0">
                <a:latin typeface="Avenir Next LT Pro" panose="020B0504020202020204" pitchFamily="34" charset="0"/>
              </a:rPr>
              <a:t>to different polymer peaks on GPC data</a:t>
            </a:r>
          </a:p>
        </p:txBody>
      </p:sp>
      <p:grpSp>
        <p:nvGrpSpPr>
          <p:cNvPr id="2982" name="Group 2981">
            <a:extLst>
              <a:ext uri="{FF2B5EF4-FFF2-40B4-BE49-F238E27FC236}">
                <a16:creationId xmlns:a16="http://schemas.microsoft.com/office/drawing/2014/main" id="{40A96D8B-1135-F8E8-EB8A-4FDF3657A186}"/>
              </a:ext>
            </a:extLst>
          </p:cNvPr>
          <p:cNvGrpSpPr/>
          <p:nvPr/>
        </p:nvGrpSpPr>
        <p:grpSpPr>
          <a:xfrm>
            <a:off x="18266669" y="22352829"/>
            <a:ext cx="3274852" cy="2549430"/>
            <a:chOff x="18113716" y="22236652"/>
            <a:chExt cx="3794576" cy="2961433"/>
          </a:xfrm>
        </p:grpSpPr>
        <p:pic>
          <p:nvPicPr>
            <p:cNvPr id="2980" name="Picture 2979">
              <a:extLst>
                <a:ext uri="{FF2B5EF4-FFF2-40B4-BE49-F238E27FC236}">
                  <a16:creationId xmlns:a16="http://schemas.microsoft.com/office/drawing/2014/main" id="{FD815AAC-F22A-E634-97FF-1EFE34961468}"/>
                </a:ext>
              </a:extLst>
            </p:cNvPr>
            <p:cNvPicPr>
              <a:picLocks noChangeAspect="1"/>
            </p:cNvPicPr>
            <p:nvPr/>
          </p:nvPicPr>
          <p:blipFill>
            <a:blip r:embed="rId49"/>
            <a:stretch>
              <a:fillRect/>
            </a:stretch>
          </p:blipFill>
          <p:spPr>
            <a:xfrm>
              <a:off x="18639055" y="22839062"/>
              <a:ext cx="2753551" cy="1390826"/>
            </a:xfrm>
            <a:prstGeom prst="rect">
              <a:avLst/>
            </a:prstGeom>
          </p:spPr>
        </p:pic>
        <p:sp>
          <p:nvSpPr>
            <p:cNvPr id="2981" name="Rectangle 2980">
              <a:extLst>
                <a:ext uri="{FF2B5EF4-FFF2-40B4-BE49-F238E27FC236}">
                  <a16:creationId xmlns:a16="http://schemas.microsoft.com/office/drawing/2014/main" id="{3F58BF46-1FC4-40A4-E278-CD1C266AB326}"/>
                </a:ext>
              </a:extLst>
            </p:cNvPr>
            <p:cNvSpPr/>
            <p:nvPr/>
          </p:nvSpPr>
          <p:spPr>
            <a:xfrm>
              <a:off x="20538440" y="22804120"/>
              <a:ext cx="899008" cy="5638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978" name="Graphic 2977" descr="Monitor with solid fill">
              <a:extLst>
                <a:ext uri="{FF2B5EF4-FFF2-40B4-BE49-F238E27FC236}">
                  <a16:creationId xmlns:a16="http://schemas.microsoft.com/office/drawing/2014/main" id="{476F7A85-034D-8121-C77C-DD0970C85619}"/>
                </a:ext>
              </a:extLst>
            </p:cNvPr>
            <p:cNvPicPr>
              <a:picLocks noChangeAspect="1"/>
            </p:cNvPicPr>
            <p:nvPr/>
          </p:nvPicPr>
          <p:blipFill>
            <a:blip r:embed="rId50">
              <a:extLst>
                <a:ext uri="{96DAC541-7B7A-43D3-8B79-37D633B846F1}">
                  <asvg:svgBlip xmlns:asvg="http://schemas.microsoft.com/office/drawing/2016/SVG/main" r:embed="rId51"/>
                </a:ext>
              </a:extLst>
            </a:blip>
            <a:stretch>
              <a:fillRect/>
            </a:stretch>
          </p:blipFill>
          <p:spPr>
            <a:xfrm>
              <a:off x="18113716" y="22236652"/>
              <a:ext cx="3794576" cy="2961433"/>
            </a:xfrm>
            <a:prstGeom prst="rect">
              <a:avLst/>
            </a:prstGeom>
          </p:spPr>
        </p:pic>
      </p:grpSp>
      <p:pic>
        <p:nvPicPr>
          <p:cNvPr id="2975" name="Picture 2974">
            <a:extLst>
              <a:ext uri="{FF2B5EF4-FFF2-40B4-BE49-F238E27FC236}">
                <a16:creationId xmlns:a16="http://schemas.microsoft.com/office/drawing/2014/main" id="{9137AB81-5D33-7E30-6E4B-E8ECBA03EC54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20905275" y="22472187"/>
            <a:ext cx="729572" cy="726654"/>
          </a:xfrm>
          <a:prstGeom prst="rect">
            <a:avLst/>
          </a:prstGeom>
        </p:spPr>
      </p:pic>
      <p:pic>
        <p:nvPicPr>
          <p:cNvPr id="2976" name="Picture 12" descr="189,000+ Data Analytics Icon Stock Illustrations, Royalty-Free Vector  Graphics &amp; Clip Art - iStock | Data analytics icon set, Data analytics icon  vector, Data analytics icon illustration">
            <a:extLst>
              <a:ext uri="{FF2B5EF4-FFF2-40B4-BE49-F238E27FC236}">
                <a16:creationId xmlns:a16="http://schemas.microsoft.com/office/drawing/2014/main" id="{7C27BA5B-6734-60DD-247D-6908F73B58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2">
            <a:extLst>
              <a:ext uri="{BEBA8EAE-BF5A-486C-A8C5-ECC9F3942E4B}">
                <a14:imgProps xmlns:a14="http://schemas.microsoft.com/office/drawing/2010/main">
                  <a14:imgLayer r:embed="rId53">
                    <a14:imgEffect>
                      <a14:backgroundRemoval t="9804" b="93954" l="8987" r="89706">
                        <a14:foregroundMark x1="19118" y1="22876" x2="19118" y2="22876"/>
                        <a14:foregroundMark x1="9150" y1="41667" x2="9150" y2="41667"/>
                        <a14:foregroundMark x1="9150" y1="41830" x2="9150" y2="41830"/>
                        <a14:foregroundMark x1="11601" y1="39052" x2="11601" y2="39052"/>
                        <a14:foregroundMark x1="26471" y1="51634" x2="26471" y2="51634"/>
                        <a14:foregroundMark x1="36601" y1="41340" x2="36601" y2="41340"/>
                        <a14:foregroundMark x1="83987" y1="91013" x2="83987" y2="91013"/>
                        <a14:foregroundMark x1="85621" y1="93954" x2="85621" y2="93954"/>
                        <a14:backgroundMark x1="34477" y1="42974" x2="34477" y2="42974"/>
                        <a14:backgroundMark x1="25654" y1="39542" x2="25654" y2="39542"/>
                        <a14:backgroundMark x1="43137" y1="35131" x2="43137" y2="35131"/>
                        <a14:backgroundMark x1="51634" y1="28595" x2="51634" y2="28595"/>
                      </a14:backgroundRemoval>
                    </a14:imgEffect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62489" y="23332425"/>
            <a:ext cx="707445" cy="7074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83" name="TextBox 2982">
            <a:extLst>
              <a:ext uri="{FF2B5EF4-FFF2-40B4-BE49-F238E27FC236}">
                <a16:creationId xmlns:a16="http://schemas.microsoft.com/office/drawing/2014/main" id="{8B681356-8E1F-624B-9DE0-12C61982AD5D}"/>
              </a:ext>
            </a:extLst>
          </p:cNvPr>
          <p:cNvSpPr txBox="1"/>
          <p:nvPr/>
        </p:nvSpPr>
        <p:spPr>
          <a:xfrm>
            <a:off x="18673738" y="24619857"/>
            <a:ext cx="25091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venir Next LT Pro Demi" panose="020B0704020202020204" pitchFamily="34" charset="0"/>
                <a:cs typeface="Calibri" panose="020F0502020204030204" pitchFamily="34" charset="0"/>
              </a:rPr>
              <a:t>Deconvolution and Analysis Using Python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25DA597-788B-B04E-758B-E2301C756753}"/>
              </a:ext>
            </a:extLst>
          </p:cNvPr>
          <p:cNvSpPr txBox="1"/>
          <p:nvPr/>
        </p:nvSpPr>
        <p:spPr>
          <a:xfrm>
            <a:off x="33284413" y="8451004"/>
            <a:ext cx="41452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>
                <a:latin typeface="Avenir Next LT Pro Demi" panose="020B0704020202020204" pitchFamily="34" charset="0"/>
                <a:cs typeface="Calibri" panose="020F0502020204030204" pitchFamily="34" charset="0"/>
              </a:rPr>
              <a:t>Glovebox Control PS-ROMP GPC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5C4ECE8-41AC-05A1-994A-5CD2FFDC8813}"/>
              </a:ext>
            </a:extLst>
          </p:cNvPr>
          <p:cNvSpPr txBox="1"/>
          <p:nvPr/>
        </p:nvSpPr>
        <p:spPr>
          <a:xfrm>
            <a:off x="38394115" y="8447087"/>
            <a:ext cx="41607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>
                <a:latin typeface="Avenir Next LT Pro Demi" panose="020B0704020202020204" pitchFamily="34" charset="0"/>
                <a:cs typeface="Calibri" panose="020F0502020204030204" pitchFamily="34" charset="0"/>
              </a:rPr>
              <a:t>OT-2 PS-ROMP GPC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C4571C9-1C95-4422-32A1-BFF6BB3C3EFD}"/>
              </a:ext>
            </a:extLst>
          </p:cNvPr>
          <p:cNvCxnSpPr>
            <a:cxnSpLocks/>
          </p:cNvCxnSpPr>
          <p:nvPr/>
        </p:nvCxnSpPr>
        <p:spPr>
          <a:xfrm flipH="1">
            <a:off x="33868374" y="10962531"/>
            <a:ext cx="236458" cy="536645"/>
          </a:xfrm>
          <a:prstGeom prst="straightConnector1">
            <a:avLst/>
          </a:prstGeom>
          <a:ln>
            <a:solidFill>
              <a:srgbClr val="04394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EAC68121-368A-A9EE-3145-958A2FE8C7C4}"/>
              </a:ext>
            </a:extLst>
          </p:cNvPr>
          <p:cNvSpPr txBox="1"/>
          <p:nvPr/>
        </p:nvSpPr>
        <p:spPr>
          <a:xfrm>
            <a:off x="33503411" y="9436572"/>
            <a:ext cx="182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4394A"/>
                </a:solidFill>
                <a:latin typeface="Avenir Next LT Pro" panose="020B0504020202020204" pitchFamily="34" charset="0"/>
              </a:rPr>
              <a:t>PS Homopolymer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476AD4F-8CB5-AC8C-2422-4BE361C2E802}"/>
              </a:ext>
            </a:extLst>
          </p:cNvPr>
          <p:cNvCxnSpPr>
            <a:cxnSpLocks/>
          </p:cNvCxnSpPr>
          <p:nvPr/>
        </p:nvCxnSpPr>
        <p:spPr>
          <a:xfrm flipH="1">
            <a:off x="35489838" y="10223674"/>
            <a:ext cx="635310" cy="0"/>
          </a:xfrm>
          <a:prstGeom prst="straightConnector1">
            <a:avLst/>
          </a:prstGeom>
          <a:ln>
            <a:solidFill>
              <a:srgbClr val="128BB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1DCD4049-038B-8D8B-BBD2-BC7CB467FED3}"/>
              </a:ext>
            </a:extLst>
          </p:cNvPr>
          <p:cNvSpPr/>
          <p:nvPr/>
        </p:nvSpPr>
        <p:spPr>
          <a:xfrm>
            <a:off x="35977350" y="8908836"/>
            <a:ext cx="1378137" cy="4985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587F35F-D34A-1EBA-C4C2-C1CA4EE9C6D0}"/>
              </a:ext>
            </a:extLst>
          </p:cNvPr>
          <p:cNvSpPr txBox="1"/>
          <p:nvPr/>
        </p:nvSpPr>
        <p:spPr>
          <a:xfrm>
            <a:off x="35989992" y="9454739"/>
            <a:ext cx="7441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128BB2"/>
                </a:solidFill>
                <a:latin typeface="Avenir Next LT Pro" panose="020B0504020202020204" pitchFamily="34" charset="0"/>
              </a:rPr>
              <a:t>PS-BB</a:t>
            </a:r>
          </a:p>
        </p:txBody>
      </p:sp>
      <p:graphicFrame>
        <p:nvGraphicFramePr>
          <p:cNvPr id="58" name="Object 57">
            <a:extLst>
              <a:ext uri="{FF2B5EF4-FFF2-40B4-BE49-F238E27FC236}">
                <a16:creationId xmlns:a16="http://schemas.microsoft.com/office/drawing/2014/main" id="{D2E76CA6-5297-D466-C4F7-DFE4E8DDCC7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4592586"/>
              </p:ext>
            </p:extLst>
          </p:nvPr>
        </p:nvGraphicFramePr>
        <p:xfrm>
          <a:off x="38951349" y="9777833"/>
          <a:ext cx="760678" cy="11270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emDoodle OLE" r:id="rId54" imgW="901800" imgH="1333440" progId="CHEMDOODLEOLE.ChemDoodleEmbeddedObject.1">
                  <p:embed/>
                </p:oleObj>
              </mc:Choice>
              <mc:Fallback>
                <p:oleObj name="ChemDoodle OLE" r:id="rId54" imgW="901800" imgH="1333440" progId="CHEMDOODLEOLE.ChemDoodleEmbeddedObject.1">
                  <p:embed/>
                  <p:pic>
                    <p:nvPicPr>
                      <p:cNvPr id="58" name="Object 57">
                        <a:extLst>
                          <a:ext uri="{FF2B5EF4-FFF2-40B4-BE49-F238E27FC236}">
                            <a16:creationId xmlns:a16="http://schemas.microsoft.com/office/drawing/2014/main" id="{D2E76CA6-5297-D466-C4F7-DFE4E8DDCC7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5"/>
                      <a:stretch>
                        <a:fillRect/>
                      </a:stretch>
                    </p:blipFill>
                    <p:spPr>
                      <a:xfrm>
                        <a:off x="38951349" y="9777833"/>
                        <a:ext cx="760678" cy="112700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347CB4F6-BB39-C35F-6CD3-8E0E19E29ED5}"/>
              </a:ext>
            </a:extLst>
          </p:cNvPr>
          <p:cNvCxnSpPr>
            <a:cxnSpLocks/>
          </p:cNvCxnSpPr>
          <p:nvPr/>
        </p:nvCxnSpPr>
        <p:spPr>
          <a:xfrm flipH="1">
            <a:off x="38954889" y="10931403"/>
            <a:ext cx="236458" cy="536645"/>
          </a:xfrm>
          <a:prstGeom prst="straightConnector1">
            <a:avLst/>
          </a:prstGeom>
          <a:ln>
            <a:solidFill>
              <a:srgbClr val="04394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3187D006-1765-21E4-AA79-2D915744E96B}"/>
              </a:ext>
            </a:extLst>
          </p:cNvPr>
          <p:cNvSpPr txBox="1"/>
          <p:nvPr/>
        </p:nvSpPr>
        <p:spPr>
          <a:xfrm>
            <a:off x="38583032" y="9406542"/>
            <a:ext cx="182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4394A"/>
                </a:solidFill>
                <a:latin typeface="Avenir Next LT Pro" panose="020B0504020202020204" pitchFamily="34" charset="0"/>
              </a:rPr>
              <a:t>PS Homopolymer</a:t>
            </a:r>
          </a:p>
        </p:txBody>
      </p:sp>
      <p:graphicFrame>
        <p:nvGraphicFramePr>
          <p:cNvPr id="61" name="Object 60">
            <a:extLst>
              <a:ext uri="{FF2B5EF4-FFF2-40B4-BE49-F238E27FC236}">
                <a16:creationId xmlns:a16="http://schemas.microsoft.com/office/drawing/2014/main" id="{C713C5A7-1AED-8E42-A2D2-304AFE9A8E0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7986667"/>
              </p:ext>
            </p:extLst>
          </p:nvPr>
        </p:nvGraphicFramePr>
        <p:xfrm>
          <a:off x="41218215" y="9751296"/>
          <a:ext cx="1084106" cy="13461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emDoodle OLE" r:id="rId56" imgW="1308240" imgH="1625760" progId="CHEMDOODLEOLE.ChemDoodleEmbeddedObject.1">
                  <p:embed/>
                </p:oleObj>
              </mc:Choice>
              <mc:Fallback>
                <p:oleObj name="ChemDoodle OLE" r:id="rId56" imgW="1308240" imgH="1625760" progId="CHEMDOODLEOLE.ChemDoodleEmbeddedObject.1">
                  <p:embed/>
                  <p:pic>
                    <p:nvPicPr>
                      <p:cNvPr id="61" name="Object 60">
                        <a:extLst>
                          <a:ext uri="{FF2B5EF4-FFF2-40B4-BE49-F238E27FC236}">
                            <a16:creationId xmlns:a16="http://schemas.microsoft.com/office/drawing/2014/main" id="{C713C5A7-1AED-8E42-A2D2-304AFE9A8E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7"/>
                      <a:stretch>
                        <a:fillRect/>
                      </a:stretch>
                    </p:blipFill>
                    <p:spPr>
                      <a:xfrm>
                        <a:off x="41218215" y="9751296"/>
                        <a:ext cx="1084106" cy="134611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82DE39E4-950A-0BE2-1263-213E892824AE}"/>
              </a:ext>
            </a:extLst>
          </p:cNvPr>
          <p:cNvCxnSpPr>
            <a:cxnSpLocks/>
          </p:cNvCxnSpPr>
          <p:nvPr/>
        </p:nvCxnSpPr>
        <p:spPr>
          <a:xfrm flipH="1">
            <a:off x="40625121" y="10179422"/>
            <a:ext cx="635310" cy="0"/>
          </a:xfrm>
          <a:prstGeom prst="straightConnector1">
            <a:avLst/>
          </a:prstGeom>
          <a:ln>
            <a:solidFill>
              <a:srgbClr val="128BB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53" name="Rectangle 2752">
            <a:extLst>
              <a:ext uri="{FF2B5EF4-FFF2-40B4-BE49-F238E27FC236}">
                <a16:creationId xmlns:a16="http://schemas.microsoft.com/office/drawing/2014/main" id="{F8D7CF7F-42F8-4742-35BA-6A7C30B2128D}"/>
              </a:ext>
            </a:extLst>
          </p:cNvPr>
          <p:cNvSpPr/>
          <p:nvPr/>
        </p:nvSpPr>
        <p:spPr>
          <a:xfrm>
            <a:off x="41117772" y="8909391"/>
            <a:ext cx="1417059" cy="4985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52" name="TextBox 2751">
            <a:extLst>
              <a:ext uri="{FF2B5EF4-FFF2-40B4-BE49-F238E27FC236}">
                <a16:creationId xmlns:a16="http://schemas.microsoft.com/office/drawing/2014/main" id="{96E85B70-06AC-EAA7-3FFE-CE1B844427C6}"/>
              </a:ext>
            </a:extLst>
          </p:cNvPr>
          <p:cNvSpPr txBox="1"/>
          <p:nvPr/>
        </p:nvSpPr>
        <p:spPr>
          <a:xfrm>
            <a:off x="41196573" y="9415818"/>
            <a:ext cx="7441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128BB2"/>
                </a:solidFill>
                <a:latin typeface="Avenir Next LT Pro" panose="020B0504020202020204" pitchFamily="34" charset="0"/>
              </a:rPr>
              <a:t>PS-BB</a:t>
            </a:r>
          </a:p>
        </p:txBody>
      </p:sp>
      <p:graphicFrame>
        <p:nvGraphicFramePr>
          <p:cNvPr id="2756" name="Table 2755">
            <a:extLst>
              <a:ext uri="{FF2B5EF4-FFF2-40B4-BE49-F238E27FC236}">
                <a16:creationId xmlns:a16="http://schemas.microsoft.com/office/drawing/2014/main" id="{A1CFD113-0D64-049C-B3A4-1C13097F2F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1823112"/>
              </p:ext>
            </p:extLst>
          </p:nvPr>
        </p:nvGraphicFramePr>
        <p:xfrm>
          <a:off x="27351901" y="8622528"/>
          <a:ext cx="5012499" cy="1981200"/>
        </p:xfrm>
        <a:graphic>
          <a:graphicData uri="http://schemas.openxmlformats.org/drawingml/2006/table">
            <a:tbl>
              <a:tblPr firstRow="1" bandRow="1"/>
              <a:tblGrid>
                <a:gridCol w="1567180">
                  <a:extLst>
                    <a:ext uri="{9D8B030D-6E8A-4147-A177-3AD203B41FA5}">
                      <a16:colId xmlns:a16="http://schemas.microsoft.com/office/drawing/2014/main" val="3519457195"/>
                    </a:ext>
                  </a:extLst>
                </a:gridCol>
                <a:gridCol w="1887982">
                  <a:extLst>
                    <a:ext uri="{9D8B030D-6E8A-4147-A177-3AD203B41FA5}">
                      <a16:colId xmlns:a16="http://schemas.microsoft.com/office/drawing/2014/main" val="1775807189"/>
                    </a:ext>
                  </a:extLst>
                </a:gridCol>
                <a:gridCol w="1557337">
                  <a:extLst>
                    <a:ext uri="{9D8B030D-6E8A-4147-A177-3AD203B41FA5}">
                      <a16:colId xmlns:a16="http://schemas.microsoft.com/office/drawing/2014/main" val="3412966007"/>
                    </a:ext>
                  </a:extLst>
                </a:gridCol>
              </a:tblGrid>
              <a:tr h="370037">
                <a:tc>
                  <a:txBody>
                    <a:bodyPr/>
                    <a:lstStyle>
                      <a:lvl1pPr marL="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219456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438912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658368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877824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1097280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1316736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1536192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1755648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endParaRPr lang="en-US" sz="2000" dirty="0">
                        <a:solidFill>
                          <a:schemeClr val="tx1"/>
                        </a:solidFill>
                        <a:latin typeface="Avenir Next LT Pro Demi" panose="020B07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219456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438912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658368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877824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1097280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1316736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1536192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1755648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Avenir Next LT Pro Demi" panose="020B0704020202020204" pitchFamily="34" charset="0"/>
                        </a:rPr>
                        <a:t>PS-BB Control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219456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438912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658368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877824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1097280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1316736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1536192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1755648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Avenir Next LT Pro Demi" panose="020B0704020202020204" pitchFamily="34" charset="0"/>
                        </a:rPr>
                        <a:t>PS-BB OT-2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8690865"/>
                  </a:ext>
                </a:extLst>
              </a:tr>
              <a:tr h="370037">
                <a:tc>
                  <a:txBody>
                    <a:bodyPr/>
                    <a:lstStyle>
                      <a:lvl1pPr marL="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219456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438912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658368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877824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1097280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1316736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1536192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1755648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Avenir Next LT Pro Demi" panose="020B0704020202020204" pitchFamily="34" charset="0"/>
                        </a:rPr>
                        <a:t>Mn (g/mol)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219456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438912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658368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877824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1097280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1316736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1536192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1755648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Avenir Next LT Pro" panose="020B0504020202020204" pitchFamily="34" charset="0"/>
                        </a:rPr>
                        <a:t>318000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219456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438912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658368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877824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1097280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1316736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1536192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1755648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Avenir Next LT Pro" panose="020B0504020202020204" pitchFamily="34" charset="0"/>
                        </a:rPr>
                        <a:t>333000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9300217"/>
                  </a:ext>
                </a:extLst>
              </a:tr>
              <a:tr h="370037">
                <a:tc>
                  <a:txBody>
                    <a:bodyPr/>
                    <a:lstStyle>
                      <a:lvl1pPr marL="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219456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438912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658368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877824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1097280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1316736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1536192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1755648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20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Avenir Next LT Pro Demi" panose="020B0704020202020204" pitchFamily="34" charset="0"/>
                          <a:ea typeface="+mn-ea"/>
                          <a:cs typeface="+mn-cs"/>
                          <a:sym typeface="Arial"/>
                        </a:rPr>
                        <a:t>Đ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Avenir Next LT Pro Demi" panose="020B07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219456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438912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658368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877824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1097280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1316736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1536192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1755648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43891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Avenir Next LT Pro" panose="020B0504020202020204" pitchFamily="34" charset="0"/>
                        </a:rPr>
                        <a:t>1.04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219456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438912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658368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877824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1097280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1316736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1536192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1755648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Avenir Next LT Pro" panose="020B0504020202020204" pitchFamily="34" charset="0"/>
                        </a:rPr>
                        <a:t>1.05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9696070"/>
                  </a:ext>
                </a:extLst>
              </a:tr>
              <a:tr h="370037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Avenir Next LT Pro Demi" panose="020B0704020202020204" pitchFamily="34" charset="0"/>
                        </a:rPr>
                        <a:t>DP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3891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Avenir Next LT Pro" panose="020B0504020202020204" pitchFamily="34" charset="0"/>
                        </a:rPr>
                        <a:t>74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Avenir Next LT Pro" panose="020B0504020202020204" pitchFamily="34" charset="0"/>
                        </a:rPr>
                        <a:t>78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3580330"/>
                  </a:ext>
                </a:extLst>
              </a:tr>
              <a:tr h="370037">
                <a:tc>
                  <a:txBody>
                    <a:bodyPr/>
                    <a:lstStyle/>
                    <a:p>
                      <a:pPr marL="0" marR="0" lvl="0" indent="0" algn="ctr" defTabSz="43891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Avenir Next LT Pro Demi" panose="020B0704020202020204" pitchFamily="34" charset="0"/>
                        </a:rPr>
                        <a:t>Conv. (%)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Avenir Next LT Pro" panose="020B0504020202020204" pitchFamily="34" charset="0"/>
                        </a:rPr>
                        <a:t>96.7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Avenir Next LT Pro" panose="020B0504020202020204" pitchFamily="34" charset="0"/>
                        </a:rPr>
                        <a:t>95.6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3316697"/>
                  </a:ext>
                </a:extLst>
              </a:tr>
            </a:tbl>
          </a:graphicData>
        </a:graphic>
      </p:graphicFrame>
      <p:sp>
        <p:nvSpPr>
          <p:cNvPr id="2758" name="TextBox 2757">
            <a:extLst>
              <a:ext uri="{FF2B5EF4-FFF2-40B4-BE49-F238E27FC236}">
                <a16:creationId xmlns:a16="http://schemas.microsoft.com/office/drawing/2014/main" id="{CB287FB1-361F-2CA3-E527-26E769E8845A}"/>
              </a:ext>
            </a:extLst>
          </p:cNvPr>
          <p:cNvSpPr txBox="1"/>
          <p:nvPr/>
        </p:nvSpPr>
        <p:spPr>
          <a:xfrm flipH="1">
            <a:off x="28082276" y="10696191"/>
            <a:ext cx="36099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>
                <a:latin typeface="Avenir Next LT Pro Demi" panose="020B0704020202020204" pitchFamily="34" charset="0"/>
                <a:cs typeface="Calibri" panose="020F0502020204030204" pitchFamily="34" charset="0"/>
              </a:rPr>
              <a:t>Experimental Data</a:t>
            </a:r>
          </a:p>
        </p:txBody>
      </p:sp>
      <p:sp>
        <p:nvSpPr>
          <p:cNvPr id="2759" name="TextBox 2758">
            <a:extLst>
              <a:ext uri="{FF2B5EF4-FFF2-40B4-BE49-F238E27FC236}">
                <a16:creationId xmlns:a16="http://schemas.microsoft.com/office/drawing/2014/main" id="{BC58639D-F2F1-1F8F-7CFD-907899D84A68}"/>
              </a:ext>
            </a:extLst>
          </p:cNvPr>
          <p:cNvSpPr txBox="1"/>
          <p:nvPr/>
        </p:nvSpPr>
        <p:spPr>
          <a:xfrm>
            <a:off x="8237111" y="31639136"/>
            <a:ext cx="812542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0" i="0" dirty="0">
                <a:effectLst/>
                <a:latin typeface="Avenir Next LT Pro Light" panose="020B0304020202020204" pitchFamily="34" charset="0"/>
              </a:rPr>
              <a:t>(6) Muhr, M.; </a:t>
            </a:r>
            <a:r>
              <a:rPr lang="en-US" sz="1400" b="0" i="0" dirty="0" err="1">
                <a:effectLst/>
                <a:latin typeface="Avenir Next LT Pro Light" panose="020B0304020202020204" pitchFamily="34" charset="0"/>
              </a:rPr>
              <a:t>Heiß</a:t>
            </a:r>
            <a:r>
              <a:rPr lang="en-US" sz="1400" b="0" i="0" dirty="0">
                <a:effectLst/>
                <a:latin typeface="Avenir Next LT Pro Light" panose="020B0304020202020204" pitchFamily="34" charset="0"/>
              </a:rPr>
              <a:t>, P.; Schütz, M.; Bühler, R.; Gemel, C.; Linden, M. H.; H. Bernhard Linden; </a:t>
            </a:r>
            <a:br>
              <a:rPr lang="en-US" sz="1400" b="0" i="0" dirty="0">
                <a:effectLst/>
                <a:latin typeface="Avenir Next LT Pro Light" panose="020B0304020202020204" pitchFamily="34" charset="0"/>
              </a:rPr>
            </a:br>
            <a:r>
              <a:rPr lang="en-US" sz="1400" b="0" i="0" dirty="0">
                <a:effectLst/>
                <a:latin typeface="Avenir Next LT Pro Light" panose="020B0304020202020204" pitchFamily="34" charset="0"/>
              </a:rPr>
              <a:t>Fischer, R. A. Enabling LIFDI-MS Measurements of Highly Air Sensitive Organometallic Compounds: A Combined MS/Glovebox Technique. </a:t>
            </a:r>
            <a:r>
              <a:rPr lang="en-US" sz="1400" b="0" i="1" dirty="0">
                <a:effectLst/>
                <a:latin typeface="Avenir Next LT Pro Light" panose="020B0304020202020204" pitchFamily="34" charset="0"/>
              </a:rPr>
              <a:t>Dalton Transactions </a:t>
            </a:r>
            <a:r>
              <a:rPr lang="en-US" sz="1400" b="0" i="0" dirty="0">
                <a:effectLst/>
                <a:latin typeface="Avenir Next LT Pro Demi" panose="020B0704020202020204" pitchFamily="34" charset="0"/>
              </a:rPr>
              <a:t>2021</a:t>
            </a:r>
            <a:r>
              <a:rPr lang="en-US" sz="1400" b="0" i="0" dirty="0">
                <a:effectLst/>
                <a:latin typeface="Avenir Next LT Pro Light" panose="020B0304020202020204" pitchFamily="34" charset="0"/>
              </a:rPr>
              <a:t>, 50 (26), 9031–9036. </a:t>
            </a:r>
          </a:p>
        </p:txBody>
      </p:sp>
      <p:sp>
        <p:nvSpPr>
          <p:cNvPr id="2788" name="Rectangle: Rounded Corners 2787">
            <a:extLst>
              <a:ext uri="{FF2B5EF4-FFF2-40B4-BE49-F238E27FC236}">
                <a16:creationId xmlns:a16="http://schemas.microsoft.com/office/drawing/2014/main" id="{3CACA5F1-4661-67A3-7981-0EDFAD33F64C}"/>
              </a:ext>
            </a:extLst>
          </p:cNvPr>
          <p:cNvSpPr/>
          <p:nvPr/>
        </p:nvSpPr>
        <p:spPr>
          <a:xfrm>
            <a:off x="28229232" y="18357388"/>
            <a:ext cx="13929688" cy="1194008"/>
          </a:xfrm>
          <a:prstGeom prst="roundRect">
            <a:avLst>
              <a:gd name="adj" fmla="val 12079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  <a:latin typeface="Avenir Next LT Pro" panose="020B0504020202020204" pitchFamily="34" charset="0"/>
            </a:endParaRPr>
          </a:p>
        </p:txBody>
      </p:sp>
      <p:graphicFrame>
        <p:nvGraphicFramePr>
          <p:cNvPr id="2789" name="Table 2788">
            <a:extLst>
              <a:ext uri="{FF2B5EF4-FFF2-40B4-BE49-F238E27FC236}">
                <a16:creationId xmlns:a16="http://schemas.microsoft.com/office/drawing/2014/main" id="{02AD70BC-1EAB-737D-1D16-F99EE1294E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939751"/>
              </p:ext>
            </p:extLst>
          </p:nvPr>
        </p:nvGraphicFramePr>
        <p:xfrm>
          <a:off x="28229333" y="18364457"/>
          <a:ext cx="13925439" cy="1188720"/>
        </p:xfrm>
        <a:graphic>
          <a:graphicData uri="http://schemas.openxmlformats.org/drawingml/2006/table">
            <a:tbl>
              <a:tblPr firstRow="1" bandRow="1"/>
              <a:tblGrid>
                <a:gridCol w="3844115">
                  <a:extLst>
                    <a:ext uri="{9D8B030D-6E8A-4147-A177-3AD203B41FA5}">
                      <a16:colId xmlns:a16="http://schemas.microsoft.com/office/drawing/2014/main" val="3519457195"/>
                    </a:ext>
                  </a:extLst>
                </a:gridCol>
                <a:gridCol w="2313305">
                  <a:extLst>
                    <a:ext uri="{9D8B030D-6E8A-4147-A177-3AD203B41FA5}">
                      <a16:colId xmlns:a16="http://schemas.microsoft.com/office/drawing/2014/main" val="1775807189"/>
                    </a:ext>
                  </a:extLst>
                </a:gridCol>
                <a:gridCol w="2215007">
                  <a:extLst>
                    <a:ext uri="{9D8B030D-6E8A-4147-A177-3AD203B41FA5}">
                      <a16:colId xmlns:a16="http://schemas.microsoft.com/office/drawing/2014/main" val="3412966007"/>
                    </a:ext>
                  </a:extLst>
                </a:gridCol>
                <a:gridCol w="2465705">
                  <a:extLst>
                    <a:ext uri="{9D8B030D-6E8A-4147-A177-3AD203B41FA5}">
                      <a16:colId xmlns:a16="http://schemas.microsoft.com/office/drawing/2014/main" val="3932118262"/>
                    </a:ext>
                  </a:extLst>
                </a:gridCol>
                <a:gridCol w="3087307">
                  <a:extLst>
                    <a:ext uri="{9D8B030D-6E8A-4147-A177-3AD203B41FA5}">
                      <a16:colId xmlns:a16="http://schemas.microsoft.com/office/drawing/2014/main" val="2397253993"/>
                    </a:ext>
                  </a:extLst>
                </a:gridCol>
              </a:tblGrid>
              <a:tr h="370037">
                <a:tc>
                  <a:txBody>
                    <a:bodyPr/>
                    <a:lstStyle>
                      <a:lvl1pPr marL="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219456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438912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658368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877824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1097280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1316736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1536192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1755648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Avenir Next LT Pro Demi" panose="020B0704020202020204" pitchFamily="34" charset="0"/>
                        </a:rPr>
                        <a:t>Composition based on weight*</a:t>
                      </a:r>
                      <a:endParaRPr lang="en-US" sz="2000" baseline="-25000" dirty="0">
                        <a:solidFill>
                          <a:schemeClr val="tx1"/>
                        </a:solidFill>
                        <a:latin typeface="Avenir Next LT Pro Demi" panose="020B07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219456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438912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658368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877824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1097280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1316736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1536192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1755648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Avenir Next LT Pro Demi" panose="020B0704020202020204" pitchFamily="34" charset="0"/>
                        </a:rPr>
                        <a:t>PS Homopolymer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219456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438912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658368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877824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1097280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1316736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1536192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1755648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Avenir Next LT Pro Demi" panose="020B0704020202020204" pitchFamily="34" charset="0"/>
                        </a:rPr>
                        <a:t>BB PS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err="1">
                          <a:solidFill>
                            <a:schemeClr val="tx1"/>
                          </a:solidFill>
                          <a:latin typeface="Avenir Next LT Pro Demi" panose="020B0704020202020204" pitchFamily="34" charset="0"/>
                        </a:rPr>
                        <a:t>Diblock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Avenir Next LT Pro Demi" panose="020B0704020202020204" pitchFamily="34" charset="0"/>
                        </a:rPr>
                        <a:t> PS-b-2PLA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Avenir Next LT Pro Demi" panose="020B0704020202020204" pitchFamily="34" charset="0"/>
                        </a:rPr>
                        <a:t>Triblock PS-b-2PLA-b-PS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8690865"/>
                  </a:ext>
                </a:extLst>
              </a:tr>
              <a:tr h="370037">
                <a:tc>
                  <a:txBody>
                    <a:bodyPr/>
                    <a:lstStyle>
                      <a:lvl1pPr marL="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219456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438912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658368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877824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1097280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1316736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1536192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1755648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Avenir Next LT Pro Demi" panose="020B0704020202020204" pitchFamily="34" charset="0"/>
                        </a:rPr>
                        <a:t>Control (%)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219456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438912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658368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877824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1097280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1316736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1536192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1755648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Avenir Next LT Pro" panose="020B0504020202020204" pitchFamily="34" charset="0"/>
                        </a:rPr>
                        <a:t>4.7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219456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438912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658368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877824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1097280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1316736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1536192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1755648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Avenir Next LT Pro" panose="020B0504020202020204" pitchFamily="34" charset="0"/>
                        </a:rPr>
                        <a:t>31.0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Avenir Next LT Pro" panose="020B0504020202020204" pitchFamily="34" charset="0"/>
                        </a:rPr>
                        <a:t>44.5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Avenir Next LT Pro" panose="020B0504020202020204" pitchFamily="34" charset="0"/>
                        </a:rPr>
                        <a:t>19.8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9300217"/>
                  </a:ext>
                </a:extLst>
              </a:tr>
              <a:tr h="370037">
                <a:tc>
                  <a:txBody>
                    <a:bodyPr/>
                    <a:lstStyle>
                      <a:lvl1pPr marL="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219456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438912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658368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877824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1097280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1316736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1536192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1755648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20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Avenir Next LT Pro Demi" panose="020B0704020202020204" pitchFamily="34" charset="0"/>
                          <a:ea typeface="+mn-ea"/>
                          <a:cs typeface="+mn-cs"/>
                          <a:sym typeface="Arial"/>
                        </a:rPr>
                        <a:t>OT-2 (%)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Avenir Next LT Pro Demi" panose="020B07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219456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438912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658368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877824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1097280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1316736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1536192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1755648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43891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Avenir Next LT Pro" panose="020B0504020202020204" pitchFamily="34" charset="0"/>
                        </a:rPr>
                        <a:t>9.8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219456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438912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658368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877824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1097280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1316736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1536192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17556480" algn="l" defTabSz="4389120" rtl="0" eaLnBrk="1" latinLnBrk="0" hangingPunct="1">
                        <a:defRPr sz="864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Avenir Next LT Pro" panose="020B0504020202020204" pitchFamily="34" charset="0"/>
                        </a:rPr>
                        <a:t>18.1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Avenir Next LT Pro" panose="020B0504020202020204" pitchFamily="34" charset="0"/>
                        </a:rPr>
                        <a:t>51.6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Avenir Next LT Pro" panose="020B0504020202020204" pitchFamily="34" charset="0"/>
                        </a:rPr>
                        <a:t>20.4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9696070"/>
                  </a:ext>
                </a:extLst>
              </a:tr>
            </a:tbl>
          </a:graphicData>
        </a:graphic>
      </p:graphicFrame>
      <p:sp>
        <p:nvSpPr>
          <p:cNvPr id="2801" name="TextBox 2800">
            <a:extLst>
              <a:ext uri="{FF2B5EF4-FFF2-40B4-BE49-F238E27FC236}">
                <a16:creationId xmlns:a16="http://schemas.microsoft.com/office/drawing/2014/main" id="{AF1C8611-3DAB-5190-AC32-D202EFB33773}"/>
              </a:ext>
            </a:extLst>
          </p:cNvPr>
          <p:cNvSpPr txBox="1"/>
          <p:nvPr/>
        </p:nvSpPr>
        <p:spPr>
          <a:xfrm>
            <a:off x="37061520" y="13931588"/>
            <a:ext cx="54053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>
                <a:latin typeface="Avenir Next LT Pro Demi" panose="020B0704020202020204" pitchFamily="34" charset="0"/>
                <a:cs typeface="Calibri" panose="020F0502020204030204" pitchFamily="34" charset="0"/>
              </a:rPr>
              <a:t>OT-2 ROMP-GRAFT GPC</a:t>
            </a:r>
          </a:p>
        </p:txBody>
      </p:sp>
      <p:sp>
        <p:nvSpPr>
          <p:cNvPr id="2802" name="TextBox 2801">
            <a:extLst>
              <a:ext uri="{FF2B5EF4-FFF2-40B4-BE49-F238E27FC236}">
                <a16:creationId xmlns:a16="http://schemas.microsoft.com/office/drawing/2014/main" id="{BD2EBDC1-631B-59FE-A2D1-7A26DB1A74B4}"/>
              </a:ext>
            </a:extLst>
          </p:cNvPr>
          <p:cNvSpPr txBox="1"/>
          <p:nvPr/>
        </p:nvSpPr>
        <p:spPr>
          <a:xfrm>
            <a:off x="30732975" y="13922673"/>
            <a:ext cx="54053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>
                <a:latin typeface="Avenir Next LT Pro Demi" panose="020B0704020202020204" pitchFamily="34" charset="0"/>
                <a:cs typeface="Calibri" panose="020F0502020204030204" pitchFamily="34" charset="0"/>
              </a:rPr>
              <a:t>Glovebox Control ROMP-GRAFT GPC</a:t>
            </a:r>
          </a:p>
        </p:txBody>
      </p:sp>
      <p:sp>
        <p:nvSpPr>
          <p:cNvPr id="2803" name="Rectangle 2802">
            <a:extLst>
              <a:ext uri="{FF2B5EF4-FFF2-40B4-BE49-F238E27FC236}">
                <a16:creationId xmlns:a16="http://schemas.microsoft.com/office/drawing/2014/main" id="{16B30AC9-CE83-333A-3936-349F43EF5EE6}"/>
              </a:ext>
            </a:extLst>
          </p:cNvPr>
          <p:cNvSpPr/>
          <p:nvPr/>
        </p:nvSpPr>
        <p:spPr>
          <a:xfrm>
            <a:off x="30755870" y="14361331"/>
            <a:ext cx="3092170" cy="18740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04" name="Rectangle 2803">
            <a:extLst>
              <a:ext uri="{FF2B5EF4-FFF2-40B4-BE49-F238E27FC236}">
                <a16:creationId xmlns:a16="http://schemas.microsoft.com/office/drawing/2014/main" id="{3805F999-F8A9-3EA3-FFF9-65D6C34FAD1D}"/>
              </a:ext>
            </a:extLst>
          </p:cNvPr>
          <p:cNvSpPr/>
          <p:nvPr/>
        </p:nvSpPr>
        <p:spPr>
          <a:xfrm>
            <a:off x="37108177" y="14401778"/>
            <a:ext cx="3092170" cy="18740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805" name="Object 2804">
            <a:extLst>
              <a:ext uri="{FF2B5EF4-FFF2-40B4-BE49-F238E27FC236}">
                <a16:creationId xmlns:a16="http://schemas.microsoft.com/office/drawing/2014/main" id="{8B58E0F3-1FFB-A28D-95B1-2E3D2E36285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315555"/>
              </p:ext>
            </p:extLst>
          </p:nvPr>
        </p:nvGraphicFramePr>
        <p:xfrm>
          <a:off x="31152368" y="15439059"/>
          <a:ext cx="548312" cy="8108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emDoodle OLE" r:id="rId58" imgW="901800" imgH="1333440" progId="CHEMDOODLEOLE.ChemDoodleEmbeddedObject.1">
                  <p:embed/>
                </p:oleObj>
              </mc:Choice>
              <mc:Fallback>
                <p:oleObj name="ChemDoodle OLE" r:id="rId58" imgW="901800" imgH="1333440" progId="CHEMDOODLEOLE.ChemDoodleEmbeddedObject.1">
                  <p:embed/>
                  <p:pic>
                    <p:nvPicPr>
                      <p:cNvPr id="2805" name="Object 2804">
                        <a:extLst>
                          <a:ext uri="{FF2B5EF4-FFF2-40B4-BE49-F238E27FC236}">
                            <a16:creationId xmlns:a16="http://schemas.microsoft.com/office/drawing/2014/main" id="{8B58E0F3-1FFB-A28D-95B1-2E3D2E36285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9"/>
                      <a:stretch>
                        <a:fillRect/>
                      </a:stretch>
                    </p:blipFill>
                    <p:spPr>
                      <a:xfrm>
                        <a:off x="31152368" y="15439059"/>
                        <a:ext cx="548312" cy="8108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806" name="Straight Arrow Connector 2805">
            <a:extLst>
              <a:ext uri="{FF2B5EF4-FFF2-40B4-BE49-F238E27FC236}">
                <a16:creationId xmlns:a16="http://schemas.microsoft.com/office/drawing/2014/main" id="{E445630C-CCC1-3D1E-43EA-05F9E42BFF62}"/>
              </a:ext>
            </a:extLst>
          </p:cNvPr>
          <p:cNvCxnSpPr>
            <a:cxnSpLocks/>
          </p:cNvCxnSpPr>
          <p:nvPr/>
        </p:nvCxnSpPr>
        <p:spPr>
          <a:xfrm>
            <a:off x="31412688" y="16282416"/>
            <a:ext cx="164592" cy="739533"/>
          </a:xfrm>
          <a:prstGeom prst="straightConnector1">
            <a:avLst/>
          </a:prstGeom>
          <a:ln>
            <a:solidFill>
              <a:srgbClr val="04394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07" name="TextBox 2806">
            <a:extLst>
              <a:ext uri="{FF2B5EF4-FFF2-40B4-BE49-F238E27FC236}">
                <a16:creationId xmlns:a16="http://schemas.microsoft.com/office/drawing/2014/main" id="{85594EC1-A67E-F2BB-42BF-E12F8BDB1A26}"/>
              </a:ext>
            </a:extLst>
          </p:cNvPr>
          <p:cNvSpPr txBox="1"/>
          <p:nvPr/>
        </p:nvSpPr>
        <p:spPr>
          <a:xfrm>
            <a:off x="30724174" y="15106032"/>
            <a:ext cx="17488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4394A"/>
                </a:solidFill>
              </a:rPr>
              <a:t>PS Homopolymer</a:t>
            </a:r>
          </a:p>
        </p:txBody>
      </p:sp>
      <p:graphicFrame>
        <p:nvGraphicFramePr>
          <p:cNvPr id="2808" name="Object 2807">
            <a:extLst>
              <a:ext uri="{FF2B5EF4-FFF2-40B4-BE49-F238E27FC236}">
                <a16:creationId xmlns:a16="http://schemas.microsoft.com/office/drawing/2014/main" id="{F9977F5C-3F8B-3E40-ECD4-4D79BF1DE06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3343592"/>
              </p:ext>
            </p:extLst>
          </p:nvPr>
        </p:nvGraphicFramePr>
        <p:xfrm>
          <a:off x="31991607" y="16203910"/>
          <a:ext cx="767060" cy="9532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emDoodle OLE" r:id="rId60" imgW="1308240" imgH="1625760" progId="CHEMDOODLEOLE.ChemDoodleEmbeddedObject.1">
                  <p:embed/>
                </p:oleObj>
              </mc:Choice>
              <mc:Fallback>
                <p:oleObj name="ChemDoodle OLE" r:id="rId60" imgW="1308240" imgH="1625760" progId="CHEMDOODLEOLE.ChemDoodleEmbeddedObject.1">
                  <p:embed/>
                  <p:pic>
                    <p:nvPicPr>
                      <p:cNvPr id="2808" name="Object 2807">
                        <a:extLst>
                          <a:ext uri="{FF2B5EF4-FFF2-40B4-BE49-F238E27FC236}">
                            <a16:creationId xmlns:a16="http://schemas.microsoft.com/office/drawing/2014/main" id="{F9977F5C-3F8B-3E40-ECD4-4D79BF1DE0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1"/>
                      <a:stretch>
                        <a:fillRect/>
                      </a:stretch>
                    </p:blipFill>
                    <p:spPr>
                      <a:xfrm>
                        <a:off x="31991607" y="16203910"/>
                        <a:ext cx="767060" cy="95324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09" name="TextBox 2808">
            <a:extLst>
              <a:ext uri="{FF2B5EF4-FFF2-40B4-BE49-F238E27FC236}">
                <a16:creationId xmlns:a16="http://schemas.microsoft.com/office/drawing/2014/main" id="{C4768FFD-C030-031F-3628-CCA05273C2D5}"/>
              </a:ext>
            </a:extLst>
          </p:cNvPr>
          <p:cNvSpPr txBox="1"/>
          <p:nvPr/>
        </p:nvSpPr>
        <p:spPr>
          <a:xfrm>
            <a:off x="31618348" y="15958330"/>
            <a:ext cx="11382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128BB2"/>
                </a:solidFill>
                <a:latin typeface="Avenir Next LT Pro" panose="020B0504020202020204" pitchFamily="34" charset="0"/>
              </a:rPr>
              <a:t>PS-BB</a:t>
            </a:r>
          </a:p>
        </p:txBody>
      </p:sp>
      <p:cxnSp>
        <p:nvCxnSpPr>
          <p:cNvPr id="2810" name="Straight Arrow Connector 2809">
            <a:extLst>
              <a:ext uri="{FF2B5EF4-FFF2-40B4-BE49-F238E27FC236}">
                <a16:creationId xmlns:a16="http://schemas.microsoft.com/office/drawing/2014/main" id="{DA771DFE-54DE-5851-B445-6D27EB862F3A}"/>
              </a:ext>
            </a:extLst>
          </p:cNvPr>
          <p:cNvCxnSpPr>
            <a:cxnSpLocks/>
          </p:cNvCxnSpPr>
          <p:nvPr/>
        </p:nvCxnSpPr>
        <p:spPr>
          <a:xfrm flipV="1">
            <a:off x="32296608" y="16473753"/>
            <a:ext cx="1694688" cy="213661"/>
          </a:xfrm>
          <a:prstGeom prst="straightConnector1">
            <a:avLst/>
          </a:prstGeom>
          <a:ln>
            <a:solidFill>
              <a:srgbClr val="128BB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811" name="Object 2810">
            <a:extLst>
              <a:ext uri="{FF2B5EF4-FFF2-40B4-BE49-F238E27FC236}">
                <a16:creationId xmlns:a16="http://schemas.microsoft.com/office/drawing/2014/main" id="{4E2191F2-5E35-BED8-C933-E1FE971AAA2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4613280"/>
              </p:ext>
            </p:extLst>
          </p:nvPr>
        </p:nvGraphicFramePr>
        <p:xfrm>
          <a:off x="32361298" y="14880317"/>
          <a:ext cx="1280644" cy="14454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emDoodle OLE" r:id="rId62" imgW="2171880" imgH="2451240" progId="CHEMDOODLEOLE.ChemDoodleEmbeddedObject.1">
                  <p:embed/>
                </p:oleObj>
              </mc:Choice>
              <mc:Fallback>
                <p:oleObj name="ChemDoodle OLE" r:id="rId62" imgW="2171880" imgH="2451240" progId="CHEMDOODLEOLE.ChemDoodleEmbeddedObject.1">
                  <p:embed/>
                  <p:pic>
                    <p:nvPicPr>
                      <p:cNvPr id="2811" name="Object 2810">
                        <a:extLst>
                          <a:ext uri="{FF2B5EF4-FFF2-40B4-BE49-F238E27FC236}">
                            <a16:creationId xmlns:a16="http://schemas.microsoft.com/office/drawing/2014/main" id="{4E2191F2-5E35-BED8-C933-E1FE971AAA2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3"/>
                      <a:stretch>
                        <a:fillRect/>
                      </a:stretch>
                    </p:blipFill>
                    <p:spPr>
                      <a:xfrm>
                        <a:off x="32361298" y="14880317"/>
                        <a:ext cx="1280644" cy="144540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12" name="TextBox 2811">
            <a:extLst>
              <a:ext uri="{FF2B5EF4-FFF2-40B4-BE49-F238E27FC236}">
                <a16:creationId xmlns:a16="http://schemas.microsoft.com/office/drawing/2014/main" id="{E31065CA-00A3-8380-AB95-F8FD50E65772}"/>
              </a:ext>
            </a:extLst>
          </p:cNvPr>
          <p:cNvSpPr txBox="1"/>
          <p:nvPr/>
        </p:nvSpPr>
        <p:spPr>
          <a:xfrm>
            <a:off x="32644022" y="14323702"/>
            <a:ext cx="12541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err="1">
                <a:solidFill>
                  <a:srgbClr val="00D296"/>
                </a:solidFill>
                <a:latin typeface="Avenir Next LT Pro" panose="020B0504020202020204" pitchFamily="34" charset="0"/>
              </a:rPr>
              <a:t>Diblock</a:t>
            </a:r>
            <a:r>
              <a:rPr lang="en-US" sz="1400" dirty="0">
                <a:solidFill>
                  <a:srgbClr val="00D296"/>
                </a:solidFill>
                <a:latin typeface="Avenir Next LT Pro" panose="020B0504020202020204" pitchFamily="34" charset="0"/>
              </a:rPr>
              <a:t> </a:t>
            </a:r>
            <a:br>
              <a:rPr lang="en-US" sz="1400" dirty="0">
                <a:solidFill>
                  <a:srgbClr val="00D296"/>
                </a:solidFill>
                <a:latin typeface="Avenir Next LT Pro" panose="020B0504020202020204" pitchFamily="34" charset="0"/>
              </a:rPr>
            </a:br>
            <a:r>
              <a:rPr lang="en-US" sz="1400" dirty="0">
                <a:solidFill>
                  <a:srgbClr val="00D296"/>
                </a:solidFill>
                <a:latin typeface="Avenir Next LT Pro" panose="020B0504020202020204" pitchFamily="34" charset="0"/>
              </a:rPr>
              <a:t>PS-b-2PLA</a:t>
            </a:r>
          </a:p>
        </p:txBody>
      </p:sp>
      <p:cxnSp>
        <p:nvCxnSpPr>
          <p:cNvPr id="2813" name="Straight Arrow Connector 2812">
            <a:extLst>
              <a:ext uri="{FF2B5EF4-FFF2-40B4-BE49-F238E27FC236}">
                <a16:creationId xmlns:a16="http://schemas.microsoft.com/office/drawing/2014/main" id="{FF261F45-6595-8530-34B9-F716DD629AEF}"/>
              </a:ext>
            </a:extLst>
          </p:cNvPr>
          <p:cNvCxnSpPr>
            <a:cxnSpLocks/>
          </p:cNvCxnSpPr>
          <p:nvPr/>
        </p:nvCxnSpPr>
        <p:spPr>
          <a:xfrm>
            <a:off x="33454848" y="15144415"/>
            <a:ext cx="969414" cy="0"/>
          </a:xfrm>
          <a:prstGeom prst="straightConnector1">
            <a:avLst/>
          </a:prstGeom>
          <a:ln>
            <a:solidFill>
              <a:srgbClr val="00D29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14" name="Straight Arrow Connector 2813">
            <a:extLst>
              <a:ext uri="{FF2B5EF4-FFF2-40B4-BE49-F238E27FC236}">
                <a16:creationId xmlns:a16="http://schemas.microsoft.com/office/drawing/2014/main" id="{9DC31B14-F6BB-B2A0-E4B8-2FD7C27EEA61}"/>
              </a:ext>
            </a:extLst>
          </p:cNvPr>
          <p:cNvCxnSpPr>
            <a:cxnSpLocks/>
          </p:cNvCxnSpPr>
          <p:nvPr/>
        </p:nvCxnSpPr>
        <p:spPr>
          <a:xfrm flipH="1">
            <a:off x="34987723" y="16349997"/>
            <a:ext cx="405653" cy="0"/>
          </a:xfrm>
          <a:prstGeom prst="straightConnector1">
            <a:avLst/>
          </a:prstGeom>
          <a:ln>
            <a:solidFill>
              <a:srgbClr val="FFB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43EDA4C3-99D6-827E-33B5-BA25DB574429}"/>
              </a:ext>
            </a:extLst>
          </p:cNvPr>
          <p:cNvSpPr txBox="1"/>
          <p:nvPr/>
        </p:nvSpPr>
        <p:spPr>
          <a:xfrm>
            <a:off x="34499152" y="14313390"/>
            <a:ext cx="16718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FFBF00"/>
                </a:solidFill>
                <a:latin typeface="Avenir Next LT Pro" panose="020B0504020202020204" pitchFamily="34" charset="0"/>
              </a:rPr>
              <a:t>Triblock</a:t>
            </a:r>
            <a:br>
              <a:rPr lang="en-US" sz="1400" dirty="0">
                <a:solidFill>
                  <a:srgbClr val="FFBF00"/>
                </a:solidFill>
                <a:latin typeface="Avenir Next LT Pro" panose="020B0504020202020204" pitchFamily="34" charset="0"/>
              </a:rPr>
            </a:br>
            <a:r>
              <a:rPr lang="en-US" sz="1400" dirty="0">
                <a:solidFill>
                  <a:srgbClr val="FFBF00"/>
                </a:solidFill>
                <a:latin typeface="Avenir Next LT Pro" panose="020B0504020202020204" pitchFamily="34" charset="0"/>
              </a:rPr>
              <a:t>PS-b-2PLA-b-PS</a:t>
            </a:r>
          </a:p>
        </p:txBody>
      </p:sp>
      <p:graphicFrame>
        <p:nvGraphicFramePr>
          <p:cNvPr id="87" name="Object 86">
            <a:extLst>
              <a:ext uri="{FF2B5EF4-FFF2-40B4-BE49-F238E27FC236}">
                <a16:creationId xmlns:a16="http://schemas.microsoft.com/office/drawing/2014/main" id="{76234EE1-5233-E0C1-939B-A35852F098D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6911667"/>
              </p:ext>
            </p:extLst>
          </p:nvPr>
        </p:nvGraphicFramePr>
        <p:xfrm>
          <a:off x="41305905" y="14904212"/>
          <a:ext cx="1178516" cy="16486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emDoodle OLE" r:id="rId7" imgW="2324160" imgH="3251160" progId="CHEMDOODLEOLE.ChemDoodleEmbeddedObject.1">
                  <p:embed/>
                </p:oleObj>
              </mc:Choice>
              <mc:Fallback>
                <p:oleObj name="ChemDoodle OLE" r:id="rId7" imgW="2324160" imgH="3251160" progId="CHEMDOODLEOLE.ChemDoodleEmbeddedObject.1">
                  <p:embed/>
                  <p:pic>
                    <p:nvPicPr>
                      <p:cNvPr id="87" name="Object 86">
                        <a:extLst>
                          <a:ext uri="{FF2B5EF4-FFF2-40B4-BE49-F238E27FC236}">
                            <a16:creationId xmlns:a16="http://schemas.microsoft.com/office/drawing/2014/main" id="{76234EE1-5233-E0C1-939B-A35852F098D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1305905" y="14904212"/>
                        <a:ext cx="1178516" cy="16486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" name="Object 87">
            <a:extLst>
              <a:ext uri="{FF2B5EF4-FFF2-40B4-BE49-F238E27FC236}">
                <a16:creationId xmlns:a16="http://schemas.microsoft.com/office/drawing/2014/main" id="{66336E29-7E59-2DA4-6C71-48F33E5C600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7463093"/>
              </p:ext>
            </p:extLst>
          </p:nvPr>
        </p:nvGraphicFramePr>
        <p:xfrm>
          <a:off x="37634896" y="15485323"/>
          <a:ext cx="548312" cy="8108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emDoodle OLE" r:id="rId58" imgW="901800" imgH="1333440" progId="CHEMDOODLEOLE.ChemDoodleEmbeddedObject.1">
                  <p:embed/>
                </p:oleObj>
              </mc:Choice>
              <mc:Fallback>
                <p:oleObj name="ChemDoodle OLE" r:id="rId58" imgW="901800" imgH="1333440" progId="CHEMDOODLEOLE.ChemDoodleEmbeddedObject.1">
                  <p:embed/>
                  <p:pic>
                    <p:nvPicPr>
                      <p:cNvPr id="88" name="Object 87">
                        <a:extLst>
                          <a:ext uri="{FF2B5EF4-FFF2-40B4-BE49-F238E27FC236}">
                            <a16:creationId xmlns:a16="http://schemas.microsoft.com/office/drawing/2014/main" id="{66336E29-7E59-2DA4-6C71-48F33E5C60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9"/>
                      <a:stretch>
                        <a:fillRect/>
                      </a:stretch>
                    </p:blipFill>
                    <p:spPr>
                      <a:xfrm>
                        <a:off x="37634896" y="15485323"/>
                        <a:ext cx="548312" cy="8108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F0C9D8AF-0501-F20E-6805-60D9EBB4E24F}"/>
              </a:ext>
            </a:extLst>
          </p:cNvPr>
          <p:cNvCxnSpPr>
            <a:cxnSpLocks/>
          </p:cNvCxnSpPr>
          <p:nvPr/>
        </p:nvCxnSpPr>
        <p:spPr>
          <a:xfrm>
            <a:off x="37895216" y="16328680"/>
            <a:ext cx="0" cy="349979"/>
          </a:xfrm>
          <a:prstGeom prst="straightConnector1">
            <a:avLst/>
          </a:prstGeom>
          <a:ln>
            <a:solidFill>
              <a:srgbClr val="04394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220473D7-E17E-1075-E308-CF0AB7C97BBB}"/>
              </a:ext>
            </a:extLst>
          </p:cNvPr>
          <p:cNvSpPr txBox="1"/>
          <p:nvPr/>
        </p:nvSpPr>
        <p:spPr>
          <a:xfrm>
            <a:off x="37206702" y="15152296"/>
            <a:ext cx="17488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4394A"/>
                </a:solidFill>
              </a:rPr>
              <a:t>PS Homopolymer</a:t>
            </a:r>
          </a:p>
        </p:txBody>
      </p:sp>
      <p:graphicFrame>
        <p:nvGraphicFramePr>
          <p:cNvPr id="91" name="Object 90">
            <a:extLst>
              <a:ext uri="{FF2B5EF4-FFF2-40B4-BE49-F238E27FC236}">
                <a16:creationId xmlns:a16="http://schemas.microsoft.com/office/drawing/2014/main" id="{A89B2E80-F239-24A5-0584-E869D84246D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9170787"/>
              </p:ext>
            </p:extLst>
          </p:nvPr>
        </p:nvGraphicFramePr>
        <p:xfrm>
          <a:off x="38474135" y="16250174"/>
          <a:ext cx="767060" cy="9532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emDoodle OLE" r:id="rId60" imgW="1308240" imgH="1625760" progId="CHEMDOODLEOLE.ChemDoodleEmbeddedObject.1">
                  <p:embed/>
                </p:oleObj>
              </mc:Choice>
              <mc:Fallback>
                <p:oleObj name="ChemDoodle OLE" r:id="rId60" imgW="1308240" imgH="1625760" progId="CHEMDOODLEOLE.ChemDoodleEmbeddedObject.1">
                  <p:embed/>
                  <p:pic>
                    <p:nvPicPr>
                      <p:cNvPr id="91" name="Object 90">
                        <a:extLst>
                          <a:ext uri="{FF2B5EF4-FFF2-40B4-BE49-F238E27FC236}">
                            <a16:creationId xmlns:a16="http://schemas.microsoft.com/office/drawing/2014/main" id="{A89B2E80-F239-24A5-0584-E869D84246D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1"/>
                      <a:stretch>
                        <a:fillRect/>
                      </a:stretch>
                    </p:blipFill>
                    <p:spPr>
                      <a:xfrm>
                        <a:off x="38474135" y="16250174"/>
                        <a:ext cx="767060" cy="95324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" name="TextBox 91">
            <a:extLst>
              <a:ext uri="{FF2B5EF4-FFF2-40B4-BE49-F238E27FC236}">
                <a16:creationId xmlns:a16="http://schemas.microsoft.com/office/drawing/2014/main" id="{45AA46F8-6B6B-754B-2F54-7AE16A375F1C}"/>
              </a:ext>
            </a:extLst>
          </p:cNvPr>
          <p:cNvSpPr txBox="1"/>
          <p:nvPr/>
        </p:nvSpPr>
        <p:spPr>
          <a:xfrm>
            <a:off x="38060691" y="15956234"/>
            <a:ext cx="11590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128BB2"/>
                </a:solidFill>
                <a:latin typeface="Avenir Next LT Pro" panose="020B0504020202020204" pitchFamily="34" charset="0"/>
              </a:rPr>
              <a:t>PS-BB</a:t>
            </a:r>
          </a:p>
        </p:txBody>
      </p: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502AFB50-7F84-A662-3479-18A405DE1C5F}"/>
              </a:ext>
            </a:extLst>
          </p:cNvPr>
          <p:cNvCxnSpPr>
            <a:cxnSpLocks/>
          </p:cNvCxnSpPr>
          <p:nvPr/>
        </p:nvCxnSpPr>
        <p:spPr>
          <a:xfrm>
            <a:off x="38779136" y="16733678"/>
            <a:ext cx="1604343" cy="111319"/>
          </a:xfrm>
          <a:prstGeom prst="straightConnector1">
            <a:avLst/>
          </a:prstGeom>
          <a:ln>
            <a:solidFill>
              <a:srgbClr val="128BB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4" name="Object 93">
            <a:extLst>
              <a:ext uri="{FF2B5EF4-FFF2-40B4-BE49-F238E27FC236}">
                <a16:creationId xmlns:a16="http://schemas.microsoft.com/office/drawing/2014/main" id="{8E466FEB-84F0-2B75-3687-336AB965A2F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8102242"/>
              </p:ext>
            </p:extLst>
          </p:nvPr>
        </p:nvGraphicFramePr>
        <p:xfrm>
          <a:off x="38843826" y="14926581"/>
          <a:ext cx="1280644" cy="14454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emDoodle OLE" r:id="rId62" imgW="2171880" imgH="2451240" progId="CHEMDOODLEOLE.ChemDoodleEmbeddedObject.1">
                  <p:embed/>
                </p:oleObj>
              </mc:Choice>
              <mc:Fallback>
                <p:oleObj name="ChemDoodle OLE" r:id="rId62" imgW="2171880" imgH="2451240" progId="CHEMDOODLEOLE.ChemDoodleEmbeddedObject.1">
                  <p:embed/>
                  <p:pic>
                    <p:nvPicPr>
                      <p:cNvPr id="94" name="Object 93">
                        <a:extLst>
                          <a:ext uri="{FF2B5EF4-FFF2-40B4-BE49-F238E27FC236}">
                            <a16:creationId xmlns:a16="http://schemas.microsoft.com/office/drawing/2014/main" id="{8E466FEB-84F0-2B75-3687-336AB965A2F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3"/>
                      <a:stretch>
                        <a:fillRect/>
                      </a:stretch>
                    </p:blipFill>
                    <p:spPr>
                      <a:xfrm>
                        <a:off x="38843826" y="14926581"/>
                        <a:ext cx="1280644" cy="144540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" name="TextBox 94">
            <a:extLst>
              <a:ext uri="{FF2B5EF4-FFF2-40B4-BE49-F238E27FC236}">
                <a16:creationId xmlns:a16="http://schemas.microsoft.com/office/drawing/2014/main" id="{CCDC56C7-688B-EFD0-8821-6AC667181451}"/>
              </a:ext>
            </a:extLst>
          </p:cNvPr>
          <p:cNvSpPr txBox="1"/>
          <p:nvPr/>
        </p:nvSpPr>
        <p:spPr>
          <a:xfrm>
            <a:off x="39126550" y="14369966"/>
            <a:ext cx="12541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err="1">
                <a:solidFill>
                  <a:srgbClr val="00D296"/>
                </a:solidFill>
                <a:latin typeface="Avenir Next LT Pro" panose="020B0504020202020204" pitchFamily="34" charset="0"/>
              </a:rPr>
              <a:t>Diblock</a:t>
            </a:r>
            <a:r>
              <a:rPr lang="en-US" sz="1400" dirty="0">
                <a:solidFill>
                  <a:srgbClr val="00D296"/>
                </a:solidFill>
                <a:latin typeface="Avenir Next LT Pro" panose="020B0504020202020204" pitchFamily="34" charset="0"/>
              </a:rPr>
              <a:t> </a:t>
            </a:r>
            <a:br>
              <a:rPr lang="en-US" sz="1400" dirty="0">
                <a:solidFill>
                  <a:srgbClr val="00D296"/>
                </a:solidFill>
                <a:latin typeface="Avenir Next LT Pro" panose="020B0504020202020204" pitchFamily="34" charset="0"/>
              </a:rPr>
            </a:br>
            <a:r>
              <a:rPr lang="en-US" sz="1400" dirty="0">
                <a:solidFill>
                  <a:srgbClr val="00D296"/>
                </a:solidFill>
                <a:latin typeface="Avenir Next LT Pro" panose="020B0504020202020204" pitchFamily="34" charset="0"/>
              </a:rPr>
              <a:t>PS-b-2PLA</a:t>
            </a:r>
          </a:p>
        </p:txBody>
      </p: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5EF5F3A0-1FED-F8BC-5DDC-08BCC58B2F1B}"/>
              </a:ext>
            </a:extLst>
          </p:cNvPr>
          <p:cNvCxnSpPr>
            <a:cxnSpLocks/>
          </p:cNvCxnSpPr>
          <p:nvPr/>
        </p:nvCxnSpPr>
        <p:spPr>
          <a:xfrm>
            <a:off x="39937376" y="15190679"/>
            <a:ext cx="977452" cy="0"/>
          </a:xfrm>
          <a:prstGeom prst="straightConnector1">
            <a:avLst/>
          </a:prstGeom>
          <a:ln>
            <a:solidFill>
              <a:srgbClr val="00D29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2933E45E-BBBB-6EA7-2C95-E5199828222F}"/>
              </a:ext>
            </a:extLst>
          </p:cNvPr>
          <p:cNvCxnSpPr>
            <a:cxnSpLocks/>
          </p:cNvCxnSpPr>
          <p:nvPr/>
        </p:nvCxnSpPr>
        <p:spPr>
          <a:xfrm flipH="1">
            <a:off x="41549320" y="16139160"/>
            <a:ext cx="375920" cy="44440"/>
          </a:xfrm>
          <a:prstGeom prst="straightConnector1">
            <a:avLst/>
          </a:prstGeom>
          <a:ln>
            <a:solidFill>
              <a:srgbClr val="FFB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TextBox 97">
            <a:extLst>
              <a:ext uri="{FF2B5EF4-FFF2-40B4-BE49-F238E27FC236}">
                <a16:creationId xmlns:a16="http://schemas.microsoft.com/office/drawing/2014/main" id="{E09CA33E-13C3-A572-A1B9-69D51BE99AB3}"/>
              </a:ext>
            </a:extLst>
          </p:cNvPr>
          <p:cNvSpPr txBox="1"/>
          <p:nvPr/>
        </p:nvSpPr>
        <p:spPr>
          <a:xfrm>
            <a:off x="40927546" y="14353619"/>
            <a:ext cx="16718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FFBF00"/>
                </a:solidFill>
                <a:latin typeface="Avenir Next LT Pro" panose="020B0504020202020204" pitchFamily="34" charset="0"/>
              </a:rPr>
              <a:t>Triblock </a:t>
            </a:r>
            <a:br>
              <a:rPr lang="en-US" sz="1400" dirty="0">
                <a:solidFill>
                  <a:srgbClr val="FFBF00"/>
                </a:solidFill>
                <a:latin typeface="Avenir Next LT Pro" panose="020B0504020202020204" pitchFamily="34" charset="0"/>
              </a:rPr>
            </a:br>
            <a:r>
              <a:rPr lang="en-US" sz="1400" dirty="0">
                <a:solidFill>
                  <a:srgbClr val="FFBF00"/>
                </a:solidFill>
                <a:latin typeface="Avenir Next LT Pro" panose="020B0504020202020204" pitchFamily="34" charset="0"/>
              </a:rPr>
              <a:t>PS-b-2PLA-b-PS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EA26C580-1A1C-4E83-1301-9186709EA6A7}"/>
              </a:ext>
            </a:extLst>
          </p:cNvPr>
          <p:cNvSpPr txBox="1"/>
          <p:nvPr/>
        </p:nvSpPr>
        <p:spPr>
          <a:xfrm flipH="1">
            <a:off x="32093812" y="19583890"/>
            <a:ext cx="64825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>
                <a:latin typeface="Avenir Next LT Pro Demi" panose="020B0704020202020204" pitchFamily="34" charset="0"/>
                <a:cs typeface="Calibri" panose="020F0502020204030204" pitchFamily="34" charset="0"/>
              </a:rPr>
              <a:t>Calculated Composition Data</a:t>
            </a:r>
          </a:p>
        </p:txBody>
      </p:sp>
      <p:sp>
        <p:nvSpPr>
          <p:cNvPr id="105" name="Rectangle: Rounded Corners 104">
            <a:extLst>
              <a:ext uri="{FF2B5EF4-FFF2-40B4-BE49-F238E27FC236}">
                <a16:creationId xmlns:a16="http://schemas.microsoft.com/office/drawing/2014/main" id="{8605F7F4-11A6-7B0F-2076-A88B53371182}"/>
              </a:ext>
            </a:extLst>
          </p:cNvPr>
          <p:cNvSpPr/>
          <p:nvPr/>
        </p:nvSpPr>
        <p:spPr>
          <a:xfrm>
            <a:off x="27522449" y="16636540"/>
            <a:ext cx="2256230" cy="1640702"/>
          </a:xfrm>
          <a:prstGeom prst="roundRect">
            <a:avLst>
              <a:gd name="adj" fmla="val 11137"/>
            </a:avLst>
          </a:prstGeom>
          <a:solidFill>
            <a:srgbClr val="AFDC7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i="1" dirty="0">
                <a:solidFill>
                  <a:schemeClr val="tx1"/>
                </a:solidFill>
                <a:latin typeface="AvenirNext LT Pro Medium" panose="020B0604020202020204" pitchFamily="34" charset="0"/>
              </a:rPr>
              <a:t>Successful automation </a:t>
            </a:r>
            <a:br>
              <a:rPr lang="en-US" sz="2400" i="1" dirty="0">
                <a:solidFill>
                  <a:schemeClr val="tx1"/>
                </a:solidFill>
                <a:latin typeface="AvenirNext LT Pro Medium" panose="020B0604020202020204" pitchFamily="34" charset="0"/>
              </a:rPr>
            </a:br>
            <a:r>
              <a:rPr lang="en-US" sz="2400" i="1" dirty="0">
                <a:solidFill>
                  <a:schemeClr val="tx1"/>
                </a:solidFill>
                <a:latin typeface="AvenirNext LT Pro Medium" panose="020B0604020202020204" pitchFamily="34" charset="0"/>
              </a:rPr>
              <a:t>of BBCP synthesis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D43D358C-9DAA-D94D-F973-2242933F3BC2}"/>
              </a:ext>
            </a:extLst>
          </p:cNvPr>
          <p:cNvSpPr txBox="1"/>
          <p:nvPr/>
        </p:nvSpPr>
        <p:spPr>
          <a:xfrm>
            <a:off x="27345557" y="19705358"/>
            <a:ext cx="56787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dirty="0">
                <a:effectLst/>
                <a:latin typeface="Avenir Next LT Pro Light" panose="020B0304020202020204" pitchFamily="34" charset="0"/>
              </a:rPr>
              <a:t>*Assuming polymers have similar sample constants for GPC intensity</a:t>
            </a:r>
          </a:p>
        </p:txBody>
      </p:sp>
      <p:pic>
        <p:nvPicPr>
          <p:cNvPr id="107" name="Picture 3" descr="Image(1)">
            <a:extLst>
              <a:ext uri="{FF2B5EF4-FFF2-40B4-BE49-F238E27FC236}">
                <a16:creationId xmlns:a16="http://schemas.microsoft.com/office/drawing/2014/main" id="{78650A9D-0B91-55B4-3B0A-61FB6EEE434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917"/>
          <a:stretch/>
        </p:blipFill>
        <p:spPr bwMode="auto">
          <a:xfrm>
            <a:off x="37230024" y="28794290"/>
            <a:ext cx="5097968" cy="3291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1" name="TextBox 110">
            <a:extLst>
              <a:ext uri="{FF2B5EF4-FFF2-40B4-BE49-F238E27FC236}">
                <a16:creationId xmlns:a16="http://schemas.microsoft.com/office/drawing/2014/main" id="{5F241CEC-0F40-146E-8CFA-6F910B5BA6D6}"/>
              </a:ext>
            </a:extLst>
          </p:cNvPr>
          <p:cNvSpPr txBox="1"/>
          <p:nvPr/>
        </p:nvSpPr>
        <p:spPr>
          <a:xfrm>
            <a:off x="31029655" y="24715576"/>
            <a:ext cx="635204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sz="2400" dirty="0">
                <a:latin typeface="AvenirNext LT Pro Bold" panose="020B0804020202020204" pitchFamily="34" charset="0"/>
                <a:sym typeface="Arial"/>
              </a:rPr>
              <a:t>With</a:t>
            </a:r>
            <a:r>
              <a:rPr kumimoji="0" lang="en-US" sz="2400" b="1" i="0" strike="noStrike" kern="0" cap="none" spc="0" normalizeH="0" baseline="0" noProof="0" dirty="0">
                <a:ln>
                  <a:noFill/>
                </a:ln>
                <a:solidFill>
                  <a:srgbClr val="1B4284"/>
                </a:solidFill>
                <a:effectLst/>
                <a:uLnTx/>
                <a:uFillTx/>
                <a:latin typeface="AvenirNext LT Pro Bold" panose="020B0804020202020204" pitchFamily="34" charset="0"/>
                <a:sym typeface="Arial"/>
              </a:rPr>
              <a:t> </a:t>
            </a:r>
            <a:r>
              <a:rPr lang="en-US" sz="2400" dirty="0">
                <a:latin typeface="AvenirNext LT Pro Bold" panose="020B0804020202020204" pitchFamily="34" charset="0"/>
                <a:sym typeface="Arial"/>
              </a:rPr>
              <a:t>precipitation and GPC ✔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400" dirty="0">
                <a:latin typeface="Avenir Next LT Pro Demi" panose="020B0704020202020204" pitchFamily="34" charset="0"/>
                <a:sym typeface="Arial"/>
              </a:rPr>
              <a:t>45 x 200mg (5g) polymer</a:t>
            </a:r>
            <a:r>
              <a:rPr lang="en-US" sz="2400" dirty="0">
                <a:latin typeface="Avenir Next LT Pro" panose="020B0504020202020204" pitchFamily="34" charset="0"/>
                <a:sym typeface="Arial"/>
              </a:rPr>
              <a:t>, precipitation in 15mL Falcon (3x excess)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400" dirty="0">
                <a:latin typeface="Avenir Next LT Pro Demi" panose="020B0704020202020204" pitchFamily="34" charset="0"/>
                <a:sym typeface="Arial"/>
              </a:rPr>
              <a:t>18 x 200mg (3.6g) polymer</a:t>
            </a:r>
            <a:r>
              <a:rPr lang="en-US" sz="2400" dirty="0">
                <a:latin typeface="Avenir Next LT Pro" panose="020B0504020202020204" pitchFamily="34" charset="0"/>
                <a:sym typeface="Arial"/>
              </a:rPr>
              <a:t>, precipitation in 50mL Falcon (15x excess)</a:t>
            </a:r>
          </a:p>
        </p:txBody>
      </p:sp>
      <p:grpSp>
        <p:nvGrpSpPr>
          <p:cNvPr id="2665" name="Group 2664">
            <a:extLst>
              <a:ext uri="{FF2B5EF4-FFF2-40B4-BE49-F238E27FC236}">
                <a16:creationId xmlns:a16="http://schemas.microsoft.com/office/drawing/2014/main" id="{247EECB6-4B78-B0FE-7F56-4F9AD9DCACBE}"/>
              </a:ext>
            </a:extLst>
          </p:cNvPr>
          <p:cNvGrpSpPr>
            <a:grpSpLocks noChangeAspect="1"/>
          </p:cNvGrpSpPr>
          <p:nvPr/>
        </p:nvGrpSpPr>
        <p:grpSpPr>
          <a:xfrm>
            <a:off x="31053747" y="20485308"/>
            <a:ext cx="6294856" cy="4247798"/>
            <a:chOff x="2477631" y="-41828"/>
            <a:chExt cx="10585151" cy="7142909"/>
          </a:xfrm>
        </p:grpSpPr>
        <p:grpSp>
          <p:nvGrpSpPr>
            <p:cNvPr id="2666" name="Group 2665">
              <a:extLst>
                <a:ext uri="{FF2B5EF4-FFF2-40B4-BE49-F238E27FC236}">
                  <a16:creationId xmlns:a16="http://schemas.microsoft.com/office/drawing/2014/main" id="{62C617CF-072E-7BBE-13D1-E53445CBCA88}"/>
                </a:ext>
              </a:extLst>
            </p:cNvPr>
            <p:cNvGrpSpPr/>
            <p:nvPr/>
          </p:nvGrpSpPr>
          <p:grpSpPr>
            <a:xfrm>
              <a:off x="6285481" y="3992728"/>
              <a:ext cx="4371826" cy="70446"/>
              <a:chOff x="4895010" y="6601537"/>
              <a:chExt cx="4371826" cy="70446"/>
            </a:xfrm>
            <a:solidFill>
              <a:srgbClr val="FFFFFF"/>
            </a:solidFill>
          </p:grpSpPr>
          <p:cxnSp>
            <p:nvCxnSpPr>
              <p:cNvPr id="3280" name="Straight Connector 3279">
                <a:extLst>
                  <a:ext uri="{FF2B5EF4-FFF2-40B4-BE49-F238E27FC236}">
                    <a16:creationId xmlns:a16="http://schemas.microsoft.com/office/drawing/2014/main" id="{319E3A29-7AB3-D340-24C9-461AF4C104C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895010" y="6639606"/>
                <a:ext cx="4303065" cy="0"/>
              </a:xfrm>
              <a:prstGeom prst="line">
                <a:avLst/>
              </a:prstGeom>
              <a:grpFill/>
              <a:ln w="9525" cap="flat" cmpd="sng" algn="ctr">
                <a:solidFill>
                  <a:srgbClr val="FFFFFF"/>
                </a:solidFill>
                <a:prstDash val="solid"/>
              </a:ln>
              <a:effectLst/>
            </p:spPr>
          </p:cxnSp>
          <p:sp>
            <p:nvSpPr>
              <p:cNvPr id="3281" name="Oval 3280">
                <a:extLst>
                  <a:ext uri="{FF2B5EF4-FFF2-40B4-BE49-F238E27FC236}">
                    <a16:creationId xmlns:a16="http://schemas.microsoft.com/office/drawing/2014/main" id="{F4F6830D-6C8E-F529-771B-BDEB19508538}"/>
                  </a:ext>
                </a:extLst>
              </p:cNvPr>
              <p:cNvSpPr/>
              <p:nvPr/>
            </p:nvSpPr>
            <p:spPr>
              <a:xfrm>
                <a:off x="9196390" y="6601537"/>
                <a:ext cx="70446" cy="70446"/>
              </a:xfrm>
              <a:prstGeom prst="ellipse">
                <a:avLst/>
              </a:prstGeom>
              <a:grpFill/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</p:grpSp>
        <p:sp>
          <p:nvSpPr>
            <p:cNvPr id="2667" name="Rectangle 2666">
              <a:extLst>
                <a:ext uri="{FF2B5EF4-FFF2-40B4-BE49-F238E27FC236}">
                  <a16:creationId xmlns:a16="http://schemas.microsoft.com/office/drawing/2014/main" id="{592595EA-DA3F-3717-DEED-2A74E8FA420C}"/>
                </a:ext>
              </a:extLst>
            </p:cNvPr>
            <p:cNvSpPr/>
            <p:nvPr/>
          </p:nvSpPr>
          <p:spPr>
            <a:xfrm>
              <a:off x="4303171" y="289754"/>
              <a:ext cx="6683023" cy="6093479"/>
            </a:xfrm>
            <a:prstGeom prst="rect">
              <a:avLst/>
            </a:prstGeom>
            <a:solidFill>
              <a:srgbClr val="A5A5A5"/>
            </a:solidFill>
            <a:ln w="25400" cap="flat" cmpd="sng" algn="ctr">
              <a:solidFill>
                <a:srgbClr val="A5A5A5">
                  <a:shade val="15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2668" name="Rectangle 2667">
              <a:extLst>
                <a:ext uri="{FF2B5EF4-FFF2-40B4-BE49-F238E27FC236}">
                  <a16:creationId xmlns:a16="http://schemas.microsoft.com/office/drawing/2014/main" id="{365A4C34-E95D-4D57-613B-C384060854A3}"/>
                </a:ext>
              </a:extLst>
            </p:cNvPr>
            <p:cNvSpPr/>
            <p:nvPr/>
          </p:nvSpPr>
          <p:spPr>
            <a:xfrm>
              <a:off x="8919831" y="424578"/>
              <a:ext cx="1936444" cy="1741521"/>
            </a:xfrm>
            <a:prstGeom prst="rect">
              <a:avLst/>
            </a:prstGeom>
            <a:solidFill>
              <a:srgbClr val="000000">
                <a:alpha val="50000"/>
              </a:srgbClr>
            </a:solidFill>
            <a:ln>
              <a:noFill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2669" name="Rectangle: Rounded Corners 2668">
              <a:extLst>
                <a:ext uri="{FF2B5EF4-FFF2-40B4-BE49-F238E27FC236}">
                  <a16:creationId xmlns:a16="http://schemas.microsoft.com/office/drawing/2014/main" id="{7F16C458-BD20-309B-9B68-A282F240AD9F}"/>
                </a:ext>
              </a:extLst>
            </p:cNvPr>
            <p:cNvSpPr/>
            <p:nvPr/>
          </p:nvSpPr>
          <p:spPr>
            <a:xfrm>
              <a:off x="5878434" y="6111753"/>
              <a:ext cx="584263" cy="243510"/>
            </a:xfrm>
            <a:prstGeom prst="roundRect">
              <a:avLst/>
            </a:prstGeom>
            <a:solidFill>
              <a:srgbClr val="E7E6E6">
                <a:lumMod val="25000"/>
              </a:srgbClr>
            </a:solidFill>
            <a:ln w="25400" cap="flat" cmpd="sng" algn="ctr">
              <a:solidFill>
                <a:srgbClr val="4472C4">
                  <a:shade val="15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2670" name="Rectangle: Rounded Corners 2669">
              <a:extLst>
                <a:ext uri="{FF2B5EF4-FFF2-40B4-BE49-F238E27FC236}">
                  <a16:creationId xmlns:a16="http://schemas.microsoft.com/office/drawing/2014/main" id="{672145F2-BB72-FB6F-6725-674452FF37FE}"/>
                </a:ext>
              </a:extLst>
            </p:cNvPr>
            <p:cNvSpPr/>
            <p:nvPr/>
          </p:nvSpPr>
          <p:spPr>
            <a:xfrm>
              <a:off x="4382194" y="812166"/>
              <a:ext cx="2551826" cy="5468240"/>
            </a:xfrm>
            <a:prstGeom prst="roundRect">
              <a:avLst>
                <a:gd name="adj" fmla="val 6935"/>
              </a:avLst>
            </a:prstGeom>
            <a:solidFill>
              <a:srgbClr val="595959"/>
            </a:solidFill>
            <a:ln w="25400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2671" name="Rectangle 2670">
              <a:extLst>
                <a:ext uri="{FF2B5EF4-FFF2-40B4-BE49-F238E27FC236}">
                  <a16:creationId xmlns:a16="http://schemas.microsoft.com/office/drawing/2014/main" id="{BD325575-ED41-7294-2F37-DC3A264DFE59}"/>
                </a:ext>
              </a:extLst>
            </p:cNvPr>
            <p:cNvSpPr/>
            <p:nvPr/>
          </p:nvSpPr>
          <p:spPr>
            <a:xfrm>
              <a:off x="6969531" y="3631872"/>
              <a:ext cx="1783645" cy="1186771"/>
            </a:xfrm>
            <a:prstGeom prst="rect">
              <a:avLst/>
            </a:prstGeom>
            <a:gradFill rotWithShape="1">
              <a:gsLst>
                <a:gs pos="0">
                  <a:srgbClr val="A5A5A5">
                    <a:tint val="100000"/>
                    <a:shade val="100000"/>
                    <a:satMod val="130000"/>
                  </a:srgbClr>
                </a:gs>
                <a:gs pos="100000">
                  <a:srgbClr val="A5A5A5">
                    <a:tint val="50000"/>
                    <a:shade val="100000"/>
                    <a:satMod val="350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A5A5A5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grpSp>
          <p:nvGrpSpPr>
            <p:cNvPr id="2672" name="Group 2671">
              <a:extLst>
                <a:ext uri="{FF2B5EF4-FFF2-40B4-BE49-F238E27FC236}">
                  <a16:creationId xmlns:a16="http://schemas.microsoft.com/office/drawing/2014/main" id="{7750E755-578F-A0BA-537A-B9FFDEE0C6A6}"/>
                </a:ext>
              </a:extLst>
            </p:cNvPr>
            <p:cNvGrpSpPr/>
            <p:nvPr/>
          </p:nvGrpSpPr>
          <p:grpSpPr>
            <a:xfrm>
              <a:off x="6976364" y="977284"/>
              <a:ext cx="1783645" cy="1186771"/>
              <a:chOff x="6509609" y="1012320"/>
              <a:chExt cx="1783645" cy="1186771"/>
            </a:xfrm>
          </p:grpSpPr>
          <p:sp>
            <p:nvSpPr>
              <p:cNvPr id="3202" name="Rectangle 3201">
                <a:extLst>
                  <a:ext uri="{FF2B5EF4-FFF2-40B4-BE49-F238E27FC236}">
                    <a16:creationId xmlns:a16="http://schemas.microsoft.com/office/drawing/2014/main" id="{8ED8DD4C-8D8F-2F43-374C-2974F85C307D}"/>
                  </a:ext>
                </a:extLst>
              </p:cNvPr>
              <p:cNvSpPr/>
              <p:nvPr/>
            </p:nvSpPr>
            <p:spPr>
              <a:xfrm>
                <a:off x="6509609" y="1012320"/>
                <a:ext cx="1783645" cy="1186771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203" name="Oval 3202">
                <a:extLst>
                  <a:ext uri="{FF2B5EF4-FFF2-40B4-BE49-F238E27FC236}">
                    <a16:creationId xmlns:a16="http://schemas.microsoft.com/office/drawing/2014/main" id="{153FFA87-8371-4D91-D4CC-3A8DA047297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593092" y="1085776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204" name="Oval 3203">
                <a:extLst>
                  <a:ext uri="{FF2B5EF4-FFF2-40B4-BE49-F238E27FC236}">
                    <a16:creationId xmlns:a16="http://schemas.microsoft.com/office/drawing/2014/main" id="{44E8D093-A0A0-6DBB-54D3-E6261F6AD0D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593092" y="1246721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205" name="Oval 3204">
                <a:extLst>
                  <a:ext uri="{FF2B5EF4-FFF2-40B4-BE49-F238E27FC236}">
                    <a16:creationId xmlns:a16="http://schemas.microsoft.com/office/drawing/2014/main" id="{DB109F23-B717-48AB-4F30-8A7674EF45D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593092" y="1407666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206" name="Oval 3205">
                <a:extLst>
                  <a:ext uri="{FF2B5EF4-FFF2-40B4-BE49-F238E27FC236}">
                    <a16:creationId xmlns:a16="http://schemas.microsoft.com/office/drawing/2014/main" id="{6E72303A-3E18-E701-D055-10D38079BC5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593092" y="1568611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207" name="Oval 3206">
                <a:extLst>
                  <a:ext uri="{FF2B5EF4-FFF2-40B4-BE49-F238E27FC236}">
                    <a16:creationId xmlns:a16="http://schemas.microsoft.com/office/drawing/2014/main" id="{7916D6D5-FF26-1C0E-46D9-A6959D31D94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593092" y="1729556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208" name="Oval 3207">
                <a:extLst>
                  <a:ext uri="{FF2B5EF4-FFF2-40B4-BE49-F238E27FC236}">
                    <a16:creationId xmlns:a16="http://schemas.microsoft.com/office/drawing/2014/main" id="{5F6FABA7-7AFA-13E6-590E-22E5DF29835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593092" y="1890501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209" name="Oval 3208">
                <a:extLst>
                  <a:ext uri="{FF2B5EF4-FFF2-40B4-BE49-F238E27FC236}">
                    <a16:creationId xmlns:a16="http://schemas.microsoft.com/office/drawing/2014/main" id="{EEF28A51-5A62-7361-26BA-9FC2C1C915B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593092" y="2051446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210" name="Oval 3209">
                <a:extLst>
                  <a:ext uri="{FF2B5EF4-FFF2-40B4-BE49-F238E27FC236}">
                    <a16:creationId xmlns:a16="http://schemas.microsoft.com/office/drawing/2014/main" id="{611DF341-4DE1-1C97-96FB-51214CE642E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745492" y="1086512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211" name="Oval 3210">
                <a:extLst>
                  <a:ext uri="{FF2B5EF4-FFF2-40B4-BE49-F238E27FC236}">
                    <a16:creationId xmlns:a16="http://schemas.microsoft.com/office/drawing/2014/main" id="{51CE7980-973F-42A2-0746-597A6C3EEFF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745492" y="1247457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212" name="Oval 3211">
                <a:extLst>
                  <a:ext uri="{FF2B5EF4-FFF2-40B4-BE49-F238E27FC236}">
                    <a16:creationId xmlns:a16="http://schemas.microsoft.com/office/drawing/2014/main" id="{1D9EEAF7-C4C6-A643-66D7-84AC017A7D0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745492" y="1408402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213" name="Oval 3212">
                <a:extLst>
                  <a:ext uri="{FF2B5EF4-FFF2-40B4-BE49-F238E27FC236}">
                    <a16:creationId xmlns:a16="http://schemas.microsoft.com/office/drawing/2014/main" id="{AC2AD0D9-4767-DA46-D105-0B5E614D295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745492" y="1569347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214" name="Oval 3213">
                <a:extLst>
                  <a:ext uri="{FF2B5EF4-FFF2-40B4-BE49-F238E27FC236}">
                    <a16:creationId xmlns:a16="http://schemas.microsoft.com/office/drawing/2014/main" id="{6539FC05-69C0-A616-B9F1-5E2B7EEFFB3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745492" y="1730292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215" name="Oval 3214">
                <a:extLst>
                  <a:ext uri="{FF2B5EF4-FFF2-40B4-BE49-F238E27FC236}">
                    <a16:creationId xmlns:a16="http://schemas.microsoft.com/office/drawing/2014/main" id="{4908F3E2-5DE5-9A0A-FD2D-325E5D191E1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745492" y="1891237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216" name="Oval 3215">
                <a:extLst>
                  <a:ext uri="{FF2B5EF4-FFF2-40B4-BE49-F238E27FC236}">
                    <a16:creationId xmlns:a16="http://schemas.microsoft.com/office/drawing/2014/main" id="{3DB4F863-0538-504F-6FB8-11535151561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745492" y="2052182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217" name="Oval 3216">
                <a:extLst>
                  <a:ext uri="{FF2B5EF4-FFF2-40B4-BE49-F238E27FC236}">
                    <a16:creationId xmlns:a16="http://schemas.microsoft.com/office/drawing/2014/main" id="{F882D08A-B884-53A6-1DA2-CFBDCCDE58A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897892" y="1087248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218" name="Oval 3217">
                <a:extLst>
                  <a:ext uri="{FF2B5EF4-FFF2-40B4-BE49-F238E27FC236}">
                    <a16:creationId xmlns:a16="http://schemas.microsoft.com/office/drawing/2014/main" id="{E7815708-3A3B-9491-7F7D-01BB081C145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897892" y="1248193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219" name="Oval 3218">
                <a:extLst>
                  <a:ext uri="{FF2B5EF4-FFF2-40B4-BE49-F238E27FC236}">
                    <a16:creationId xmlns:a16="http://schemas.microsoft.com/office/drawing/2014/main" id="{F95D8397-1D4A-FBCD-57A2-AA3B8C98106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897892" y="1409138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220" name="Oval 3219">
                <a:extLst>
                  <a:ext uri="{FF2B5EF4-FFF2-40B4-BE49-F238E27FC236}">
                    <a16:creationId xmlns:a16="http://schemas.microsoft.com/office/drawing/2014/main" id="{F722CDE7-E78A-3B73-C835-B653BF8FF4E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897892" y="1570083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221" name="Oval 3220">
                <a:extLst>
                  <a:ext uri="{FF2B5EF4-FFF2-40B4-BE49-F238E27FC236}">
                    <a16:creationId xmlns:a16="http://schemas.microsoft.com/office/drawing/2014/main" id="{05C1B870-101B-4570-E2F6-28BF602DA9C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897892" y="1731028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222" name="Oval 3221">
                <a:extLst>
                  <a:ext uri="{FF2B5EF4-FFF2-40B4-BE49-F238E27FC236}">
                    <a16:creationId xmlns:a16="http://schemas.microsoft.com/office/drawing/2014/main" id="{2F28E643-AF32-2B77-016B-C085905A6CA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897892" y="1891973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223" name="Oval 3222">
                <a:extLst>
                  <a:ext uri="{FF2B5EF4-FFF2-40B4-BE49-F238E27FC236}">
                    <a16:creationId xmlns:a16="http://schemas.microsoft.com/office/drawing/2014/main" id="{A89CDE1B-7B28-6926-7D56-24B00FA576A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897892" y="2052918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224" name="Oval 3223">
                <a:extLst>
                  <a:ext uri="{FF2B5EF4-FFF2-40B4-BE49-F238E27FC236}">
                    <a16:creationId xmlns:a16="http://schemas.microsoft.com/office/drawing/2014/main" id="{67E1A4B1-54C4-2D3E-142D-7A451834DE6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50292" y="1087984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225" name="Oval 3224">
                <a:extLst>
                  <a:ext uri="{FF2B5EF4-FFF2-40B4-BE49-F238E27FC236}">
                    <a16:creationId xmlns:a16="http://schemas.microsoft.com/office/drawing/2014/main" id="{678829AA-2AB2-23B0-AACE-FD8AF14D941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50292" y="1248929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226" name="Oval 3225">
                <a:extLst>
                  <a:ext uri="{FF2B5EF4-FFF2-40B4-BE49-F238E27FC236}">
                    <a16:creationId xmlns:a16="http://schemas.microsoft.com/office/drawing/2014/main" id="{6E4AD1DD-F510-77B6-13C3-4AB171CB056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50292" y="1409874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227" name="Oval 3226">
                <a:extLst>
                  <a:ext uri="{FF2B5EF4-FFF2-40B4-BE49-F238E27FC236}">
                    <a16:creationId xmlns:a16="http://schemas.microsoft.com/office/drawing/2014/main" id="{F4DB5139-CBA6-9EC3-C3DE-09EBA80751D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50292" y="1570819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228" name="Oval 3227">
                <a:extLst>
                  <a:ext uri="{FF2B5EF4-FFF2-40B4-BE49-F238E27FC236}">
                    <a16:creationId xmlns:a16="http://schemas.microsoft.com/office/drawing/2014/main" id="{1A5FCCAC-5EAF-3500-316C-BC91C3C226F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50292" y="1731764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229" name="Oval 3228">
                <a:extLst>
                  <a:ext uri="{FF2B5EF4-FFF2-40B4-BE49-F238E27FC236}">
                    <a16:creationId xmlns:a16="http://schemas.microsoft.com/office/drawing/2014/main" id="{BD1A1756-D6B9-7A15-4DE3-DB117D8E816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50292" y="1892709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230" name="Oval 3229">
                <a:extLst>
                  <a:ext uri="{FF2B5EF4-FFF2-40B4-BE49-F238E27FC236}">
                    <a16:creationId xmlns:a16="http://schemas.microsoft.com/office/drawing/2014/main" id="{8AB091E6-590C-B03E-76B7-1CBDBE9FBF1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50292" y="2053654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231" name="Oval 3230">
                <a:extLst>
                  <a:ext uri="{FF2B5EF4-FFF2-40B4-BE49-F238E27FC236}">
                    <a16:creationId xmlns:a16="http://schemas.microsoft.com/office/drawing/2014/main" id="{442D982D-B3F0-E4AD-33B7-5A8C80DE0C9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202692" y="1088720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232" name="Oval 3231">
                <a:extLst>
                  <a:ext uri="{FF2B5EF4-FFF2-40B4-BE49-F238E27FC236}">
                    <a16:creationId xmlns:a16="http://schemas.microsoft.com/office/drawing/2014/main" id="{BE7E6006-8914-91EE-D564-8A1F9B5AD4D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202692" y="1249665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233" name="Oval 3232">
                <a:extLst>
                  <a:ext uri="{FF2B5EF4-FFF2-40B4-BE49-F238E27FC236}">
                    <a16:creationId xmlns:a16="http://schemas.microsoft.com/office/drawing/2014/main" id="{669BDAE5-D088-8A34-EDA2-5E3E31F9505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202692" y="1410610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234" name="Oval 3233">
                <a:extLst>
                  <a:ext uri="{FF2B5EF4-FFF2-40B4-BE49-F238E27FC236}">
                    <a16:creationId xmlns:a16="http://schemas.microsoft.com/office/drawing/2014/main" id="{78C56A72-FF45-ADFA-E15E-FE42449DA70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202692" y="1571555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235" name="Oval 3234">
                <a:extLst>
                  <a:ext uri="{FF2B5EF4-FFF2-40B4-BE49-F238E27FC236}">
                    <a16:creationId xmlns:a16="http://schemas.microsoft.com/office/drawing/2014/main" id="{8AB42130-AB4E-90CD-7765-D1F0DB70EBD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202692" y="1732500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236" name="Oval 3235">
                <a:extLst>
                  <a:ext uri="{FF2B5EF4-FFF2-40B4-BE49-F238E27FC236}">
                    <a16:creationId xmlns:a16="http://schemas.microsoft.com/office/drawing/2014/main" id="{790EA628-B979-9B1E-349D-88B1C0D06EE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202692" y="1893445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237" name="Oval 3236">
                <a:extLst>
                  <a:ext uri="{FF2B5EF4-FFF2-40B4-BE49-F238E27FC236}">
                    <a16:creationId xmlns:a16="http://schemas.microsoft.com/office/drawing/2014/main" id="{1C534C36-F185-50F4-191D-37D1D4510E1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202692" y="2054390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238" name="Oval 3237">
                <a:extLst>
                  <a:ext uri="{FF2B5EF4-FFF2-40B4-BE49-F238E27FC236}">
                    <a16:creationId xmlns:a16="http://schemas.microsoft.com/office/drawing/2014/main" id="{B2CBED9D-6C98-2CEF-26ED-3DCF36C7405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355092" y="1089456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239" name="Oval 3238">
                <a:extLst>
                  <a:ext uri="{FF2B5EF4-FFF2-40B4-BE49-F238E27FC236}">
                    <a16:creationId xmlns:a16="http://schemas.microsoft.com/office/drawing/2014/main" id="{88ED803C-32EE-CB0D-9F2A-316FCD39C1C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355092" y="1250401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240" name="Oval 3239">
                <a:extLst>
                  <a:ext uri="{FF2B5EF4-FFF2-40B4-BE49-F238E27FC236}">
                    <a16:creationId xmlns:a16="http://schemas.microsoft.com/office/drawing/2014/main" id="{F600160F-CD38-4084-2A66-4DE392A8D25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355092" y="1411346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241" name="Oval 3240">
                <a:extLst>
                  <a:ext uri="{FF2B5EF4-FFF2-40B4-BE49-F238E27FC236}">
                    <a16:creationId xmlns:a16="http://schemas.microsoft.com/office/drawing/2014/main" id="{AB81D480-1BC4-5919-7450-D06B6E255F1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355092" y="1572291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242" name="Oval 3241">
                <a:extLst>
                  <a:ext uri="{FF2B5EF4-FFF2-40B4-BE49-F238E27FC236}">
                    <a16:creationId xmlns:a16="http://schemas.microsoft.com/office/drawing/2014/main" id="{93422BC8-CFF6-8319-C332-4B46EC180B1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355092" y="1733236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243" name="Oval 3242">
                <a:extLst>
                  <a:ext uri="{FF2B5EF4-FFF2-40B4-BE49-F238E27FC236}">
                    <a16:creationId xmlns:a16="http://schemas.microsoft.com/office/drawing/2014/main" id="{9186208A-B3EB-E8D5-87F0-D964828FC76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355092" y="1894181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244" name="Oval 3243">
                <a:extLst>
                  <a:ext uri="{FF2B5EF4-FFF2-40B4-BE49-F238E27FC236}">
                    <a16:creationId xmlns:a16="http://schemas.microsoft.com/office/drawing/2014/main" id="{AA28E7D6-079F-A02D-97E4-8E6B94CBF70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355092" y="2055126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245" name="Oval 3244">
                <a:extLst>
                  <a:ext uri="{FF2B5EF4-FFF2-40B4-BE49-F238E27FC236}">
                    <a16:creationId xmlns:a16="http://schemas.microsoft.com/office/drawing/2014/main" id="{9708910B-2036-925D-A748-B680157BB97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507492" y="1090192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246" name="Oval 3245">
                <a:extLst>
                  <a:ext uri="{FF2B5EF4-FFF2-40B4-BE49-F238E27FC236}">
                    <a16:creationId xmlns:a16="http://schemas.microsoft.com/office/drawing/2014/main" id="{C4F3C998-73E1-5F44-98EA-88A1B9D9F53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507492" y="1251137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247" name="Oval 3246">
                <a:extLst>
                  <a:ext uri="{FF2B5EF4-FFF2-40B4-BE49-F238E27FC236}">
                    <a16:creationId xmlns:a16="http://schemas.microsoft.com/office/drawing/2014/main" id="{AF63CE28-3548-49FD-0B79-5203E3605F8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507492" y="1412082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248" name="Oval 3247">
                <a:extLst>
                  <a:ext uri="{FF2B5EF4-FFF2-40B4-BE49-F238E27FC236}">
                    <a16:creationId xmlns:a16="http://schemas.microsoft.com/office/drawing/2014/main" id="{A8C5B3C3-2CEC-A66B-A563-11B24967E8D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507492" y="1573027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249" name="Oval 3248">
                <a:extLst>
                  <a:ext uri="{FF2B5EF4-FFF2-40B4-BE49-F238E27FC236}">
                    <a16:creationId xmlns:a16="http://schemas.microsoft.com/office/drawing/2014/main" id="{8375D0A6-0EF9-4081-CC1F-890A674C127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507492" y="1733972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250" name="Oval 3249">
                <a:extLst>
                  <a:ext uri="{FF2B5EF4-FFF2-40B4-BE49-F238E27FC236}">
                    <a16:creationId xmlns:a16="http://schemas.microsoft.com/office/drawing/2014/main" id="{F7B45148-F4DA-7D45-4A44-3E2B7D3A3AF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507492" y="1894917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251" name="Oval 3250">
                <a:extLst>
                  <a:ext uri="{FF2B5EF4-FFF2-40B4-BE49-F238E27FC236}">
                    <a16:creationId xmlns:a16="http://schemas.microsoft.com/office/drawing/2014/main" id="{8F237788-9350-D361-CC70-02EC328B8D4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507492" y="2055862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252" name="Oval 3251">
                <a:extLst>
                  <a:ext uri="{FF2B5EF4-FFF2-40B4-BE49-F238E27FC236}">
                    <a16:creationId xmlns:a16="http://schemas.microsoft.com/office/drawing/2014/main" id="{61BD216D-D73E-8BA7-1B9C-9935E0F16BF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659892" y="1090928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253" name="Oval 3252">
                <a:extLst>
                  <a:ext uri="{FF2B5EF4-FFF2-40B4-BE49-F238E27FC236}">
                    <a16:creationId xmlns:a16="http://schemas.microsoft.com/office/drawing/2014/main" id="{1D587269-F23D-F7D0-033F-52D406B1103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659892" y="1251873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254" name="Oval 3253">
                <a:extLst>
                  <a:ext uri="{FF2B5EF4-FFF2-40B4-BE49-F238E27FC236}">
                    <a16:creationId xmlns:a16="http://schemas.microsoft.com/office/drawing/2014/main" id="{4F710A91-2008-E8C3-911B-6BE6E3B4302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659892" y="1412818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255" name="Oval 3254">
                <a:extLst>
                  <a:ext uri="{FF2B5EF4-FFF2-40B4-BE49-F238E27FC236}">
                    <a16:creationId xmlns:a16="http://schemas.microsoft.com/office/drawing/2014/main" id="{ABE5DB59-A52B-0E31-44B7-1E5AE4B03FB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659892" y="1573763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256" name="Oval 3255">
                <a:extLst>
                  <a:ext uri="{FF2B5EF4-FFF2-40B4-BE49-F238E27FC236}">
                    <a16:creationId xmlns:a16="http://schemas.microsoft.com/office/drawing/2014/main" id="{3ABE2E20-5C14-E199-3002-6065E676AEB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659892" y="1734708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257" name="Oval 3256">
                <a:extLst>
                  <a:ext uri="{FF2B5EF4-FFF2-40B4-BE49-F238E27FC236}">
                    <a16:creationId xmlns:a16="http://schemas.microsoft.com/office/drawing/2014/main" id="{6300C2C0-70E6-9413-FAE7-4ACEB85C0A7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659892" y="1895653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258" name="Oval 3257">
                <a:extLst>
                  <a:ext uri="{FF2B5EF4-FFF2-40B4-BE49-F238E27FC236}">
                    <a16:creationId xmlns:a16="http://schemas.microsoft.com/office/drawing/2014/main" id="{31747EFF-E560-F25E-55D4-687C7064609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659892" y="2056598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259" name="Oval 3258">
                <a:extLst>
                  <a:ext uri="{FF2B5EF4-FFF2-40B4-BE49-F238E27FC236}">
                    <a16:creationId xmlns:a16="http://schemas.microsoft.com/office/drawing/2014/main" id="{4C145C36-EADF-3571-21F7-C416CE04494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812292" y="1091664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260" name="Oval 3259">
                <a:extLst>
                  <a:ext uri="{FF2B5EF4-FFF2-40B4-BE49-F238E27FC236}">
                    <a16:creationId xmlns:a16="http://schemas.microsoft.com/office/drawing/2014/main" id="{AC9AADD8-4760-5C3E-68B2-A885A056662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812292" y="1252609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261" name="Oval 3260">
                <a:extLst>
                  <a:ext uri="{FF2B5EF4-FFF2-40B4-BE49-F238E27FC236}">
                    <a16:creationId xmlns:a16="http://schemas.microsoft.com/office/drawing/2014/main" id="{749F338F-5E03-9E03-70E4-24CB1006933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812292" y="1413554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262" name="Oval 3261">
                <a:extLst>
                  <a:ext uri="{FF2B5EF4-FFF2-40B4-BE49-F238E27FC236}">
                    <a16:creationId xmlns:a16="http://schemas.microsoft.com/office/drawing/2014/main" id="{92638848-3CF3-B501-76C8-E469FD523FD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812292" y="1574499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263" name="Oval 3262">
                <a:extLst>
                  <a:ext uri="{FF2B5EF4-FFF2-40B4-BE49-F238E27FC236}">
                    <a16:creationId xmlns:a16="http://schemas.microsoft.com/office/drawing/2014/main" id="{125C6718-494C-B476-CC74-D5FAC273C2A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812292" y="1735444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264" name="Oval 3263">
                <a:extLst>
                  <a:ext uri="{FF2B5EF4-FFF2-40B4-BE49-F238E27FC236}">
                    <a16:creationId xmlns:a16="http://schemas.microsoft.com/office/drawing/2014/main" id="{60E8FDD0-74D8-0FD9-47A6-B2BB2ACA2E2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812292" y="1896389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265" name="Oval 3264">
                <a:extLst>
                  <a:ext uri="{FF2B5EF4-FFF2-40B4-BE49-F238E27FC236}">
                    <a16:creationId xmlns:a16="http://schemas.microsoft.com/office/drawing/2014/main" id="{036ED65A-E1A0-A713-535F-053DBF4AEC3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812292" y="2057334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266" name="Oval 3265">
                <a:extLst>
                  <a:ext uri="{FF2B5EF4-FFF2-40B4-BE49-F238E27FC236}">
                    <a16:creationId xmlns:a16="http://schemas.microsoft.com/office/drawing/2014/main" id="{A1282DEC-08F8-8B48-676F-EA1BA19D3F6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964692" y="1092400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267" name="Oval 3266">
                <a:extLst>
                  <a:ext uri="{FF2B5EF4-FFF2-40B4-BE49-F238E27FC236}">
                    <a16:creationId xmlns:a16="http://schemas.microsoft.com/office/drawing/2014/main" id="{2AB93288-D1F0-92D1-5CB1-6497FAD337F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964692" y="1253345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268" name="Oval 3267">
                <a:extLst>
                  <a:ext uri="{FF2B5EF4-FFF2-40B4-BE49-F238E27FC236}">
                    <a16:creationId xmlns:a16="http://schemas.microsoft.com/office/drawing/2014/main" id="{80CC52BF-6BD9-7749-88E7-D2D7150753B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964692" y="1414290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269" name="Oval 3268">
                <a:extLst>
                  <a:ext uri="{FF2B5EF4-FFF2-40B4-BE49-F238E27FC236}">
                    <a16:creationId xmlns:a16="http://schemas.microsoft.com/office/drawing/2014/main" id="{BE2B1FDF-E44B-B02E-1164-D89F766E0E3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964692" y="1575235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270" name="Oval 3269">
                <a:extLst>
                  <a:ext uri="{FF2B5EF4-FFF2-40B4-BE49-F238E27FC236}">
                    <a16:creationId xmlns:a16="http://schemas.microsoft.com/office/drawing/2014/main" id="{1065159D-21C3-536B-C565-E8C054D6A81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964692" y="1736180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271" name="Oval 3270">
                <a:extLst>
                  <a:ext uri="{FF2B5EF4-FFF2-40B4-BE49-F238E27FC236}">
                    <a16:creationId xmlns:a16="http://schemas.microsoft.com/office/drawing/2014/main" id="{77DBF990-927C-46E4-04E0-712D1986697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964692" y="1897125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272" name="Oval 3271">
                <a:extLst>
                  <a:ext uri="{FF2B5EF4-FFF2-40B4-BE49-F238E27FC236}">
                    <a16:creationId xmlns:a16="http://schemas.microsoft.com/office/drawing/2014/main" id="{A54CEDCE-48D9-F9C5-DE6B-42B37C838F3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964692" y="2058070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273" name="Oval 3272">
                <a:extLst>
                  <a:ext uri="{FF2B5EF4-FFF2-40B4-BE49-F238E27FC236}">
                    <a16:creationId xmlns:a16="http://schemas.microsoft.com/office/drawing/2014/main" id="{5F0D4C06-CC03-836B-EAE0-B392DF10553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117092" y="1093136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274" name="Oval 3273">
                <a:extLst>
                  <a:ext uri="{FF2B5EF4-FFF2-40B4-BE49-F238E27FC236}">
                    <a16:creationId xmlns:a16="http://schemas.microsoft.com/office/drawing/2014/main" id="{98BCC931-7E93-6609-7CFF-1EEBD64EB28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117092" y="1254081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275" name="Oval 3274">
                <a:extLst>
                  <a:ext uri="{FF2B5EF4-FFF2-40B4-BE49-F238E27FC236}">
                    <a16:creationId xmlns:a16="http://schemas.microsoft.com/office/drawing/2014/main" id="{AF9113D8-6E7E-C640-CA24-0A0EA87643C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117092" y="1415026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276" name="Oval 3275">
                <a:extLst>
                  <a:ext uri="{FF2B5EF4-FFF2-40B4-BE49-F238E27FC236}">
                    <a16:creationId xmlns:a16="http://schemas.microsoft.com/office/drawing/2014/main" id="{92370835-0313-35E3-9280-DF97BF1B7BD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117092" y="1575971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277" name="Oval 3276">
                <a:extLst>
                  <a:ext uri="{FF2B5EF4-FFF2-40B4-BE49-F238E27FC236}">
                    <a16:creationId xmlns:a16="http://schemas.microsoft.com/office/drawing/2014/main" id="{BA6D8900-C08A-BA30-FC1A-433B7CDF8DA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117092" y="1736916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278" name="Oval 3277">
                <a:extLst>
                  <a:ext uri="{FF2B5EF4-FFF2-40B4-BE49-F238E27FC236}">
                    <a16:creationId xmlns:a16="http://schemas.microsoft.com/office/drawing/2014/main" id="{A0FB2630-F972-06EB-2852-1D9D3A2F89E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117092" y="1897861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279" name="Oval 3278">
                <a:extLst>
                  <a:ext uri="{FF2B5EF4-FFF2-40B4-BE49-F238E27FC236}">
                    <a16:creationId xmlns:a16="http://schemas.microsoft.com/office/drawing/2014/main" id="{31FC0931-685C-CFE1-977E-575172AFD92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117092" y="2058806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</p:grpSp>
        <p:grpSp>
          <p:nvGrpSpPr>
            <p:cNvPr id="2673" name="Group 2672">
              <a:extLst>
                <a:ext uri="{FF2B5EF4-FFF2-40B4-BE49-F238E27FC236}">
                  <a16:creationId xmlns:a16="http://schemas.microsoft.com/office/drawing/2014/main" id="{2FAE666B-5BE3-FB5A-4BF7-BCFDFCD2BF00}"/>
                </a:ext>
              </a:extLst>
            </p:cNvPr>
            <p:cNvGrpSpPr/>
            <p:nvPr/>
          </p:nvGrpSpPr>
          <p:grpSpPr>
            <a:xfrm>
              <a:off x="5033486" y="4969058"/>
              <a:ext cx="1783645" cy="1186771"/>
              <a:chOff x="4566731" y="5004094"/>
              <a:chExt cx="1783645" cy="1186771"/>
            </a:xfrm>
          </p:grpSpPr>
          <p:sp>
            <p:nvSpPr>
              <p:cNvPr id="3173" name="Rectangle 3172">
                <a:extLst>
                  <a:ext uri="{FF2B5EF4-FFF2-40B4-BE49-F238E27FC236}">
                    <a16:creationId xmlns:a16="http://schemas.microsoft.com/office/drawing/2014/main" id="{500ACFBC-9F98-15BD-3827-B1D110FF8101}"/>
                  </a:ext>
                </a:extLst>
              </p:cNvPr>
              <p:cNvSpPr/>
              <p:nvPr/>
            </p:nvSpPr>
            <p:spPr>
              <a:xfrm>
                <a:off x="4566731" y="5004094"/>
                <a:ext cx="1783645" cy="1186771"/>
              </a:xfrm>
              <a:prstGeom prst="rect">
                <a:avLst/>
              </a:prstGeom>
              <a:gradFill rotWithShape="1">
                <a:gsLst>
                  <a:gs pos="0">
                    <a:srgbClr val="A5A5A5">
                      <a:tint val="100000"/>
                      <a:shade val="100000"/>
                      <a:satMod val="130000"/>
                    </a:srgbClr>
                  </a:gs>
                  <a:gs pos="100000">
                    <a:srgbClr val="A5A5A5">
                      <a:tint val="50000"/>
                      <a:shade val="100000"/>
                      <a:satMod val="350000"/>
                    </a:srgbClr>
                  </a:gs>
                </a:gsLst>
                <a:lin ang="16200000" scaled="0"/>
              </a:gra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174" name="Oval 3173">
                <a:extLst>
                  <a:ext uri="{FF2B5EF4-FFF2-40B4-BE49-F238E27FC236}">
                    <a16:creationId xmlns:a16="http://schemas.microsoft.com/office/drawing/2014/main" id="{8648C661-7F63-7A94-5100-60A16095788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635915" y="5374106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175" name="Oval 3174">
                <a:extLst>
                  <a:ext uri="{FF2B5EF4-FFF2-40B4-BE49-F238E27FC236}">
                    <a16:creationId xmlns:a16="http://schemas.microsoft.com/office/drawing/2014/main" id="{B62C45B1-E12E-3968-6CBB-A6349530E6E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635915" y="5101061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176" name="Oval 3175">
                <a:extLst>
                  <a:ext uri="{FF2B5EF4-FFF2-40B4-BE49-F238E27FC236}">
                    <a16:creationId xmlns:a16="http://schemas.microsoft.com/office/drawing/2014/main" id="{EF0CFEA2-CE2F-D644-737D-13A1C97C1CA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879755" y="5374106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177" name="Oval 3176">
                <a:extLst>
                  <a:ext uri="{FF2B5EF4-FFF2-40B4-BE49-F238E27FC236}">
                    <a16:creationId xmlns:a16="http://schemas.microsoft.com/office/drawing/2014/main" id="{877D5AF6-1C44-11F3-FC7A-06F2CDF877C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879755" y="5101061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178" name="Oval 3177">
                <a:extLst>
                  <a:ext uri="{FF2B5EF4-FFF2-40B4-BE49-F238E27FC236}">
                    <a16:creationId xmlns:a16="http://schemas.microsoft.com/office/drawing/2014/main" id="{7E96662E-3B83-F6CB-F577-C513EC614FD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123595" y="5374106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179" name="Oval 3178">
                <a:extLst>
                  <a:ext uri="{FF2B5EF4-FFF2-40B4-BE49-F238E27FC236}">
                    <a16:creationId xmlns:a16="http://schemas.microsoft.com/office/drawing/2014/main" id="{A080AAAF-A06D-FE6B-4689-B0C5DDC9A23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123595" y="5101061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180" name="Oval 3179">
                <a:extLst>
                  <a:ext uri="{FF2B5EF4-FFF2-40B4-BE49-F238E27FC236}">
                    <a16:creationId xmlns:a16="http://schemas.microsoft.com/office/drawing/2014/main" id="{F334E0FB-E518-C0D7-EBFD-A5386727979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367435" y="5374106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181" name="Oval 3180">
                <a:extLst>
                  <a:ext uri="{FF2B5EF4-FFF2-40B4-BE49-F238E27FC236}">
                    <a16:creationId xmlns:a16="http://schemas.microsoft.com/office/drawing/2014/main" id="{7660B66B-D5FF-CCED-C86C-D9228720D40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367435" y="5101061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182" name="Oval 3181">
                <a:extLst>
                  <a:ext uri="{FF2B5EF4-FFF2-40B4-BE49-F238E27FC236}">
                    <a16:creationId xmlns:a16="http://schemas.microsoft.com/office/drawing/2014/main" id="{ECF4E744-F94E-5CE9-BCEA-64F6B319F85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611275" y="5374106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183" name="Oval 3182">
                <a:extLst>
                  <a:ext uri="{FF2B5EF4-FFF2-40B4-BE49-F238E27FC236}">
                    <a16:creationId xmlns:a16="http://schemas.microsoft.com/office/drawing/2014/main" id="{382D32F6-570B-EDEE-9E15-ACFBCB984F9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611275" y="5101061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184" name="Oval 3183">
                <a:extLst>
                  <a:ext uri="{FF2B5EF4-FFF2-40B4-BE49-F238E27FC236}">
                    <a16:creationId xmlns:a16="http://schemas.microsoft.com/office/drawing/2014/main" id="{5EB0D48C-FB02-5707-2DAE-B0BB22783A3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55115" y="5374106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185" name="Oval 3184">
                <a:extLst>
                  <a:ext uri="{FF2B5EF4-FFF2-40B4-BE49-F238E27FC236}">
                    <a16:creationId xmlns:a16="http://schemas.microsoft.com/office/drawing/2014/main" id="{00696D43-5708-5DAC-5333-FC126B78F5C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55115" y="5101061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186" name="Oval 3185">
                <a:extLst>
                  <a:ext uri="{FF2B5EF4-FFF2-40B4-BE49-F238E27FC236}">
                    <a16:creationId xmlns:a16="http://schemas.microsoft.com/office/drawing/2014/main" id="{4A624A4C-ACAE-D373-4F7D-BA7646D84F8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98955" y="5374106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187" name="Oval 3186">
                <a:extLst>
                  <a:ext uri="{FF2B5EF4-FFF2-40B4-BE49-F238E27FC236}">
                    <a16:creationId xmlns:a16="http://schemas.microsoft.com/office/drawing/2014/main" id="{2374F68D-C696-E373-18A7-6CABAC3D45E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98955" y="5101061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188" name="Oval 3187">
                <a:extLst>
                  <a:ext uri="{FF2B5EF4-FFF2-40B4-BE49-F238E27FC236}">
                    <a16:creationId xmlns:a16="http://schemas.microsoft.com/office/drawing/2014/main" id="{D54BF32E-044F-EB8E-138C-F4905746758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635915" y="5922876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189" name="Oval 3188">
                <a:extLst>
                  <a:ext uri="{FF2B5EF4-FFF2-40B4-BE49-F238E27FC236}">
                    <a16:creationId xmlns:a16="http://schemas.microsoft.com/office/drawing/2014/main" id="{0079CD8C-0CD7-BC65-44A1-BF427BAB16E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635915" y="5649831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190" name="Oval 3189">
                <a:extLst>
                  <a:ext uri="{FF2B5EF4-FFF2-40B4-BE49-F238E27FC236}">
                    <a16:creationId xmlns:a16="http://schemas.microsoft.com/office/drawing/2014/main" id="{6BE29B1F-F227-3370-C9C7-720CC025CF7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879755" y="5922876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191" name="Oval 3190">
                <a:extLst>
                  <a:ext uri="{FF2B5EF4-FFF2-40B4-BE49-F238E27FC236}">
                    <a16:creationId xmlns:a16="http://schemas.microsoft.com/office/drawing/2014/main" id="{F524C269-77C3-0309-4C7D-41B32D56428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879755" y="5649831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192" name="Oval 3191">
                <a:extLst>
                  <a:ext uri="{FF2B5EF4-FFF2-40B4-BE49-F238E27FC236}">
                    <a16:creationId xmlns:a16="http://schemas.microsoft.com/office/drawing/2014/main" id="{C01A53FD-D10E-43F2-0F83-3320A7D19DE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123595" y="5922876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193" name="Oval 3192">
                <a:extLst>
                  <a:ext uri="{FF2B5EF4-FFF2-40B4-BE49-F238E27FC236}">
                    <a16:creationId xmlns:a16="http://schemas.microsoft.com/office/drawing/2014/main" id="{E5DBFA0F-3F78-0501-BDAE-4E1AC033540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123595" y="5649831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194" name="Oval 3193">
                <a:extLst>
                  <a:ext uri="{FF2B5EF4-FFF2-40B4-BE49-F238E27FC236}">
                    <a16:creationId xmlns:a16="http://schemas.microsoft.com/office/drawing/2014/main" id="{452BA214-AB26-30E5-AE68-5573027C5A6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367435" y="5922876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195" name="Oval 3194">
                <a:extLst>
                  <a:ext uri="{FF2B5EF4-FFF2-40B4-BE49-F238E27FC236}">
                    <a16:creationId xmlns:a16="http://schemas.microsoft.com/office/drawing/2014/main" id="{91F81D75-B656-B05A-53A6-0EA0ACB573B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367435" y="5649831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196" name="Oval 3195">
                <a:extLst>
                  <a:ext uri="{FF2B5EF4-FFF2-40B4-BE49-F238E27FC236}">
                    <a16:creationId xmlns:a16="http://schemas.microsoft.com/office/drawing/2014/main" id="{FD9C4BB2-1708-A08D-D5DE-53855F0A12F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611275" y="5922876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197" name="Oval 3196">
                <a:extLst>
                  <a:ext uri="{FF2B5EF4-FFF2-40B4-BE49-F238E27FC236}">
                    <a16:creationId xmlns:a16="http://schemas.microsoft.com/office/drawing/2014/main" id="{8AD7D545-1BFB-3A53-F9BB-19714C03C17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611275" y="5649831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198" name="Oval 3197">
                <a:extLst>
                  <a:ext uri="{FF2B5EF4-FFF2-40B4-BE49-F238E27FC236}">
                    <a16:creationId xmlns:a16="http://schemas.microsoft.com/office/drawing/2014/main" id="{802E285E-4FE4-1524-BC3D-D06F9F2CF87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55115" y="5922876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199" name="Oval 3198">
                <a:extLst>
                  <a:ext uri="{FF2B5EF4-FFF2-40B4-BE49-F238E27FC236}">
                    <a16:creationId xmlns:a16="http://schemas.microsoft.com/office/drawing/2014/main" id="{C4CF596F-CF64-5779-B531-702A21DA84D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55115" y="5649831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200" name="Oval 3199">
                <a:extLst>
                  <a:ext uri="{FF2B5EF4-FFF2-40B4-BE49-F238E27FC236}">
                    <a16:creationId xmlns:a16="http://schemas.microsoft.com/office/drawing/2014/main" id="{3410167E-1E7C-EA9A-AC3A-E2AFCE6AFFA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98955" y="5922876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201" name="Oval 3200">
                <a:extLst>
                  <a:ext uri="{FF2B5EF4-FFF2-40B4-BE49-F238E27FC236}">
                    <a16:creationId xmlns:a16="http://schemas.microsoft.com/office/drawing/2014/main" id="{8C311A16-C322-9EC3-B07B-F0076F19FE8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98955" y="5649831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</p:grpSp>
        <p:grpSp>
          <p:nvGrpSpPr>
            <p:cNvPr id="2674" name="Group 2673">
              <a:extLst>
                <a:ext uri="{FF2B5EF4-FFF2-40B4-BE49-F238E27FC236}">
                  <a16:creationId xmlns:a16="http://schemas.microsoft.com/office/drawing/2014/main" id="{469BD764-5550-0D5E-F050-E0FBFB4380DA}"/>
                </a:ext>
              </a:extLst>
            </p:cNvPr>
            <p:cNvGrpSpPr/>
            <p:nvPr/>
          </p:nvGrpSpPr>
          <p:grpSpPr>
            <a:xfrm>
              <a:off x="6969531" y="2292701"/>
              <a:ext cx="1783645" cy="1186771"/>
              <a:chOff x="6502776" y="2327737"/>
              <a:chExt cx="1783645" cy="1186771"/>
            </a:xfrm>
          </p:grpSpPr>
          <p:sp>
            <p:nvSpPr>
              <p:cNvPr id="3170" name="Rectangle 3169">
                <a:extLst>
                  <a:ext uri="{FF2B5EF4-FFF2-40B4-BE49-F238E27FC236}">
                    <a16:creationId xmlns:a16="http://schemas.microsoft.com/office/drawing/2014/main" id="{D4FCC537-82B2-94A0-B867-F3B737F1FAD7}"/>
                  </a:ext>
                </a:extLst>
              </p:cNvPr>
              <p:cNvSpPr/>
              <p:nvPr/>
            </p:nvSpPr>
            <p:spPr>
              <a:xfrm>
                <a:off x="6502776" y="2327737"/>
                <a:ext cx="1783645" cy="1186771"/>
              </a:xfrm>
              <a:prstGeom prst="rect">
                <a:avLst/>
              </a:prstGeom>
              <a:gradFill rotWithShape="1">
                <a:gsLst>
                  <a:gs pos="0">
                    <a:srgbClr val="A5A5A5">
                      <a:tint val="100000"/>
                      <a:shade val="100000"/>
                      <a:satMod val="130000"/>
                    </a:srgbClr>
                  </a:gs>
                  <a:gs pos="100000">
                    <a:srgbClr val="A5A5A5">
                      <a:tint val="50000"/>
                      <a:shade val="100000"/>
                      <a:satMod val="350000"/>
                    </a:srgbClr>
                  </a:gs>
                </a:gsLst>
                <a:lin ang="16200000" scaled="0"/>
              </a:gra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171" name="Oval 3170">
                <a:extLst>
                  <a:ext uri="{FF2B5EF4-FFF2-40B4-BE49-F238E27FC236}">
                    <a16:creationId xmlns:a16="http://schemas.microsoft.com/office/drawing/2014/main" id="{2AFCA5E6-BDDA-DCE1-0A46-729FA169BF2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577852" y="2448643"/>
                <a:ext cx="731520" cy="73152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solidFill>
                  <a:srgbClr val="000000">
                    <a:lumMod val="85000"/>
                    <a:lumOff val="15000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172" name="Oval 3171">
                <a:extLst>
                  <a:ext uri="{FF2B5EF4-FFF2-40B4-BE49-F238E27FC236}">
                    <a16:creationId xmlns:a16="http://schemas.microsoft.com/office/drawing/2014/main" id="{57D5B7B6-1FCB-4423-A4B0-A37E322471F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446532" y="2448643"/>
                <a:ext cx="731520" cy="73152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solidFill>
                  <a:srgbClr val="000000">
                    <a:lumMod val="85000"/>
                    <a:lumOff val="15000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</p:grpSp>
        <p:grpSp>
          <p:nvGrpSpPr>
            <p:cNvPr id="2675" name="Group 2674">
              <a:extLst>
                <a:ext uri="{FF2B5EF4-FFF2-40B4-BE49-F238E27FC236}">
                  <a16:creationId xmlns:a16="http://schemas.microsoft.com/office/drawing/2014/main" id="{EF2857CD-E263-4506-11DD-C1A78CB6ED71}"/>
                </a:ext>
              </a:extLst>
            </p:cNvPr>
            <p:cNvGrpSpPr/>
            <p:nvPr/>
          </p:nvGrpSpPr>
          <p:grpSpPr>
            <a:xfrm>
              <a:off x="6969531" y="4971043"/>
              <a:ext cx="1783645" cy="1186771"/>
              <a:chOff x="6502776" y="5006079"/>
              <a:chExt cx="1783645" cy="1186771"/>
            </a:xfrm>
          </p:grpSpPr>
          <p:sp>
            <p:nvSpPr>
              <p:cNvPr id="3168" name="Rectangle 3167">
                <a:extLst>
                  <a:ext uri="{FF2B5EF4-FFF2-40B4-BE49-F238E27FC236}">
                    <a16:creationId xmlns:a16="http://schemas.microsoft.com/office/drawing/2014/main" id="{EA0C995E-C7BF-7DF3-D6B9-E972741F100D}"/>
                  </a:ext>
                </a:extLst>
              </p:cNvPr>
              <p:cNvSpPr/>
              <p:nvPr/>
            </p:nvSpPr>
            <p:spPr>
              <a:xfrm>
                <a:off x="6502776" y="5006079"/>
                <a:ext cx="1783645" cy="1186771"/>
              </a:xfrm>
              <a:prstGeom prst="rect">
                <a:avLst/>
              </a:prstGeom>
              <a:gradFill rotWithShape="1">
                <a:gsLst>
                  <a:gs pos="0">
                    <a:srgbClr val="A5A5A5">
                      <a:tint val="100000"/>
                      <a:shade val="100000"/>
                      <a:satMod val="130000"/>
                    </a:srgbClr>
                  </a:gs>
                  <a:gs pos="100000">
                    <a:srgbClr val="A5A5A5">
                      <a:tint val="50000"/>
                      <a:shade val="100000"/>
                      <a:satMod val="350000"/>
                    </a:srgbClr>
                  </a:gs>
                </a:gsLst>
                <a:lin ang="16200000" scaled="0"/>
              </a:gra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169" name="Oval 3168">
                <a:extLst>
                  <a:ext uri="{FF2B5EF4-FFF2-40B4-BE49-F238E27FC236}">
                    <a16:creationId xmlns:a16="http://schemas.microsoft.com/office/drawing/2014/main" id="{74AA7C33-FA9C-4DB1-B64E-4C7EF0F13C8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546288" y="5061786"/>
                <a:ext cx="1116578" cy="1116578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solidFill>
                  <a:srgbClr val="000000">
                    <a:lumMod val="85000"/>
                    <a:lumOff val="15000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</p:grpSp>
        <p:grpSp>
          <p:nvGrpSpPr>
            <p:cNvPr id="2676" name="Group 2675">
              <a:extLst>
                <a:ext uri="{FF2B5EF4-FFF2-40B4-BE49-F238E27FC236}">
                  <a16:creationId xmlns:a16="http://schemas.microsoft.com/office/drawing/2014/main" id="{31FE5FDB-FAAB-8A9B-1C96-4603E69ADB22}"/>
                </a:ext>
              </a:extLst>
            </p:cNvPr>
            <p:cNvGrpSpPr/>
            <p:nvPr/>
          </p:nvGrpSpPr>
          <p:grpSpPr>
            <a:xfrm>
              <a:off x="8886066" y="3625264"/>
              <a:ext cx="1783645" cy="1186771"/>
              <a:chOff x="8419311" y="3660300"/>
              <a:chExt cx="1783645" cy="1186771"/>
            </a:xfrm>
          </p:grpSpPr>
          <p:sp>
            <p:nvSpPr>
              <p:cNvPr id="3152" name="Rectangle 3151">
                <a:extLst>
                  <a:ext uri="{FF2B5EF4-FFF2-40B4-BE49-F238E27FC236}">
                    <a16:creationId xmlns:a16="http://schemas.microsoft.com/office/drawing/2014/main" id="{CD96CEB9-AC14-3B57-6106-81758A0E0979}"/>
                  </a:ext>
                </a:extLst>
              </p:cNvPr>
              <p:cNvSpPr/>
              <p:nvPr/>
            </p:nvSpPr>
            <p:spPr>
              <a:xfrm>
                <a:off x="8419311" y="3660300"/>
                <a:ext cx="1783645" cy="1186771"/>
              </a:xfrm>
              <a:prstGeom prst="rect">
                <a:avLst/>
              </a:prstGeom>
              <a:gradFill rotWithShape="1">
                <a:gsLst>
                  <a:gs pos="0">
                    <a:srgbClr val="A5A5A5">
                      <a:tint val="100000"/>
                      <a:shade val="100000"/>
                      <a:satMod val="130000"/>
                    </a:srgbClr>
                  </a:gs>
                  <a:gs pos="100000">
                    <a:srgbClr val="A5A5A5">
                      <a:tint val="50000"/>
                      <a:shade val="100000"/>
                      <a:satMod val="350000"/>
                    </a:srgbClr>
                  </a:gs>
                </a:gsLst>
                <a:lin ang="16200000" scaled="0"/>
              </a:gra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153" name="Oval 3152">
                <a:extLst>
                  <a:ext uri="{FF2B5EF4-FFF2-40B4-BE49-F238E27FC236}">
                    <a16:creationId xmlns:a16="http://schemas.microsoft.com/office/drawing/2014/main" id="{F027BC03-888E-698D-A355-1DA58BEF6CC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474384" y="3735525"/>
                <a:ext cx="274320" cy="274320"/>
              </a:xfrm>
              <a:prstGeom prst="ellipse">
                <a:avLst/>
              </a:prstGeom>
              <a:solidFill>
                <a:srgbClr val="0315BD"/>
              </a:solidFill>
              <a:ln w="25400" cap="flat" cmpd="sng" algn="ctr">
                <a:solidFill>
                  <a:srgbClr val="000000">
                    <a:lumMod val="85000"/>
                    <a:lumOff val="15000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154" name="Oval 3153">
                <a:extLst>
                  <a:ext uri="{FF2B5EF4-FFF2-40B4-BE49-F238E27FC236}">
                    <a16:creationId xmlns:a16="http://schemas.microsoft.com/office/drawing/2014/main" id="{AD4ED87F-301E-2F13-F404-81B320A7349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485566" y="4082867"/>
                <a:ext cx="274320" cy="274320"/>
              </a:xfrm>
              <a:prstGeom prst="ellipse">
                <a:avLst/>
              </a:prstGeom>
              <a:solidFill>
                <a:srgbClr val="0315BD"/>
              </a:solidFill>
              <a:ln w="25400" cap="flat" cmpd="sng" algn="ctr">
                <a:solidFill>
                  <a:srgbClr val="000000">
                    <a:lumMod val="85000"/>
                    <a:lumOff val="15000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155" name="Oval 3154">
                <a:extLst>
                  <a:ext uri="{FF2B5EF4-FFF2-40B4-BE49-F238E27FC236}">
                    <a16:creationId xmlns:a16="http://schemas.microsoft.com/office/drawing/2014/main" id="{296CDAE9-E3CD-BF37-85C6-2A69FF00E25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485566" y="4430209"/>
                <a:ext cx="274320" cy="274320"/>
              </a:xfrm>
              <a:prstGeom prst="ellipse">
                <a:avLst/>
              </a:prstGeom>
              <a:solidFill>
                <a:srgbClr val="0315BD"/>
              </a:solidFill>
              <a:ln w="25400" cap="flat" cmpd="sng" algn="ctr">
                <a:solidFill>
                  <a:srgbClr val="000000">
                    <a:lumMod val="85000"/>
                    <a:lumOff val="15000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156" name="Oval 3155">
                <a:extLst>
                  <a:ext uri="{FF2B5EF4-FFF2-40B4-BE49-F238E27FC236}">
                    <a16:creationId xmlns:a16="http://schemas.microsoft.com/office/drawing/2014/main" id="{AB79C217-3E27-6649-E42D-299D6F33685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812700" y="3738175"/>
                <a:ext cx="274320" cy="274320"/>
              </a:xfrm>
              <a:prstGeom prst="ellipse">
                <a:avLst/>
              </a:prstGeom>
              <a:solidFill>
                <a:srgbClr val="0315BD"/>
              </a:solidFill>
              <a:ln w="25400" cap="flat" cmpd="sng" algn="ctr">
                <a:solidFill>
                  <a:srgbClr val="000000">
                    <a:lumMod val="85000"/>
                    <a:lumOff val="15000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157" name="Oval 3156">
                <a:extLst>
                  <a:ext uri="{FF2B5EF4-FFF2-40B4-BE49-F238E27FC236}">
                    <a16:creationId xmlns:a16="http://schemas.microsoft.com/office/drawing/2014/main" id="{AC1E67EF-FA47-81E8-D95A-335BDED66CF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823882" y="4085517"/>
                <a:ext cx="274320" cy="274320"/>
              </a:xfrm>
              <a:prstGeom prst="ellipse">
                <a:avLst/>
              </a:prstGeom>
              <a:solidFill>
                <a:srgbClr val="0315BD"/>
              </a:solidFill>
              <a:ln w="25400" cap="flat" cmpd="sng" algn="ctr">
                <a:solidFill>
                  <a:srgbClr val="000000">
                    <a:lumMod val="85000"/>
                    <a:lumOff val="15000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158" name="Oval 3157">
                <a:extLst>
                  <a:ext uri="{FF2B5EF4-FFF2-40B4-BE49-F238E27FC236}">
                    <a16:creationId xmlns:a16="http://schemas.microsoft.com/office/drawing/2014/main" id="{AD5D5405-4114-D558-9FA9-DC7382CB8CD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823882" y="4432859"/>
                <a:ext cx="274320" cy="274320"/>
              </a:xfrm>
              <a:prstGeom prst="ellipse">
                <a:avLst/>
              </a:prstGeom>
              <a:solidFill>
                <a:srgbClr val="0315BD"/>
              </a:solidFill>
              <a:ln w="25400" cap="flat" cmpd="sng" algn="ctr">
                <a:solidFill>
                  <a:srgbClr val="000000">
                    <a:lumMod val="85000"/>
                    <a:lumOff val="15000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159" name="Oval 3158">
                <a:extLst>
                  <a:ext uri="{FF2B5EF4-FFF2-40B4-BE49-F238E27FC236}">
                    <a16:creationId xmlns:a16="http://schemas.microsoft.com/office/drawing/2014/main" id="{1EBF5912-09AA-47D5-604C-72824AF95E2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151016" y="3740825"/>
                <a:ext cx="274320" cy="274320"/>
              </a:xfrm>
              <a:prstGeom prst="ellipse">
                <a:avLst/>
              </a:prstGeom>
              <a:solidFill>
                <a:srgbClr val="0315BD"/>
              </a:solidFill>
              <a:ln w="25400" cap="flat" cmpd="sng" algn="ctr">
                <a:solidFill>
                  <a:srgbClr val="000000">
                    <a:lumMod val="85000"/>
                    <a:lumOff val="15000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160" name="Oval 3159">
                <a:extLst>
                  <a:ext uri="{FF2B5EF4-FFF2-40B4-BE49-F238E27FC236}">
                    <a16:creationId xmlns:a16="http://schemas.microsoft.com/office/drawing/2014/main" id="{FF7A358B-F9AB-4687-523B-DDFDDE8B764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162198" y="4088167"/>
                <a:ext cx="274320" cy="274320"/>
              </a:xfrm>
              <a:prstGeom prst="ellipse">
                <a:avLst/>
              </a:prstGeom>
              <a:solidFill>
                <a:srgbClr val="0315BD"/>
              </a:solidFill>
              <a:ln w="25400" cap="flat" cmpd="sng" algn="ctr">
                <a:solidFill>
                  <a:srgbClr val="000000">
                    <a:lumMod val="85000"/>
                    <a:lumOff val="15000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161" name="Oval 3160">
                <a:extLst>
                  <a:ext uri="{FF2B5EF4-FFF2-40B4-BE49-F238E27FC236}">
                    <a16:creationId xmlns:a16="http://schemas.microsoft.com/office/drawing/2014/main" id="{0DDD12AB-DB96-1A31-EBAB-DD6A3D6951E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162198" y="4435509"/>
                <a:ext cx="274320" cy="274320"/>
              </a:xfrm>
              <a:prstGeom prst="ellipse">
                <a:avLst/>
              </a:prstGeom>
              <a:solidFill>
                <a:srgbClr val="0315BD"/>
              </a:solidFill>
              <a:ln w="25400" cap="flat" cmpd="sng" algn="ctr">
                <a:solidFill>
                  <a:srgbClr val="000000">
                    <a:lumMod val="85000"/>
                    <a:lumOff val="15000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162" name="Oval 3161">
                <a:extLst>
                  <a:ext uri="{FF2B5EF4-FFF2-40B4-BE49-F238E27FC236}">
                    <a16:creationId xmlns:a16="http://schemas.microsoft.com/office/drawing/2014/main" id="{189EE97F-B526-8D76-51D2-B4304BB92F5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489332" y="3743475"/>
                <a:ext cx="274320" cy="274320"/>
              </a:xfrm>
              <a:prstGeom prst="ellipse">
                <a:avLst/>
              </a:prstGeom>
              <a:solidFill>
                <a:srgbClr val="0315BD"/>
              </a:solidFill>
              <a:ln w="25400" cap="flat" cmpd="sng" algn="ctr">
                <a:solidFill>
                  <a:srgbClr val="000000">
                    <a:lumMod val="85000"/>
                    <a:lumOff val="15000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163" name="Oval 3162">
                <a:extLst>
                  <a:ext uri="{FF2B5EF4-FFF2-40B4-BE49-F238E27FC236}">
                    <a16:creationId xmlns:a16="http://schemas.microsoft.com/office/drawing/2014/main" id="{473FA749-D758-F82B-402D-F64737BE42E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500514" y="4090817"/>
                <a:ext cx="274320" cy="274320"/>
              </a:xfrm>
              <a:prstGeom prst="ellipse">
                <a:avLst/>
              </a:prstGeom>
              <a:solidFill>
                <a:srgbClr val="0315BD"/>
              </a:solidFill>
              <a:ln w="25400" cap="flat" cmpd="sng" algn="ctr">
                <a:solidFill>
                  <a:srgbClr val="000000">
                    <a:lumMod val="85000"/>
                    <a:lumOff val="15000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164" name="Oval 3163">
                <a:extLst>
                  <a:ext uri="{FF2B5EF4-FFF2-40B4-BE49-F238E27FC236}">
                    <a16:creationId xmlns:a16="http://schemas.microsoft.com/office/drawing/2014/main" id="{F9B91E07-7925-609E-5050-8A2EEC0494C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500514" y="4438159"/>
                <a:ext cx="274320" cy="274320"/>
              </a:xfrm>
              <a:prstGeom prst="ellipse">
                <a:avLst/>
              </a:prstGeom>
              <a:solidFill>
                <a:srgbClr val="0315BD"/>
              </a:solidFill>
              <a:ln w="25400" cap="flat" cmpd="sng" algn="ctr">
                <a:solidFill>
                  <a:srgbClr val="000000">
                    <a:lumMod val="85000"/>
                    <a:lumOff val="15000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165" name="Oval 3164">
                <a:extLst>
                  <a:ext uri="{FF2B5EF4-FFF2-40B4-BE49-F238E27FC236}">
                    <a16:creationId xmlns:a16="http://schemas.microsoft.com/office/drawing/2014/main" id="{CD6182EA-26EF-FCD7-85B2-EA7EC982770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827648" y="3746125"/>
                <a:ext cx="274320" cy="274320"/>
              </a:xfrm>
              <a:prstGeom prst="ellipse">
                <a:avLst/>
              </a:prstGeom>
              <a:solidFill>
                <a:srgbClr val="0315BD"/>
              </a:solidFill>
              <a:ln w="25400" cap="flat" cmpd="sng" algn="ctr">
                <a:solidFill>
                  <a:srgbClr val="000000">
                    <a:lumMod val="85000"/>
                    <a:lumOff val="15000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166" name="Oval 3165">
                <a:extLst>
                  <a:ext uri="{FF2B5EF4-FFF2-40B4-BE49-F238E27FC236}">
                    <a16:creationId xmlns:a16="http://schemas.microsoft.com/office/drawing/2014/main" id="{923AA072-6B51-E156-AAD2-9A66202FD10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838830" y="4093467"/>
                <a:ext cx="274320" cy="274320"/>
              </a:xfrm>
              <a:prstGeom prst="ellipse">
                <a:avLst/>
              </a:prstGeom>
              <a:solidFill>
                <a:srgbClr val="0315BD"/>
              </a:solidFill>
              <a:ln w="25400" cap="flat" cmpd="sng" algn="ctr">
                <a:solidFill>
                  <a:srgbClr val="000000">
                    <a:lumMod val="85000"/>
                    <a:lumOff val="15000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167" name="Oval 3166">
                <a:extLst>
                  <a:ext uri="{FF2B5EF4-FFF2-40B4-BE49-F238E27FC236}">
                    <a16:creationId xmlns:a16="http://schemas.microsoft.com/office/drawing/2014/main" id="{8FE9A87F-65D7-3F48-C0DA-2C2E868CDBA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838830" y="4440809"/>
                <a:ext cx="274320" cy="274320"/>
              </a:xfrm>
              <a:prstGeom prst="ellipse">
                <a:avLst/>
              </a:prstGeom>
              <a:solidFill>
                <a:srgbClr val="0315BD"/>
              </a:solidFill>
              <a:ln w="25400" cap="flat" cmpd="sng" algn="ctr">
                <a:solidFill>
                  <a:srgbClr val="000000">
                    <a:lumMod val="85000"/>
                    <a:lumOff val="15000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</p:grpSp>
        <p:grpSp>
          <p:nvGrpSpPr>
            <p:cNvPr id="2677" name="Group 2676">
              <a:extLst>
                <a:ext uri="{FF2B5EF4-FFF2-40B4-BE49-F238E27FC236}">
                  <a16:creationId xmlns:a16="http://schemas.microsoft.com/office/drawing/2014/main" id="{BA498345-4982-998E-E5AA-88BD5E9DF194}"/>
                </a:ext>
              </a:extLst>
            </p:cNvPr>
            <p:cNvGrpSpPr/>
            <p:nvPr/>
          </p:nvGrpSpPr>
          <p:grpSpPr>
            <a:xfrm>
              <a:off x="5033486" y="2300428"/>
              <a:ext cx="1783645" cy="1186771"/>
              <a:chOff x="8424254" y="2321129"/>
              <a:chExt cx="1783645" cy="1186771"/>
            </a:xfrm>
          </p:grpSpPr>
          <p:sp>
            <p:nvSpPr>
              <p:cNvPr id="3116" name="Rectangle 3115">
                <a:extLst>
                  <a:ext uri="{FF2B5EF4-FFF2-40B4-BE49-F238E27FC236}">
                    <a16:creationId xmlns:a16="http://schemas.microsoft.com/office/drawing/2014/main" id="{EE20EE3B-588B-7FC0-2146-EF492AD820B4}"/>
                  </a:ext>
                </a:extLst>
              </p:cNvPr>
              <p:cNvSpPr/>
              <p:nvPr/>
            </p:nvSpPr>
            <p:spPr>
              <a:xfrm>
                <a:off x="8424254" y="2321129"/>
                <a:ext cx="1783645" cy="1186771"/>
              </a:xfrm>
              <a:prstGeom prst="rect">
                <a:avLst/>
              </a:prstGeom>
              <a:gradFill rotWithShape="1">
                <a:gsLst>
                  <a:gs pos="0">
                    <a:srgbClr val="A5A5A5">
                      <a:tint val="100000"/>
                      <a:shade val="100000"/>
                      <a:satMod val="130000"/>
                    </a:srgbClr>
                  </a:gs>
                  <a:gs pos="100000">
                    <a:srgbClr val="A5A5A5">
                      <a:tint val="50000"/>
                      <a:shade val="100000"/>
                      <a:satMod val="350000"/>
                    </a:srgbClr>
                  </a:gs>
                </a:gsLst>
                <a:lin ang="16200000" scaled="0"/>
              </a:gra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117" name="Oval 3116">
                <a:extLst>
                  <a:ext uri="{FF2B5EF4-FFF2-40B4-BE49-F238E27FC236}">
                    <a16:creationId xmlns:a16="http://schemas.microsoft.com/office/drawing/2014/main" id="{FDD7F1AA-EDB7-0C9E-758F-4C5444EF6C0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485566" y="2380964"/>
                <a:ext cx="155448" cy="155448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118" name="Oval 3117">
                <a:extLst>
                  <a:ext uri="{FF2B5EF4-FFF2-40B4-BE49-F238E27FC236}">
                    <a16:creationId xmlns:a16="http://schemas.microsoft.com/office/drawing/2014/main" id="{C2863035-ADC1-AD93-2B6D-C1B638197E5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485566" y="2611088"/>
                <a:ext cx="155448" cy="155448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119" name="Oval 3118">
                <a:extLst>
                  <a:ext uri="{FF2B5EF4-FFF2-40B4-BE49-F238E27FC236}">
                    <a16:creationId xmlns:a16="http://schemas.microsoft.com/office/drawing/2014/main" id="{F3ACB3DE-D40E-7B46-6569-8869406C8FD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485566" y="2841212"/>
                <a:ext cx="155448" cy="155448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120" name="Oval 3119">
                <a:extLst>
                  <a:ext uri="{FF2B5EF4-FFF2-40B4-BE49-F238E27FC236}">
                    <a16:creationId xmlns:a16="http://schemas.microsoft.com/office/drawing/2014/main" id="{8F8E6337-5CA0-E90D-D8FE-04A04A5D90D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485566" y="3071336"/>
                <a:ext cx="155448" cy="155448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121" name="Oval 3120">
                <a:extLst>
                  <a:ext uri="{FF2B5EF4-FFF2-40B4-BE49-F238E27FC236}">
                    <a16:creationId xmlns:a16="http://schemas.microsoft.com/office/drawing/2014/main" id="{ABA154DD-1BE4-F1D0-65F1-4669BA6DD6E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485566" y="3301460"/>
                <a:ext cx="155448" cy="155448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122" name="Oval 3121">
                <a:extLst>
                  <a:ext uri="{FF2B5EF4-FFF2-40B4-BE49-F238E27FC236}">
                    <a16:creationId xmlns:a16="http://schemas.microsoft.com/office/drawing/2014/main" id="{2C9A544D-F8E4-8A1E-8A63-FE39BF81726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715690" y="2382318"/>
                <a:ext cx="155448" cy="155448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123" name="Oval 3122">
                <a:extLst>
                  <a:ext uri="{FF2B5EF4-FFF2-40B4-BE49-F238E27FC236}">
                    <a16:creationId xmlns:a16="http://schemas.microsoft.com/office/drawing/2014/main" id="{DB1382C1-C3DA-12F6-6AA9-52BF269A1C7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715690" y="2612442"/>
                <a:ext cx="155448" cy="155448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124" name="Oval 3123">
                <a:extLst>
                  <a:ext uri="{FF2B5EF4-FFF2-40B4-BE49-F238E27FC236}">
                    <a16:creationId xmlns:a16="http://schemas.microsoft.com/office/drawing/2014/main" id="{143A8318-BCA5-6965-018C-368747D4D2B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715690" y="2842566"/>
                <a:ext cx="155448" cy="155448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125" name="Oval 3124">
                <a:extLst>
                  <a:ext uri="{FF2B5EF4-FFF2-40B4-BE49-F238E27FC236}">
                    <a16:creationId xmlns:a16="http://schemas.microsoft.com/office/drawing/2014/main" id="{2A6DB428-B1FA-86E7-D718-930C77FC0F6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715690" y="3072690"/>
                <a:ext cx="155448" cy="155448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126" name="Oval 3125">
                <a:extLst>
                  <a:ext uri="{FF2B5EF4-FFF2-40B4-BE49-F238E27FC236}">
                    <a16:creationId xmlns:a16="http://schemas.microsoft.com/office/drawing/2014/main" id="{CA98E8A7-E8B1-3762-8B8A-50787084E77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715690" y="3302814"/>
                <a:ext cx="155448" cy="155448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127" name="Oval 3126">
                <a:extLst>
                  <a:ext uri="{FF2B5EF4-FFF2-40B4-BE49-F238E27FC236}">
                    <a16:creationId xmlns:a16="http://schemas.microsoft.com/office/drawing/2014/main" id="{5AA92684-2748-9499-8D29-6E9E69DB722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962858" y="2379270"/>
                <a:ext cx="155448" cy="155448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128" name="Oval 3127">
                <a:extLst>
                  <a:ext uri="{FF2B5EF4-FFF2-40B4-BE49-F238E27FC236}">
                    <a16:creationId xmlns:a16="http://schemas.microsoft.com/office/drawing/2014/main" id="{76AF93EF-C7BA-248B-143B-8C78E9F7475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962858" y="2609394"/>
                <a:ext cx="155448" cy="155448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129" name="Oval 3128">
                <a:extLst>
                  <a:ext uri="{FF2B5EF4-FFF2-40B4-BE49-F238E27FC236}">
                    <a16:creationId xmlns:a16="http://schemas.microsoft.com/office/drawing/2014/main" id="{433B0EEB-C19A-5378-4CEF-21F3A912C12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962858" y="2839518"/>
                <a:ext cx="155448" cy="155448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130" name="Oval 3129">
                <a:extLst>
                  <a:ext uri="{FF2B5EF4-FFF2-40B4-BE49-F238E27FC236}">
                    <a16:creationId xmlns:a16="http://schemas.microsoft.com/office/drawing/2014/main" id="{6CDC21E0-C4FF-5D4A-ABCB-CB86A700ADA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962858" y="3069642"/>
                <a:ext cx="155448" cy="155448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131" name="Oval 3130">
                <a:extLst>
                  <a:ext uri="{FF2B5EF4-FFF2-40B4-BE49-F238E27FC236}">
                    <a16:creationId xmlns:a16="http://schemas.microsoft.com/office/drawing/2014/main" id="{BA703813-8282-7A17-8046-5AACE3F8326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962858" y="3299766"/>
                <a:ext cx="155448" cy="155448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132" name="Oval 3131">
                <a:extLst>
                  <a:ext uri="{FF2B5EF4-FFF2-40B4-BE49-F238E27FC236}">
                    <a16:creationId xmlns:a16="http://schemas.microsoft.com/office/drawing/2014/main" id="{2843226D-3FE9-DE7C-CC11-8FA83143DFC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210026" y="2376222"/>
                <a:ext cx="155448" cy="155448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133" name="Oval 3132">
                <a:extLst>
                  <a:ext uri="{FF2B5EF4-FFF2-40B4-BE49-F238E27FC236}">
                    <a16:creationId xmlns:a16="http://schemas.microsoft.com/office/drawing/2014/main" id="{EC2EFE46-579B-BE18-E2BA-61A525CA4DA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210026" y="2606346"/>
                <a:ext cx="155448" cy="155448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134" name="Oval 3133">
                <a:extLst>
                  <a:ext uri="{FF2B5EF4-FFF2-40B4-BE49-F238E27FC236}">
                    <a16:creationId xmlns:a16="http://schemas.microsoft.com/office/drawing/2014/main" id="{E00F9CF2-EBDF-6854-D9C2-1905026F0AF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210026" y="2836470"/>
                <a:ext cx="155448" cy="155448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135" name="Oval 3134">
                <a:extLst>
                  <a:ext uri="{FF2B5EF4-FFF2-40B4-BE49-F238E27FC236}">
                    <a16:creationId xmlns:a16="http://schemas.microsoft.com/office/drawing/2014/main" id="{7E2F9D8B-A39C-E8AB-5D20-419F1EBD813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210026" y="3066594"/>
                <a:ext cx="155448" cy="155448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136" name="Oval 3135">
                <a:extLst>
                  <a:ext uri="{FF2B5EF4-FFF2-40B4-BE49-F238E27FC236}">
                    <a16:creationId xmlns:a16="http://schemas.microsoft.com/office/drawing/2014/main" id="{7B72EBAF-D8D8-751E-AAC5-A3EFAEC8D58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210026" y="3296718"/>
                <a:ext cx="155448" cy="155448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137" name="Oval 3136">
                <a:extLst>
                  <a:ext uri="{FF2B5EF4-FFF2-40B4-BE49-F238E27FC236}">
                    <a16:creationId xmlns:a16="http://schemas.microsoft.com/office/drawing/2014/main" id="{13AF8698-0B02-B022-9641-7451F817BED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457194" y="2373174"/>
                <a:ext cx="155448" cy="155448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138" name="Oval 3137">
                <a:extLst>
                  <a:ext uri="{FF2B5EF4-FFF2-40B4-BE49-F238E27FC236}">
                    <a16:creationId xmlns:a16="http://schemas.microsoft.com/office/drawing/2014/main" id="{252CB7C2-136C-38A9-3A11-4C7BB51E189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457194" y="2603298"/>
                <a:ext cx="155448" cy="155448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139" name="Oval 3138">
                <a:extLst>
                  <a:ext uri="{FF2B5EF4-FFF2-40B4-BE49-F238E27FC236}">
                    <a16:creationId xmlns:a16="http://schemas.microsoft.com/office/drawing/2014/main" id="{2F131A68-DBFC-2C32-C653-88EB98E6346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457194" y="2833422"/>
                <a:ext cx="155448" cy="155448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140" name="Oval 3139">
                <a:extLst>
                  <a:ext uri="{FF2B5EF4-FFF2-40B4-BE49-F238E27FC236}">
                    <a16:creationId xmlns:a16="http://schemas.microsoft.com/office/drawing/2014/main" id="{BAAA85BC-4257-FBBC-DB9C-31247108F8E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457194" y="3063546"/>
                <a:ext cx="155448" cy="155448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141" name="Oval 3140">
                <a:extLst>
                  <a:ext uri="{FF2B5EF4-FFF2-40B4-BE49-F238E27FC236}">
                    <a16:creationId xmlns:a16="http://schemas.microsoft.com/office/drawing/2014/main" id="{CAAB0EDC-491A-154A-9B53-7063DAA0356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457194" y="3293670"/>
                <a:ext cx="155448" cy="155448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142" name="Oval 3141">
                <a:extLst>
                  <a:ext uri="{FF2B5EF4-FFF2-40B4-BE49-F238E27FC236}">
                    <a16:creationId xmlns:a16="http://schemas.microsoft.com/office/drawing/2014/main" id="{37593009-4DC4-C10B-4C99-000C3F69D87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704362" y="2370126"/>
                <a:ext cx="155448" cy="155448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143" name="Oval 3142">
                <a:extLst>
                  <a:ext uri="{FF2B5EF4-FFF2-40B4-BE49-F238E27FC236}">
                    <a16:creationId xmlns:a16="http://schemas.microsoft.com/office/drawing/2014/main" id="{66235960-F13E-6894-5C9A-9B623E8EF15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704362" y="2600250"/>
                <a:ext cx="155448" cy="155448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144" name="Oval 3143">
                <a:extLst>
                  <a:ext uri="{FF2B5EF4-FFF2-40B4-BE49-F238E27FC236}">
                    <a16:creationId xmlns:a16="http://schemas.microsoft.com/office/drawing/2014/main" id="{3287529A-8F17-B9FC-CEDE-BAFC55A7980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704362" y="2830374"/>
                <a:ext cx="155448" cy="155448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145" name="Oval 3144">
                <a:extLst>
                  <a:ext uri="{FF2B5EF4-FFF2-40B4-BE49-F238E27FC236}">
                    <a16:creationId xmlns:a16="http://schemas.microsoft.com/office/drawing/2014/main" id="{6983B648-3D87-640B-CA9C-7AB3F1DCB0A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704362" y="3060498"/>
                <a:ext cx="155448" cy="155448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146" name="Oval 3145">
                <a:extLst>
                  <a:ext uri="{FF2B5EF4-FFF2-40B4-BE49-F238E27FC236}">
                    <a16:creationId xmlns:a16="http://schemas.microsoft.com/office/drawing/2014/main" id="{C5F846F7-99DF-53D1-7B79-3EE70935CC8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704362" y="3290622"/>
                <a:ext cx="155448" cy="155448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147" name="Oval 3146">
                <a:extLst>
                  <a:ext uri="{FF2B5EF4-FFF2-40B4-BE49-F238E27FC236}">
                    <a16:creationId xmlns:a16="http://schemas.microsoft.com/office/drawing/2014/main" id="{9B9A1A9A-8FE6-4B7C-B55C-25023AADFE0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951530" y="2367078"/>
                <a:ext cx="155448" cy="155448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148" name="Oval 3147">
                <a:extLst>
                  <a:ext uri="{FF2B5EF4-FFF2-40B4-BE49-F238E27FC236}">
                    <a16:creationId xmlns:a16="http://schemas.microsoft.com/office/drawing/2014/main" id="{E034388A-F591-6BAD-8642-C02EF4099ED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951530" y="2597202"/>
                <a:ext cx="155448" cy="155448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149" name="Oval 3148">
                <a:extLst>
                  <a:ext uri="{FF2B5EF4-FFF2-40B4-BE49-F238E27FC236}">
                    <a16:creationId xmlns:a16="http://schemas.microsoft.com/office/drawing/2014/main" id="{39FECBFA-1718-B2EB-6C41-3A3A3438230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951530" y="2827326"/>
                <a:ext cx="155448" cy="155448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150" name="Oval 3149">
                <a:extLst>
                  <a:ext uri="{FF2B5EF4-FFF2-40B4-BE49-F238E27FC236}">
                    <a16:creationId xmlns:a16="http://schemas.microsoft.com/office/drawing/2014/main" id="{835E6D41-3306-CFCA-CEC4-D27627A0EA9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951530" y="3057450"/>
                <a:ext cx="155448" cy="155448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151" name="Oval 3150">
                <a:extLst>
                  <a:ext uri="{FF2B5EF4-FFF2-40B4-BE49-F238E27FC236}">
                    <a16:creationId xmlns:a16="http://schemas.microsoft.com/office/drawing/2014/main" id="{2B4E90E7-2B34-5E85-E7BC-58F26F5688E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951530" y="3287574"/>
                <a:ext cx="155448" cy="155448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</p:grpSp>
        <p:cxnSp>
          <p:nvCxnSpPr>
            <p:cNvPr id="2702" name="Straight Arrow Connector 2701">
              <a:extLst>
                <a:ext uri="{FF2B5EF4-FFF2-40B4-BE49-F238E27FC236}">
                  <a16:creationId xmlns:a16="http://schemas.microsoft.com/office/drawing/2014/main" id="{B070D91D-B404-E685-C661-2C75B73BAB9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02419" y="3115503"/>
              <a:ext cx="2359340" cy="522671"/>
            </a:xfrm>
            <a:prstGeom prst="straightConnector1">
              <a:avLst/>
            </a:prstGeom>
            <a:noFill/>
            <a:ln w="38100" cap="flat" cmpd="sng" algn="ctr">
              <a:solidFill>
                <a:srgbClr val="0070C0"/>
              </a:solidFill>
              <a:prstDash val="solid"/>
              <a:tailEnd type="triangle"/>
            </a:ln>
            <a:effectLst/>
          </p:spPr>
        </p:cxnSp>
        <p:cxnSp>
          <p:nvCxnSpPr>
            <p:cNvPr id="2703" name="Straight Arrow Connector 2702">
              <a:extLst>
                <a:ext uri="{FF2B5EF4-FFF2-40B4-BE49-F238E27FC236}">
                  <a16:creationId xmlns:a16="http://schemas.microsoft.com/office/drawing/2014/main" id="{C6D70D92-B500-7558-6585-FB0A31211A9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85312" y="5521950"/>
              <a:ext cx="200242" cy="555751"/>
            </a:xfrm>
            <a:prstGeom prst="straightConnector1">
              <a:avLst/>
            </a:prstGeom>
            <a:noFill/>
            <a:ln w="38100" cap="flat" cmpd="sng" algn="ctr">
              <a:solidFill>
                <a:srgbClr val="0070C0"/>
              </a:solidFill>
              <a:prstDash val="solid"/>
              <a:tailEnd type="triangle"/>
            </a:ln>
            <a:effectLst/>
          </p:spPr>
        </p:cxnSp>
        <p:cxnSp>
          <p:nvCxnSpPr>
            <p:cNvPr id="2704" name="Straight Arrow Connector 2703">
              <a:extLst>
                <a:ext uri="{FF2B5EF4-FFF2-40B4-BE49-F238E27FC236}">
                  <a16:creationId xmlns:a16="http://schemas.microsoft.com/office/drawing/2014/main" id="{3DB8EDD5-E8E2-23B7-C444-AEF6953EF1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09756" y="566106"/>
              <a:ext cx="151597" cy="640555"/>
            </a:xfrm>
            <a:prstGeom prst="straightConnector1">
              <a:avLst/>
            </a:prstGeom>
            <a:noFill/>
            <a:ln w="38100" cap="flat" cmpd="sng" algn="ctr">
              <a:solidFill>
                <a:srgbClr val="0070C0"/>
              </a:solidFill>
              <a:prstDash val="solid"/>
              <a:tailEnd type="triangle"/>
            </a:ln>
            <a:effectLst/>
          </p:spPr>
        </p:cxnSp>
        <p:sp>
          <p:nvSpPr>
            <p:cNvPr id="2705" name="Rectangle: Rounded Corners 2704">
              <a:extLst>
                <a:ext uri="{FF2B5EF4-FFF2-40B4-BE49-F238E27FC236}">
                  <a16:creationId xmlns:a16="http://schemas.microsoft.com/office/drawing/2014/main" id="{A05732B8-2D61-72A4-F296-85A10B1AA2F7}"/>
                </a:ext>
              </a:extLst>
            </p:cNvPr>
            <p:cNvSpPr/>
            <p:nvPr/>
          </p:nvSpPr>
          <p:spPr>
            <a:xfrm>
              <a:off x="6897252" y="-41828"/>
              <a:ext cx="2096051" cy="906607"/>
            </a:xfrm>
            <a:prstGeom prst="roundRect">
              <a:avLst>
                <a:gd name="adj" fmla="val 25826"/>
              </a:avLst>
            </a:prstGeom>
            <a:solidFill>
              <a:srgbClr val="FFFFFF"/>
            </a:solidFill>
            <a:ln w="25400" cap="flat" cmpd="sng" algn="ctr">
              <a:solidFill>
                <a:srgbClr val="1B4284"/>
              </a:solidFill>
              <a:prstDash val="solid"/>
            </a:ln>
            <a:effectLst/>
          </p:spPr>
          <p:txBody>
            <a:bodyPr rtlCol="0" anchor="t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4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  <a:cs typeface="Arial"/>
                  <a:sym typeface="Arial"/>
                </a:rPr>
                <a:t>96 x Pipette Tips</a:t>
              </a:r>
            </a:p>
          </p:txBody>
        </p:sp>
        <p:cxnSp>
          <p:nvCxnSpPr>
            <p:cNvPr id="2706" name="Straight Arrow Connector 2705">
              <a:extLst>
                <a:ext uri="{FF2B5EF4-FFF2-40B4-BE49-F238E27FC236}">
                  <a16:creationId xmlns:a16="http://schemas.microsoft.com/office/drawing/2014/main" id="{8DAFBC71-BE91-6E17-08CF-BC3BEA41E176}"/>
                </a:ext>
              </a:extLst>
            </p:cNvPr>
            <p:cNvCxnSpPr>
              <a:cxnSpLocks/>
            </p:cNvCxnSpPr>
            <p:nvPr/>
          </p:nvCxnSpPr>
          <p:spPr>
            <a:xfrm>
              <a:off x="3765767" y="4680093"/>
              <a:ext cx="1363217" cy="936329"/>
            </a:xfrm>
            <a:prstGeom prst="straightConnector1">
              <a:avLst/>
            </a:prstGeom>
            <a:noFill/>
            <a:ln w="38100" cap="flat" cmpd="sng" algn="ctr">
              <a:solidFill>
                <a:srgbClr val="0070C0"/>
              </a:solidFill>
              <a:prstDash val="solid"/>
              <a:tailEnd type="triangle"/>
            </a:ln>
            <a:effectLst/>
          </p:spPr>
        </p:cxnSp>
        <p:cxnSp>
          <p:nvCxnSpPr>
            <p:cNvPr id="2707" name="Straight Arrow Connector 2706">
              <a:extLst>
                <a:ext uri="{FF2B5EF4-FFF2-40B4-BE49-F238E27FC236}">
                  <a16:creationId xmlns:a16="http://schemas.microsoft.com/office/drawing/2014/main" id="{E0AF688D-808B-9C76-C47D-6C1C7E00396A}"/>
                </a:ext>
              </a:extLst>
            </p:cNvPr>
            <p:cNvCxnSpPr>
              <a:cxnSpLocks/>
              <a:endCxn id="3119" idx="1"/>
            </p:cNvCxnSpPr>
            <p:nvPr/>
          </p:nvCxnSpPr>
          <p:spPr>
            <a:xfrm>
              <a:off x="4625865" y="2578025"/>
              <a:ext cx="491698" cy="265251"/>
            </a:xfrm>
            <a:prstGeom prst="straightConnector1">
              <a:avLst/>
            </a:prstGeom>
            <a:noFill/>
            <a:ln w="38100" cap="flat" cmpd="sng" algn="ctr">
              <a:solidFill>
                <a:srgbClr val="0070C0"/>
              </a:solidFill>
              <a:prstDash val="solid"/>
              <a:tailEnd type="triangle"/>
            </a:ln>
            <a:effectLst/>
          </p:spPr>
        </p:cxnSp>
        <p:cxnSp>
          <p:nvCxnSpPr>
            <p:cNvPr id="2708" name="Straight Arrow Connector 2707">
              <a:extLst>
                <a:ext uri="{FF2B5EF4-FFF2-40B4-BE49-F238E27FC236}">
                  <a16:creationId xmlns:a16="http://schemas.microsoft.com/office/drawing/2014/main" id="{7479301E-A181-A16B-5602-29CD3F8A569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16199" y="4193524"/>
              <a:ext cx="972971" cy="0"/>
            </a:xfrm>
            <a:prstGeom prst="straightConnector1">
              <a:avLst/>
            </a:prstGeom>
            <a:noFill/>
            <a:ln w="38100" cap="flat" cmpd="sng" algn="ctr">
              <a:solidFill>
                <a:srgbClr val="0070C0"/>
              </a:solidFill>
              <a:prstDash val="solid"/>
              <a:tailEnd type="triangle"/>
            </a:ln>
            <a:effectLst/>
          </p:spPr>
        </p:cxnSp>
        <p:sp>
          <p:nvSpPr>
            <p:cNvPr id="2709" name="Rectangle: Rounded Corners 2708">
              <a:extLst>
                <a:ext uri="{FF2B5EF4-FFF2-40B4-BE49-F238E27FC236}">
                  <a16:creationId xmlns:a16="http://schemas.microsoft.com/office/drawing/2014/main" id="{7670C60F-C989-5D6D-9DBE-0A2507E1165B}"/>
                </a:ext>
              </a:extLst>
            </p:cNvPr>
            <p:cNvSpPr/>
            <p:nvPr/>
          </p:nvSpPr>
          <p:spPr>
            <a:xfrm>
              <a:off x="8963220" y="938083"/>
              <a:ext cx="1849664" cy="906611"/>
            </a:xfrm>
            <a:prstGeom prst="roundRect">
              <a:avLst>
                <a:gd name="adj" fmla="val 25826"/>
              </a:avLst>
            </a:prstGeom>
            <a:solidFill>
              <a:srgbClr val="FFFFFF"/>
            </a:solidFill>
            <a:ln w="25400" cap="flat" cmpd="sng" algn="ctr">
              <a:solidFill>
                <a:srgbClr val="1B4284"/>
              </a:solidFill>
              <a:prstDash val="solid"/>
            </a:ln>
            <a:effectLst/>
          </p:spPr>
          <p:txBody>
            <a:bodyPr rtlCol="0" anchor="t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4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  <a:cs typeface="Arial"/>
                  <a:sym typeface="Arial"/>
                </a:rPr>
                <a:t>Trash Container</a:t>
              </a:r>
            </a:p>
          </p:txBody>
        </p:sp>
        <p:grpSp>
          <p:nvGrpSpPr>
            <p:cNvPr id="2710" name="Group 2709">
              <a:extLst>
                <a:ext uri="{FF2B5EF4-FFF2-40B4-BE49-F238E27FC236}">
                  <a16:creationId xmlns:a16="http://schemas.microsoft.com/office/drawing/2014/main" id="{F8864D28-3828-A780-9298-16667CED0411}"/>
                </a:ext>
              </a:extLst>
            </p:cNvPr>
            <p:cNvGrpSpPr/>
            <p:nvPr/>
          </p:nvGrpSpPr>
          <p:grpSpPr>
            <a:xfrm>
              <a:off x="5024131" y="3631872"/>
              <a:ext cx="1783645" cy="1186771"/>
              <a:chOff x="4566731" y="5004094"/>
              <a:chExt cx="1783645" cy="1186771"/>
            </a:xfrm>
          </p:grpSpPr>
          <p:sp>
            <p:nvSpPr>
              <p:cNvPr id="3087" name="Rectangle 3086">
                <a:extLst>
                  <a:ext uri="{FF2B5EF4-FFF2-40B4-BE49-F238E27FC236}">
                    <a16:creationId xmlns:a16="http://schemas.microsoft.com/office/drawing/2014/main" id="{43293DAB-FDB9-346A-62E9-E2034D302D7E}"/>
                  </a:ext>
                </a:extLst>
              </p:cNvPr>
              <p:cNvSpPr/>
              <p:nvPr/>
            </p:nvSpPr>
            <p:spPr>
              <a:xfrm>
                <a:off x="4566731" y="5004094"/>
                <a:ext cx="1783645" cy="1186771"/>
              </a:xfrm>
              <a:prstGeom prst="rect">
                <a:avLst/>
              </a:prstGeom>
              <a:gradFill rotWithShape="1">
                <a:gsLst>
                  <a:gs pos="0">
                    <a:srgbClr val="A5A5A5">
                      <a:tint val="100000"/>
                      <a:shade val="100000"/>
                      <a:satMod val="130000"/>
                    </a:srgbClr>
                  </a:gs>
                  <a:gs pos="100000">
                    <a:srgbClr val="A5A5A5">
                      <a:tint val="50000"/>
                      <a:shade val="100000"/>
                      <a:satMod val="350000"/>
                    </a:srgbClr>
                  </a:gs>
                </a:gsLst>
                <a:lin ang="16200000" scaled="0"/>
              </a:gra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088" name="Oval 3087">
                <a:extLst>
                  <a:ext uri="{FF2B5EF4-FFF2-40B4-BE49-F238E27FC236}">
                    <a16:creationId xmlns:a16="http://schemas.microsoft.com/office/drawing/2014/main" id="{1DFE361B-E8BF-8323-EF74-A63174D71CD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635915" y="5374106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089" name="Oval 3088">
                <a:extLst>
                  <a:ext uri="{FF2B5EF4-FFF2-40B4-BE49-F238E27FC236}">
                    <a16:creationId xmlns:a16="http://schemas.microsoft.com/office/drawing/2014/main" id="{EDEB9A85-4241-74F7-6620-0BC0D47326B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635915" y="5101061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090" name="Oval 3089">
                <a:extLst>
                  <a:ext uri="{FF2B5EF4-FFF2-40B4-BE49-F238E27FC236}">
                    <a16:creationId xmlns:a16="http://schemas.microsoft.com/office/drawing/2014/main" id="{C6F3E238-4E9A-E4BB-52D4-EBCD8DA6836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879755" y="5374106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091" name="Oval 3090">
                <a:extLst>
                  <a:ext uri="{FF2B5EF4-FFF2-40B4-BE49-F238E27FC236}">
                    <a16:creationId xmlns:a16="http://schemas.microsoft.com/office/drawing/2014/main" id="{CBBA2A04-65B1-E901-A0BC-538BD4B3AE1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879755" y="5101061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092" name="Oval 3091">
                <a:extLst>
                  <a:ext uri="{FF2B5EF4-FFF2-40B4-BE49-F238E27FC236}">
                    <a16:creationId xmlns:a16="http://schemas.microsoft.com/office/drawing/2014/main" id="{7C4B5E4F-0426-4FE7-AC4E-4E455FB2ABB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123595" y="5374106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093" name="Oval 3092">
                <a:extLst>
                  <a:ext uri="{FF2B5EF4-FFF2-40B4-BE49-F238E27FC236}">
                    <a16:creationId xmlns:a16="http://schemas.microsoft.com/office/drawing/2014/main" id="{3931DCEE-ED7D-5A6A-0D98-6E1DF054C73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123595" y="5101061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094" name="Oval 3093">
                <a:extLst>
                  <a:ext uri="{FF2B5EF4-FFF2-40B4-BE49-F238E27FC236}">
                    <a16:creationId xmlns:a16="http://schemas.microsoft.com/office/drawing/2014/main" id="{E4244AB4-E5CA-6E96-7B36-CF2306FF028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367435" y="5374106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095" name="Oval 3094">
                <a:extLst>
                  <a:ext uri="{FF2B5EF4-FFF2-40B4-BE49-F238E27FC236}">
                    <a16:creationId xmlns:a16="http://schemas.microsoft.com/office/drawing/2014/main" id="{6B1B2E12-40A2-82C5-FBD8-6948EE59FF0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367435" y="5101061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096" name="Oval 3095">
                <a:extLst>
                  <a:ext uri="{FF2B5EF4-FFF2-40B4-BE49-F238E27FC236}">
                    <a16:creationId xmlns:a16="http://schemas.microsoft.com/office/drawing/2014/main" id="{3B711B63-1C6F-9A78-2E11-195B43BABEF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611275" y="5374106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097" name="Oval 3096">
                <a:extLst>
                  <a:ext uri="{FF2B5EF4-FFF2-40B4-BE49-F238E27FC236}">
                    <a16:creationId xmlns:a16="http://schemas.microsoft.com/office/drawing/2014/main" id="{C5C8E543-E6E2-5F75-D330-13A1E393BED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611275" y="5101061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098" name="Oval 3097">
                <a:extLst>
                  <a:ext uri="{FF2B5EF4-FFF2-40B4-BE49-F238E27FC236}">
                    <a16:creationId xmlns:a16="http://schemas.microsoft.com/office/drawing/2014/main" id="{105E2F9E-6338-C21F-8B8E-AE44AD3F93C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55115" y="5374106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099" name="Oval 3098">
                <a:extLst>
                  <a:ext uri="{FF2B5EF4-FFF2-40B4-BE49-F238E27FC236}">
                    <a16:creationId xmlns:a16="http://schemas.microsoft.com/office/drawing/2014/main" id="{59848CDA-0209-03AE-EDEB-B614D7524C6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55115" y="5101061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100" name="Oval 3099">
                <a:extLst>
                  <a:ext uri="{FF2B5EF4-FFF2-40B4-BE49-F238E27FC236}">
                    <a16:creationId xmlns:a16="http://schemas.microsoft.com/office/drawing/2014/main" id="{A71ABFD2-C1B6-873A-095A-8C1BE10C9BE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98955" y="5374106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101" name="Oval 3100">
                <a:extLst>
                  <a:ext uri="{FF2B5EF4-FFF2-40B4-BE49-F238E27FC236}">
                    <a16:creationId xmlns:a16="http://schemas.microsoft.com/office/drawing/2014/main" id="{B5EB9587-5DAE-CE3D-01E4-F5DE2DE3007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98955" y="5101061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102" name="Oval 3101">
                <a:extLst>
                  <a:ext uri="{FF2B5EF4-FFF2-40B4-BE49-F238E27FC236}">
                    <a16:creationId xmlns:a16="http://schemas.microsoft.com/office/drawing/2014/main" id="{874260B1-85EC-98A0-A12A-9F254E633B9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635915" y="5922876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103" name="Oval 3102">
                <a:extLst>
                  <a:ext uri="{FF2B5EF4-FFF2-40B4-BE49-F238E27FC236}">
                    <a16:creationId xmlns:a16="http://schemas.microsoft.com/office/drawing/2014/main" id="{915883B6-50A3-D2DE-A92D-4D95F6343E8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635915" y="5649831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104" name="Oval 3103">
                <a:extLst>
                  <a:ext uri="{FF2B5EF4-FFF2-40B4-BE49-F238E27FC236}">
                    <a16:creationId xmlns:a16="http://schemas.microsoft.com/office/drawing/2014/main" id="{CD12F515-5CCC-02EE-147C-1DBFD1D94B0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879755" y="5922876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105" name="Oval 3104">
                <a:extLst>
                  <a:ext uri="{FF2B5EF4-FFF2-40B4-BE49-F238E27FC236}">
                    <a16:creationId xmlns:a16="http://schemas.microsoft.com/office/drawing/2014/main" id="{4AD6A076-211F-23EA-AE81-4F261AC85A0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879755" y="5649831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106" name="Oval 3105">
                <a:extLst>
                  <a:ext uri="{FF2B5EF4-FFF2-40B4-BE49-F238E27FC236}">
                    <a16:creationId xmlns:a16="http://schemas.microsoft.com/office/drawing/2014/main" id="{2492146E-5363-8E83-1D86-D759C30AF21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123595" y="5922876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107" name="Oval 3106">
                <a:extLst>
                  <a:ext uri="{FF2B5EF4-FFF2-40B4-BE49-F238E27FC236}">
                    <a16:creationId xmlns:a16="http://schemas.microsoft.com/office/drawing/2014/main" id="{4894AE31-91ED-6EA1-73AB-BF0688D51E4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123595" y="5649831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108" name="Oval 3107">
                <a:extLst>
                  <a:ext uri="{FF2B5EF4-FFF2-40B4-BE49-F238E27FC236}">
                    <a16:creationId xmlns:a16="http://schemas.microsoft.com/office/drawing/2014/main" id="{C45D37DD-3896-EFAE-FD9B-33FA4F2892B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367435" y="5922876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109" name="Oval 3108">
                <a:extLst>
                  <a:ext uri="{FF2B5EF4-FFF2-40B4-BE49-F238E27FC236}">
                    <a16:creationId xmlns:a16="http://schemas.microsoft.com/office/drawing/2014/main" id="{5A93812D-98F8-BE58-1399-A844A128F24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367435" y="5649831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110" name="Oval 3109">
                <a:extLst>
                  <a:ext uri="{FF2B5EF4-FFF2-40B4-BE49-F238E27FC236}">
                    <a16:creationId xmlns:a16="http://schemas.microsoft.com/office/drawing/2014/main" id="{CED127FB-E62A-6B33-7229-3F7164E83C6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611275" y="5922876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111" name="Oval 3110">
                <a:extLst>
                  <a:ext uri="{FF2B5EF4-FFF2-40B4-BE49-F238E27FC236}">
                    <a16:creationId xmlns:a16="http://schemas.microsoft.com/office/drawing/2014/main" id="{83445C1A-2CBF-7F15-2CBC-305A8A8961B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611275" y="5649831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112" name="Oval 3111">
                <a:extLst>
                  <a:ext uri="{FF2B5EF4-FFF2-40B4-BE49-F238E27FC236}">
                    <a16:creationId xmlns:a16="http://schemas.microsoft.com/office/drawing/2014/main" id="{CBF407B6-6F85-DDD4-61A2-1BA0EF07130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55115" y="5922876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113" name="Oval 3112">
                <a:extLst>
                  <a:ext uri="{FF2B5EF4-FFF2-40B4-BE49-F238E27FC236}">
                    <a16:creationId xmlns:a16="http://schemas.microsoft.com/office/drawing/2014/main" id="{930249BD-4A16-7E1E-9E93-54498B78094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55115" y="5649831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114" name="Oval 3113">
                <a:extLst>
                  <a:ext uri="{FF2B5EF4-FFF2-40B4-BE49-F238E27FC236}">
                    <a16:creationId xmlns:a16="http://schemas.microsoft.com/office/drawing/2014/main" id="{EF3AF53E-3834-2F99-2EE5-9A973D86E8F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98955" y="5922876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115" name="Oval 3114">
                <a:extLst>
                  <a:ext uri="{FF2B5EF4-FFF2-40B4-BE49-F238E27FC236}">
                    <a16:creationId xmlns:a16="http://schemas.microsoft.com/office/drawing/2014/main" id="{E14CF2F8-4048-2BDC-3B01-48442E12E09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98955" y="5649831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</p:grpSp>
        <p:grpSp>
          <p:nvGrpSpPr>
            <p:cNvPr id="2711" name="Group 2710">
              <a:extLst>
                <a:ext uri="{FF2B5EF4-FFF2-40B4-BE49-F238E27FC236}">
                  <a16:creationId xmlns:a16="http://schemas.microsoft.com/office/drawing/2014/main" id="{3095E0B8-C511-C3CD-AB4B-FE2375CD2A7F}"/>
                </a:ext>
              </a:extLst>
            </p:cNvPr>
            <p:cNvGrpSpPr/>
            <p:nvPr/>
          </p:nvGrpSpPr>
          <p:grpSpPr>
            <a:xfrm>
              <a:off x="5029583" y="971260"/>
              <a:ext cx="1783645" cy="1186771"/>
              <a:chOff x="8424254" y="2321129"/>
              <a:chExt cx="1783645" cy="1186771"/>
            </a:xfrm>
          </p:grpSpPr>
          <p:sp>
            <p:nvSpPr>
              <p:cNvPr id="3051" name="Rectangle 3050">
                <a:extLst>
                  <a:ext uri="{FF2B5EF4-FFF2-40B4-BE49-F238E27FC236}">
                    <a16:creationId xmlns:a16="http://schemas.microsoft.com/office/drawing/2014/main" id="{042CF6DC-6912-0437-39B6-3EE3D69DB53D}"/>
                  </a:ext>
                </a:extLst>
              </p:cNvPr>
              <p:cNvSpPr/>
              <p:nvPr/>
            </p:nvSpPr>
            <p:spPr>
              <a:xfrm>
                <a:off x="8424254" y="2321129"/>
                <a:ext cx="1783645" cy="1186771"/>
              </a:xfrm>
              <a:prstGeom prst="rect">
                <a:avLst/>
              </a:prstGeom>
              <a:gradFill rotWithShape="1">
                <a:gsLst>
                  <a:gs pos="0">
                    <a:srgbClr val="A5A5A5">
                      <a:tint val="100000"/>
                      <a:shade val="100000"/>
                      <a:satMod val="130000"/>
                    </a:srgbClr>
                  </a:gs>
                  <a:gs pos="100000">
                    <a:srgbClr val="A5A5A5">
                      <a:tint val="50000"/>
                      <a:shade val="100000"/>
                      <a:satMod val="350000"/>
                    </a:srgbClr>
                  </a:gs>
                </a:gsLst>
                <a:lin ang="16200000" scaled="0"/>
              </a:gra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052" name="Oval 3051">
                <a:extLst>
                  <a:ext uri="{FF2B5EF4-FFF2-40B4-BE49-F238E27FC236}">
                    <a16:creationId xmlns:a16="http://schemas.microsoft.com/office/drawing/2014/main" id="{EE014071-D9C7-369A-698F-B05A8911481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485566" y="2380964"/>
                <a:ext cx="155448" cy="155448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053" name="Oval 3052">
                <a:extLst>
                  <a:ext uri="{FF2B5EF4-FFF2-40B4-BE49-F238E27FC236}">
                    <a16:creationId xmlns:a16="http://schemas.microsoft.com/office/drawing/2014/main" id="{99E835D8-E260-A407-53BA-A5A2CF74D2B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485566" y="2611088"/>
                <a:ext cx="155448" cy="155448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054" name="Oval 3053">
                <a:extLst>
                  <a:ext uri="{FF2B5EF4-FFF2-40B4-BE49-F238E27FC236}">
                    <a16:creationId xmlns:a16="http://schemas.microsoft.com/office/drawing/2014/main" id="{38EA5989-703A-0191-AA5F-4ACC58A1F71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485566" y="2841212"/>
                <a:ext cx="155448" cy="155448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055" name="Oval 3054">
                <a:extLst>
                  <a:ext uri="{FF2B5EF4-FFF2-40B4-BE49-F238E27FC236}">
                    <a16:creationId xmlns:a16="http://schemas.microsoft.com/office/drawing/2014/main" id="{E27B2FA0-5743-00CE-BA0C-03235E766BD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485566" y="3071336"/>
                <a:ext cx="155448" cy="155448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056" name="Oval 3055">
                <a:extLst>
                  <a:ext uri="{FF2B5EF4-FFF2-40B4-BE49-F238E27FC236}">
                    <a16:creationId xmlns:a16="http://schemas.microsoft.com/office/drawing/2014/main" id="{5C40CA17-706F-984F-AE7B-AD599E45430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485566" y="3301460"/>
                <a:ext cx="155448" cy="155448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057" name="Oval 3056">
                <a:extLst>
                  <a:ext uri="{FF2B5EF4-FFF2-40B4-BE49-F238E27FC236}">
                    <a16:creationId xmlns:a16="http://schemas.microsoft.com/office/drawing/2014/main" id="{02B9D8BC-E538-FBC3-2611-2A3D2926B21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715690" y="2382318"/>
                <a:ext cx="155448" cy="155448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058" name="Oval 3057">
                <a:extLst>
                  <a:ext uri="{FF2B5EF4-FFF2-40B4-BE49-F238E27FC236}">
                    <a16:creationId xmlns:a16="http://schemas.microsoft.com/office/drawing/2014/main" id="{18CA3F66-7218-EA52-D18D-27AF46EE769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715690" y="2612442"/>
                <a:ext cx="155448" cy="155448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059" name="Oval 3058">
                <a:extLst>
                  <a:ext uri="{FF2B5EF4-FFF2-40B4-BE49-F238E27FC236}">
                    <a16:creationId xmlns:a16="http://schemas.microsoft.com/office/drawing/2014/main" id="{ADE50E88-3686-DAEB-6CC7-0BB47FECD9F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715690" y="2842566"/>
                <a:ext cx="155448" cy="155448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060" name="Oval 3059">
                <a:extLst>
                  <a:ext uri="{FF2B5EF4-FFF2-40B4-BE49-F238E27FC236}">
                    <a16:creationId xmlns:a16="http://schemas.microsoft.com/office/drawing/2014/main" id="{48847E28-0523-F7B0-D1FC-53DD8F416B9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715690" y="3072690"/>
                <a:ext cx="155448" cy="155448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061" name="Oval 3060">
                <a:extLst>
                  <a:ext uri="{FF2B5EF4-FFF2-40B4-BE49-F238E27FC236}">
                    <a16:creationId xmlns:a16="http://schemas.microsoft.com/office/drawing/2014/main" id="{883EC476-E648-FC43-8BB3-721AA84D172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715690" y="3302814"/>
                <a:ext cx="155448" cy="155448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062" name="Oval 3061">
                <a:extLst>
                  <a:ext uri="{FF2B5EF4-FFF2-40B4-BE49-F238E27FC236}">
                    <a16:creationId xmlns:a16="http://schemas.microsoft.com/office/drawing/2014/main" id="{B6AD086B-11FD-3FF2-F011-5151AE6C213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962858" y="2379270"/>
                <a:ext cx="155448" cy="155448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063" name="Oval 3062">
                <a:extLst>
                  <a:ext uri="{FF2B5EF4-FFF2-40B4-BE49-F238E27FC236}">
                    <a16:creationId xmlns:a16="http://schemas.microsoft.com/office/drawing/2014/main" id="{55B89811-8B8E-87F8-62F8-E61CAF61547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962858" y="2609394"/>
                <a:ext cx="155448" cy="155448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064" name="Oval 3063">
                <a:extLst>
                  <a:ext uri="{FF2B5EF4-FFF2-40B4-BE49-F238E27FC236}">
                    <a16:creationId xmlns:a16="http://schemas.microsoft.com/office/drawing/2014/main" id="{05EA59E4-C744-E04E-6D4F-BCD17167562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962858" y="2839518"/>
                <a:ext cx="155448" cy="155448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065" name="Oval 3064">
                <a:extLst>
                  <a:ext uri="{FF2B5EF4-FFF2-40B4-BE49-F238E27FC236}">
                    <a16:creationId xmlns:a16="http://schemas.microsoft.com/office/drawing/2014/main" id="{55B3CC6C-ED0A-CE62-B7EC-32AF699131A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962858" y="3069642"/>
                <a:ext cx="155448" cy="155448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066" name="Oval 3065">
                <a:extLst>
                  <a:ext uri="{FF2B5EF4-FFF2-40B4-BE49-F238E27FC236}">
                    <a16:creationId xmlns:a16="http://schemas.microsoft.com/office/drawing/2014/main" id="{CDBA881F-6E18-4879-84DD-5B86B0B948C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962858" y="3299766"/>
                <a:ext cx="155448" cy="155448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067" name="Oval 3066">
                <a:extLst>
                  <a:ext uri="{FF2B5EF4-FFF2-40B4-BE49-F238E27FC236}">
                    <a16:creationId xmlns:a16="http://schemas.microsoft.com/office/drawing/2014/main" id="{D5BE1732-17CB-1F88-650A-B7D35500CC1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210026" y="2376222"/>
                <a:ext cx="155448" cy="155448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068" name="Oval 3067">
                <a:extLst>
                  <a:ext uri="{FF2B5EF4-FFF2-40B4-BE49-F238E27FC236}">
                    <a16:creationId xmlns:a16="http://schemas.microsoft.com/office/drawing/2014/main" id="{F857DE25-0D3C-E8CC-783A-08862C76C69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210026" y="2606346"/>
                <a:ext cx="155448" cy="155448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069" name="Oval 3068">
                <a:extLst>
                  <a:ext uri="{FF2B5EF4-FFF2-40B4-BE49-F238E27FC236}">
                    <a16:creationId xmlns:a16="http://schemas.microsoft.com/office/drawing/2014/main" id="{EC2FE898-A004-8FE0-36B8-50CB913BF1E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210026" y="2836470"/>
                <a:ext cx="155448" cy="155448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070" name="Oval 3069">
                <a:extLst>
                  <a:ext uri="{FF2B5EF4-FFF2-40B4-BE49-F238E27FC236}">
                    <a16:creationId xmlns:a16="http://schemas.microsoft.com/office/drawing/2014/main" id="{6B795C45-A8D9-7E35-14EC-21BDFF2BFB8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210026" y="3066594"/>
                <a:ext cx="155448" cy="155448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071" name="Oval 3070">
                <a:extLst>
                  <a:ext uri="{FF2B5EF4-FFF2-40B4-BE49-F238E27FC236}">
                    <a16:creationId xmlns:a16="http://schemas.microsoft.com/office/drawing/2014/main" id="{5F24CFF1-F446-3C14-2C5D-FEDEF0D4B51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210026" y="3296718"/>
                <a:ext cx="155448" cy="155448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072" name="Oval 3071">
                <a:extLst>
                  <a:ext uri="{FF2B5EF4-FFF2-40B4-BE49-F238E27FC236}">
                    <a16:creationId xmlns:a16="http://schemas.microsoft.com/office/drawing/2014/main" id="{64EC1999-63A9-FA47-97AF-D43E9A626AF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457194" y="2373174"/>
                <a:ext cx="155448" cy="155448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073" name="Oval 3072">
                <a:extLst>
                  <a:ext uri="{FF2B5EF4-FFF2-40B4-BE49-F238E27FC236}">
                    <a16:creationId xmlns:a16="http://schemas.microsoft.com/office/drawing/2014/main" id="{61181B9E-743A-1F93-C286-BD00D26B124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457194" y="2603298"/>
                <a:ext cx="155448" cy="155448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074" name="Oval 3073">
                <a:extLst>
                  <a:ext uri="{FF2B5EF4-FFF2-40B4-BE49-F238E27FC236}">
                    <a16:creationId xmlns:a16="http://schemas.microsoft.com/office/drawing/2014/main" id="{3936FDAA-EB33-1F04-76B6-4F519DDD381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457194" y="2833422"/>
                <a:ext cx="155448" cy="155448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075" name="Oval 3074">
                <a:extLst>
                  <a:ext uri="{FF2B5EF4-FFF2-40B4-BE49-F238E27FC236}">
                    <a16:creationId xmlns:a16="http://schemas.microsoft.com/office/drawing/2014/main" id="{7B159888-01DE-E81B-077A-CCB3C2F0E51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457194" y="3063546"/>
                <a:ext cx="155448" cy="155448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076" name="Oval 3075">
                <a:extLst>
                  <a:ext uri="{FF2B5EF4-FFF2-40B4-BE49-F238E27FC236}">
                    <a16:creationId xmlns:a16="http://schemas.microsoft.com/office/drawing/2014/main" id="{BE90E4CB-FB0C-01D7-88A4-D62F2160E45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457194" y="3293670"/>
                <a:ext cx="155448" cy="155448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077" name="Oval 3076">
                <a:extLst>
                  <a:ext uri="{FF2B5EF4-FFF2-40B4-BE49-F238E27FC236}">
                    <a16:creationId xmlns:a16="http://schemas.microsoft.com/office/drawing/2014/main" id="{FB76C756-E4F5-DED5-9629-CF56D321743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704362" y="2370126"/>
                <a:ext cx="155448" cy="155448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078" name="Oval 3077">
                <a:extLst>
                  <a:ext uri="{FF2B5EF4-FFF2-40B4-BE49-F238E27FC236}">
                    <a16:creationId xmlns:a16="http://schemas.microsoft.com/office/drawing/2014/main" id="{433D9985-B904-5E42-1089-D3D14513B2B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704362" y="2600250"/>
                <a:ext cx="155448" cy="155448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079" name="Oval 3078">
                <a:extLst>
                  <a:ext uri="{FF2B5EF4-FFF2-40B4-BE49-F238E27FC236}">
                    <a16:creationId xmlns:a16="http://schemas.microsoft.com/office/drawing/2014/main" id="{11555C00-9D6D-B3EA-CC43-DA475A5F9BF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704362" y="2830374"/>
                <a:ext cx="155448" cy="155448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080" name="Oval 3079">
                <a:extLst>
                  <a:ext uri="{FF2B5EF4-FFF2-40B4-BE49-F238E27FC236}">
                    <a16:creationId xmlns:a16="http://schemas.microsoft.com/office/drawing/2014/main" id="{B71B2D86-F2EB-B976-F74C-FD543B7F7F0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704362" y="3060498"/>
                <a:ext cx="155448" cy="155448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081" name="Oval 3080">
                <a:extLst>
                  <a:ext uri="{FF2B5EF4-FFF2-40B4-BE49-F238E27FC236}">
                    <a16:creationId xmlns:a16="http://schemas.microsoft.com/office/drawing/2014/main" id="{67B1D090-DDEB-10B7-72DE-5CA8CFA6CD1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704362" y="3290622"/>
                <a:ext cx="155448" cy="155448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082" name="Oval 3081">
                <a:extLst>
                  <a:ext uri="{FF2B5EF4-FFF2-40B4-BE49-F238E27FC236}">
                    <a16:creationId xmlns:a16="http://schemas.microsoft.com/office/drawing/2014/main" id="{ED664B6D-C222-98E4-A55F-C41B45F2C1E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951530" y="2367078"/>
                <a:ext cx="155448" cy="155448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083" name="Oval 3082">
                <a:extLst>
                  <a:ext uri="{FF2B5EF4-FFF2-40B4-BE49-F238E27FC236}">
                    <a16:creationId xmlns:a16="http://schemas.microsoft.com/office/drawing/2014/main" id="{42A6FE93-2697-CE51-79F1-994F34FC698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951530" y="2597202"/>
                <a:ext cx="155448" cy="155448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084" name="Oval 3083">
                <a:extLst>
                  <a:ext uri="{FF2B5EF4-FFF2-40B4-BE49-F238E27FC236}">
                    <a16:creationId xmlns:a16="http://schemas.microsoft.com/office/drawing/2014/main" id="{149E7CE1-3EF6-E071-6179-43090565E32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951530" y="2827326"/>
                <a:ext cx="155448" cy="155448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085" name="Oval 3084">
                <a:extLst>
                  <a:ext uri="{FF2B5EF4-FFF2-40B4-BE49-F238E27FC236}">
                    <a16:creationId xmlns:a16="http://schemas.microsoft.com/office/drawing/2014/main" id="{0623DEC4-F121-820E-43A8-F07F9768B07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951530" y="3057450"/>
                <a:ext cx="155448" cy="155448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086" name="Oval 3085">
                <a:extLst>
                  <a:ext uri="{FF2B5EF4-FFF2-40B4-BE49-F238E27FC236}">
                    <a16:creationId xmlns:a16="http://schemas.microsoft.com/office/drawing/2014/main" id="{B6677491-5F92-7EA8-67A5-3701CE69450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951530" y="3287574"/>
                <a:ext cx="155448" cy="155448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</p:grpSp>
        <p:grpSp>
          <p:nvGrpSpPr>
            <p:cNvPr id="2712" name="Group 2711">
              <a:extLst>
                <a:ext uri="{FF2B5EF4-FFF2-40B4-BE49-F238E27FC236}">
                  <a16:creationId xmlns:a16="http://schemas.microsoft.com/office/drawing/2014/main" id="{63C33BFB-E78B-8821-37B1-8F343E556B00}"/>
                </a:ext>
              </a:extLst>
            </p:cNvPr>
            <p:cNvGrpSpPr/>
            <p:nvPr/>
          </p:nvGrpSpPr>
          <p:grpSpPr>
            <a:xfrm>
              <a:off x="6976364" y="3638174"/>
              <a:ext cx="1783645" cy="1186771"/>
              <a:chOff x="4566731" y="3664923"/>
              <a:chExt cx="1783645" cy="1186771"/>
            </a:xfrm>
          </p:grpSpPr>
          <p:sp>
            <p:nvSpPr>
              <p:cNvPr id="3038" name="Rectangle 3037">
                <a:extLst>
                  <a:ext uri="{FF2B5EF4-FFF2-40B4-BE49-F238E27FC236}">
                    <a16:creationId xmlns:a16="http://schemas.microsoft.com/office/drawing/2014/main" id="{A14EF699-40B0-54E6-6DE3-F165A72BE57C}"/>
                  </a:ext>
                </a:extLst>
              </p:cNvPr>
              <p:cNvSpPr/>
              <p:nvPr/>
            </p:nvSpPr>
            <p:spPr>
              <a:xfrm>
                <a:off x="4566731" y="3664923"/>
                <a:ext cx="1783645" cy="1186771"/>
              </a:xfrm>
              <a:prstGeom prst="rect">
                <a:avLst/>
              </a:prstGeom>
              <a:gradFill rotWithShape="1">
                <a:gsLst>
                  <a:gs pos="0">
                    <a:srgbClr val="A5A5A5">
                      <a:tint val="100000"/>
                      <a:shade val="100000"/>
                      <a:satMod val="130000"/>
                    </a:srgbClr>
                  </a:gs>
                  <a:gs pos="100000">
                    <a:srgbClr val="A5A5A5">
                      <a:tint val="50000"/>
                      <a:shade val="100000"/>
                      <a:satMod val="350000"/>
                    </a:srgbClr>
                  </a:gs>
                </a:gsLst>
                <a:lin ang="16200000" scaled="0"/>
              </a:gra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039" name="Oval 3038">
                <a:extLst>
                  <a:ext uri="{FF2B5EF4-FFF2-40B4-BE49-F238E27FC236}">
                    <a16:creationId xmlns:a16="http://schemas.microsoft.com/office/drawing/2014/main" id="{068FCA78-CB8E-1AE4-3D3E-E6DE03B22AF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737438" y="3786003"/>
                <a:ext cx="274320" cy="27432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040" name="Oval 3039">
                <a:extLst>
                  <a:ext uri="{FF2B5EF4-FFF2-40B4-BE49-F238E27FC236}">
                    <a16:creationId xmlns:a16="http://schemas.microsoft.com/office/drawing/2014/main" id="{E3E875E4-F873-8D75-ADDB-039B5DE479E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744782" y="4134671"/>
                <a:ext cx="274320" cy="27432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041" name="Oval 3040">
                <a:extLst>
                  <a:ext uri="{FF2B5EF4-FFF2-40B4-BE49-F238E27FC236}">
                    <a16:creationId xmlns:a16="http://schemas.microsoft.com/office/drawing/2014/main" id="{7775C67F-0CD3-BF9E-E7A9-A0075129B33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752126" y="4483339"/>
                <a:ext cx="274320" cy="27432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042" name="Oval 3041">
                <a:extLst>
                  <a:ext uri="{FF2B5EF4-FFF2-40B4-BE49-F238E27FC236}">
                    <a16:creationId xmlns:a16="http://schemas.microsoft.com/office/drawing/2014/main" id="{F64ADA86-1130-6EAF-82A0-0BA53520099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120341" y="3779412"/>
                <a:ext cx="274320" cy="27432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043" name="Oval 3042">
                <a:extLst>
                  <a:ext uri="{FF2B5EF4-FFF2-40B4-BE49-F238E27FC236}">
                    <a16:creationId xmlns:a16="http://schemas.microsoft.com/office/drawing/2014/main" id="{4A9A6306-E38C-153C-4728-B1AA6FA7D2B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127685" y="4128080"/>
                <a:ext cx="274320" cy="27432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044" name="Oval 3043">
                <a:extLst>
                  <a:ext uri="{FF2B5EF4-FFF2-40B4-BE49-F238E27FC236}">
                    <a16:creationId xmlns:a16="http://schemas.microsoft.com/office/drawing/2014/main" id="{6939CBB2-87B8-D3B5-1B2F-F1DC1B30303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135029" y="4476748"/>
                <a:ext cx="274320" cy="27432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045" name="Oval 3044">
                <a:extLst>
                  <a:ext uri="{FF2B5EF4-FFF2-40B4-BE49-F238E27FC236}">
                    <a16:creationId xmlns:a16="http://schemas.microsoft.com/office/drawing/2014/main" id="{1A85A8F0-AE0D-52FE-5095-F1D947EA846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503244" y="3772821"/>
                <a:ext cx="274320" cy="27432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046" name="Oval 3045">
                <a:extLst>
                  <a:ext uri="{FF2B5EF4-FFF2-40B4-BE49-F238E27FC236}">
                    <a16:creationId xmlns:a16="http://schemas.microsoft.com/office/drawing/2014/main" id="{A7DF59E9-19B2-B445-C661-B5D6C9762DF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510588" y="4121489"/>
                <a:ext cx="274320" cy="27432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047" name="Oval 3046">
                <a:extLst>
                  <a:ext uri="{FF2B5EF4-FFF2-40B4-BE49-F238E27FC236}">
                    <a16:creationId xmlns:a16="http://schemas.microsoft.com/office/drawing/2014/main" id="{20FBB166-262A-2098-0B45-BFC0D88914B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517932" y="4470157"/>
                <a:ext cx="274320" cy="27432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048" name="Oval 3047">
                <a:extLst>
                  <a:ext uri="{FF2B5EF4-FFF2-40B4-BE49-F238E27FC236}">
                    <a16:creationId xmlns:a16="http://schemas.microsoft.com/office/drawing/2014/main" id="{B74844EE-ED0E-6F51-F1A2-D1E3BD044CF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86147" y="3766230"/>
                <a:ext cx="274320" cy="27432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049" name="Oval 3048">
                <a:extLst>
                  <a:ext uri="{FF2B5EF4-FFF2-40B4-BE49-F238E27FC236}">
                    <a16:creationId xmlns:a16="http://schemas.microsoft.com/office/drawing/2014/main" id="{DDC8BE82-873C-5021-B340-F2A66FAA7E0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93491" y="4114898"/>
                <a:ext cx="274320" cy="27432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050" name="Oval 3049">
                <a:extLst>
                  <a:ext uri="{FF2B5EF4-FFF2-40B4-BE49-F238E27FC236}">
                    <a16:creationId xmlns:a16="http://schemas.microsoft.com/office/drawing/2014/main" id="{2727EF27-93A1-3FCB-9B71-1C2BD750CE6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900835" y="4463566"/>
                <a:ext cx="274320" cy="27432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</p:grpSp>
        <p:cxnSp>
          <p:nvCxnSpPr>
            <p:cNvPr id="2713" name="Straight Arrow Connector 2712">
              <a:extLst>
                <a:ext uri="{FF2B5EF4-FFF2-40B4-BE49-F238E27FC236}">
                  <a16:creationId xmlns:a16="http://schemas.microsoft.com/office/drawing/2014/main" id="{8C0692D3-DF7D-68F5-5DF2-D1A65EA567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59597" y="1878269"/>
              <a:ext cx="485645" cy="400314"/>
            </a:xfrm>
            <a:prstGeom prst="straightConnector1">
              <a:avLst/>
            </a:prstGeom>
            <a:noFill/>
            <a:ln w="38100" cap="flat" cmpd="sng" algn="ctr">
              <a:solidFill>
                <a:srgbClr val="0070C0"/>
              </a:solidFill>
              <a:prstDash val="solid"/>
              <a:tailEnd type="triangle"/>
            </a:ln>
            <a:effectLst/>
          </p:spPr>
        </p:cxnSp>
        <p:sp>
          <p:nvSpPr>
            <p:cNvPr id="2738" name="Rectangle: Rounded Corners 2737">
              <a:extLst>
                <a:ext uri="{FF2B5EF4-FFF2-40B4-BE49-F238E27FC236}">
                  <a16:creationId xmlns:a16="http://schemas.microsoft.com/office/drawing/2014/main" id="{AE014E80-422E-C4A8-BD82-675E4DCE45B7}"/>
                </a:ext>
              </a:extLst>
            </p:cNvPr>
            <p:cNvSpPr/>
            <p:nvPr/>
          </p:nvSpPr>
          <p:spPr>
            <a:xfrm>
              <a:off x="2720413" y="1876916"/>
              <a:ext cx="2033041" cy="906611"/>
            </a:xfrm>
            <a:prstGeom prst="roundRect">
              <a:avLst>
                <a:gd name="adj" fmla="val 25826"/>
              </a:avLst>
            </a:prstGeom>
            <a:solidFill>
              <a:srgbClr val="FFFFFF"/>
            </a:solidFill>
            <a:ln w="25400" cap="flat" cmpd="sng" algn="ctr">
              <a:solidFill>
                <a:srgbClr val="1B4284"/>
              </a:solidFill>
              <a:prstDash val="solid"/>
            </a:ln>
            <a:effectLst/>
          </p:spPr>
          <p:txBody>
            <a:bodyPr rtlCol="0" anchor="t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4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  <a:cs typeface="Arial"/>
                  <a:sym typeface="Arial"/>
                </a:rPr>
                <a:t>80 x 1.5mL GPC</a:t>
              </a:r>
            </a:p>
          </p:txBody>
        </p:sp>
        <p:grpSp>
          <p:nvGrpSpPr>
            <p:cNvPr id="2739" name="Group 2738">
              <a:extLst>
                <a:ext uri="{FF2B5EF4-FFF2-40B4-BE49-F238E27FC236}">
                  <a16:creationId xmlns:a16="http://schemas.microsoft.com/office/drawing/2014/main" id="{71C3D45F-2062-F9AA-C87E-05878240D079}"/>
                </a:ext>
              </a:extLst>
            </p:cNvPr>
            <p:cNvGrpSpPr/>
            <p:nvPr/>
          </p:nvGrpSpPr>
          <p:grpSpPr>
            <a:xfrm>
              <a:off x="8878348" y="4977476"/>
              <a:ext cx="1783645" cy="1186771"/>
              <a:chOff x="8419311" y="3660300"/>
              <a:chExt cx="1783645" cy="1186771"/>
            </a:xfrm>
          </p:grpSpPr>
          <p:sp>
            <p:nvSpPr>
              <p:cNvPr id="3022" name="Rectangle 3021">
                <a:extLst>
                  <a:ext uri="{FF2B5EF4-FFF2-40B4-BE49-F238E27FC236}">
                    <a16:creationId xmlns:a16="http://schemas.microsoft.com/office/drawing/2014/main" id="{90295852-9D26-160A-C913-3564FA75EA3D}"/>
                  </a:ext>
                </a:extLst>
              </p:cNvPr>
              <p:cNvSpPr/>
              <p:nvPr/>
            </p:nvSpPr>
            <p:spPr>
              <a:xfrm>
                <a:off x="8419311" y="3660300"/>
                <a:ext cx="1783645" cy="1186771"/>
              </a:xfrm>
              <a:prstGeom prst="rect">
                <a:avLst/>
              </a:prstGeom>
              <a:gradFill rotWithShape="1">
                <a:gsLst>
                  <a:gs pos="0">
                    <a:srgbClr val="A5A5A5">
                      <a:tint val="100000"/>
                      <a:shade val="100000"/>
                      <a:satMod val="130000"/>
                    </a:srgbClr>
                  </a:gs>
                  <a:gs pos="100000">
                    <a:srgbClr val="A5A5A5">
                      <a:tint val="50000"/>
                      <a:shade val="100000"/>
                      <a:satMod val="350000"/>
                    </a:srgbClr>
                  </a:gs>
                </a:gsLst>
                <a:lin ang="16200000" scaled="0"/>
              </a:gra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023" name="Oval 3022">
                <a:extLst>
                  <a:ext uri="{FF2B5EF4-FFF2-40B4-BE49-F238E27FC236}">
                    <a16:creationId xmlns:a16="http://schemas.microsoft.com/office/drawing/2014/main" id="{E8EDCF31-7418-53C5-EF65-92F42AE2A1C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474384" y="3735525"/>
                <a:ext cx="274320" cy="274320"/>
              </a:xfrm>
              <a:prstGeom prst="ellipse">
                <a:avLst/>
              </a:prstGeom>
              <a:solidFill>
                <a:srgbClr val="0315BD"/>
              </a:solidFill>
              <a:ln w="25400" cap="flat" cmpd="sng" algn="ctr">
                <a:solidFill>
                  <a:srgbClr val="000000">
                    <a:lumMod val="85000"/>
                    <a:lumOff val="15000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024" name="Oval 3023">
                <a:extLst>
                  <a:ext uri="{FF2B5EF4-FFF2-40B4-BE49-F238E27FC236}">
                    <a16:creationId xmlns:a16="http://schemas.microsoft.com/office/drawing/2014/main" id="{47FEF24D-93DE-0C57-FC6D-60178BB49A1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485566" y="4082867"/>
                <a:ext cx="274320" cy="274320"/>
              </a:xfrm>
              <a:prstGeom prst="ellipse">
                <a:avLst/>
              </a:prstGeom>
              <a:solidFill>
                <a:srgbClr val="0315BD"/>
              </a:solidFill>
              <a:ln w="25400" cap="flat" cmpd="sng" algn="ctr">
                <a:solidFill>
                  <a:srgbClr val="000000">
                    <a:lumMod val="85000"/>
                    <a:lumOff val="15000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025" name="Oval 3024">
                <a:extLst>
                  <a:ext uri="{FF2B5EF4-FFF2-40B4-BE49-F238E27FC236}">
                    <a16:creationId xmlns:a16="http://schemas.microsoft.com/office/drawing/2014/main" id="{36A10AC3-B3C5-2B0E-B6E3-BFAE4E24FDE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485566" y="4430209"/>
                <a:ext cx="274320" cy="274320"/>
              </a:xfrm>
              <a:prstGeom prst="ellipse">
                <a:avLst/>
              </a:prstGeom>
              <a:solidFill>
                <a:srgbClr val="0315BD"/>
              </a:solidFill>
              <a:ln w="25400" cap="flat" cmpd="sng" algn="ctr">
                <a:solidFill>
                  <a:srgbClr val="000000">
                    <a:lumMod val="85000"/>
                    <a:lumOff val="15000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026" name="Oval 3025">
                <a:extLst>
                  <a:ext uri="{FF2B5EF4-FFF2-40B4-BE49-F238E27FC236}">
                    <a16:creationId xmlns:a16="http://schemas.microsoft.com/office/drawing/2014/main" id="{39D52B7A-4B2C-380D-6537-3D50520BE9F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812700" y="3738175"/>
                <a:ext cx="274320" cy="274320"/>
              </a:xfrm>
              <a:prstGeom prst="ellipse">
                <a:avLst/>
              </a:prstGeom>
              <a:solidFill>
                <a:srgbClr val="0315BD"/>
              </a:solidFill>
              <a:ln w="25400" cap="flat" cmpd="sng" algn="ctr">
                <a:solidFill>
                  <a:srgbClr val="000000">
                    <a:lumMod val="85000"/>
                    <a:lumOff val="15000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027" name="Oval 3026">
                <a:extLst>
                  <a:ext uri="{FF2B5EF4-FFF2-40B4-BE49-F238E27FC236}">
                    <a16:creationId xmlns:a16="http://schemas.microsoft.com/office/drawing/2014/main" id="{C5B56E25-A1C9-ABD2-E551-6D705BAE2D7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823882" y="4085517"/>
                <a:ext cx="274320" cy="274320"/>
              </a:xfrm>
              <a:prstGeom prst="ellipse">
                <a:avLst/>
              </a:prstGeom>
              <a:solidFill>
                <a:srgbClr val="0315BD"/>
              </a:solidFill>
              <a:ln w="25400" cap="flat" cmpd="sng" algn="ctr">
                <a:solidFill>
                  <a:srgbClr val="000000">
                    <a:lumMod val="85000"/>
                    <a:lumOff val="15000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028" name="Oval 3027">
                <a:extLst>
                  <a:ext uri="{FF2B5EF4-FFF2-40B4-BE49-F238E27FC236}">
                    <a16:creationId xmlns:a16="http://schemas.microsoft.com/office/drawing/2014/main" id="{93DD9E86-3117-203C-1D41-B586C924376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823882" y="4432859"/>
                <a:ext cx="274320" cy="274320"/>
              </a:xfrm>
              <a:prstGeom prst="ellipse">
                <a:avLst/>
              </a:prstGeom>
              <a:solidFill>
                <a:srgbClr val="0315BD"/>
              </a:solidFill>
              <a:ln w="25400" cap="flat" cmpd="sng" algn="ctr">
                <a:solidFill>
                  <a:srgbClr val="000000">
                    <a:lumMod val="85000"/>
                    <a:lumOff val="15000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029" name="Oval 3028">
                <a:extLst>
                  <a:ext uri="{FF2B5EF4-FFF2-40B4-BE49-F238E27FC236}">
                    <a16:creationId xmlns:a16="http://schemas.microsoft.com/office/drawing/2014/main" id="{6D5D3ED3-9714-80C2-C826-BCF626FE724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151016" y="3740825"/>
                <a:ext cx="274320" cy="274320"/>
              </a:xfrm>
              <a:prstGeom prst="ellipse">
                <a:avLst/>
              </a:prstGeom>
              <a:solidFill>
                <a:srgbClr val="0315BD"/>
              </a:solidFill>
              <a:ln w="25400" cap="flat" cmpd="sng" algn="ctr">
                <a:solidFill>
                  <a:srgbClr val="000000">
                    <a:lumMod val="85000"/>
                    <a:lumOff val="15000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030" name="Oval 3029">
                <a:extLst>
                  <a:ext uri="{FF2B5EF4-FFF2-40B4-BE49-F238E27FC236}">
                    <a16:creationId xmlns:a16="http://schemas.microsoft.com/office/drawing/2014/main" id="{F4382696-5793-8977-7EB9-8853E1677E1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162198" y="4088167"/>
                <a:ext cx="274320" cy="274320"/>
              </a:xfrm>
              <a:prstGeom prst="ellipse">
                <a:avLst/>
              </a:prstGeom>
              <a:solidFill>
                <a:srgbClr val="0315BD"/>
              </a:solidFill>
              <a:ln w="25400" cap="flat" cmpd="sng" algn="ctr">
                <a:solidFill>
                  <a:srgbClr val="000000">
                    <a:lumMod val="85000"/>
                    <a:lumOff val="15000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031" name="Oval 3030">
                <a:extLst>
                  <a:ext uri="{FF2B5EF4-FFF2-40B4-BE49-F238E27FC236}">
                    <a16:creationId xmlns:a16="http://schemas.microsoft.com/office/drawing/2014/main" id="{626B71C4-C36C-1796-92FD-434BB0FC6CC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162198" y="4435509"/>
                <a:ext cx="274320" cy="274320"/>
              </a:xfrm>
              <a:prstGeom prst="ellipse">
                <a:avLst/>
              </a:prstGeom>
              <a:solidFill>
                <a:srgbClr val="0315BD"/>
              </a:solidFill>
              <a:ln w="25400" cap="flat" cmpd="sng" algn="ctr">
                <a:solidFill>
                  <a:srgbClr val="000000">
                    <a:lumMod val="85000"/>
                    <a:lumOff val="15000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032" name="Oval 3031">
                <a:extLst>
                  <a:ext uri="{FF2B5EF4-FFF2-40B4-BE49-F238E27FC236}">
                    <a16:creationId xmlns:a16="http://schemas.microsoft.com/office/drawing/2014/main" id="{573EB7F5-24E4-A9D7-01DD-4DB8BC8F298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489332" y="3743475"/>
                <a:ext cx="274320" cy="274320"/>
              </a:xfrm>
              <a:prstGeom prst="ellipse">
                <a:avLst/>
              </a:prstGeom>
              <a:solidFill>
                <a:srgbClr val="0315BD"/>
              </a:solidFill>
              <a:ln w="25400" cap="flat" cmpd="sng" algn="ctr">
                <a:solidFill>
                  <a:srgbClr val="000000">
                    <a:lumMod val="85000"/>
                    <a:lumOff val="15000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033" name="Oval 3032">
                <a:extLst>
                  <a:ext uri="{FF2B5EF4-FFF2-40B4-BE49-F238E27FC236}">
                    <a16:creationId xmlns:a16="http://schemas.microsoft.com/office/drawing/2014/main" id="{FB20E7AF-191E-85DE-300B-F7A7151BB05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500514" y="4090817"/>
                <a:ext cx="274320" cy="274320"/>
              </a:xfrm>
              <a:prstGeom prst="ellipse">
                <a:avLst/>
              </a:prstGeom>
              <a:solidFill>
                <a:srgbClr val="0315BD"/>
              </a:solidFill>
              <a:ln w="25400" cap="flat" cmpd="sng" algn="ctr">
                <a:solidFill>
                  <a:srgbClr val="000000">
                    <a:lumMod val="85000"/>
                    <a:lumOff val="15000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034" name="Oval 3033">
                <a:extLst>
                  <a:ext uri="{FF2B5EF4-FFF2-40B4-BE49-F238E27FC236}">
                    <a16:creationId xmlns:a16="http://schemas.microsoft.com/office/drawing/2014/main" id="{490F8789-C34A-632E-B401-EFC31FFC06D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500514" y="4438159"/>
                <a:ext cx="274320" cy="274320"/>
              </a:xfrm>
              <a:prstGeom prst="ellipse">
                <a:avLst/>
              </a:prstGeom>
              <a:solidFill>
                <a:srgbClr val="0315BD"/>
              </a:solidFill>
              <a:ln w="25400" cap="flat" cmpd="sng" algn="ctr">
                <a:solidFill>
                  <a:srgbClr val="000000">
                    <a:lumMod val="85000"/>
                    <a:lumOff val="15000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035" name="Oval 3034">
                <a:extLst>
                  <a:ext uri="{FF2B5EF4-FFF2-40B4-BE49-F238E27FC236}">
                    <a16:creationId xmlns:a16="http://schemas.microsoft.com/office/drawing/2014/main" id="{D2654509-94A5-C3BA-79C7-3D64CD93CC9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827648" y="3746125"/>
                <a:ext cx="274320" cy="274320"/>
              </a:xfrm>
              <a:prstGeom prst="ellipse">
                <a:avLst/>
              </a:prstGeom>
              <a:solidFill>
                <a:srgbClr val="0315BD"/>
              </a:solidFill>
              <a:ln w="25400" cap="flat" cmpd="sng" algn="ctr">
                <a:solidFill>
                  <a:srgbClr val="000000">
                    <a:lumMod val="85000"/>
                    <a:lumOff val="15000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036" name="Oval 3035">
                <a:extLst>
                  <a:ext uri="{FF2B5EF4-FFF2-40B4-BE49-F238E27FC236}">
                    <a16:creationId xmlns:a16="http://schemas.microsoft.com/office/drawing/2014/main" id="{7CFACAB7-2F6B-9200-96F2-E82048C4D4D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838830" y="4093467"/>
                <a:ext cx="274320" cy="274320"/>
              </a:xfrm>
              <a:prstGeom prst="ellipse">
                <a:avLst/>
              </a:prstGeom>
              <a:solidFill>
                <a:srgbClr val="0315BD"/>
              </a:solidFill>
              <a:ln w="25400" cap="flat" cmpd="sng" algn="ctr">
                <a:solidFill>
                  <a:srgbClr val="000000">
                    <a:lumMod val="85000"/>
                    <a:lumOff val="15000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037" name="Oval 3036">
                <a:extLst>
                  <a:ext uri="{FF2B5EF4-FFF2-40B4-BE49-F238E27FC236}">
                    <a16:creationId xmlns:a16="http://schemas.microsoft.com/office/drawing/2014/main" id="{1DF1FEE5-AEC1-7A31-FC47-ADAF7F0E19B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838830" y="4440809"/>
                <a:ext cx="274320" cy="274320"/>
              </a:xfrm>
              <a:prstGeom prst="ellipse">
                <a:avLst/>
              </a:prstGeom>
              <a:solidFill>
                <a:srgbClr val="0315BD"/>
              </a:solidFill>
              <a:ln w="25400" cap="flat" cmpd="sng" algn="ctr">
                <a:solidFill>
                  <a:srgbClr val="000000">
                    <a:lumMod val="85000"/>
                    <a:lumOff val="15000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</p:grpSp>
        <p:grpSp>
          <p:nvGrpSpPr>
            <p:cNvPr id="2740" name="Group 2739">
              <a:extLst>
                <a:ext uri="{FF2B5EF4-FFF2-40B4-BE49-F238E27FC236}">
                  <a16:creationId xmlns:a16="http://schemas.microsoft.com/office/drawing/2014/main" id="{8FF6FC5C-0AC3-6957-EC60-3AEB58FDC4A3}"/>
                </a:ext>
              </a:extLst>
            </p:cNvPr>
            <p:cNvGrpSpPr/>
            <p:nvPr/>
          </p:nvGrpSpPr>
          <p:grpSpPr>
            <a:xfrm>
              <a:off x="8905071" y="2293940"/>
              <a:ext cx="1783645" cy="1186771"/>
              <a:chOff x="8419311" y="3660300"/>
              <a:chExt cx="1783645" cy="1186771"/>
            </a:xfrm>
          </p:grpSpPr>
          <p:sp>
            <p:nvSpPr>
              <p:cNvPr id="2750" name="Rectangle 2749">
                <a:extLst>
                  <a:ext uri="{FF2B5EF4-FFF2-40B4-BE49-F238E27FC236}">
                    <a16:creationId xmlns:a16="http://schemas.microsoft.com/office/drawing/2014/main" id="{A5A8BBBB-39D3-346F-077E-08B15D6B70A6}"/>
                  </a:ext>
                </a:extLst>
              </p:cNvPr>
              <p:cNvSpPr/>
              <p:nvPr/>
            </p:nvSpPr>
            <p:spPr>
              <a:xfrm>
                <a:off x="8419311" y="3660300"/>
                <a:ext cx="1783645" cy="1186771"/>
              </a:xfrm>
              <a:prstGeom prst="rect">
                <a:avLst/>
              </a:prstGeom>
              <a:gradFill rotWithShape="1">
                <a:gsLst>
                  <a:gs pos="0">
                    <a:srgbClr val="A5A5A5">
                      <a:tint val="100000"/>
                      <a:shade val="100000"/>
                      <a:satMod val="130000"/>
                    </a:srgbClr>
                  </a:gs>
                  <a:gs pos="100000">
                    <a:srgbClr val="A5A5A5">
                      <a:tint val="50000"/>
                      <a:shade val="100000"/>
                      <a:satMod val="350000"/>
                    </a:srgbClr>
                  </a:gs>
                </a:gsLst>
                <a:lin ang="16200000" scaled="0"/>
              </a:gra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2751" name="Oval 2750">
                <a:extLst>
                  <a:ext uri="{FF2B5EF4-FFF2-40B4-BE49-F238E27FC236}">
                    <a16:creationId xmlns:a16="http://schemas.microsoft.com/office/drawing/2014/main" id="{0C6612DB-9078-2C96-6CB4-FD8E08A3F97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474384" y="3735525"/>
                <a:ext cx="274320" cy="274320"/>
              </a:xfrm>
              <a:prstGeom prst="ellipse">
                <a:avLst/>
              </a:prstGeom>
              <a:solidFill>
                <a:srgbClr val="0315BD"/>
              </a:solidFill>
              <a:ln w="25400" cap="flat" cmpd="sng" algn="ctr">
                <a:solidFill>
                  <a:srgbClr val="000000">
                    <a:lumMod val="85000"/>
                    <a:lumOff val="15000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008" name="Oval 3007">
                <a:extLst>
                  <a:ext uri="{FF2B5EF4-FFF2-40B4-BE49-F238E27FC236}">
                    <a16:creationId xmlns:a16="http://schemas.microsoft.com/office/drawing/2014/main" id="{08658246-8576-2A9A-0F17-51E460220DD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485566" y="4082867"/>
                <a:ext cx="274320" cy="274320"/>
              </a:xfrm>
              <a:prstGeom prst="ellipse">
                <a:avLst/>
              </a:prstGeom>
              <a:solidFill>
                <a:srgbClr val="0315BD"/>
              </a:solidFill>
              <a:ln w="25400" cap="flat" cmpd="sng" algn="ctr">
                <a:solidFill>
                  <a:srgbClr val="000000">
                    <a:lumMod val="85000"/>
                    <a:lumOff val="15000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009" name="Oval 3008">
                <a:extLst>
                  <a:ext uri="{FF2B5EF4-FFF2-40B4-BE49-F238E27FC236}">
                    <a16:creationId xmlns:a16="http://schemas.microsoft.com/office/drawing/2014/main" id="{DC60EE5C-11BA-8B6C-74DB-ED31855494F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485566" y="4430209"/>
                <a:ext cx="274320" cy="274320"/>
              </a:xfrm>
              <a:prstGeom prst="ellipse">
                <a:avLst/>
              </a:prstGeom>
              <a:solidFill>
                <a:srgbClr val="0315BD"/>
              </a:solidFill>
              <a:ln w="25400" cap="flat" cmpd="sng" algn="ctr">
                <a:solidFill>
                  <a:srgbClr val="000000">
                    <a:lumMod val="85000"/>
                    <a:lumOff val="15000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010" name="Oval 3009">
                <a:extLst>
                  <a:ext uri="{FF2B5EF4-FFF2-40B4-BE49-F238E27FC236}">
                    <a16:creationId xmlns:a16="http://schemas.microsoft.com/office/drawing/2014/main" id="{E301B103-E68B-F541-0020-7B17A50600C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812700" y="3738175"/>
                <a:ext cx="274320" cy="274320"/>
              </a:xfrm>
              <a:prstGeom prst="ellipse">
                <a:avLst/>
              </a:prstGeom>
              <a:solidFill>
                <a:srgbClr val="0315BD"/>
              </a:solidFill>
              <a:ln w="25400" cap="flat" cmpd="sng" algn="ctr">
                <a:solidFill>
                  <a:srgbClr val="000000">
                    <a:lumMod val="85000"/>
                    <a:lumOff val="15000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011" name="Oval 3010">
                <a:extLst>
                  <a:ext uri="{FF2B5EF4-FFF2-40B4-BE49-F238E27FC236}">
                    <a16:creationId xmlns:a16="http://schemas.microsoft.com/office/drawing/2014/main" id="{CE90FB9D-7511-FC55-389F-578C0A74E72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823882" y="4085517"/>
                <a:ext cx="274320" cy="274320"/>
              </a:xfrm>
              <a:prstGeom prst="ellipse">
                <a:avLst/>
              </a:prstGeom>
              <a:solidFill>
                <a:srgbClr val="0315BD"/>
              </a:solidFill>
              <a:ln w="25400" cap="flat" cmpd="sng" algn="ctr">
                <a:solidFill>
                  <a:srgbClr val="000000">
                    <a:lumMod val="85000"/>
                    <a:lumOff val="15000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012" name="Oval 3011">
                <a:extLst>
                  <a:ext uri="{FF2B5EF4-FFF2-40B4-BE49-F238E27FC236}">
                    <a16:creationId xmlns:a16="http://schemas.microsoft.com/office/drawing/2014/main" id="{6D9784C9-D02F-AC90-4905-412F1F48E06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823882" y="4432859"/>
                <a:ext cx="274320" cy="274320"/>
              </a:xfrm>
              <a:prstGeom prst="ellipse">
                <a:avLst/>
              </a:prstGeom>
              <a:solidFill>
                <a:srgbClr val="0315BD"/>
              </a:solidFill>
              <a:ln w="25400" cap="flat" cmpd="sng" algn="ctr">
                <a:solidFill>
                  <a:srgbClr val="000000">
                    <a:lumMod val="85000"/>
                    <a:lumOff val="15000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013" name="Oval 3012">
                <a:extLst>
                  <a:ext uri="{FF2B5EF4-FFF2-40B4-BE49-F238E27FC236}">
                    <a16:creationId xmlns:a16="http://schemas.microsoft.com/office/drawing/2014/main" id="{94DC82C5-174D-5A69-946D-64D0652BF44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151016" y="3740825"/>
                <a:ext cx="274320" cy="274320"/>
              </a:xfrm>
              <a:prstGeom prst="ellipse">
                <a:avLst/>
              </a:prstGeom>
              <a:solidFill>
                <a:srgbClr val="0315BD"/>
              </a:solidFill>
              <a:ln w="25400" cap="flat" cmpd="sng" algn="ctr">
                <a:solidFill>
                  <a:srgbClr val="000000">
                    <a:lumMod val="85000"/>
                    <a:lumOff val="15000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014" name="Oval 3013">
                <a:extLst>
                  <a:ext uri="{FF2B5EF4-FFF2-40B4-BE49-F238E27FC236}">
                    <a16:creationId xmlns:a16="http://schemas.microsoft.com/office/drawing/2014/main" id="{D9C92E0B-B2AB-9712-A0AD-4EAF6AF90E9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162198" y="4088167"/>
                <a:ext cx="274320" cy="274320"/>
              </a:xfrm>
              <a:prstGeom prst="ellipse">
                <a:avLst/>
              </a:prstGeom>
              <a:solidFill>
                <a:srgbClr val="0315BD"/>
              </a:solidFill>
              <a:ln w="25400" cap="flat" cmpd="sng" algn="ctr">
                <a:solidFill>
                  <a:srgbClr val="000000">
                    <a:lumMod val="85000"/>
                    <a:lumOff val="15000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015" name="Oval 3014">
                <a:extLst>
                  <a:ext uri="{FF2B5EF4-FFF2-40B4-BE49-F238E27FC236}">
                    <a16:creationId xmlns:a16="http://schemas.microsoft.com/office/drawing/2014/main" id="{DB8C331E-EC53-E868-CF71-1F800A282FB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162198" y="4435509"/>
                <a:ext cx="274320" cy="274320"/>
              </a:xfrm>
              <a:prstGeom prst="ellipse">
                <a:avLst/>
              </a:prstGeom>
              <a:solidFill>
                <a:srgbClr val="0315BD"/>
              </a:solidFill>
              <a:ln w="25400" cap="flat" cmpd="sng" algn="ctr">
                <a:solidFill>
                  <a:srgbClr val="000000">
                    <a:lumMod val="85000"/>
                    <a:lumOff val="15000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016" name="Oval 3015">
                <a:extLst>
                  <a:ext uri="{FF2B5EF4-FFF2-40B4-BE49-F238E27FC236}">
                    <a16:creationId xmlns:a16="http://schemas.microsoft.com/office/drawing/2014/main" id="{C3474909-1E03-9DCD-CEEF-60F9403286B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489332" y="3743475"/>
                <a:ext cx="274320" cy="274320"/>
              </a:xfrm>
              <a:prstGeom prst="ellipse">
                <a:avLst/>
              </a:prstGeom>
              <a:solidFill>
                <a:srgbClr val="0315BD"/>
              </a:solidFill>
              <a:ln w="25400" cap="flat" cmpd="sng" algn="ctr">
                <a:solidFill>
                  <a:srgbClr val="000000">
                    <a:lumMod val="85000"/>
                    <a:lumOff val="15000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017" name="Oval 3016">
                <a:extLst>
                  <a:ext uri="{FF2B5EF4-FFF2-40B4-BE49-F238E27FC236}">
                    <a16:creationId xmlns:a16="http://schemas.microsoft.com/office/drawing/2014/main" id="{42BF8089-5DD5-368B-C25A-ABB92293FB6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500514" y="4090817"/>
                <a:ext cx="274320" cy="274320"/>
              </a:xfrm>
              <a:prstGeom prst="ellipse">
                <a:avLst/>
              </a:prstGeom>
              <a:solidFill>
                <a:srgbClr val="0315BD"/>
              </a:solidFill>
              <a:ln w="25400" cap="flat" cmpd="sng" algn="ctr">
                <a:solidFill>
                  <a:srgbClr val="000000">
                    <a:lumMod val="85000"/>
                    <a:lumOff val="15000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018" name="Oval 3017">
                <a:extLst>
                  <a:ext uri="{FF2B5EF4-FFF2-40B4-BE49-F238E27FC236}">
                    <a16:creationId xmlns:a16="http://schemas.microsoft.com/office/drawing/2014/main" id="{A44735EC-CB73-DFAF-E294-ECC7AB0145C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500514" y="4438159"/>
                <a:ext cx="274320" cy="274320"/>
              </a:xfrm>
              <a:prstGeom prst="ellipse">
                <a:avLst/>
              </a:prstGeom>
              <a:solidFill>
                <a:srgbClr val="0315BD"/>
              </a:solidFill>
              <a:ln w="25400" cap="flat" cmpd="sng" algn="ctr">
                <a:solidFill>
                  <a:srgbClr val="000000">
                    <a:lumMod val="85000"/>
                    <a:lumOff val="15000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019" name="Oval 3018">
                <a:extLst>
                  <a:ext uri="{FF2B5EF4-FFF2-40B4-BE49-F238E27FC236}">
                    <a16:creationId xmlns:a16="http://schemas.microsoft.com/office/drawing/2014/main" id="{D3EB11AE-1E2E-0A0E-1ECC-013E4BFA255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827648" y="3746125"/>
                <a:ext cx="274320" cy="274320"/>
              </a:xfrm>
              <a:prstGeom prst="ellipse">
                <a:avLst/>
              </a:prstGeom>
              <a:solidFill>
                <a:srgbClr val="0315BD"/>
              </a:solidFill>
              <a:ln w="25400" cap="flat" cmpd="sng" algn="ctr">
                <a:solidFill>
                  <a:srgbClr val="000000">
                    <a:lumMod val="85000"/>
                    <a:lumOff val="15000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020" name="Oval 3019">
                <a:extLst>
                  <a:ext uri="{FF2B5EF4-FFF2-40B4-BE49-F238E27FC236}">
                    <a16:creationId xmlns:a16="http://schemas.microsoft.com/office/drawing/2014/main" id="{318DE4E4-1FDE-7201-EED7-9DA1DD717B3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838830" y="4093467"/>
                <a:ext cx="274320" cy="274320"/>
              </a:xfrm>
              <a:prstGeom prst="ellipse">
                <a:avLst/>
              </a:prstGeom>
              <a:solidFill>
                <a:srgbClr val="0315BD"/>
              </a:solidFill>
              <a:ln w="25400" cap="flat" cmpd="sng" algn="ctr">
                <a:solidFill>
                  <a:srgbClr val="000000">
                    <a:lumMod val="85000"/>
                    <a:lumOff val="15000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021" name="Oval 3020">
                <a:extLst>
                  <a:ext uri="{FF2B5EF4-FFF2-40B4-BE49-F238E27FC236}">
                    <a16:creationId xmlns:a16="http://schemas.microsoft.com/office/drawing/2014/main" id="{01FA55C0-9694-47A4-6321-CF367D4018D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838830" y="4440809"/>
                <a:ext cx="274320" cy="274320"/>
              </a:xfrm>
              <a:prstGeom prst="ellipse">
                <a:avLst/>
              </a:prstGeom>
              <a:solidFill>
                <a:srgbClr val="0315BD"/>
              </a:solidFill>
              <a:ln w="25400" cap="flat" cmpd="sng" algn="ctr">
                <a:solidFill>
                  <a:srgbClr val="000000">
                    <a:lumMod val="85000"/>
                    <a:lumOff val="15000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</p:grpSp>
        <p:cxnSp>
          <p:nvCxnSpPr>
            <p:cNvPr id="2741" name="Straight Arrow Connector 2740">
              <a:extLst>
                <a:ext uri="{FF2B5EF4-FFF2-40B4-BE49-F238E27FC236}">
                  <a16:creationId xmlns:a16="http://schemas.microsoft.com/office/drawing/2014/main" id="{70FCEFAB-CB8A-EBCE-1857-FFB981291F0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32598" y="3142508"/>
              <a:ext cx="956572" cy="1051016"/>
            </a:xfrm>
            <a:prstGeom prst="straightConnector1">
              <a:avLst/>
            </a:prstGeom>
            <a:noFill/>
            <a:ln w="38100" cap="flat" cmpd="sng" algn="ctr">
              <a:solidFill>
                <a:srgbClr val="0070C0"/>
              </a:solidFill>
              <a:prstDash val="solid"/>
              <a:tailEnd type="triangle"/>
            </a:ln>
            <a:effectLst/>
          </p:spPr>
        </p:cxnSp>
        <p:cxnSp>
          <p:nvCxnSpPr>
            <p:cNvPr id="2742" name="Straight Arrow Connector 2741">
              <a:extLst>
                <a:ext uri="{FF2B5EF4-FFF2-40B4-BE49-F238E27FC236}">
                  <a16:creationId xmlns:a16="http://schemas.microsoft.com/office/drawing/2014/main" id="{A7032EEA-7782-4B1F-1538-06E8310AE83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24398" y="4287166"/>
              <a:ext cx="956572" cy="882767"/>
            </a:xfrm>
            <a:prstGeom prst="straightConnector1">
              <a:avLst/>
            </a:prstGeom>
            <a:noFill/>
            <a:ln w="38100" cap="flat" cmpd="sng" algn="ctr">
              <a:solidFill>
                <a:srgbClr val="0070C0"/>
              </a:solidFill>
              <a:prstDash val="solid"/>
              <a:tailEnd type="triangle"/>
            </a:ln>
            <a:effectLst/>
          </p:spPr>
        </p:cxnSp>
        <p:sp>
          <p:nvSpPr>
            <p:cNvPr id="2743" name="Rectangle: Rounded Corners 2742">
              <a:extLst>
                <a:ext uri="{FF2B5EF4-FFF2-40B4-BE49-F238E27FC236}">
                  <a16:creationId xmlns:a16="http://schemas.microsoft.com/office/drawing/2014/main" id="{D3391004-CE86-1CCA-1FFA-8A711A0649E9}"/>
                </a:ext>
              </a:extLst>
            </p:cNvPr>
            <p:cNvSpPr/>
            <p:nvPr/>
          </p:nvSpPr>
          <p:spPr>
            <a:xfrm>
              <a:off x="11119084" y="3837852"/>
              <a:ext cx="1943698" cy="906611"/>
            </a:xfrm>
            <a:prstGeom prst="roundRect">
              <a:avLst>
                <a:gd name="adj" fmla="val 25826"/>
              </a:avLst>
            </a:prstGeom>
            <a:solidFill>
              <a:srgbClr val="FFFFFF"/>
            </a:solidFill>
            <a:ln w="25400" cap="flat" cmpd="sng" algn="ctr">
              <a:solidFill>
                <a:srgbClr val="1B4284"/>
              </a:solidFill>
              <a:prstDash val="solid"/>
            </a:ln>
            <a:effectLst/>
          </p:spPr>
          <p:txBody>
            <a:bodyPr rtlCol="0" anchor="t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4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  <a:cs typeface="Arial"/>
                  <a:sym typeface="Arial"/>
                </a:rPr>
                <a:t>45 x 15mL Falcon</a:t>
              </a:r>
            </a:p>
          </p:txBody>
        </p:sp>
        <p:sp>
          <p:nvSpPr>
            <p:cNvPr id="2744" name="Rectangle: Rounded Corners 2743">
              <a:extLst>
                <a:ext uri="{FF2B5EF4-FFF2-40B4-BE49-F238E27FC236}">
                  <a16:creationId xmlns:a16="http://schemas.microsoft.com/office/drawing/2014/main" id="{DCAE9316-F558-3FBB-BEB7-040296C1AFEC}"/>
                </a:ext>
              </a:extLst>
            </p:cNvPr>
            <p:cNvSpPr/>
            <p:nvPr/>
          </p:nvSpPr>
          <p:spPr>
            <a:xfrm>
              <a:off x="2942591" y="3159898"/>
              <a:ext cx="1988616" cy="906611"/>
            </a:xfrm>
            <a:prstGeom prst="roundRect">
              <a:avLst>
                <a:gd name="adj" fmla="val 25826"/>
              </a:avLst>
            </a:prstGeom>
            <a:solidFill>
              <a:srgbClr val="FFFFFF"/>
            </a:solidFill>
            <a:ln w="25400" cap="flat" cmpd="sng" algn="ctr">
              <a:solidFill>
                <a:srgbClr val="1B4284"/>
              </a:solidFill>
              <a:prstDash val="solid"/>
            </a:ln>
            <a:effectLst/>
          </p:spPr>
          <p:txBody>
            <a:bodyPr rtlCol="0" anchor="t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4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  <a:cs typeface="Arial"/>
                  <a:sym typeface="Arial"/>
                </a:rPr>
                <a:t>2 x 100mL Beaker</a:t>
              </a:r>
            </a:p>
          </p:txBody>
        </p:sp>
        <p:cxnSp>
          <p:nvCxnSpPr>
            <p:cNvPr id="2745" name="Straight Arrow Connector 2744">
              <a:extLst>
                <a:ext uri="{FF2B5EF4-FFF2-40B4-BE49-F238E27FC236}">
                  <a16:creationId xmlns:a16="http://schemas.microsoft.com/office/drawing/2014/main" id="{32569B59-2D39-AEE3-E8B1-8B27A608AF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18167" y="4447713"/>
              <a:ext cx="1172728" cy="384780"/>
            </a:xfrm>
            <a:prstGeom prst="straightConnector1">
              <a:avLst/>
            </a:prstGeom>
            <a:noFill/>
            <a:ln w="38100" cap="flat" cmpd="sng" algn="ctr">
              <a:solidFill>
                <a:srgbClr val="0070C0"/>
              </a:solidFill>
              <a:prstDash val="solid"/>
              <a:tailEnd type="triangle"/>
            </a:ln>
            <a:effectLst/>
          </p:spPr>
        </p:cxnSp>
        <p:sp>
          <p:nvSpPr>
            <p:cNvPr id="2746" name="Rectangle: Rounded Corners 2745">
              <a:extLst>
                <a:ext uri="{FF2B5EF4-FFF2-40B4-BE49-F238E27FC236}">
                  <a16:creationId xmlns:a16="http://schemas.microsoft.com/office/drawing/2014/main" id="{5F13C963-E976-25F3-7D13-D674E1F2C2F1}"/>
                </a:ext>
              </a:extLst>
            </p:cNvPr>
            <p:cNvSpPr/>
            <p:nvPr/>
          </p:nvSpPr>
          <p:spPr>
            <a:xfrm>
              <a:off x="2477631" y="4487316"/>
              <a:ext cx="1846891" cy="906611"/>
            </a:xfrm>
            <a:prstGeom prst="roundRect">
              <a:avLst>
                <a:gd name="adj" fmla="val 25826"/>
              </a:avLst>
            </a:prstGeom>
            <a:solidFill>
              <a:srgbClr val="FFFFFF"/>
            </a:solidFill>
            <a:ln w="25400" cap="flat" cmpd="sng" algn="ctr">
              <a:solidFill>
                <a:srgbClr val="1B4284"/>
              </a:solidFill>
              <a:prstDash val="solid"/>
            </a:ln>
            <a:effectLst/>
          </p:spPr>
          <p:txBody>
            <a:bodyPr rtlCol="0" anchor="t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4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  <a:cs typeface="Arial"/>
                  <a:sym typeface="Arial"/>
                </a:rPr>
                <a:t>56 x 4mL Vials</a:t>
              </a:r>
            </a:p>
          </p:txBody>
        </p:sp>
        <p:cxnSp>
          <p:nvCxnSpPr>
            <p:cNvPr id="2747" name="Straight Arrow Connector 2746">
              <a:extLst>
                <a:ext uri="{FF2B5EF4-FFF2-40B4-BE49-F238E27FC236}">
                  <a16:creationId xmlns:a16="http://schemas.microsoft.com/office/drawing/2014/main" id="{98588B84-C0C2-EFC0-B6B4-2672405DEBC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35551" y="4749368"/>
              <a:ext cx="635103" cy="1875437"/>
            </a:xfrm>
            <a:prstGeom prst="straightConnector1">
              <a:avLst/>
            </a:prstGeom>
            <a:noFill/>
            <a:ln w="38100" cap="flat" cmpd="sng" algn="ctr">
              <a:solidFill>
                <a:srgbClr val="0070C0"/>
              </a:solidFill>
              <a:prstDash val="solid"/>
              <a:tailEnd type="triangle"/>
            </a:ln>
            <a:effectLst/>
          </p:spPr>
        </p:cxnSp>
        <p:sp>
          <p:nvSpPr>
            <p:cNvPr id="2748" name="Rectangle: Rounded Corners 2747">
              <a:extLst>
                <a:ext uri="{FF2B5EF4-FFF2-40B4-BE49-F238E27FC236}">
                  <a16:creationId xmlns:a16="http://schemas.microsoft.com/office/drawing/2014/main" id="{67CC4969-6734-D0DA-3624-7B88EF77BA99}"/>
                </a:ext>
              </a:extLst>
            </p:cNvPr>
            <p:cNvSpPr/>
            <p:nvPr/>
          </p:nvSpPr>
          <p:spPr>
            <a:xfrm>
              <a:off x="5324730" y="6236790"/>
              <a:ext cx="1975394" cy="864291"/>
            </a:xfrm>
            <a:prstGeom prst="roundRect">
              <a:avLst>
                <a:gd name="adj" fmla="val 25826"/>
              </a:avLst>
            </a:prstGeom>
            <a:solidFill>
              <a:srgbClr val="FFFFFF"/>
            </a:solidFill>
            <a:ln w="25400" cap="flat" cmpd="sng" algn="ctr">
              <a:solidFill>
                <a:srgbClr val="1B4284"/>
              </a:solidFill>
              <a:prstDash val="solid"/>
            </a:ln>
            <a:effectLst/>
          </p:spPr>
          <p:txBody>
            <a:bodyPr rtlCol="0" anchor="t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4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  <a:cs typeface="Arial"/>
                  <a:sym typeface="Arial"/>
                </a:rPr>
                <a:t>12 x 20mL Vials </a:t>
              </a:r>
            </a:p>
          </p:txBody>
        </p:sp>
        <p:sp>
          <p:nvSpPr>
            <p:cNvPr id="2749" name="Rectangle: Rounded Corners 2748">
              <a:extLst>
                <a:ext uri="{FF2B5EF4-FFF2-40B4-BE49-F238E27FC236}">
                  <a16:creationId xmlns:a16="http://schemas.microsoft.com/office/drawing/2014/main" id="{88242CFA-1D6A-4DBA-9C81-06AAD50A21F2}"/>
                </a:ext>
              </a:extLst>
            </p:cNvPr>
            <p:cNvSpPr/>
            <p:nvPr/>
          </p:nvSpPr>
          <p:spPr>
            <a:xfrm>
              <a:off x="7471423" y="5924068"/>
              <a:ext cx="1539765" cy="906611"/>
            </a:xfrm>
            <a:prstGeom prst="roundRect">
              <a:avLst>
                <a:gd name="adj" fmla="val 25826"/>
              </a:avLst>
            </a:prstGeom>
            <a:solidFill>
              <a:srgbClr val="FFFFFF"/>
            </a:solidFill>
            <a:ln w="25400" cap="flat" cmpd="sng" algn="ctr">
              <a:solidFill>
                <a:srgbClr val="1B4284"/>
              </a:solidFill>
              <a:prstDash val="solid"/>
            </a:ln>
            <a:effectLst/>
          </p:spPr>
          <p:txBody>
            <a:bodyPr rtlCol="0" anchor="t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4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  <a:cs typeface="Arial"/>
                  <a:sym typeface="Arial"/>
                </a:rPr>
                <a:t>400mL Beaker</a:t>
              </a:r>
            </a:p>
          </p:txBody>
        </p:sp>
      </p:grpSp>
      <p:grpSp>
        <p:nvGrpSpPr>
          <p:cNvPr id="3615" name="Group 3614">
            <a:extLst>
              <a:ext uri="{FF2B5EF4-FFF2-40B4-BE49-F238E27FC236}">
                <a16:creationId xmlns:a16="http://schemas.microsoft.com/office/drawing/2014/main" id="{BD7708FF-FB34-5373-D1DA-2BE17553C69A}"/>
              </a:ext>
            </a:extLst>
          </p:cNvPr>
          <p:cNvGrpSpPr>
            <a:grpSpLocks noChangeAspect="1"/>
          </p:cNvGrpSpPr>
          <p:nvPr/>
        </p:nvGrpSpPr>
        <p:grpSpPr>
          <a:xfrm>
            <a:off x="36270226" y="20514480"/>
            <a:ext cx="6438260" cy="4209089"/>
            <a:chOff x="5664693" y="3572114"/>
            <a:chExt cx="4760259" cy="3118300"/>
          </a:xfrm>
        </p:grpSpPr>
        <p:grpSp>
          <p:nvGrpSpPr>
            <p:cNvPr id="3616" name="Group 3615">
              <a:extLst>
                <a:ext uri="{FF2B5EF4-FFF2-40B4-BE49-F238E27FC236}">
                  <a16:creationId xmlns:a16="http://schemas.microsoft.com/office/drawing/2014/main" id="{AEE29A57-88A0-2B7E-AC1E-C48F5BAC4EB4}"/>
                </a:ext>
              </a:extLst>
            </p:cNvPr>
            <p:cNvGrpSpPr/>
            <p:nvPr/>
          </p:nvGrpSpPr>
          <p:grpSpPr>
            <a:xfrm>
              <a:off x="7423134" y="5330069"/>
              <a:ext cx="1913294" cy="30830"/>
              <a:chOff x="4895010" y="6601537"/>
              <a:chExt cx="4371826" cy="70446"/>
            </a:xfrm>
            <a:solidFill>
              <a:srgbClr val="FFFFFF"/>
            </a:solidFill>
          </p:grpSpPr>
          <p:cxnSp>
            <p:nvCxnSpPr>
              <p:cNvPr id="3946" name="Straight Connector 3945">
                <a:extLst>
                  <a:ext uri="{FF2B5EF4-FFF2-40B4-BE49-F238E27FC236}">
                    <a16:creationId xmlns:a16="http://schemas.microsoft.com/office/drawing/2014/main" id="{3B2C07A9-3623-C804-370F-BD7A02D8851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895010" y="6639606"/>
                <a:ext cx="4303065" cy="0"/>
              </a:xfrm>
              <a:prstGeom prst="line">
                <a:avLst/>
              </a:prstGeom>
              <a:grpFill/>
              <a:ln w="9525" cap="flat" cmpd="sng" algn="ctr">
                <a:solidFill>
                  <a:srgbClr val="FFFFFF"/>
                </a:solidFill>
                <a:prstDash val="solid"/>
              </a:ln>
              <a:effectLst/>
            </p:spPr>
          </p:cxnSp>
          <p:sp>
            <p:nvSpPr>
              <p:cNvPr id="3947" name="Oval 3946">
                <a:extLst>
                  <a:ext uri="{FF2B5EF4-FFF2-40B4-BE49-F238E27FC236}">
                    <a16:creationId xmlns:a16="http://schemas.microsoft.com/office/drawing/2014/main" id="{086AC614-7105-51C8-CB29-D058D67317FD}"/>
                  </a:ext>
                </a:extLst>
              </p:cNvPr>
              <p:cNvSpPr/>
              <p:nvPr/>
            </p:nvSpPr>
            <p:spPr>
              <a:xfrm>
                <a:off x="9196390" y="6601537"/>
                <a:ext cx="70446" cy="70446"/>
              </a:xfrm>
              <a:prstGeom prst="ellipse">
                <a:avLst/>
              </a:prstGeom>
              <a:grpFill/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</p:grpSp>
        <p:sp>
          <p:nvSpPr>
            <p:cNvPr id="3617" name="Rectangle 3616">
              <a:extLst>
                <a:ext uri="{FF2B5EF4-FFF2-40B4-BE49-F238E27FC236}">
                  <a16:creationId xmlns:a16="http://schemas.microsoft.com/office/drawing/2014/main" id="{0462DC47-0890-5D37-23C7-9A2109105F41}"/>
                </a:ext>
              </a:extLst>
            </p:cNvPr>
            <p:cNvSpPr/>
            <p:nvPr/>
          </p:nvSpPr>
          <p:spPr>
            <a:xfrm>
              <a:off x="6555592" y="3709493"/>
              <a:ext cx="2924771" cy="2666761"/>
            </a:xfrm>
            <a:prstGeom prst="rect">
              <a:avLst/>
            </a:prstGeom>
            <a:solidFill>
              <a:srgbClr val="A5A5A5"/>
            </a:solidFill>
            <a:ln w="25400" cap="flat" cmpd="sng" algn="ctr">
              <a:solidFill>
                <a:srgbClr val="A5A5A5">
                  <a:shade val="15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000" b="0" i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Next LT Pro Demi" panose="020B0704020202020204" pitchFamily="34" charset="0"/>
                <a:sym typeface="Arial"/>
              </a:endParaRPr>
            </a:p>
          </p:txBody>
        </p:sp>
        <p:sp>
          <p:nvSpPr>
            <p:cNvPr id="3618" name="Rectangle 3617">
              <a:extLst>
                <a:ext uri="{FF2B5EF4-FFF2-40B4-BE49-F238E27FC236}">
                  <a16:creationId xmlns:a16="http://schemas.microsoft.com/office/drawing/2014/main" id="{AE268B2A-FDAD-27AC-F5A4-0897EB8DC6B0}"/>
                </a:ext>
              </a:extLst>
            </p:cNvPr>
            <p:cNvSpPr/>
            <p:nvPr/>
          </p:nvSpPr>
          <p:spPr>
            <a:xfrm>
              <a:off x="8576036" y="3768497"/>
              <a:ext cx="847469" cy="762162"/>
            </a:xfrm>
            <a:prstGeom prst="rect">
              <a:avLst/>
            </a:prstGeom>
            <a:solidFill>
              <a:srgbClr val="000000">
                <a:alpha val="50000"/>
              </a:srgbClr>
            </a:solidFill>
            <a:ln>
              <a:noFill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000" b="0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Next LT Pro Demi" panose="020B0704020202020204" pitchFamily="34" charset="0"/>
                <a:sym typeface="Arial"/>
              </a:endParaRPr>
            </a:p>
          </p:txBody>
        </p:sp>
        <p:sp>
          <p:nvSpPr>
            <p:cNvPr id="3619" name="Rectangle: Rounded Corners 3618">
              <a:extLst>
                <a:ext uri="{FF2B5EF4-FFF2-40B4-BE49-F238E27FC236}">
                  <a16:creationId xmlns:a16="http://schemas.microsoft.com/office/drawing/2014/main" id="{1F44CBD4-0197-CFE0-B5A1-19112CF53CCC}"/>
                </a:ext>
              </a:extLst>
            </p:cNvPr>
            <p:cNvSpPr/>
            <p:nvPr/>
          </p:nvSpPr>
          <p:spPr>
            <a:xfrm>
              <a:off x="7244993" y="6257443"/>
              <a:ext cx="255698" cy="106570"/>
            </a:xfrm>
            <a:prstGeom prst="roundRect">
              <a:avLst/>
            </a:prstGeom>
            <a:solidFill>
              <a:srgbClr val="E7E6E6">
                <a:lumMod val="25000"/>
              </a:srgbClr>
            </a:solidFill>
            <a:ln w="25400" cap="flat" cmpd="sng" algn="ctr">
              <a:solidFill>
                <a:srgbClr val="4472C4">
                  <a:shade val="15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000" b="0" i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Next LT Pro Demi" panose="020B0704020202020204" pitchFamily="34" charset="0"/>
                <a:sym typeface="Arial"/>
              </a:endParaRPr>
            </a:p>
          </p:txBody>
        </p:sp>
        <p:sp>
          <p:nvSpPr>
            <p:cNvPr id="3620" name="Rectangle: Rounded Corners 3619">
              <a:extLst>
                <a:ext uri="{FF2B5EF4-FFF2-40B4-BE49-F238E27FC236}">
                  <a16:creationId xmlns:a16="http://schemas.microsoft.com/office/drawing/2014/main" id="{F36F9F1A-DA97-47FE-98CF-F003851FD1A8}"/>
                </a:ext>
              </a:extLst>
            </p:cNvPr>
            <p:cNvSpPr/>
            <p:nvPr/>
          </p:nvSpPr>
          <p:spPr>
            <a:xfrm>
              <a:off x="6590176" y="3938122"/>
              <a:ext cx="1116786" cy="2393130"/>
            </a:xfrm>
            <a:prstGeom prst="roundRect">
              <a:avLst>
                <a:gd name="adj" fmla="val 6935"/>
              </a:avLst>
            </a:prstGeom>
            <a:solidFill>
              <a:srgbClr val="595959"/>
            </a:solidFill>
            <a:ln w="25400" cap="flat" cmpd="sng" algn="ctr">
              <a:solidFill>
                <a:schemeClr val="tx1">
                  <a:lumMod val="85000"/>
                  <a:lumOff val="15000"/>
                </a:scheme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000" b="0" i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Next LT Pro Demi" panose="020B0704020202020204" pitchFamily="34" charset="0"/>
                <a:sym typeface="Arial"/>
              </a:endParaRPr>
            </a:p>
          </p:txBody>
        </p:sp>
        <p:sp>
          <p:nvSpPr>
            <p:cNvPr id="3621" name="Rectangle 3620">
              <a:extLst>
                <a:ext uri="{FF2B5EF4-FFF2-40B4-BE49-F238E27FC236}">
                  <a16:creationId xmlns:a16="http://schemas.microsoft.com/office/drawing/2014/main" id="{517CE877-D6C7-52C5-B8B3-5BDAC389400D}"/>
                </a:ext>
              </a:extLst>
            </p:cNvPr>
            <p:cNvSpPr/>
            <p:nvPr/>
          </p:nvSpPr>
          <p:spPr>
            <a:xfrm>
              <a:off x="7722503" y="5172143"/>
              <a:ext cx="780598" cy="519381"/>
            </a:xfrm>
            <a:prstGeom prst="rect">
              <a:avLst/>
            </a:prstGeom>
            <a:gradFill rotWithShape="1">
              <a:gsLst>
                <a:gs pos="0">
                  <a:srgbClr val="A5A5A5">
                    <a:tint val="100000"/>
                    <a:shade val="100000"/>
                    <a:satMod val="130000"/>
                  </a:srgbClr>
                </a:gs>
                <a:gs pos="100000">
                  <a:srgbClr val="A5A5A5">
                    <a:tint val="50000"/>
                    <a:shade val="100000"/>
                    <a:satMod val="350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A5A5A5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000" b="0" i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Next LT Pro Demi" panose="020B0704020202020204" pitchFamily="34" charset="0"/>
                <a:sym typeface="Arial"/>
              </a:endParaRPr>
            </a:p>
          </p:txBody>
        </p:sp>
        <p:grpSp>
          <p:nvGrpSpPr>
            <p:cNvPr id="3622" name="Group 3621">
              <a:extLst>
                <a:ext uri="{FF2B5EF4-FFF2-40B4-BE49-F238E27FC236}">
                  <a16:creationId xmlns:a16="http://schemas.microsoft.com/office/drawing/2014/main" id="{B3845808-D319-463A-4409-1F585A13E961}"/>
                </a:ext>
              </a:extLst>
            </p:cNvPr>
            <p:cNvGrpSpPr/>
            <p:nvPr/>
          </p:nvGrpSpPr>
          <p:grpSpPr>
            <a:xfrm>
              <a:off x="7725493" y="4010385"/>
              <a:ext cx="780598" cy="519381"/>
              <a:chOff x="6509609" y="1012320"/>
              <a:chExt cx="1783645" cy="1186771"/>
            </a:xfrm>
          </p:grpSpPr>
          <p:sp>
            <p:nvSpPr>
              <p:cNvPr id="3868" name="Rectangle 3867">
                <a:extLst>
                  <a:ext uri="{FF2B5EF4-FFF2-40B4-BE49-F238E27FC236}">
                    <a16:creationId xmlns:a16="http://schemas.microsoft.com/office/drawing/2014/main" id="{EAE020CC-F6EF-5206-667F-BB48E4D33B24}"/>
                  </a:ext>
                </a:extLst>
              </p:cNvPr>
              <p:cNvSpPr/>
              <p:nvPr/>
            </p:nvSpPr>
            <p:spPr>
              <a:xfrm>
                <a:off x="6509609" y="1012320"/>
                <a:ext cx="1783645" cy="1186771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869" name="Oval 3868">
                <a:extLst>
                  <a:ext uri="{FF2B5EF4-FFF2-40B4-BE49-F238E27FC236}">
                    <a16:creationId xmlns:a16="http://schemas.microsoft.com/office/drawing/2014/main" id="{E788EDCD-0292-853B-6913-128D8875153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593092" y="1085776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870" name="Oval 3869">
                <a:extLst>
                  <a:ext uri="{FF2B5EF4-FFF2-40B4-BE49-F238E27FC236}">
                    <a16:creationId xmlns:a16="http://schemas.microsoft.com/office/drawing/2014/main" id="{06B0731B-80D8-B66E-4070-3F25E7B2C0F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593092" y="1246721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871" name="Oval 3870">
                <a:extLst>
                  <a:ext uri="{FF2B5EF4-FFF2-40B4-BE49-F238E27FC236}">
                    <a16:creationId xmlns:a16="http://schemas.microsoft.com/office/drawing/2014/main" id="{309509EF-B082-CA4F-8FC6-F9B8205F22E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593092" y="1407666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872" name="Oval 3871">
                <a:extLst>
                  <a:ext uri="{FF2B5EF4-FFF2-40B4-BE49-F238E27FC236}">
                    <a16:creationId xmlns:a16="http://schemas.microsoft.com/office/drawing/2014/main" id="{AAE78A60-998D-DF46-4823-4A498A5D605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593092" y="1568611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873" name="Oval 3872">
                <a:extLst>
                  <a:ext uri="{FF2B5EF4-FFF2-40B4-BE49-F238E27FC236}">
                    <a16:creationId xmlns:a16="http://schemas.microsoft.com/office/drawing/2014/main" id="{131B4B84-65B6-6851-9450-4D6D6D5354A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593092" y="1729556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874" name="Oval 3873">
                <a:extLst>
                  <a:ext uri="{FF2B5EF4-FFF2-40B4-BE49-F238E27FC236}">
                    <a16:creationId xmlns:a16="http://schemas.microsoft.com/office/drawing/2014/main" id="{F82226E3-3C32-380F-5150-6944C5FDC75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593092" y="1890501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875" name="Oval 3874">
                <a:extLst>
                  <a:ext uri="{FF2B5EF4-FFF2-40B4-BE49-F238E27FC236}">
                    <a16:creationId xmlns:a16="http://schemas.microsoft.com/office/drawing/2014/main" id="{80F95640-22C1-F602-B78E-EBA6E1DD0EE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593092" y="2051446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876" name="Oval 3875">
                <a:extLst>
                  <a:ext uri="{FF2B5EF4-FFF2-40B4-BE49-F238E27FC236}">
                    <a16:creationId xmlns:a16="http://schemas.microsoft.com/office/drawing/2014/main" id="{32F6C052-D699-2E49-F767-808495925EA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745492" y="1086512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877" name="Oval 3876">
                <a:extLst>
                  <a:ext uri="{FF2B5EF4-FFF2-40B4-BE49-F238E27FC236}">
                    <a16:creationId xmlns:a16="http://schemas.microsoft.com/office/drawing/2014/main" id="{80C24A20-D8CD-8D9E-BA93-5E70E2F28E3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745492" y="1247457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878" name="Oval 3877">
                <a:extLst>
                  <a:ext uri="{FF2B5EF4-FFF2-40B4-BE49-F238E27FC236}">
                    <a16:creationId xmlns:a16="http://schemas.microsoft.com/office/drawing/2014/main" id="{E0A977D0-8E1E-F103-D6BC-FBDB5200E34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745492" y="1408402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879" name="Oval 3878">
                <a:extLst>
                  <a:ext uri="{FF2B5EF4-FFF2-40B4-BE49-F238E27FC236}">
                    <a16:creationId xmlns:a16="http://schemas.microsoft.com/office/drawing/2014/main" id="{E3EC470B-47FE-08EC-C13A-52BFD29BD59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745492" y="1569347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880" name="Oval 3879">
                <a:extLst>
                  <a:ext uri="{FF2B5EF4-FFF2-40B4-BE49-F238E27FC236}">
                    <a16:creationId xmlns:a16="http://schemas.microsoft.com/office/drawing/2014/main" id="{0EF752B4-266B-CBC2-2D2D-B153A4EABDF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745492" y="1730292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881" name="Oval 3880">
                <a:extLst>
                  <a:ext uri="{FF2B5EF4-FFF2-40B4-BE49-F238E27FC236}">
                    <a16:creationId xmlns:a16="http://schemas.microsoft.com/office/drawing/2014/main" id="{8C8FF963-D2A2-C2D6-A666-25680F41BF1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745492" y="1891237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882" name="Oval 3881">
                <a:extLst>
                  <a:ext uri="{FF2B5EF4-FFF2-40B4-BE49-F238E27FC236}">
                    <a16:creationId xmlns:a16="http://schemas.microsoft.com/office/drawing/2014/main" id="{4502FAB5-BB32-FFB1-DB65-E17D69DD37E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745492" y="2052182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883" name="Oval 3882">
                <a:extLst>
                  <a:ext uri="{FF2B5EF4-FFF2-40B4-BE49-F238E27FC236}">
                    <a16:creationId xmlns:a16="http://schemas.microsoft.com/office/drawing/2014/main" id="{8F9C0E80-AD4E-D069-7C4C-C354B05CCCB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897892" y="1087248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884" name="Oval 3883">
                <a:extLst>
                  <a:ext uri="{FF2B5EF4-FFF2-40B4-BE49-F238E27FC236}">
                    <a16:creationId xmlns:a16="http://schemas.microsoft.com/office/drawing/2014/main" id="{287677B9-7726-BB33-E997-9924DC72D96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897892" y="1248193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885" name="Oval 3884">
                <a:extLst>
                  <a:ext uri="{FF2B5EF4-FFF2-40B4-BE49-F238E27FC236}">
                    <a16:creationId xmlns:a16="http://schemas.microsoft.com/office/drawing/2014/main" id="{95781377-F548-FA8E-DD2C-0C11773B71E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897892" y="1409138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886" name="Oval 3885">
                <a:extLst>
                  <a:ext uri="{FF2B5EF4-FFF2-40B4-BE49-F238E27FC236}">
                    <a16:creationId xmlns:a16="http://schemas.microsoft.com/office/drawing/2014/main" id="{876DDA70-5E73-95A6-F790-CF90BC3012A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897892" y="1570083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887" name="Oval 3886">
                <a:extLst>
                  <a:ext uri="{FF2B5EF4-FFF2-40B4-BE49-F238E27FC236}">
                    <a16:creationId xmlns:a16="http://schemas.microsoft.com/office/drawing/2014/main" id="{FCFCA091-903C-D27B-C050-F1C2934285B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897892" y="1731028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888" name="Oval 3887">
                <a:extLst>
                  <a:ext uri="{FF2B5EF4-FFF2-40B4-BE49-F238E27FC236}">
                    <a16:creationId xmlns:a16="http://schemas.microsoft.com/office/drawing/2014/main" id="{1537F655-D236-1946-DB5B-EB088F2E011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897892" y="1891973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889" name="Oval 3888">
                <a:extLst>
                  <a:ext uri="{FF2B5EF4-FFF2-40B4-BE49-F238E27FC236}">
                    <a16:creationId xmlns:a16="http://schemas.microsoft.com/office/drawing/2014/main" id="{76B9F1A8-17DA-1152-53AC-054DE36A955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897892" y="2052918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890" name="Oval 3889">
                <a:extLst>
                  <a:ext uri="{FF2B5EF4-FFF2-40B4-BE49-F238E27FC236}">
                    <a16:creationId xmlns:a16="http://schemas.microsoft.com/office/drawing/2014/main" id="{E70CE0E8-2FFA-CAEC-1C88-50AA162AA31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50292" y="1087984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891" name="Oval 3890">
                <a:extLst>
                  <a:ext uri="{FF2B5EF4-FFF2-40B4-BE49-F238E27FC236}">
                    <a16:creationId xmlns:a16="http://schemas.microsoft.com/office/drawing/2014/main" id="{32EB7323-C444-95DC-0569-B4885E54303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50292" y="1248929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892" name="Oval 3891">
                <a:extLst>
                  <a:ext uri="{FF2B5EF4-FFF2-40B4-BE49-F238E27FC236}">
                    <a16:creationId xmlns:a16="http://schemas.microsoft.com/office/drawing/2014/main" id="{CCDC39F1-BA69-9A8F-013C-381675C3857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50292" y="1409874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893" name="Oval 3892">
                <a:extLst>
                  <a:ext uri="{FF2B5EF4-FFF2-40B4-BE49-F238E27FC236}">
                    <a16:creationId xmlns:a16="http://schemas.microsoft.com/office/drawing/2014/main" id="{31B91723-A5A3-B2F0-E1B3-716BB4E6CA5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50292" y="1570819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894" name="Oval 3893">
                <a:extLst>
                  <a:ext uri="{FF2B5EF4-FFF2-40B4-BE49-F238E27FC236}">
                    <a16:creationId xmlns:a16="http://schemas.microsoft.com/office/drawing/2014/main" id="{64E23D67-6BA5-8D88-9FA4-C6C5CFDBF36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50292" y="1731764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895" name="Oval 3894">
                <a:extLst>
                  <a:ext uri="{FF2B5EF4-FFF2-40B4-BE49-F238E27FC236}">
                    <a16:creationId xmlns:a16="http://schemas.microsoft.com/office/drawing/2014/main" id="{D167C140-EA9E-08B1-2D3A-E79796D2482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50292" y="1892709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896" name="Oval 3895">
                <a:extLst>
                  <a:ext uri="{FF2B5EF4-FFF2-40B4-BE49-F238E27FC236}">
                    <a16:creationId xmlns:a16="http://schemas.microsoft.com/office/drawing/2014/main" id="{9B5F80F4-BE22-B631-86C8-61D253129A6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50292" y="2053654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897" name="Oval 3896">
                <a:extLst>
                  <a:ext uri="{FF2B5EF4-FFF2-40B4-BE49-F238E27FC236}">
                    <a16:creationId xmlns:a16="http://schemas.microsoft.com/office/drawing/2014/main" id="{893185EB-130F-EB4E-C95B-E66E2FFAFB4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202692" y="1088720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898" name="Oval 3897">
                <a:extLst>
                  <a:ext uri="{FF2B5EF4-FFF2-40B4-BE49-F238E27FC236}">
                    <a16:creationId xmlns:a16="http://schemas.microsoft.com/office/drawing/2014/main" id="{B8C8B884-A8DE-9131-8E5F-293FD91DBDB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202692" y="1249665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899" name="Oval 3898">
                <a:extLst>
                  <a:ext uri="{FF2B5EF4-FFF2-40B4-BE49-F238E27FC236}">
                    <a16:creationId xmlns:a16="http://schemas.microsoft.com/office/drawing/2014/main" id="{F65EA1FE-6485-2644-0FEA-225B3B7F407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202692" y="1410610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900" name="Oval 3899">
                <a:extLst>
                  <a:ext uri="{FF2B5EF4-FFF2-40B4-BE49-F238E27FC236}">
                    <a16:creationId xmlns:a16="http://schemas.microsoft.com/office/drawing/2014/main" id="{BF54D049-21F3-EEE2-35D8-4E55D7F7554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202692" y="1571555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901" name="Oval 3900">
                <a:extLst>
                  <a:ext uri="{FF2B5EF4-FFF2-40B4-BE49-F238E27FC236}">
                    <a16:creationId xmlns:a16="http://schemas.microsoft.com/office/drawing/2014/main" id="{B03B0472-C239-40CB-0F6C-A8063DBD227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202692" y="1732500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902" name="Oval 3901">
                <a:extLst>
                  <a:ext uri="{FF2B5EF4-FFF2-40B4-BE49-F238E27FC236}">
                    <a16:creationId xmlns:a16="http://schemas.microsoft.com/office/drawing/2014/main" id="{38AD6D9B-925E-6F20-9662-02F7D016DDF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202692" y="1893445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903" name="Oval 3902">
                <a:extLst>
                  <a:ext uri="{FF2B5EF4-FFF2-40B4-BE49-F238E27FC236}">
                    <a16:creationId xmlns:a16="http://schemas.microsoft.com/office/drawing/2014/main" id="{7F9A6C0A-BAC2-0149-0FAD-338642F8758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202692" y="2054390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904" name="Oval 3903">
                <a:extLst>
                  <a:ext uri="{FF2B5EF4-FFF2-40B4-BE49-F238E27FC236}">
                    <a16:creationId xmlns:a16="http://schemas.microsoft.com/office/drawing/2014/main" id="{0E81C620-9E4A-271A-8F44-E95A64F4DFF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355092" y="1089456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905" name="Oval 3904">
                <a:extLst>
                  <a:ext uri="{FF2B5EF4-FFF2-40B4-BE49-F238E27FC236}">
                    <a16:creationId xmlns:a16="http://schemas.microsoft.com/office/drawing/2014/main" id="{DDE9AEDF-8964-0C5F-CDBF-01DDBB4F42E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355092" y="1250401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906" name="Oval 3905">
                <a:extLst>
                  <a:ext uri="{FF2B5EF4-FFF2-40B4-BE49-F238E27FC236}">
                    <a16:creationId xmlns:a16="http://schemas.microsoft.com/office/drawing/2014/main" id="{197DED6C-E7C9-F95E-A550-14FC6BD6AEB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355092" y="1411346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907" name="Oval 3906">
                <a:extLst>
                  <a:ext uri="{FF2B5EF4-FFF2-40B4-BE49-F238E27FC236}">
                    <a16:creationId xmlns:a16="http://schemas.microsoft.com/office/drawing/2014/main" id="{DBA98E77-A9C2-E89F-59D2-DFE467132CF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355092" y="1572291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908" name="Oval 3907">
                <a:extLst>
                  <a:ext uri="{FF2B5EF4-FFF2-40B4-BE49-F238E27FC236}">
                    <a16:creationId xmlns:a16="http://schemas.microsoft.com/office/drawing/2014/main" id="{95C7EDD8-4BF4-E82B-F10B-866614AE539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355092" y="1733236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909" name="Oval 3908">
                <a:extLst>
                  <a:ext uri="{FF2B5EF4-FFF2-40B4-BE49-F238E27FC236}">
                    <a16:creationId xmlns:a16="http://schemas.microsoft.com/office/drawing/2014/main" id="{AC7D56A7-88E6-DD50-A861-1E042EFEF40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355092" y="1894181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910" name="Oval 3909">
                <a:extLst>
                  <a:ext uri="{FF2B5EF4-FFF2-40B4-BE49-F238E27FC236}">
                    <a16:creationId xmlns:a16="http://schemas.microsoft.com/office/drawing/2014/main" id="{9D99418C-1C51-13E3-3054-33FB86B9224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355092" y="2055126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911" name="Oval 3910">
                <a:extLst>
                  <a:ext uri="{FF2B5EF4-FFF2-40B4-BE49-F238E27FC236}">
                    <a16:creationId xmlns:a16="http://schemas.microsoft.com/office/drawing/2014/main" id="{8037FBD1-57E2-58B2-2B11-08B3D2A426E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507492" y="1090192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912" name="Oval 3911">
                <a:extLst>
                  <a:ext uri="{FF2B5EF4-FFF2-40B4-BE49-F238E27FC236}">
                    <a16:creationId xmlns:a16="http://schemas.microsoft.com/office/drawing/2014/main" id="{E23E833F-CA11-2C73-0774-9F4ACED417F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507492" y="1251137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913" name="Oval 3912">
                <a:extLst>
                  <a:ext uri="{FF2B5EF4-FFF2-40B4-BE49-F238E27FC236}">
                    <a16:creationId xmlns:a16="http://schemas.microsoft.com/office/drawing/2014/main" id="{8A952223-AF11-6C80-DE14-431F4FFF313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507492" y="1412082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914" name="Oval 3913">
                <a:extLst>
                  <a:ext uri="{FF2B5EF4-FFF2-40B4-BE49-F238E27FC236}">
                    <a16:creationId xmlns:a16="http://schemas.microsoft.com/office/drawing/2014/main" id="{BC368FA3-369D-3BF9-4967-0F26A6E61A3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507492" y="1573027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915" name="Oval 3914">
                <a:extLst>
                  <a:ext uri="{FF2B5EF4-FFF2-40B4-BE49-F238E27FC236}">
                    <a16:creationId xmlns:a16="http://schemas.microsoft.com/office/drawing/2014/main" id="{26723514-3B74-5BA1-23EC-6F482C81CE4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507492" y="1733972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916" name="Oval 3915">
                <a:extLst>
                  <a:ext uri="{FF2B5EF4-FFF2-40B4-BE49-F238E27FC236}">
                    <a16:creationId xmlns:a16="http://schemas.microsoft.com/office/drawing/2014/main" id="{04E6D4C4-F93E-F3B9-E43B-6F572241279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507492" y="1894917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917" name="Oval 3916">
                <a:extLst>
                  <a:ext uri="{FF2B5EF4-FFF2-40B4-BE49-F238E27FC236}">
                    <a16:creationId xmlns:a16="http://schemas.microsoft.com/office/drawing/2014/main" id="{B800BB4C-E723-8719-6F5C-0F710010E9D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507492" y="2055862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918" name="Oval 3917">
                <a:extLst>
                  <a:ext uri="{FF2B5EF4-FFF2-40B4-BE49-F238E27FC236}">
                    <a16:creationId xmlns:a16="http://schemas.microsoft.com/office/drawing/2014/main" id="{17F5998A-E9A8-1F4E-0FAD-C0E83AE8545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659892" y="1090928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919" name="Oval 3918">
                <a:extLst>
                  <a:ext uri="{FF2B5EF4-FFF2-40B4-BE49-F238E27FC236}">
                    <a16:creationId xmlns:a16="http://schemas.microsoft.com/office/drawing/2014/main" id="{7FBD8A9C-A959-2464-EA26-5546C6D1D2F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659892" y="1251873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920" name="Oval 3919">
                <a:extLst>
                  <a:ext uri="{FF2B5EF4-FFF2-40B4-BE49-F238E27FC236}">
                    <a16:creationId xmlns:a16="http://schemas.microsoft.com/office/drawing/2014/main" id="{EBB93615-D643-93A8-03CC-8DBDC177579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659892" y="1412818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921" name="Oval 3920">
                <a:extLst>
                  <a:ext uri="{FF2B5EF4-FFF2-40B4-BE49-F238E27FC236}">
                    <a16:creationId xmlns:a16="http://schemas.microsoft.com/office/drawing/2014/main" id="{E6379F39-5440-46E0-E0ED-78934D291E6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659892" y="1573763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922" name="Oval 3921">
                <a:extLst>
                  <a:ext uri="{FF2B5EF4-FFF2-40B4-BE49-F238E27FC236}">
                    <a16:creationId xmlns:a16="http://schemas.microsoft.com/office/drawing/2014/main" id="{DFE4BD51-882A-F3A9-36CA-23DD206E15F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659892" y="1734708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923" name="Oval 3922">
                <a:extLst>
                  <a:ext uri="{FF2B5EF4-FFF2-40B4-BE49-F238E27FC236}">
                    <a16:creationId xmlns:a16="http://schemas.microsoft.com/office/drawing/2014/main" id="{7C843FEE-3BB9-D03D-0773-CDEE22207D4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659892" y="1895653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924" name="Oval 3923">
                <a:extLst>
                  <a:ext uri="{FF2B5EF4-FFF2-40B4-BE49-F238E27FC236}">
                    <a16:creationId xmlns:a16="http://schemas.microsoft.com/office/drawing/2014/main" id="{ABC8030B-CA05-8F8D-A57D-71432DDB446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659892" y="2056598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925" name="Oval 3924">
                <a:extLst>
                  <a:ext uri="{FF2B5EF4-FFF2-40B4-BE49-F238E27FC236}">
                    <a16:creationId xmlns:a16="http://schemas.microsoft.com/office/drawing/2014/main" id="{3F5B6961-D703-55BD-7B18-A0D4B76FD80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812292" y="1091664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926" name="Oval 3925">
                <a:extLst>
                  <a:ext uri="{FF2B5EF4-FFF2-40B4-BE49-F238E27FC236}">
                    <a16:creationId xmlns:a16="http://schemas.microsoft.com/office/drawing/2014/main" id="{20A9A97C-6944-CE48-526A-FFAD4B46223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812292" y="1252609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927" name="Oval 3926">
                <a:extLst>
                  <a:ext uri="{FF2B5EF4-FFF2-40B4-BE49-F238E27FC236}">
                    <a16:creationId xmlns:a16="http://schemas.microsoft.com/office/drawing/2014/main" id="{6873AA7D-BE84-FEB5-3C89-E40AA5A187B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812292" y="1413554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928" name="Oval 3927">
                <a:extLst>
                  <a:ext uri="{FF2B5EF4-FFF2-40B4-BE49-F238E27FC236}">
                    <a16:creationId xmlns:a16="http://schemas.microsoft.com/office/drawing/2014/main" id="{C930DA4E-3A1D-ADE2-3DCE-F6980CEBE31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812292" y="1574499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929" name="Oval 3928">
                <a:extLst>
                  <a:ext uri="{FF2B5EF4-FFF2-40B4-BE49-F238E27FC236}">
                    <a16:creationId xmlns:a16="http://schemas.microsoft.com/office/drawing/2014/main" id="{883DDE4D-6F4F-6B1C-94D2-90AAF2BE230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812292" y="1735444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930" name="Oval 3929">
                <a:extLst>
                  <a:ext uri="{FF2B5EF4-FFF2-40B4-BE49-F238E27FC236}">
                    <a16:creationId xmlns:a16="http://schemas.microsoft.com/office/drawing/2014/main" id="{6C86B108-C6BB-2A02-0417-2CDF2B865D9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812292" y="1896389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931" name="Oval 3930">
                <a:extLst>
                  <a:ext uri="{FF2B5EF4-FFF2-40B4-BE49-F238E27FC236}">
                    <a16:creationId xmlns:a16="http://schemas.microsoft.com/office/drawing/2014/main" id="{0201581B-3C28-DABC-B62A-6A02DEA88C2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812292" y="2057334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932" name="Oval 3931">
                <a:extLst>
                  <a:ext uri="{FF2B5EF4-FFF2-40B4-BE49-F238E27FC236}">
                    <a16:creationId xmlns:a16="http://schemas.microsoft.com/office/drawing/2014/main" id="{28533151-6B9F-FED7-5792-5D2BBF62706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964692" y="1092400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933" name="Oval 3932">
                <a:extLst>
                  <a:ext uri="{FF2B5EF4-FFF2-40B4-BE49-F238E27FC236}">
                    <a16:creationId xmlns:a16="http://schemas.microsoft.com/office/drawing/2014/main" id="{D7A1B038-21D9-E841-75C5-EBA2EA33FBB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964692" y="1253345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934" name="Oval 3933">
                <a:extLst>
                  <a:ext uri="{FF2B5EF4-FFF2-40B4-BE49-F238E27FC236}">
                    <a16:creationId xmlns:a16="http://schemas.microsoft.com/office/drawing/2014/main" id="{100600DC-00A5-0686-D6E7-4F795D63FE8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964692" y="1414290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935" name="Oval 3934">
                <a:extLst>
                  <a:ext uri="{FF2B5EF4-FFF2-40B4-BE49-F238E27FC236}">
                    <a16:creationId xmlns:a16="http://schemas.microsoft.com/office/drawing/2014/main" id="{44ECF274-1988-6D3D-B0FB-FE9F48712BC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964692" y="1575235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936" name="Oval 3935">
                <a:extLst>
                  <a:ext uri="{FF2B5EF4-FFF2-40B4-BE49-F238E27FC236}">
                    <a16:creationId xmlns:a16="http://schemas.microsoft.com/office/drawing/2014/main" id="{4F7C80C8-BC89-1F79-0F83-751D6EE6CEC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964692" y="1736180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937" name="Oval 3936">
                <a:extLst>
                  <a:ext uri="{FF2B5EF4-FFF2-40B4-BE49-F238E27FC236}">
                    <a16:creationId xmlns:a16="http://schemas.microsoft.com/office/drawing/2014/main" id="{56FB2110-F993-44D7-BF4E-4E1EF0EB2AB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964692" y="1897125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938" name="Oval 3937">
                <a:extLst>
                  <a:ext uri="{FF2B5EF4-FFF2-40B4-BE49-F238E27FC236}">
                    <a16:creationId xmlns:a16="http://schemas.microsoft.com/office/drawing/2014/main" id="{39202BDC-B431-D471-D3FC-4AFF975B01F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964692" y="2058070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939" name="Oval 3938">
                <a:extLst>
                  <a:ext uri="{FF2B5EF4-FFF2-40B4-BE49-F238E27FC236}">
                    <a16:creationId xmlns:a16="http://schemas.microsoft.com/office/drawing/2014/main" id="{9CA2E32C-AC4F-CD7C-CE76-8223641A61B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117092" y="1093136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940" name="Oval 3939">
                <a:extLst>
                  <a:ext uri="{FF2B5EF4-FFF2-40B4-BE49-F238E27FC236}">
                    <a16:creationId xmlns:a16="http://schemas.microsoft.com/office/drawing/2014/main" id="{17BE9D11-4061-7513-A17E-BD4187E3586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117092" y="1254081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941" name="Oval 3940">
                <a:extLst>
                  <a:ext uri="{FF2B5EF4-FFF2-40B4-BE49-F238E27FC236}">
                    <a16:creationId xmlns:a16="http://schemas.microsoft.com/office/drawing/2014/main" id="{37EA6474-28E0-6AD9-0E53-B369C4662C6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117092" y="1415026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942" name="Oval 3941">
                <a:extLst>
                  <a:ext uri="{FF2B5EF4-FFF2-40B4-BE49-F238E27FC236}">
                    <a16:creationId xmlns:a16="http://schemas.microsoft.com/office/drawing/2014/main" id="{29F8FBBB-8BCE-4402-EB96-3F83B784B3A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117092" y="1575971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943" name="Oval 3942">
                <a:extLst>
                  <a:ext uri="{FF2B5EF4-FFF2-40B4-BE49-F238E27FC236}">
                    <a16:creationId xmlns:a16="http://schemas.microsoft.com/office/drawing/2014/main" id="{B3C3290D-5C43-9D9C-E9AE-B5F48ED77DB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117092" y="1736916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944" name="Oval 3943">
                <a:extLst>
                  <a:ext uri="{FF2B5EF4-FFF2-40B4-BE49-F238E27FC236}">
                    <a16:creationId xmlns:a16="http://schemas.microsoft.com/office/drawing/2014/main" id="{7D74168C-531F-70EA-FCFE-04AE9A81C55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117092" y="1897861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945" name="Oval 3944">
                <a:extLst>
                  <a:ext uri="{FF2B5EF4-FFF2-40B4-BE49-F238E27FC236}">
                    <a16:creationId xmlns:a16="http://schemas.microsoft.com/office/drawing/2014/main" id="{15A8328A-E26D-538C-1DA3-96818724871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117092" y="2058806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</p:grpSp>
        <p:grpSp>
          <p:nvGrpSpPr>
            <p:cNvPr id="3623" name="Group 3622">
              <a:extLst>
                <a:ext uri="{FF2B5EF4-FFF2-40B4-BE49-F238E27FC236}">
                  <a16:creationId xmlns:a16="http://schemas.microsoft.com/office/drawing/2014/main" id="{5FBFBC42-2AF0-B2CA-68BA-046C9D935142}"/>
                </a:ext>
              </a:extLst>
            </p:cNvPr>
            <p:cNvGrpSpPr/>
            <p:nvPr/>
          </p:nvGrpSpPr>
          <p:grpSpPr>
            <a:xfrm>
              <a:off x="6875209" y="5757352"/>
              <a:ext cx="780598" cy="519381"/>
              <a:chOff x="4566731" y="5004094"/>
              <a:chExt cx="1783645" cy="1186771"/>
            </a:xfrm>
          </p:grpSpPr>
          <p:sp>
            <p:nvSpPr>
              <p:cNvPr id="3839" name="Rectangle 3838">
                <a:extLst>
                  <a:ext uri="{FF2B5EF4-FFF2-40B4-BE49-F238E27FC236}">
                    <a16:creationId xmlns:a16="http://schemas.microsoft.com/office/drawing/2014/main" id="{ECB04437-5AE9-B49E-E4AD-28F5E309B089}"/>
                  </a:ext>
                </a:extLst>
              </p:cNvPr>
              <p:cNvSpPr/>
              <p:nvPr/>
            </p:nvSpPr>
            <p:spPr>
              <a:xfrm>
                <a:off x="4566731" y="5004094"/>
                <a:ext cx="1783645" cy="1186771"/>
              </a:xfrm>
              <a:prstGeom prst="rect">
                <a:avLst/>
              </a:prstGeom>
              <a:gradFill rotWithShape="1">
                <a:gsLst>
                  <a:gs pos="0">
                    <a:srgbClr val="A5A5A5">
                      <a:tint val="100000"/>
                      <a:shade val="100000"/>
                      <a:satMod val="130000"/>
                    </a:srgbClr>
                  </a:gs>
                  <a:gs pos="100000">
                    <a:srgbClr val="A5A5A5">
                      <a:tint val="50000"/>
                      <a:shade val="100000"/>
                      <a:satMod val="350000"/>
                    </a:srgbClr>
                  </a:gs>
                </a:gsLst>
                <a:lin ang="16200000" scaled="0"/>
              </a:gra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840" name="Oval 3839">
                <a:extLst>
                  <a:ext uri="{FF2B5EF4-FFF2-40B4-BE49-F238E27FC236}">
                    <a16:creationId xmlns:a16="http://schemas.microsoft.com/office/drawing/2014/main" id="{6901CDB9-384D-1596-FD28-2A2F16DBF30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635915" y="5374106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841" name="Oval 3840">
                <a:extLst>
                  <a:ext uri="{FF2B5EF4-FFF2-40B4-BE49-F238E27FC236}">
                    <a16:creationId xmlns:a16="http://schemas.microsoft.com/office/drawing/2014/main" id="{3E8C9C9A-3A8E-23AF-8C05-C6099E2DDA9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635915" y="5101061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842" name="Oval 3841">
                <a:extLst>
                  <a:ext uri="{FF2B5EF4-FFF2-40B4-BE49-F238E27FC236}">
                    <a16:creationId xmlns:a16="http://schemas.microsoft.com/office/drawing/2014/main" id="{36D14617-1809-CE1A-5124-5F97D40655A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879755" y="5374106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843" name="Oval 3842">
                <a:extLst>
                  <a:ext uri="{FF2B5EF4-FFF2-40B4-BE49-F238E27FC236}">
                    <a16:creationId xmlns:a16="http://schemas.microsoft.com/office/drawing/2014/main" id="{59F8B651-A704-2D71-BE67-97D49361CFE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879755" y="5101061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844" name="Oval 3843">
                <a:extLst>
                  <a:ext uri="{FF2B5EF4-FFF2-40B4-BE49-F238E27FC236}">
                    <a16:creationId xmlns:a16="http://schemas.microsoft.com/office/drawing/2014/main" id="{D7A83AB6-3F9D-7774-2AA2-72D327D067E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123595" y="5374106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845" name="Oval 3844">
                <a:extLst>
                  <a:ext uri="{FF2B5EF4-FFF2-40B4-BE49-F238E27FC236}">
                    <a16:creationId xmlns:a16="http://schemas.microsoft.com/office/drawing/2014/main" id="{0A8A47F8-FCFE-0538-28FE-168DC08B0D1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123595" y="5101061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846" name="Oval 3845">
                <a:extLst>
                  <a:ext uri="{FF2B5EF4-FFF2-40B4-BE49-F238E27FC236}">
                    <a16:creationId xmlns:a16="http://schemas.microsoft.com/office/drawing/2014/main" id="{5E4EF8D8-5059-1C1B-57A9-807E1A5F179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367435" y="5374106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847" name="Oval 3846">
                <a:extLst>
                  <a:ext uri="{FF2B5EF4-FFF2-40B4-BE49-F238E27FC236}">
                    <a16:creationId xmlns:a16="http://schemas.microsoft.com/office/drawing/2014/main" id="{5AABB294-EBDE-8544-B39D-F08FB6D0773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367435" y="5101061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848" name="Oval 3847">
                <a:extLst>
                  <a:ext uri="{FF2B5EF4-FFF2-40B4-BE49-F238E27FC236}">
                    <a16:creationId xmlns:a16="http://schemas.microsoft.com/office/drawing/2014/main" id="{04214CBD-5F0F-EFD1-6F5D-E9B1C328773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611275" y="5374106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849" name="Oval 3848">
                <a:extLst>
                  <a:ext uri="{FF2B5EF4-FFF2-40B4-BE49-F238E27FC236}">
                    <a16:creationId xmlns:a16="http://schemas.microsoft.com/office/drawing/2014/main" id="{75091542-8DE3-B643-5631-C8F59365573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611275" y="5101061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850" name="Oval 3849">
                <a:extLst>
                  <a:ext uri="{FF2B5EF4-FFF2-40B4-BE49-F238E27FC236}">
                    <a16:creationId xmlns:a16="http://schemas.microsoft.com/office/drawing/2014/main" id="{D839EAA7-6BAB-2128-78C6-ED5DE7AAA6F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55115" y="5374106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851" name="Oval 3850">
                <a:extLst>
                  <a:ext uri="{FF2B5EF4-FFF2-40B4-BE49-F238E27FC236}">
                    <a16:creationId xmlns:a16="http://schemas.microsoft.com/office/drawing/2014/main" id="{ED3BCBFC-1B04-20E7-8673-2AED1791A0C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55115" y="5101061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852" name="Oval 3851">
                <a:extLst>
                  <a:ext uri="{FF2B5EF4-FFF2-40B4-BE49-F238E27FC236}">
                    <a16:creationId xmlns:a16="http://schemas.microsoft.com/office/drawing/2014/main" id="{D3DC825C-AB0E-C6F5-EB7A-4C47FE90192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98955" y="5374106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853" name="Oval 3852">
                <a:extLst>
                  <a:ext uri="{FF2B5EF4-FFF2-40B4-BE49-F238E27FC236}">
                    <a16:creationId xmlns:a16="http://schemas.microsoft.com/office/drawing/2014/main" id="{35EF9D79-37DC-1EF4-CA99-DC6E265B65D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98955" y="5101061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854" name="Oval 3853">
                <a:extLst>
                  <a:ext uri="{FF2B5EF4-FFF2-40B4-BE49-F238E27FC236}">
                    <a16:creationId xmlns:a16="http://schemas.microsoft.com/office/drawing/2014/main" id="{758804FB-1533-0D9A-769A-7DD62AFFEFE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635915" y="5922876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855" name="Oval 3854">
                <a:extLst>
                  <a:ext uri="{FF2B5EF4-FFF2-40B4-BE49-F238E27FC236}">
                    <a16:creationId xmlns:a16="http://schemas.microsoft.com/office/drawing/2014/main" id="{5A8D44CE-0E7B-A9DE-1209-23821AC72F9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635915" y="5649831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856" name="Oval 3855">
                <a:extLst>
                  <a:ext uri="{FF2B5EF4-FFF2-40B4-BE49-F238E27FC236}">
                    <a16:creationId xmlns:a16="http://schemas.microsoft.com/office/drawing/2014/main" id="{022E823A-4C6C-39B1-2DF3-DE4C108E973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879755" y="5922876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857" name="Oval 3856">
                <a:extLst>
                  <a:ext uri="{FF2B5EF4-FFF2-40B4-BE49-F238E27FC236}">
                    <a16:creationId xmlns:a16="http://schemas.microsoft.com/office/drawing/2014/main" id="{BEA551BA-F7B8-3D1D-754B-24E7100A04A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879755" y="5649831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858" name="Oval 3857">
                <a:extLst>
                  <a:ext uri="{FF2B5EF4-FFF2-40B4-BE49-F238E27FC236}">
                    <a16:creationId xmlns:a16="http://schemas.microsoft.com/office/drawing/2014/main" id="{5266F614-D6E1-2F57-891B-20160792079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123595" y="5922876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859" name="Oval 3858">
                <a:extLst>
                  <a:ext uri="{FF2B5EF4-FFF2-40B4-BE49-F238E27FC236}">
                    <a16:creationId xmlns:a16="http://schemas.microsoft.com/office/drawing/2014/main" id="{9C848192-5C5D-A2F6-D12B-2A46EFF7D65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123595" y="5649831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860" name="Oval 3859">
                <a:extLst>
                  <a:ext uri="{FF2B5EF4-FFF2-40B4-BE49-F238E27FC236}">
                    <a16:creationId xmlns:a16="http://schemas.microsoft.com/office/drawing/2014/main" id="{55D9CAD6-A9EC-34D7-1D28-3F04F4D05D6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367435" y="5922876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861" name="Oval 3860">
                <a:extLst>
                  <a:ext uri="{FF2B5EF4-FFF2-40B4-BE49-F238E27FC236}">
                    <a16:creationId xmlns:a16="http://schemas.microsoft.com/office/drawing/2014/main" id="{8362255D-9FA2-B0D4-6159-663E7678ABE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367435" y="5649831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862" name="Oval 3861">
                <a:extLst>
                  <a:ext uri="{FF2B5EF4-FFF2-40B4-BE49-F238E27FC236}">
                    <a16:creationId xmlns:a16="http://schemas.microsoft.com/office/drawing/2014/main" id="{B7CB00DD-D59E-421A-E062-505D871CDC3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611275" y="5922876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863" name="Oval 3862">
                <a:extLst>
                  <a:ext uri="{FF2B5EF4-FFF2-40B4-BE49-F238E27FC236}">
                    <a16:creationId xmlns:a16="http://schemas.microsoft.com/office/drawing/2014/main" id="{C5C1ED69-F6F4-F866-7B95-EF8CF491072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611275" y="5649831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864" name="Oval 3863">
                <a:extLst>
                  <a:ext uri="{FF2B5EF4-FFF2-40B4-BE49-F238E27FC236}">
                    <a16:creationId xmlns:a16="http://schemas.microsoft.com/office/drawing/2014/main" id="{B657E0D1-8B29-C536-A533-D6B810CA52D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55115" y="5922876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865" name="Oval 3864">
                <a:extLst>
                  <a:ext uri="{FF2B5EF4-FFF2-40B4-BE49-F238E27FC236}">
                    <a16:creationId xmlns:a16="http://schemas.microsoft.com/office/drawing/2014/main" id="{F50013BB-5473-A07F-A9AF-588DBC222F5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55115" y="5649831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866" name="Oval 3865">
                <a:extLst>
                  <a:ext uri="{FF2B5EF4-FFF2-40B4-BE49-F238E27FC236}">
                    <a16:creationId xmlns:a16="http://schemas.microsoft.com/office/drawing/2014/main" id="{41311CD0-15FD-8C49-3036-2DE9AF44BAA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98955" y="5922876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867" name="Oval 3866">
                <a:extLst>
                  <a:ext uri="{FF2B5EF4-FFF2-40B4-BE49-F238E27FC236}">
                    <a16:creationId xmlns:a16="http://schemas.microsoft.com/office/drawing/2014/main" id="{25A01591-D73C-8655-141A-21F5EE4167F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98955" y="5649831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</p:grpSp>
        <p:grpSp>
          <p:nvGrpSpPr>
            <p:cNvPr id="3624" name="Group 3623">
              <a:extLst>
                <a:ext uri="{FF2B5EF4-FFF2-40B4-BE49-F238E27FC236}">
                  <a16:creationId xmlns:a16="http://schemas.microsoft.com/office/drawing/2014/main" id="{5597B619-9F99-5744-5BD3-0FE307C08171}"/>
                </a:ext>
              </a:extLst>
            </p:cNvPr>
            <p:cNvGrpSpPr/>
            <p:nvPr/>
          </p:nvGrpSpPr>
          <p:grpSpPr>
            <a:xfrm>
              <a:off x="7722503" y="4586066"/>
              <a:ext cx="780598" cy="519381"/>
              <a:chOff x="6502776" y="2327737"/>
              <a:chExt cx="1783645" cy="1186771"/>
            </a:xfrm>
          </p:grpSpPr>
          <p:sp>
            <p:nvSpPr>
              <p:cNvPr id="3836" name="Rectangle 3835">
                <a:extLst>
                  <a:ext uri="{FF2B5EF4-FFF2-40B4-BE49-F238E27FC236}">
                    <a16:creationId xmlns:a16="http://schemas.microsoft.com/office/drawing/2014/main" id="{5F87E96E-A103-8534-79E2-15038D9FF6F5}"/>
                  </a:ext>
                </a:extLst>
              </p:cNvPr>
              <p:cNvSpPr/>
              <p:nvPr/>
            </p:nvSpPr>
            <p:spPr>
              <a:xfrm>
                <a:off x="6502776" y="2327737"/>
                <a:ext cx="1783645" cy="1186771"/>
              </a:xfrm>
              <a:prstGeom prst="rect">
                <a:avLst/>
              </a:prstGeom>
              <a:gradFill rotWithShape="1">
                <a:gsLst>
                  <a:gs pos="0">
                    <a:srgbClr val="A5A5A5">
                      <a:tint val="100000"/>
                      <a:shade val="100000"/>
                      <a:satMod val="130000"/>
                    </a:srgbClr>
                  </a:gs>
                  <a:gs pos="100000">
                    <a:srgbClr val="A5A5A5">
                      <a:tint val="50000"/>
                      <a:shade val="100000"/>
                      <a:satMod val="350000"/>
                    </a:srgbClr>
                  </a:gs>
                </a:gsLst>
                <a:lin ang="16200000" scaled="0"/>
              </a:gra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837" name="Oval 3836">
                <a:extLst>
                  <a:ext uri="{FF2B5EF4-FFF2-40B4-BE49-F238E27FC236}">
                    <a16:creationId xmlns:a16="http://schemas.microsoft.com/office/drawing/2014/main" id="{FB311573-84AD-EF5C-0540-342CBB78632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577852" y="2448643"/>
                <a:ext cx="731520" cy="73152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solidFill>
                  <a:srgbClr val="000000">
                    <a:lumMod val="85000"/>
                    <a:lumOff val="15000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838" name="Oval 3837">
                <a:extLst>
                  <a:ext uri="{FF2B5EF4-FFF2-40B4-BE49-F238E27FC236}">
                    <a16:creationId xmlns:a16="http://schemas.microsoft.com/office/drawing/2014/main" id="{FF7053A5-35A2-4CB5-6E94-CE8D71FF76B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446532" y="2448643"/>
                <a:ext cx="731520" cy="73152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solidFill>
                  <a:srgbClr val="000000">
                    <a:lumMod val="85000"/>
                    <a:lumOff val="15000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</p:grpSp>
        <p:grpSp>
          <p:nvGrpSpPr>
            <p:cNvPr id="3625" name="Group 3624">
              <a:extLst>
                <a:ext uri="{FF2B5EF4-FFF2-40B4-BE49-F238E27FC236}">
                  <a16:creationId xmlns:a16="http://schemas.microsoft.com/office/drawing/2014/main" id="{E3D38DFC-B4F1-9E70-57CA-C6E971ED1C41}"/>
                </a:ext>
              </a:extLst>
            </p:cNvPr>
            <p:cNvGrpSpPr/>
            <p:nvPr/>
          </p:nvGrpSpPr>
          <p:grpSpPr>
            <a:xfrm>
              <a:off x="7722503" y="5758220"/>
              <a:ext cx="780598" cy="519381"/>
              <a:chOff x="6502776" y="5006079"/>
              <a:chExt cx="1783645" cy="1186771"/>
            </a:xfrm>
          </p:grpSpPr>
          <p:sp>
            <p:nvSpPr>
              <p:cNvPr id="3834" name="Rectangle 3833">
                <a:extLst>
                  <a:ext uri="{FF2B5EF4-FFF2-40B4-BE49-F238E27FC236}">
                    <a16:creationId xmlns:a16="http://schemas.microsoft.com/office/drawing/2014/main" id="{240C4BD9-F63F-D9AE-0B4B-AA6884E7D9AB}"/>
                  </a:ext>
                </a:extLst>
              </p:cNvPr>
              <p:cNvSpPr/>
              <p:nvPr/>
            </p:nvSpPr>
            <p:spPr>
              <a:xfrm>
                <a:off x="6502776" y="5006079"/>
                <a:ext cx="1783645" cy="1186771"/>
              </a:xfrm>
              <a:prstGeom prst="rect">
                <a:avLst/>
              </a:prstGeom>
              <a:gradFill rotWithShape="1">
                <a:gsLst>
                  <a:gs pos="0">
                    <a:srgbClr val="A5A5A5">
                      <a:tint val="100000"/>
                      <a:shade val="100000"/>
                      <a:satMod val="130000"/>
                    </a:srgbClr>
                  </a:gs>
                  <a:gs pos="100000">
                    <a:srgbClr val="A5A5A5">
                      <a:tint val="50000"/>
                      <a:shade val="100000"/>
                      <a:satMod val="350000"/>
                    </a:srgbClr>
                  </a:gs>
                </a:gsLst>
                <a:lin ang="16200000" scaled="0"/>
              </a:gra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835" name="Oval 3834">
                <a:extLst>
                  <a:ext uri="{FF2B5EF4-FFF2-40B4-BE49-F238E27FC236}">
                    <a16:creationId xmlns:a16="http://schemas.microsoft.com/office/drawing/2014/main" id="{0F9414A0-0404-8A8F-E6DB-D7D723CFF2A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546288" y="5061786"/>
                <a:ext cx="1116578" cy="1116578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solidFill>
                  <a:srgbClr val="000000">
                    <a:lumMod val="85000"/>
                    <a:lumOff val="15000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</p:grpSp>
        <p:cxnSp>
          <p:nvCxnSpPr>
            <p:cNvPr id="3626" name="Straight Arrow Connector 3625">
              <a:extLst>
                <a:ext uri="{FF2B5EF4-FFF2-40B4-BE49-F238E27FC236}">
                  <a16:creationId xmlns:a16="http://schemas.microsoft.com/office/drawing/2014/main" id="{9A6CA9F7-2581-7C3D-C4F4-B68C1C413ED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991995" y="5999320"/>
              <a:ext cx="87634" cy="243220"/>
            </a:xfrm>
            <a:prstGeom prst="straightConnector1">
              <a:avLst/>
            </a:prstGeom>
            <a:noFill/>
            <a:ln w="38100" cap="flat" cmpd="sng" algn="ctr">
              <a:solidFill>
                <a:srgbClr val="0070C0"/>
              </a:solidFill>
              <a:prstDash val="solid"/>
              <a:tailEnd type="triangle"/>
            </a:ln>
            <a:effectLst/>
          </p:spPr>
        </p:cxnSp>
        <p:cxnSp>
          <p:nvCxnSpPr>
            <p:cNvPr id="3627" name="Straight Arrow Connector 3626">
              <a:extLst>
                <a:ext uri="{FF2B5EF4-FFF2-40B4-BE49-F238E27FC236}">
                  <a16:creationId xmlns:a16="http://schemas.microsoft.com/office/drawing/2014/main" id="{4E029B15-768A-3E4F-FFD7-6D58A2A8186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46457" y="3830436"/>
              <a:ext cx="66345" cy="280334"/>
            </a:xfrm>
            <a:prstGeom prst="straightConnector1">
              <a:avLst/>
            </a:prstGeom>
            <a:noFill/>
            <a:ln w="38100" cap="flat" cmpd="sng" algn="ctr">
              <a:solidFill>
                <a:srgbClr val="0070C0"/>
              </a:solidFill>
              <a:prstDash val="solid"/>
              <a:tailEnd type="triangle"/>
            </a:ln>
            <a:effectLst/>
          </p:spPr>
        </p:cxnSp>
        <p:sp>
          <p:nvSpPr>
            <p:cNvPr id="3628" name="Rectangle: Rounded Corners 3627">
              <a:extLst>
                <a:ext uri="{FF2B5EF4-FFF2-40B4-BE49-F238E27FC236}">
                  <a16:creationId xmlns:a16="http://schemas.microsoft.com/office/drawing/2014/main" id="{7E2CBBF2-22D0-D7CE-829E-EBA22B8E4F56}"/>
                </a:ext>
              </a:extLst>
            </p:cNvPr>
            <p:cNvSpPr/>
            <p:nvPr/>
          </p:nvSpPr>
          <p:spPr>
            <a:xfrm>
              <a:off x="7621833" y="3572114"/>
              <a:ext cx="986357" cy="389033"/>
            </a:xfrm>
            <a:prstGeom prst="roundRect">
              <a:avLst>
                <a:gd name="adj" fmla="val 25826"/>
              </a:avLst>
            </a:prstGeom>
            <a:solidFill>
              <a:srgbClr val="FFFFFF"/>
            </a:solidFill>
            <a:ln w="25400" cap="flat" cmpd="sng" algn="ctr">
              <a:solidFill>
                <a:srgbClr val="1B4284"/>
              </a:solidFill>
              <a:prstDash val="solid"/>
            </a:ln>
            <a:effectLst/>
          </p:spPr>
          <p:txBody>
            <a:bodyPr rtlCol="0" anchor="t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4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  <a:cs typeface="Arial"/>
                  <a:sym typeface="Arial"/>
                </a:rPr>
                <a:t>192 x Pipette Tips</a:t>
              </a:r>
            </a:p>
          </p:txBody>
        </p:sp>
        <p:cxnSp>
          <p:nvCxnSpPr>
            <p:cNvPr id="3629" name="Straight Arrow Connector 3628">
              <a:extLst>
                <a:ext uri="{FF2B5EF4-FFF2-40B4-BE49-F238E27FC236}">
                  <a16:creationId xmlns:a16="http://schemas.microsoft.com/office/drawing/2014/main" id="{5B1A0954-790C-5A5E-DD13-81BADB52E264}"/>
                </a:ext>
              </a:extLst>
            </p:cNvPr>
            <p:cNvCxnSpPr>
              <a:cxnSpLocks/>
            </p:cNvCxnSpPr>
            <p:nvPr/>
          </p:nvCxnSpPr>
          <p:spPr>
            <a:xfrm>
              <a:off x="6329877" y="4945552"/>
              <a:ext cx="587126" cy="1095113"/>
            </a:xfrm>
            <a:prstGeom prst="straightConnector1">
              <a:avLst/>
            </a:prstGeom>
            <a:noFill/>
            <a:ln w="38100" cap="flat" cmpd="sng" algn="ctr">
              <a:solidFill>
                <a:srgbClr val="0070C0"/>
              </a:solidFill>
              <a:prstDash val="solid"/>
              <a:tailEnd type="triangle"/>
            </a:ln>
            <a:effectLst/>
          </p:spPr>
        </p:cxnSp>
        <p:sp>
          <p:nvSpPr>
            <p:cNvPr id="3630" name="Rectangle: Rounded Corners 3629">
              <a:extLst>
                <a:ext uri="{FF2B5EF4-FFF2-40B4-BE49-F238E27FC236}">
                  <a16:creationId xmlns:a16="http://schemas.microsoft.com/office/drawing/2014/main" id="{F7233878-2EC5-E6A5-8078-FA23E0FC6A7D}"/>
                </a:ext>
              </a:extLst>
            </p:cNvPr>
            <p:cNvSpPr/>
            <p:nvPr/>
          </p:nvSpPr>
          <p:spPr>
            <a:xfrm>
              <a:off x="8595025" y="3993228"/>
              <a:ext cx="809490" cy="389033"/>
            </a:xfrm>
            <a:prstGeom prst="roundRect">
              <a:avLst>
                <a:gd name="adj" fmla="val 25826"/>
              </a:avLst>
            </a:prstGeom>
            <a:solidFill>
              <a:srgbClr val="FFFFFF"/>
            </a:solidFill>
            <a:ln w="25400" cap="flat" cmpd="sng" algn="ctr">
              <a:solidFill>
                <a:srgbClr val="1B4284"/>
              </a:solidFill>
              <a:prstDash val="solid"/>
            </a:ln>
            <a:effectLst/>
          </p:spPr>
          <p:txBody>
            <a:bodyPr rtlCol="0" anchor="t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4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  <a:cs typeface="Arial"/>
                  <a:sym typeface="Arial"/>
                </a:rPr>
                <a:t>Trash Container</a:t>
              </a:r>
            </a:p>
          </p:txBody>
        </p:sp>
        <p:grpSp>
          <p:nvGrpSpPr>
            <p:cNvPr id="3631" name="Group 3630">
              <a:extLst>
                <a:ext uri="{FF2B5EF4-FFF2-40B4-BE49-F238E27FC236}">
                  <a16:creationId xmlns:a16="http://schemas.microsoft.com/office/drawing/2014/main" id="{DB89A957-E577-50C3-0806-565053431C78}"/>
                </a:ext>
              </a:extLst>
            </p:cNvPr>
            <p:cNvGrpSpPr/>
            <p:nvPr/>
          </p:nvGrpSpPr>
          <p:grpSpPr>
            <a:xfrm>
              <a:off x="6871115" y="5172143"/>
              <a:ext cx="780598" cy="519381"/>
              <a:chOff x="4566731" y="5004094"/>
              <a:chExt cx="1783645" cy="1186771"/>
            </a:xfrm>
          </p:grpSpPr>
          <p:sp>
            <p:nvSpPr>
              <p:cNvPr id="3805" name="Rectangle 3804">
                <a:extLst>
                  <a:ext uri="{FF2B5EF4-FFF2-40B4-BE49-F238E27FC236}">
                    <a16:creationId xmlns:a16="http://schemas.microsoft.com/office/drawing/2014/main" id="{76E40E06-8EF4-6F21-1EFB-F6A740170FB2}"/>
                  </a:ext>
                </a:extLst>
              </p:cNvPr>
              <p:cNvSpPr/>
              <p:nvPr/>
            </p:nvSpPr>
            <p:spPr>
              <a:xfrm>
                <a:off x="4566731" y="5004094"/>
                <a:ext cx="1783645" cy="1186771"/>
              </a:xfrm>
              <a:prstGeom prst="rect">
                <a:avLst/>
              </a:prstGeom>
              <a:gradFill rotWithShape="1">
                <a:gsLst>
                  <a:gs pos="0">
                    <a:srgbClr val="A5A5A5">
                      <a:tint val="100000"/>
                      <a:shade val="100000"/>
                      <a:satMod val="130000"/>
                    </a:srgbClr>
                  </a:gs>
                  <a:gs pos="100000">
                    <a:srgbClr val="A5A5A5">
                      <a:tint val="50000"/>
                      <a:shade val="100000"/>
                      <a:satMod val="350000"/>
                    </a:srgbClr>
                  </a:gs>
                </a:gsLst>
                <a:lin ang="16200000" scaled="0"/>
              </a:gra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806" name="Oval 3805">
                <a:extLst>
                  <a:ext uri="{FF2B5EF4-FFF2-40B4-BE49-F238E27FC236}">
                    <a16:creationId xmlns:a16="http://schemas.microsoft.com/office/drawing/2014/main" id="{375303B6-E4CE-5E65-D257-CBF77708D2B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635915" y="5374106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807" name="Oval 3806">
                <a:extLst>
                  <a:ext uri="{FF2B5EF4-FFF2-40B4-BE49-F238E27FC236}">
                    <a16:creationId xmlns:a16="http://schemas.microsoft.com/office/drawing/2014/main" id="{FB72FC5F-2B1C-71E1-9BAE-9E92795B4B2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635915" y="5101061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808" name="Oval 3807">
                <a:extLst>
                  <a:ext uri="{FF2B5EF4-FFF2-40B4-BE49-F238E27FC236}">
                    <a16:creationId xmlns:a16="http://schemas.microsoft.com/office/drawing/2014/main" id="{A25C4014-8D2C-1363-22F0-1AE218FE20D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879755" y="5374106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809" name="Oval 3808">
                <a:extLst>
                  <a:ext uri="{FF2B5EF4-FFF2-40B4-BE49-F238E27FC236}">
                    <a16:creationId xmlns:a16="http://schemas.microsoft.com/office/drawing/2014/main" id="{51C27E9B-9B96-C437-1237-9E124E033C4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879755" y="5101061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810" name="Oval 3809">
                <a:extLst>
                  <a:ext uri="{FF2B5EF4-FFF2-40B4-BE49-F238E27FC236}">
                    <a16:creationId xmlns:a16="http://schemas.microsoft.com/office/drawing/2014/main" id="{55D44981-7321-A645-F945-1A29A9F7FE9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123595" y="5374106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811" name="Oval 3810">
                <a:extLst>
                  <a:ext uri="{FF2B5EF4-FFF2-40B4-BE49-F238E27FC236}">
                    <a16:creationId xmlns:a16="http://schemas.microsoft.com/office/drawing/2014/main" id="{4B9A73ED-DE31-9DD9-329C-F6D5EA4EFA4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123595" y="5101061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812" name="Oval 3811">
                <a:extLst>
                  <a:ext uri="{FF2B5EF4-FFF2-40B4-BE49-F238E27FC236}">
                    <a16:creationId xmlns:a16="http://schemas.microsoft.com/office/drawing/2014/main" id="{7A185A0F-AC37-9DCB-8193-47C00599743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367435" y="5374106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813" name="Oval 3812">
                <a:extLst>
                  <a:ext uri="{FF2B5EF4-FFF2-40B4-BE49-F238E27FC236}">
                    <a16:creationId xmlns:a16="http://schemas.microsoft.com/office/drawing/2014/main" id="{44993505-1D3A-3F88-D18A-8A96241497D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367435" y="5101061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814" name="Oval 3813">
                <a:extLst>
                  <a:ext uri="{FF2B5EF4-FFF2-40B4-BE49-F238E27FC236}">
                    <a16:creationId xmlns:a16="http://schemas.microsoft.com/office/drawing/2014/main" id="{3F87B479-6029-C801-B923-188F9EA700E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611275" y="5374106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815" name="Oval 3814">
                <a:extLst>
                  <a:ext uri="{FF2B5EF4-FFF2-40B4-BE49-F238E27FC236}">
                    <a16:creationId xmlns:a16="http://schemas.microsoft.com/office/drawing/2014/main" id="{AC6CFF5B-D9EC-6C89-7081-A0C9614DD04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611275" y="5101061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816" name="Oval 3815">
                <a:extLst>
                  <a:ext uri="{FF2B5EF4-FFF2-40B4-BE49-F238E27FC236}">
                    <a16:creationId xmlns:a16="http://schemas.microsoft.com/office/drawing/2014/main" id="{8989946D-32B2-F4EA-0A03-A17CC60EAB6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55115" y="5374106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817" name="Oval 3816">
                <a:extLst>
                  <a:ext uri="{FF2B5EF4-FFF2-40B4-BE49-F238E27FC236}">
                    <a16:creationId xmlns:a16="http://schemas.microsoft.com/office/drawing/2014/main" id="{87A6AE56-8646-3EB7-FBA2-B83137475F5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55115" y="5101061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818" name="Oval 3817">
                <a:extLst>
                  <a:ext uri="{FF2B5EF4-FFF2-40B4-BE49-F238E27FC236}">
                    <a16:creationId xmlns:a16="http://schemas.microsoft.com/office/drawing/2014/main" id="{60FD0E7C-F7B7-153E-EEA5-28EB3E07D9F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98955" y="5374106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819" name="Oval 3818">
                <a:extLst>
                  <a:ext uri="{FF2B5EF4-FFF2-40B4-BE49-F238E27FC236}">
                    <a16:creationId xmlns:a16="http://schemas.microsoft.com/office/drawing/2014/main" id="{45425528-139B-B32E-A447-2C5D4F5A113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98955" y="5101061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820" name="Oval 3819">
                <a:extLst>
                  <a:ext uri="{FF2B5EF4-FFF2-40B4-BE49-F238E27FC236}">
                    <a16:creationId xmlns:a16="http://schemas.microsoft.com/office/drawing/2014/main" id="{2D8BF657-B807-1B33-FE47-BF234CFBBBC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635915" y="5922876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821" name="Oval 3820">
                <a:extLst>
                  <a:ext uri="{FF2B5EF4-FFF2-40B4-BE49-F238E27FC236}">
                    <a16:creationId xmlns:a16="http://schemas.microsoft.com/office/drawing/2014/main" id="{8EB7480E-0276-DD53-F9A3-D73103A1F17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635915" y="5649831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822" name="Oval 3821">
                <a:extLst>
                  <a:ext uri="{FF2B5EF4-FFF2-40B4-BE49-F238E27FC236}">
                    <a16:creationId xmlns:a16="http://schemas.microsoft.com/office/drawing/2014/main" id="{FC257290-AF34-3134-E666-F902DBFBC07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879755" y="5922876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823" name="Oval 3822">
                <a:extLst>
                  <a:ext uri="{FF2B5EF4-FFF2-40B4-BE49-F238E27FC236}">
                    <a16:creationId xmlns:a16="http://schemas.microsoft.com/office/drawing/2014/main" id="{CDDDA9B6-24E8-2752-0FF2-FCCCED4117E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879755" y="5649831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824" name="Oval 3823">
                <a:extLst>
                  <a:ext uri="{FF2B5EF4-FFF2-40B4-BE49-F238E27FC236}">
                    <a16:creationId xmlns:a16="http://schemas.microsoft.com/office/drawing/2014/main" id="{46198A64-8E59-A29B-3BC0-9FFD3B629CA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123595" y="5922876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825" name="Oval 3824">
                <a:extLst>
                  <a:ext uri="{FF2B5EF4-FFF2-40B4-BE49-F238E27FC236}">
                    <a16:creationId xmlns:a16="http://schemas.microsoft.com/office/drawing/2014/main" id="{09FE138A-FDAE-1603-CC2A-2D66BA7F85E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123595" y="5649831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826" name="Oval 3825">
                <a:extLst>
                  <a:ext uri="{FF2B5EF4-FFF2-40B4-BE49-F238E27FC236}">
                    <a16:creationId xmlns:a16="http://schemas.microsoft.com/office/drawing/2014/main" id="{2EFF8C1A-673A-A5B7-A6A2-7CD63C87EB7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367435" y="5922876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827" name="Oval 3826">
                <a:extLst>
                  <a:ext uri="{FF2B5EF4-FFF2-40B4-BE49-F238E27FC236}">
                    <a16:creationId xmlns:a16="http://schemas.microsoft.com/office/drawing/2014/main" id="{620CA269-232D-A070-E7F5-3684F313691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367435" y="5649831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828" name="Oval 3827">
                <a:extLst>
                  <a:ext uri="{FF2B5EF4-FFF2-40B4-BE49-F238E27FC236}">
                    <a16:creationId xmlns:a16="http://schemas.microsoft.com/office/drawing/2014/main" id="{147A1F94-3BC4-AA86-75D5-70F45069025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611275" y="5922876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829" name="Oval 3828">
                <a:extLst>
                  <a:ext uri="{FF2B5EF4-FFF2-40B4-BE49-F238E27FC236}">
                    <a16:creationId xmlns:a16="http://schemas.microsoft.com/office/drawing/2014/main" id="{54258045-6402-DFEF-EB20-AEE754AB5B1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611275" y="5649831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830" name="Oval 3829">
                <a:extLst>
                  <a:ext uri="{FF2B5EF4-FFF2-40B4-BE49-F238E27FC236}">
                    <a16:creationId xmlns:a16="http://schemas.microsoft.com/office/drawing/2014/main" id="{25D7CD36-3615-740E-0B27-7DC014BAD06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55115" y="5922876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831" name="Oval 3830">
                <a:extLst>
                  <a:ext uri="{FF2B5EF4-FFF2-40B4-BE49-F238E27FC236}">
                    <a16:creationId xmlns:a16="http://schemas.microsoft.com/office/drawing/2014/main" id="{0B3098E4-CB81-4199-AA44-600942F3E87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55115" y="5649831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832" name="Oval 3831">
                <a:extLst>
                  <a:ext uri="{FF2B5EF4-FFF2-40B4-BE49-F238E27FC236}">
                    <a16:creationId xmlns:a16="http://schemas.microsoft.com/office/drawing/2014/main" id="{C68DFDD7-BCC1-C21F-2A06-C316553A2D0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98955" y="5922876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833" name="Oval 3832">
                <a:extLst>
                  <a:ext uri="{FF2B5EF4-FFF2-40B4-BE49-F238E27FC236}">
                    <a16:creationId xmlns:a16="http://schemas.microsoft.com/office/drawing/2014/main" id="{5F8D66E4-EFB4-EBC3-F8CC-C1A77C9BD2B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98955" y="5649831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</p:grpSp>
        <p:grpSp>
          <p:nvGrpSpPr>
            <p:cNvPr id="3632" name="Group 3631">
              <a:extLst>
                <a:ext uri="{FF2B5EF4-FFF2-40B4-BE49-F238E27FC236}">
                  <a16:creationId xmlns:a16="http://schemas.microsoft.com/office/drawing/2014/main" id="{E8CAF720-4738-6779-76C4-61FC53E8E871}"/>
                </a:ext>
              </a:extLst>
            </p:cNvPr>
            <p:cNvGrpSpPr/>
            <p:nvPr/>
          </p:nvGrpSpPr>
          <p:grpSpPr>
            <a:xfrm>
              <a:off x="7725493" y="5174901"/>
              <a:ext cx="780598" cy="519381"/>
              <a:chOff x="4566731" y="3664923"/>
              <a:chExt cx="1783645" cy="1186771"/>
            </a:xfrm>
          </p:grpSpPr>
          <p:sp>
            <p:nvSpPr>
              <p:cNvPr id="3792" name="Rectangle 3791">
                <a:extLst>
                  <a:ext uri="{FF2B5EF4-FFF2-40B4-BE49-F238E27FC236}">
                    <a16:creationId xmlns:a16="http://schemas.microsoft.com/office/drawing/2014/main" id="{E4A73CA8-FD3C-3646-F68E-E741AACBBE9D}"/>
                  </a:ext>
                </a:extLst>
              </p:cNvPr>
              <p:cNvSpPr/>
              <p:nvPr/>
            </p:nvSpPr>
            <p:spPr>
              <a:xfrm>
                <a:off x="4566731" y="3664923"/>
                <a:ext cx="1783645" cy="1186771"/>
              </a:xfrm>
              <a:prstGeom prst="rect">
                <a:avLst/>
              </a:prstGeom>
              <a:gradFill rotWithShape="1">
                <a:gsLst>
                  <a:gs pos="0">
                    <a:srgbClr val="A5A5A5">
                      <a:tint val="100000"/>
                      <a:shade val="100000"/>
                      <a:satMod val="130000"/>
                    </a:srgbClr>
                  </a:gs>
                  <a:gs pos="100000">
                    <a:srgbClr val="A5A5A5">
                      <a:tint val="50000"/>
                      <a:shade val="100000"/>
                      <a:satMod val="350000"/>
                    </a:srgbClr>
                  </a:gs>
                </a:gsLst>
                <a:lin ang="16200000" scaled="0"/>
              </a:gra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793" name="Oval 3792">
                <a:extLst>
                  <a:ext uri="{FF2B5EF4-FFF2-40B4-BE49-F238E27FC236}">
                    <a16:creationId xmlns:a16="http://schemas.microsoft.com/office/drawing/2014/main" id="{6B297DA4-4B9E-B2BC-132D-9B086DB1D82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737438" y="3786003"/>
                <a:ext cx="274320" cy="27432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794" name="Oval 3793">
                <a:extLst>
                  <a:ext uri="{FF2B5EF4-FFF2-40B4-BE49-F238E27FC236}">
                    <a16:creationId xmlns:a16="http://schemas.microsoft.com/office/drawing/2014/main" id="{1087518D-7942-8FDD-82B1-99A9389F579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744782" y="4134671"/>
                <a:ext cx="274320" cy="27432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795" name="Oval 3794">
                <a:extLst>
                  <a:ext uri="{FF2B5EF4-FFF2-40B4-BE49-F238E27FC236}">
                    <a16:creationId xmlns:a16="http://schemas.microsoft.com/office/drawing/2014/main" id="{3FAC4773-4768-9C4B-F7EE-63C9AB18E09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752126" y="4483339"/>
                <a:ext cx="274320" cy="27432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796" name="Oval 3795">
                <a:extLst>
                  <a:ext uri="{FF2B5EF4-FFF2-40B4-BE49-F238E27FC236}">
                    <a16:creationId xmlns:a16="http://schemas.microsoft.com/office/drawing/2014/main" id="{84C681FD-9429-B9CC-5DB7-D0CEF3BE0C7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120341" y="3779412"/>
                <a:ext cx="274320" cy="27432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797" name="Oval 3796">
                <a:extLst>
                  <a:ext uri="{FF2B5EF4-FFF2-40B4-BE49-F238E27FC236}">
                    <a16:creationId xmlns:a16="http://schemas.microsoft.com/office/drawing/2014/main" id="{9464E01C-1077-DEA7-8C35-F1FC47D4DF7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127685" y="4128080"/>
                <a:ext cx="274320" cy="27432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798" name="Oval 3797">
                <a:extLst>
                  <a:ext uri="{FF2B5EF4-FFF2-40B4-BE49-F238E27FC236}">
                    <a16:creationId xmlns:a16="http://schemas.microsoft.com/office/drawing/2014/main" id="{50CE7AB4-9D76-46F0-FD52-16B05BD7374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135029" y="4476748"/>
                <a:ext cx="274320" cy="27432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799" name="Oval 3798">
                <a:extLst>
                  <a:ext uri="{FF2B5EF4-FFF2-40B4-BE49-F238E27FC236}">
                    <a16:creationId xmlns:a16="http://schemas.microsoft.com/office/drawing/2014/main" id="{34F5B3CC-CD89-9E20-3D1B-2881C66737C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503244" y="3772821"/>
                <a:ext cx="274320" cy="27432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800" name="Oval 3799">
                <a:extLst>
                  <a:ext uri="{FF2B5EF4-FFF2-40B4-BE49-F238E27FC236}">
                    <a16:creationId xmlns:a16="http://schemas.microsoft.com/office/drawing/2014/main" id="{009AEB23-F5DC-EE9D-197C-3AD0440BB18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510588" y="4121489"/>
                <a:ext cx="274320" cy="27432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801" name="Oval 3800">
                <a:extLst>
                  <a:ext uri="{FF2B5EF4-FFF2-40B4-BE49-F238E27FC236}">
                    <a16:creationId xmlns:a16="http://schemas.microsoft.com/office/drawing/2014/main" id="{21A5289C-7306-C587-A0FD-A889BE367C5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517932" y="4470157"/>
                <a:ext cx="274320" cy="27432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802" name="Oval 3801">
                <a:extLst>
                  <a:ext uri="{FF2B5EF4-FFF2-40B4-BE49-F238E27FC236}">
                    <a16:creationId xmlns:a16="http://schemas.microsoft.com/office/drawing/2014/main" id="{9B9F78B2-72A3-8722-44F6-9C5DB06FB2F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86147" y="3766230"/>
                <a:ext cx="274320" cy="27432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803" name="Oval 3802">
                <a:extLst>
                  <a:ext uri="{FF2B5EF4-FFF2-40B4-BE49-F238E27FC236}">
                    <a16:creationId xmlns:a16="http://schemas.microsoft.com/office/drawing/2014/main" id="{34E8A27A-14D0-0A70-9D56-7E91C4CA18E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93491" y="4114898"/>
                <a:ext cx="274320" cy="27432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804" name="Oval 3803">
                <a:extLst>
                  <a:ext uri="{FF2B5EF4-FFF2-40B4-BE49-F238E27FC236}">
                    <a16:creationId xmlns:a16="http://schemas.microsoft.com/office/drawing/2014/main" id="{A3D57DE2-BC23-BE5D-03AF-D205D574006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900835" y="4463566"/>
                <a:ext cx="274320" cy="27432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</p:grpSp>
        <p:cxnSp>
          <p:nvCxnSpPr>
            <p:cNvPr id="3633" name="Straight Arrow Connector 3632">
              <a:extLst>
                <a:ext uri="{FF2B5EF4-FFF2-40B4-BE49-F238E27FC236}">
                  <a16:creationId xmlns:a16="http://schemas.microsoft.com/office/drawing/2014/main" id="{39061418-436C-AF15-DAD9-95353A23DB5C}"/>
                </a:ext>
              </a:extLst>
            </p:cNvPr>
            <p:cNvCxnSpPr>
              <a:cxnSpLocks/>
            </p:cNvCxnSpPr>
            <p:nvPr/>
          </p:nvCxnSpPr>
          <p:spPr>
            <a:xfrm>
              <a:off x="6397769" y="4868310"/>
              <a:ext cx="498126" cy="345856"/>
            </a:xfrm>
            <a:prstGeom prst="straightConnector1">
              <a:avLst/>
            </a:prstGeom>
            <a:noFill/>
            <a:ln w="38100" cap="flat" cmpd="sng" algn="ctr">
              <a:solidFill>
                <a:srgbClr val="0070C0"/>
              </a:solidFill>
              <a:prstDash val="solid"/>
              <a:tailEnd type="triangle"/>
            </a:ln>
            <a:effectLst/>
          </p:spPr>
        </p:cxnSp>
        <p:cxnSp>
          <p:nvCxnSpPr>
            <p:cNvPr id="3634" name="Straight Arrow Connector 3633">
              <a:extLst>
                <a:ext uri="{FF2B5EF4-FFF2-40B4-BE49-F238E27FC236}">
                  <a16:creationId xmlns:a16="http://schemas.microsoft.com/office/drawing/2014/main" id="{75AEEC88-E87A-5C6E-18A7-B5404D36464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32575" y="5661206"/>
              <a:ext cx="277948" cy="820770"/>
            </a:xfrm>
            <a:prstGeom prst="straightConnector1">
              <a:avLst/>
            </a:prstGeom>
            <a:noFill/>
            <a:ln w="38100" cap="flat" cmpd="sng" algn="ctr">
              <a:solidFill>
                <a:srgbClr val="0070C0"/>
              </a:solidFill>
              <a:prstDash val="solid"/>
              <a:tailEnd type="triangle"/>
            </a:ln>
            <a:effectLst/>
          </p:spPr>
        </p:cxnSp>
        <p:sp>
          <p:nvSpPr>
            <p:cNvPr id="3635" name="Rectangle: Rounded Corners 3634">
              <a:extLst>
                <a:ext uri="{FF2B5EF4-FFF2-40B4-BE49-F238E27FC236}">
                  <a16:creationId xmlns:a16="http://schemas.microsoft.com/office/drawing/2014/main" id="{9C1DEE1D-B190-4ED4-9100-0EA5753D06B7}"/>
                </a:ext>
              </a:extLst>
            </p:cNvPr>
            <p:cNvSpPr/>
            <p:nvPr/>
          </p:nvSpPr>
          <p:spPr>
            <a:xfrm>
              <a:off x="7024519" y="6312164"/>
              <a:ext cx="842667" cy="378250"/>
            </a:xfrm>
            <a:prstGeom prst="roundRect">
              <a:avLst>
                <a:gd name="adj" fmla="val 25826"/>
              </a:avLst>
            </a:prstGeom>
            <a:solidFill>
              <a:srgbClr val="FFFFFF"/>
            </a:solidFill>
            <a:ln w="25400" cap="flat" cmpd="sng" algn="ctr">
              <a:solidFill>
                <a:srgbClr val="1B4284"/>
              </a:solidFill>
              <a:prstDash val="solid"/>
            </a:ln>
            <a:effectLst/>
          </p:spPr>
          <p:txBody>
            <a:bodyPr rtlCol="0" anchor="t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4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  <a:cs typeface="Arial"/>
                  <a:sym typeface="Arial"/>
                </a:rPr>
                <a:t>12 x 20mL Vials </a:t>
              </a:r>
            </a:p>
          </p:txBody>
        </p:sp>
        <p:grpSp>
          <p:nvGrpSpPr>
            <p:cNvPr id="3636" name="Group 3635">
              <a:extLst>
                <a:ext uri="{FF2B5EF4-FFF2-40B4-BE49-F238E27FC236}">
                  <a16:creationId xmlns:a16="http://schemas.microsoft.com/office/drawing/2014/main" id="{A621BAF4-074D-20CE-8924-C3B4C1091F13}"/>
                </a:ext>
              </a:extLst>
            </p:cNvPr>
            <p:cNvGrpSpPr/>
            <p:nvPr/>
          </p:nvGrpSpPr>
          <p:grpSpPr>
            <a:xfrm>
              <a:off x="6872364" y="4591741"/>
              <a:ext cx="780598" cy="519381"/>
              <a:chOff x="4566731" y="5004094"/>
              <a:chExt cx="1783645" cy="1186771"/>
            </a:xfrm>
          </p:grpSpPr>
          <p:sp>
            <p:nvSpPr>
              <p:cNvPr id="3763" name="Rectangle 3762">
                <a:extLst>
                  <a:ext uri="{FF2B5EF4-FFF2-40B4-BE49-F238E27FC236}">
                    <a16:creationId xmlns:a16="http://schemas.microsoft.com/office/drawing/2014/main" id="{F13D9F38-E236-2A2F-A6E7-8637D29E4FBA}"/>
                  </a:ext>
                </a:extLst>
              </p:cNvPr>
              <p:cNvSpPr/>
              <p:nvPr/>
            </p:nvSpPr>
            <p:spPr>
              <a:xfrm>
                <a:off x="4566731" y="5004094"/>
                <a:ext cx="1783645" cy="1186771"/>
              </a:xfrm>
              <a:prstGeom prst="rect">
                <a:avLst/>
              </a:prstGeom>
              <a:gradFill rotWithShape="1">
                <a:gsLst>
                  <a:gs pos="0">
                    <a:srgbClr val="A5A5A5">
                      <a:tint val="100000"/>
                      <a:shade val="100000"/>
                      <a:satMod val="130000"/>
                    </a:srgbClr>
                  </a:gs>
                  <a:gs pos="100000">
                    <a:srgbClr val="A5A5A5">
                      <a:tint val="50000"/>
                      <a:shade val="100000"/>
                      <a:satMod val="350000"/>
                    </a:srgbClr>
                  </a:gs>
                </a:gsLst>
                <a:lin ang="16200000" scaled="0"/>
              </a:gra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764" name="Oval 3763">
                <a:extLst>
                  <a:ext uri="{FF2B5EF4-FFF2-40B4-BE49-F238E27FC236}">
                    <a16:creationId xmlns:a16="http://schemas.microsoft.com/office/drawing/2014/main" id="{F1F8E930-E8E7-A8CD-169B-66964120675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635915" y="5374106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765" name="Oval 3764">
                <a:extLst>
                  <a:ext uri="{FF2B5EF4-FFF2-40B4-BE49-F238E27FC236}">
                    <a16:creationId xmlns:a16="http://schemas.microsoft.com/office/drawing/2014/main" id="{055D4723-593A-DD30-844D-1D783ED9E9F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635915" y="5101061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766" name="Oval 3765">
                <a:extLst>
                  <a:ext uri="{FF2B5EF4-FFF2-40B4-BE49-F238E27FC236}">
                    <a16:creationId xmlns:a16="http://schemas.microsoft.com/office/drawing/2014/main" id="{3A05D022-4504-521F-5187-B4E0541A2DD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879755" y="5374106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767" name="Oval 3766">
                <a:extLst>
                  <a:ext uri="{FF2B5EF4-FFF2-40B4-BE49-F238E27FC236}">
                    <a16:creationId xmlns:a16="http://schemas.microsoft.com/office/drawing/2014/main" id="{E5818FA0-6CEF-46B8-7E11-3D8D2E2C9EE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879755" y="5101061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768" name="Oval 3767">
                <a:extLst>
                  <a:ext uri="{FF2B5EF4-FFF2-40B4-BE49-F238E27FC236}">
                    <a16:creationId xmlns:a16="http://schemas.microsoft.com/office/drawing/2014/main" id="{0FE799A8-49E8-D3EF-ED04-27089CF7F9B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123595" y="5374106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769" name="Oval 3768">
                <a:extLst>
                  <a:ext uri="{FF2B5EF4-FFF2-40B4-BE49-F238E27FC236}">
                    <a16:creationId xmlns:a16="http://schemas.microsoft.com/office/drawing/2014/main" id="{9F7715FD-1B17-64D9-A084-22208146C6F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123595" y="5101061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770" name="Oval 3769">
                <a:extLst>
                  <a:ext uri="{FF2B5EF4-FFF2-40B4-BE49-F238E27FC236}">
                    <a16:creationId xmlns:a16="http://schemas.microsoft.com/office/drawing/2014/main" id="{20625CFD-9FEC-2E10-7E6E-C63EEF32FCF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367435" y="5374106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771" name="Oval 3770">
                <a:extLst>
                  <a:ext uri="{FF2B5EF4-FFF2-40B4-BE49-F238E27FC236}">
                    <a16:creationId xmlns:a16="http://schemas.microsoft.com/office/drawing/2014/main" id="{33C711F0-9694-3A39-BE22-81BA799F0DF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367435" y="5101061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772" name="Oval 3771">
                <a:extLst>
                  <a:ext uri="{FF2B5EF4-FFF2-40B4-BE49-F238E27FC236}">
                    <a16:creationId xmlns:a16="http://schemas.microsoft.com/office/drawing/2014/main" id="{6C7C1821-30A3-1F98-42A2-D58748243A1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611275" y="5374106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773" name="Oval 3772">
                <a:extLst>
                  <a:ext uri="{FF2B5EF4-FFF2-40B4-BE49-F238E27FC236}">
                    <a16:creationId xmlns:a16="http://schemas.microsoft.com/office/drawing/2014/main" id="{2E0123E7-E0D9-B7DA-09FD-F912B09BFD6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611275" y="5101061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774" name="Oval 3773">
                <a:extLst>
                  <a:ext uri="{FF2B5EF4-FFF2-40B4-BE49-F238E27FC236}">
                    <a16:creationId xmlns:a16="http://schemas.microsoft.com/office/drawing/2014/main" id="{30605C05-9063-A6BD-0EB0-BFA721296A6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55115" y="5374106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775" name="Oval 3774">
                <a:extLst>
                  <a:ext uri="{FF2B5EF4-FFF2-40B4-BE49-F238E27FC236}">
                    <a16:creationId xmlns:a16="http://schemas.microsoft.com/office/drawing/2014/main" id="{F7E89DAD-DBF3-1A8E-FBA2-282B3751223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55115" y="5101061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776" name="Oval 3775">
                <a:extLst>
                  <a:ext uri="{FF2B5EF4-FFF2-40B4-BE49-F238E27FC236}">
                    <a16:creationId xmlns:a16="http://schemas.microsoft.com/office/drawing/2014/main" id="{1C126494-EAD8-8405-F09C-DDB4F33D8FA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98955" y="5374106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777" name="Oval 3776">
                <a:extLst>
                  <a:ext uri="{FF2B5EF4-FFF2-40B4-BE49-F238E27FC236}">
                    <a16:creationId xmlns:a16="http://schemas.microsoft.com/office/drawing/2014/main" id="{75A300F9-A272-811E-9BCF-B8A1F30BE8C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98955" y="5101061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778" name="Oval 3777">
                <a:extLst>
                  <a:ext uri="{FF2B5EF4-FFF2-40B4-BE49-F238E27FC236}">
                    <a16:creationId xmlns:a16="http://schemas.microsoft.com/office/drawing/2014/main" id="{3EF1FA5F-E73B-841B-C9FA-0E5C7F7FFD4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635915" y="5922876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779" name="Oval 3778">
                <a:extLst>
                  <a:ext uri="{FF2B5EF4-FFF2-40B4-BE49-F238E27FC236}">
                    <a16:creationId xmlns:a16="http://schemas.microsoft.com/office/drawing/2014/main" id="{8B2DA5E3-BF3D-32B9-8FB2-E668CE3FF9F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635915" y="5649831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780" name="Oval 3779">
                <a:extLst>
                  <a:ext uri="{FF2B5EF4-FFF2-40B4-BE49-F238E27FC236}">
                    <a16:creationId xmlns:a16="http://schemas.microsoft.com/office/drawing/2014/main" id="{2908907F-989E-D9D8-2F75-8B8E03ECD97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879755" y="5922876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781" name="Oval 3780">
                <a:extLst>
                  <a:ext uri="{FF2B5EF4-FFF2-40B4-BE49-F238E27FC236}">
                    <a16:creationId xmlns:a16="http://schemas.microsoft.com/office/drawing/2014/main" id="{00F0E8EE-5644-7ED4-2211-5F0B7FC7CF7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879755" y="5649831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782" name="Oval 3781">
                <a:extLst>
                  <a:ext uri="{FF2B5EF4-FFF2-40B4-BE49-F238E27FC236}">
                    <a16:creationId xmlns:a16="http://schemas.microsoft.com/office/drawing/2014/main" id="{0923461D-5CA5-FCD1-AD1D-5DB9378F766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123595" y="5922876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783" name="Oval 3782">
                <a:extLst>
                  <a:ext uri="{FF2B5EF4-FFF2-40B4-BE49-F238E27FC236}">
                    <a16:creationId xmlns:a16="http://schemas.microsoft.com/office/drawing/2014/main" id="{7407AA87-4F64-DFEA-247D-D9E928618A2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123595" y="5649831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784" name="Oval 3783">
                <a:extLst>
                  <a:ext uri="{FF2B5EF4-FFF2-40B4-BE49-F238E27FC236}">
                    <a16:creationId xmlns:a16="http://schemas.microsoft.com/office/drawing/2014/main" id="{89AD31FD-D602-DDCA-89FC-4584C260FD3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367435" y="5922876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785" name="Oval 3784">
                <a:extLst>
                  <a:ext uri="{FF2B5EF4-FFF2-40B4-BE49-F238E27FC236}">
                    <a16:creationId xmlns:a16="http://schemas.microsoft.com/office/drawing/2014/main" id="{1A870F52-A1F9-DAA2-C851-2190F526FB7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367435" y="5649831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786" name="Oval 3785">
                <a:extLst>
                  <a:ext uri="{FF2B5EF4-FFF2-40B4-BE49-F238E27FC236}">
                    <a16:creationId xmlns:a16="http://schemas.microsoft.com/office/drawing/2014/main" id="{9D814404-AC7B-20B7-8E89-008864ED9A8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611275" y="5922876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787" name="Oval 3786">
                <a:extLst>
                  <a:ext uri="{FF2B5EF4-FFF2-40B4-BE49-F238E27FC236}">
                    <a16:creationId xmlns:a16="http://schemas.microsoft.com/office/drawing/2014/main" id="{603BA95D-58FC-4173-970B-BF6F25B7C7B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611275" y="5649831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788" name="Oval 3787">
                <a:extLst>
                  <a:ext uri="{FF2B5EF4-FFF2-40B4-BE49-F238E27FC236}">
                    <a16:creationId xmlns:a16="http://schemas.microsoft.com/office/drawing/2014/main" id="{01C68BBC-CE7F-CE3C-D23D-0519C51AA02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55115" y="5922876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789" name="Oval 3788">
                <a:extLst>
                  <a:ext uri="{FF2B5EF4-FFF2-40B4-BE49-F238E27FC236}">
                    <a16:creationId xmlns:a16="http://schemas.microsoft.com/office/drawing/2014/main" id="{6F3A5CC1-AB42-AB21-3AE2-0E857EE3684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55115" y="5649831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790" name="Oval 3789">
                <a:extLst>
                  <a:ext uri="{FF2B5EF4-FFF2-40B4-BE49-F238E27FC236}">
                    <a16:creationId xmlns:a16="http://schemas.microsoft.com/office/drawing/2014/main" id="{4BD45382-D9A3-0384-1B70-4AFDF6CC700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98955" y="5922876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791" name="Oval 3790">
                <a:extLst>
                  <a:ext uri="{FF2B5EF4-FFF2-40B4-BE49-F238E27FC236}">
                    <a16:creationId xmlns:a16="http://schemas.microsoft.com/office/drawing/2014/main" id="{3DC21E26-13C4-6092-6211-345C0E7B6CA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98955" y="5649831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</p:grpSp>
        <p:grpSp>
          <p:nvGrpSpPr>
            <p:cNvPr id="3637" name="Group 3636">
              <a:extLst>
                <a:ext uri="{FF2B5EF4-FFF2-40B4-BE49-F238E27FC236}">
                  <a16:creationId xmlns:a16="http://schemas.microsoft.com/office/drawing/2014/main" id="{CCB39F36-873A-7041-414F-D858304C9138}"/>
                </a:ext>
              </a:extLst>
            </p:cNvPr>
            <p:cNvGrpSpPr/>
            <p:nvPr/>
          </p:nvGrpSpPr>
          <p:grpSpPr>
            <a:xfrm>
              <a:off x="6873613" y="4011339"/>
              <a:ext cx="780598" cy="519381"/>
              <a:chOff x="4566731" y="5004094"/>
              <a:chExt cx="1783645" cy="1186771"/>
            </a:xfrm>
          </p:grpSpPr>
          <p:sp>
            <p:nvSpPr>
              <p:cNvPr id="3734" name="Rectangle 3733">
                <a:extLst>
                  <a:ext uri="{FF2B5EF4-FFF2-40B4-BE49-F238E27FC236}">
                    <a16:creationId xmlns:a16="http://schemas.microsoft.com/office/drawing/2014/main" id="{B15B3C25-7539-CAA6-831E-A7EE43BEA491}"/>
                  </a:ext>
                </a:extLst>
              </p:cNvPr>
              <p:cNvSpPr/>
              <p:nvPr/>
            </p:nvSpPr>
            <p:spPr>
              <a:xfrm>
                <a:off x="4566731" y="5004094"/>
                <a:ext cx="1783645" cy="1186771"/>
              </a:xfrm>
              <a:prstGeom prst="rect">
                <a:avLst/>
              </a:prstGeom>
              <a:gradFill rotWithShape="1">
                <a:gsLst>
                  <a:gs pos="0">
                    <a:srgbClr val="A5A5A5">
                      <a:tint val="100000"/>
                      <a:shade val="100000"/>
                      <a:satMod val="130000"/>
                    </a:srgbClr>
                  </a:gs>
                  <a:gs pos="100000">
                    <a:srgbClr val="A5A5A5">
                      <a:tint val="50000"/>
                      <a:shade val="100000"/>
                      <a:satMod val="350000"/>
                    </a:srgbClr>
                  </a:gs>
                </a:gsLst>
                <a:lin ang="16200000" scaled="0"/>
              </a:gra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735" name="Oval 3734">
                <a:extLst>
                  <a:ext uri="{FF2B5EF4-FFF2-40B4-BE49-F238E27FC236}">
                    <a16:creationId xmlns:a16="http://schemas.microsoft.com/office/drawing/2014/main" id="{C03F5252-F48F-F2E8-8572-6ED8AF97221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635915" y="5374106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736" name="Oval 3735">
                <a:extLst>
                  <a:ext uri="{FF2B5EF4-FFF2-40B4-BE49-F238E27FC236}">
                    <a16:creationId xmlns:a16="http://schemas.microsoft.com/office/drawing/2014/main" id="{A5093A9B-E25A-4EBD-2A54-73AE651236B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635915" y="5101061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737" name="Oval 3736">
                <a:extLst>
                  <a:ext uri="{FF2B5EF4-FFF2-40B4-BE49-F238E27FC236}">
                    <a16:creationId xmlns:a16="http://schemas.microsoft.com/office/drawing/2014/main" id="{E9D67439-9DA7-E179-9CB2-881C58520CE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879755" y="5374106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738" name="Oval 3737">
                <a:extLst>
                  <a:ext uri="{FF2B5EF4-FFF2-40B4-BE49-F238E27FC236}">
                    <a16:creationId xmlns:a16="http://schemas.microsoft.com/office/drawing/2014/main" id="{0C06F441-4C1A-062B-4B55-258D4AA1625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879755" y="5101061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739" name="Oval 3738">
                <a:extLst>
                  <a:ext uri="{FF2B5EF4-FFF2-40B4-BE49-F238E27FC236}">
                    <a16:creationId xmlns:a16="http://schemas.microsoft.com/office/drawing/2014/main" id="{68E146E0-A6E2-76A6-79CA-1EE91E199A9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123595" y="5374106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740" name="Oval 3739">
                <a:extLst>
                  <a:ext uri="{FF2B5EF4-FFF2-40B4-BE49-F238E27FC236}">
                    <a16:creationId xmlns:a16="http://schemas.microsoft.com/office/drawing/2014/main" id="{F4B05C34-F1EE-CA56-A76A-67D8728BCFF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123595" y="5101061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741" name="Oval 3740">
                <a:extLst>
                  <a:ext uri="{FF2B5EF4-FFF2-40B4-BE49-F238E27FC236}">
                    <a16:creationId xmlns:a16="http://schemas.microsoft.com/office/drawing/2014/main" id="{245D0299-703A-EE76-4D49-C1410E9AEE9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367435" y="5374106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742" name="Oval 3741">
                <a:extLst>
                  <a:ext uri="{FF2B5EF4-FFF2-40B4-BE49-F238E27FC236}">
                    <a16:creationId xmlns:a16="http://schemas.microsoft.com/office/drawing/2014/main" id="{596DB8FA-34AB-39A8-0DE6-848A55D1219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367435" y="5101061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743" name="Oval 3742">
                <a:extLst>
                  <a:ext uri="{FF2B5EF4-FFF2-40B4-BE49-F238E27FC236}">
                    <a16:creationId xmlns:a16="http://schemas.microsoft.com/office/drawing/2014/main" id="{74DC5946-46D3-EBC2-392E-7C3EAAA5656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611275" y="5374106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744" name="Oval 3743">
                <a:extLst>
                  <a:ext uri="{FF2B5EF4-FFF2-40B4-BE49-F238E27FC236}">
                    <a16:creationId xmlns:a16="http://schemas.microsoft.com/office/drawing/2014/main" id="{3B920134-5E9B-1750-0081-B3A78150B69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611275" y="5101061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745" name="Oval 3744">
                <a:extLst>
                  <a:ext uri="{FF2B5EF4-FFF2-40B4-BE49-F238E27FC236}">
                    <a16:creationId xmlns:a16="http://schemas.microsoft.com/office/drawing/2014/main" id="{00E98AA3-D678-12BA-19AA-D0A252CF599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55115" y="5374106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746" name="Oval 3745">
                <a:extLst>
                  <a:ext uri="{FF2B5EF4-FFF2-40B4-BE49-F238E27FC236}">
                    <a16:creationId xmlns:a16="http://schemas.microsoft.com/office/drawing/2014/main" id="{82C1BD4D-D8A9-40EE-CA31-8329A32B04E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55115" y="5101061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747" name="Oval 3746">
                <a:extLst>
                  <a:ext uri="{FF2B5EF4-FFF2-40B4-BE49-F238E27FC236}">
                    <a16:creationId xmlns:a16="http://schemas.microsoft.com/office/drawing/2014/main" id="{546E671B-072D-3617-36B2-559FFBA3F6D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98955" y="5374106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748" name="Oval 3747">
                <a:extLst>
                  <a:ext uri="{FF2B5EF4-FFF2-40B4-BE49-F238E27FC236}">
                    <a16:creationId xmlns:a16="http://schemas.microsoft.com/office/drawing/2014/main" id="{ABD8D9CB-8C1A-5954-3225-4C4C2434932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98955" y="5101061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749" name="Oval 3748">
                <a:extLst>
                  <a:ext uri="{FF2B5EF4-FFF2-40B4-BE49-F238E27FC236}">
                    <a16:creationId xmlns:a16="http://schemas.microsoft.com/office/drawing/2014/main" id="{DD9BCC4A-0AFA-9916-752B-2150D48A520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635915" y="5922876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750" name="Oval 3749">
                <a:extLst>
                  <a:ext uri="{FF2B5EF4-FFF2-40B4-BE49-F238E27FC236}">
                    <a16:creationId xmlns:a16="http://schemas.microsoft.com/office/drawing/2014/main" id="{C5D4FC8A-4F24-FD11-B0CC-8C77C99A02F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635915" y="5649831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751" name="Oval 3750">
                <a:extLst>
                  <a:ext uri="{FF2B5EF4-FFF2-40B4-BE49-F238E27FC236}">
                    <a16:creationId xmlns:a16="http://schemas.microsoft.com/office/drawing/2014/main" id="{1E4912B4-47FA-E9F5-7644-D264332506E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879755" y="5922876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752" name="Oval 3751">
                <a:extLst>
                  <a:ext uri="{FF2B5EF4-FFF2-40B4-BE49-F238E27FC236}">
                    <a16:creationId xmlns:a16="http://schemas.microsoft.com/office/drawing/2014/main" id="{6DE7F893-BB33-0DC9-449D-F6E72E677B1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879755" y="5649831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753" name="Oval 3752">
                <a:extLst>
                  <a:ext uri="{FF2B5EF4-FFF2-40B4-BE49-F238E27FC236}">
                    <a16:creationId xmlns:a16="http://schemas.microsoft.com/office/drawing/2014/main" id="{8EEDE265-7A47-CEBE-A310-2282274F10F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123595" y="5922876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754" name="Oval 3753">
                <a:extLst>
                  <a:ext uri="{FF2B5EF4-FFF2-40B4-BE49-F238E27FC236}">
                    <a16:creationId xmlns:a16="http://schemas.microsoft.com/office/drawing/2014/main" id="{0D1D1526-A1CB-6C79-B2E6-FCE19DD46EA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123595" y="5649831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755" name="Oval 3754">
                <a:extLst>
                  <a:ext uri="{FF2B5EF4-FFF2-40B4-BE49-F238E27FC236}">
                    <a16:creationId xmlns:a16="http://schemas.microsoft.com/office/drawing/2014/main" id="{EE2FDB65-D9DB-C8A8-3DA8-210AB864D6E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367435" y="5922876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756" name="Oval 3755">
                <a:extLst>
                  <a:ext uri="{FF2B5EF4-FFF2-40B4-BE49-F238E27FC236}">
                    <a16:creationId xmlns:a16="http://schemas.microsoft.com/office/drawing/2014/main" id="{A0934468-12E9-B5C7-D210-4BB5A2ED53A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367435" y="5649831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757" name="Oval 3756">
                <a:extLst>
                  <a:ext uri="{FF2B5EF4-FFF2-40B4-BE49-F238E27FC236}">
                    <a16:creationId xmlns:a16="http://schemas.microsoft.com/office/drawing/2014/main" id="{98D22C6E-4EB2-D0F2-6F2F-D44EA2C5CCA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611275" y="5922876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758" name="Oval 3757">
                <a:extLst>
                  <a:ext uri="{FF2B5EF4-FFF2-40B4-BE49-F238E27FC236}">
                    <a16:creationId xmlns:a16="http://schemas.microsoft.com/office/drawing/2014/main" id="{FD28F180-4ED4-B838-7E77-95F144D054D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611275" y="5649831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759" name="Oval 3758">
                <a:extLst>
                  <a:ext uri="{FF2B5EF4-FFF2-40B4-BE49-F238E27FC236}">
                    <a16:creationId xmlns:a16="http://schemas.microsoft.com/office/drawing/2014/main" id="{662892CE-797B-9612-7ABC-2F75653701D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55115" y="5922876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760" name="Oval 3759">
                <a:extLst>
                  <a:ext uri="{FF2B5EF4-FFF2-40B4-BE49-F238E27FC236}">
                    <a16:creationId xmlns:a16="http://schemas.microsoft.com/office/drawing/2014/main" id="{6934937B-BE66-EDE9-5660-9E01BA63F3A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55115" y="5649831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761" name="Oval 3760">
                <a:extLst>
                  <a:ext uri="{FF2B5EF4-FFF2-40B4-BE49-F238E27FC236}">
                    <a16:creationId xmlns:a16="http://schemas.microsoft.com/office/drawing/2014/main" id="{60AE2BB4-30DB-5DC9-6F79-24FCF6EBE1F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98955" y="5922876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762" name="Oval 3761">
                <a:extLst>
                  <a:ext uri="{FF2B5EF4-FFF2-40B4-BE49-F238E27FC236}">
                    <a16:creationId xmlns:a16="http://schemas.microsoft.com/office/drawing/2014/main" id="{B9B86F18-BB42-D6AD-D67B-E1FEECE79E2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98955" y="5649831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</p:grpSp>
        <p:cxnSp>
          <p:nvCxnSpPr>
            <p:cNvPr id="3638" name="Straight Arrow Connector 3637">
              <a:extLst>
                <a:ext uri="{FF2B5EF4-FFF2-40B4-BE49-F238E27FC236}">
                  <a16:creationId xmlns:a16="http://schemas.microsoft.com/office/drawing/2014/main" id="{BA78DDBD-D264-36F2-E7FB-F08FC25D6EE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47343" y="4827021"/>
              <a:ext cx="564662" cy="66134"/>
            </a:xfrm>
            <a:prstGeom prst="straightConnector1">
              <a:avLst/>
            </a:prstGeom>
            <a:noFill/>
            <a:ln w="38100" cap="flat" cmpd="sng" algn="ctr">
              <a:solidFill>
                <a:srgbClr val="0070C0"/>
              </a:solidFill>
              <a:prstDash val="solid"/>
              <a:tailEnd type="triangle"/>
            </a:ln>
            <a:effectLst/>
          </p:spPr>
        </p:cxnSp>
        <p:cxnSp>
          <p:nvCxnSpPr>
            <p:cNvPr id="3639" name="Straight Arrow Connector 3638">
              <a:extLst>
                <a:ext uri="{FF2B5EF4-FFF2-40B4-BE49-F238E27FC236}">
                  <a16:creationId xmlns:a16="http://schemas.microsoft.com/office/drawing/2014/main" id="{DBBDE927-3D58-3D85-B85F-41AF0771A81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87098" y="4404693"/>
              <a:ext cx="493256" cy="487663"/>
            </a:xfrm>
            <a:prstGeom prst="straightConnector1">
              <a:avLst/>
            </a:prstGeom>
            <a:noFill/>
            <a:ln w="38100" cap="flat" cmpd="sng" algn="ctr">
              <a:solidFill>
                <a:srgbClr val="0070C0"/>
              </a:solidFill>
              <a:prstDash val="solid"/>
              <a:tailEnd type="triangle"/>
            </a:ln>
            <a:effectLst/>
          </p:spPr>
        </p:cxnSp>
        <p:sp>
          <p:nvSpPr>
            <p:cNvPr id="3640" name="Rectangle: Rounded Corners 3639">
              <a:extLst>
                <a:ext uri="{FF2B5EF4-FFF2-40B4-BE49-F238E27FC236}">
                  <a16:creationId xmlns:a16="http://schemas.microsoft.com/office/drawing/2014/main" id="{BE726B88-67E0-4525-E674-C6B525FDC9B5}"/>
                </a:ext>
              </a:extLst>
            </p:cNvPr>
            <p:cNvSpPr/>
            <p:nvPr/>
          </p:nvSpPr>
          <p:spPr>
            <a:xfrm>
              <a:off x="5664693" y="4726503"/>
              <a:ext cx="888022" cy="401132"/>
            </a:xfrm>
            <a:prstGeom prst="roundRect">
              <a:avLst>
                <a:gd name="adj" fmla="val 25826"/>
              </a:avLst>
            </a:prstGeom>
            <a:solidFill>
              <a:srgbClr val="FFFFFF"/>
            </a:solidFill>
            <a:ln w="25400" cap="flat" cmpd="sng" algn="ctr">
              <a:solidFill>
                <a:srgbClr val="1B4284"/>
              </a:solidFill>
              <a:prstDash val="solid"/>
            </a:ln>
            <a:effectLst/>
          </p:spPr>
          <p:txBody>
            <a:bodyPr rtlCol="0" anchor="t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4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  <a:cs typeface="Arial"/>
                  <a:sym typeface="Arial"/>
                </a:rPr>
                <a:t>112 x 4mL Vials</a:t>
              </a:r>
            </a:p>
          </p:txBody>
        </p:sp>
        <p:grpSp>
          <p:nvGrpSpPr>
            <p:cNvPr id="3641" name="Group 3640">
              <a:extLst>
                <a:ext uri="{FF2B5EF4-FFF2-40B4-BE49-F238E27FC236}">
                  <a16:creationId xmlns:a16="http://schemas.microsoft.com/office/drawing/2014/main" id="{1CB7C164-3BD6-1121-7743-2F497BD1577B}"/>
                </a:ext>
              </a:extLst>
            </p:cNvPr>
            <p:cNvGrpSpPr/>
            <p:nvPr/>
          </p:nvGrpSpPr>
          <p:grpSpPr>
            <a:xfrm>
              <a:off x="8561852" y="5174901"/>
              <a:ext cx="780598" cy="519381"/>
              <a:chOff x="6502776" y="2327737"/>
              <a:chExt cx="1783645" cy="1186771"/>
            </a:xfrm>
          </p:grpSpPr>
          <p:sp>
            <p:nvSpPr>
              <p:cNvPr id="3731" name="Rectangle 3730">
                <a:extLst>
                  <a:ext uri="{FF2B5EF4-FFF2-40B4-BE49-F238E27FC236}">
                    <a16:creationId xmlns:a16="http://schemas.microsoft.com/office/drawing/2014/main" id="{078FAEBC-B583-EB2D-5D0D-992F196D974A}"/>
                  </a:ext>
                </a:extLst>
              </p:cNvPr>
              <p:cNvSpPr/>
              <p:nvPr/>
            </p:nvSpPr>
            <p:spPr>
              <a:xfrm>
                <a:off x="6502776" y="2327737"/>
                <a:ext cx="1783645" cy="1186771"/>
              </a:xfrm>
              <a:prstGeom prst="rect">
                <a:avLst/>
              </a:prstGeom>
              <a:gradFill rotWithShape="1">
                <a:gsLst>
                  <a:gs pos="0">
                    <a:srgbClr val="A5A5A5">
                      <a:tint val="100000"/>
                      <a:shade val="100000"/>
                      <a:satMod val="130000"/>
                    </a:srgbClr>
                  </a:gs>
                  <a:gs pos="100000">
                    <a:srgbClr val="A5A5A5">
                      <a:tint val="50000"/>
                      <a:shade val="100000"/>
                      <a:satMod val="350000"/>
                    </a:srgbClr>
                  </a:gs>
                </a:gsLst>
                <a:lin ang="16200000" scaled="0"/>
              </a:gra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732" name="Oval 3731">
                <a:extLst>
                  <a:ext uri="{FF2B5EF4-FFF2-40B4-BE49-F238E27FC236}">
                    <a16:creationId xmlns:a16="http://schemas.microsoft.com/office/drawing/2014/main" id="{C04F160A-DFA8-90C3-01B1-AF68C99467B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577852" y="2448643"/>
                <a:ext cx="731520" cy="73152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solidFill>
                  <a:srgbClr val="000000">
                    <a:lumMod val="85000"/>
                    <a:lumOff val="15000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733" name="Oval 3732">
                <a:extLst>
                  <a:ext uri="{FF2B5EF4-FFF2-40B4-BE49-F238E27FC236}">
                    <a16:creationId xmlns:a16="http://schemas.microsoft.com/office/drawing/2014/main" id="{A843A36D-39B5-B0A7-EC3E-BF34A19DD73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446532" y="2448643"/>
                <a:ext cx="731520" cy="73152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solidFill>
                  <a:srgbClr val="000000">
                    <a:lumMod val="85000"/>
                    <a:lumOff val="15000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</p:grpSp>
        <p:grpSp>
          <p:nvGrpSpPr>
            <p:cNvPr id="3642" name="Group 3641">
              <a:extLst>
                <a:ext uri="{FF2B5EF4-FFF2-40B4-BE49-F238E27FC236}">
                  <a16:creationId xmlns:a16="http://schemas.microsoft.com/office/drawing/2014/main" id="{DCA2C24C-2B8E-CA74-8199-CEAD44CCEBD5}"/>
                </a:ext>
              </a:extLst>
            </p:cNvPr>
            <p:cNvGrpSpPr/>
            <p:nvPr/>
          </p:nvGrpSpPr>
          <p:grpSpPr>
            <a:xfrm>
              <a:off x="8561852" y="5758220"/>
              <a:ext cx="780598" cy="519381"/>
              <a:chOff x="6502776" y="2327737"/>
              <a:chExt cx="1783645" cy="1186771"/>
            </a:xfrm>
          </p:grpSpPr>
          <p:sp>
            <p:nvSpPr>
              <p:cNvPr id="3728" name="Rectangle 3727">
                <a:extLst>
                  <a:ext uri="{FF2B5EF4-FFF2-40B4-BE49-F238E27FC236}">
                    <a16:creationId xmlns:a16="http://schemas.microsoft.com/office/drawing/2014/main" id="{6BFA24DD-1A65-AF64-AD70-4700F4805358}"/>
                  </a:ext>
                </a:extLst>
              </p:cNvPr>
              <p:cNvSpPr/>
              <p:nvPr/>
            </p:nvSpPr>
            <p:spPr>
              <a:xfrm>
                <a:off x="6502776" y="2327737"/>
                <a:ext cx="1783645" cy="1186771"/>
              </a:xfrm>
              <a:prstGeom prst="rect">
                <a:avLst/>
              </a:prstGeom>
              <a:gradFill rotWithShape="1">
                <a:gsLst>
                  <a:gs pos="0">
                    <a:srgbClr val="A5A5A5">
                      <a:tint val="100000"/>
                      <a:shade val="100000"/>
                      <a:satMod val="130000"/>
                    </a:srgbClr>
                  </a:gs>
                  <a:gs pos="100000">
                    <a:srgbClr val="A5A5A5">
                      <a:tint val="50000"/>
                      <a:shade val="100000"/>
                      <a:satMod val="350000"/>
                    </a:srgbClr>
                  </a:gs>
                </a:gsLst>
                <a:lin ang="16200000" scaled="0"/>
              </a:gradFill>
              <a:ln w="9525" cap="flat" cmpd="sng" algn="ctr">
                <a:solidFill>
                  <a:srgbClr val="A5A5A5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729" name="Oval 3728">
                <a:extLst>
                  <a:ext uri="{FF2B5EF4-FFF2-40B4-BE49-F238E27FC236}">
                    <a16:creationId xmlns:a16="http://schemas.microsoft.com/office/drawing/2014/main" id="{A88D6AB2-5EE6-37F0-C00D-4AD23BBE84E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577852" y="2448643"/>
                <a:ext cx="731520" cy="73152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solidFill>
                  <a:srgbClr val="000000">
                    <a:lumMod val="85000"/>
                    <a:lumOff val="15000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730" name="Oval 3729">
                <a:extLst>
                  <a:ext uri="{FF2B5EF4-FFF2-40B4-BE49-F238E27FC236}">
                    <a16:creationId xmlns:a16="http://schemas.microsoft.com/office/drawing/2014/main" id="{DEC67FE8-0634-E063-ABE8-93429C266D6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446532" y="2448643"/>
                <a:ext cx="731520" cy="73152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solidFill>
                  <a:srgbClr val="000000">
                    <a:lumMod val="85000"/>
                    <a:lumOff val="15000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</p:grpSp>
        <p:grpSp>
          <p:nvGrpSpPr>
            <p:cNvPr id="3643" name="Group 3642">
              <a:extLst>
                <a:ext uri="{FF2B5EF4-FFF2-40B4-BE49-F238E27FC236}">
                  <a16:creationId xmlns:a16="http://schemas.microsoft.com/office/drawing/2014/main" id="{7E2CCC5E-0016-CEA4-7ABD-FD2250E78A21}"/>
                </a:ext>
              </a:extLst>
            </p:cNvPr>
            <p:cNvGrpSpPr/>
            <p:nvPr/>
          </p:nvGrpSpPr>
          <p:grpSpPr>
            <a:xfrm>
              <a:off x="8573164" y="4588420"/>
              <a:ext cx="780598" cy="519381"/>
              <a:chOff x="6509609" y="1012320"/>
              <a:chExt cx="1783645" cy="1186771"/>
            </a:xfrm>
          </p:grpSpPr>
          <p:sp>
            <p:nvSpPr>
              <p:cNvPr id="3650" name="Rectangle 3649">
                <a:extLst>
                  <a:ext uri="{FF2B5EF4-FFF2-40B4-BE49-F238E27FC236}">
                    <a16:creationId xmlns:a16="http://schemas.microsoft.com/office/drawing/2014/main" id="{97880C7E-ADF0-2284-435C-EFCE2124D245}"/>
                  </a:ext>
                </a:extLst>
              </p:cNvPr>
              <p:cNvSpPr/>
              <p:nvPr/>
            </p:nvSpPr>
            <p:spPr>
              <a:xfrm>
                <a:off x="6509609" y="1012320"/>
                <a:ext cx="1783645" cy="1186771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651" name="Oval 3650">
                <a:extLst>
                  <a:ext uri="{FF2B5EF4-FFF2-40B4-BE49-F238E27FC236}">
                    <a16:creationId xmlns:a16="http://schemas.microsoft.com/office/drawing/2014/main" id="{557AA013-DCAE-160E-D2F1-6A5B941EE4D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593092" y="1085776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652" name="Oval 3651">
                <a:extLst>
                  <a:ext uri="{FF2B5EF4-FFF2-40B4-BE49-F238E27FC236}">
                    <a16:creationId xmlns:a16="http://schemas.microsoft.com/office/drawing/2014/main" id="{79EDDFEA-ED12-7884-C2B1-E20C510E540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593092" y="1246721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653" name="Oval 3652">
                <a:extLst>
                  <a:ext uri="{FF2B5EF4-FFF2-40B4-BE49-F238E27FC236}">
                    <a16:creationId xmlns:a16="http://schemas.microsoft.com/office/drawing/2014/main" id="{AB62BD16-6B2B-1FFC-9ED2-40052D91D84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593092" y="1407666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654" name="Oval 3653">
                <a:extLst>
                  <a:ext uri="{FF2B5EF4-FFF2-40B4-BE49-F238E27FC236}">
                    <a16:creationId xmlns:a16="http://schemas.microsoft.com/office/drawing/2014/main" id="{CC9230FE-C0A2-97D0-9955-B40FE4672B6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593092" y="1568611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655" name="Oval 3654">
                <a:extLst>
                  <a:ext uri="{FF2B5EF4-FFF2-40B4-BE49-F238E27FC236}">
                    <a16:creationId xmlns:a16="http://schemas.microsoft.com/office/drawing/2014/main" id="{81E88B38-F73E-0623-88DB-808451C4B6F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593092" y="1729556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656" name="Oval 3655">
                <a:extLst>
                  <a:ext uri="{FF2B5EF4-FFF2-40B4-BE49-F238E27FC236}">
                    <a16:creationId xmlns:a16="http://schemas.microsoft.com/office/drawing/2014/main" id="{D092B4BD-8DA7-8EBB-9218-6ABB9102F8F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593092" y="1890501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657" name="Oval 3656">
                <a:extLst>
                  <a:ext uri="{FF2B5EF4-FFF2-40B4-BE49-F238E27FC236}">
                    <a16:creationId xmlns:a16="http://schemas.microsoft.com/office/drawing/2014/main" id="{152DF62D-65AE-7288-A02D-03F7A64C5CB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593092" y="2051446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658" name="Oval 3657">
                <a:extLst>
                  <a:ext uri="{FF2B5EF4-FFF2-40B4-BE49-F238E27FC236}">
                    <a16:creationId xmlns:a16="http://schemas.microsoft.com/office/drawing/2014/main" id="{41A9115A-CCC5-3B17-1CEA-C04D748E86E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745492" y="1086512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659" name="Oval 3658">
                <a:extLst>
                  <a:ext uri="{FF2B5EF4-FFF2-40B4-BE49-F238E27FC236}">
                    <a16:creationId xmlns:a16="http://schemas.microsoft.com/office/drawing/2014/main" id="{0EEA17B7-12E9-9E69-9ED4-E0726F34D65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745492" y="1247457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660" name="Oval 3659">
                <a:extLst>
                  <a:ext uri="{FF2B5EF4-FFF2-40B4-BE49-F238E27FC236}">
                    <a16:creationId xmlns:a16="http://schemas.microsoft.com/office/drawing/2014/main" id="{0FFBAF28-C0A5-D752-464C-FF74420521C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745492" y="1408402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661" name="Oval 3660">
                <a:extLst>
                  <a:ext uri="{FF2B5EF4-FFF2-40B4-BE49-F238E27FC236}">
                    <a16:creationId xmlns:a16="http://schemas.microsoft.com/office/drawing/2014/main" id="{7B6660FE-3DF6-7320-23EC-4782B787D64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745492" y="1569347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662" name="Oval 3661">
                <a:extLst>
                  <a:ext uri="{FF2B5EF4-FFF2-40B4-BE49-F238E27FC236}">
                    <a16:creationId xmlns:a16="http://schemas.microsoft.com/office/drawing/2014/main" id="{E1F4F3B3-E196-5002-0409-47E2BBBF3B9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745492" y="1730292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663" name="Oval 3662">
                <a:extLst>
                  <a:ext uri="{FF2B5EF4-FFF2-40B4-BE49-F238E27FC236}">
                    <a16:creationId xmlns:a16="http://schemas.microsoft.com/office/drawing/2014/main" id="{F11AC29F-BC70-220B-B42C-063011726F8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745492" y="1891237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664" name="Oval 3663">
                <a:extLst>
                  <a:ext uri="{FF2B5EF4-FFF2-40B4-BE49-F238E27FC236}">
                    <a16:creationId xmlns:a16="http://schemas.microsoft.com/office/drawing/2014/main" id="{A831CF5D-C1D4-2BA5-6826-461D0C5D257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745492" y="2052182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665" name="Oval 3664">
                <a:extLst>
                  <a:ext uri="{FF2B5EF4-FFF2-40B4-BE49-F238E27FC236}">
                    <a16:creationId xmlns:a16="http://schemas.microsoft.com/office/drawing/2014/main" id="{B1C3FBB0-96F6-3021-31F5-629ADA39ECA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897892" y="1087248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666" name="Oval 3665">
                <a:extLst>
                  <a:ext uri="{FF2B5EF4-FFF2-40B4-BE49-F238E27FC236}">
                    <a16:creationId xmlns:a16="http://schemas.microsoft.com/office/drawing/2014/main" id="{C70EC8FD-4899-8756-7803-33848AA95D1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897892" y="1248193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667" name="Oval 3666">
                <a:extLst>
                  <a:ext uri="{FF2B5EF4-FFF2-40B4-BE49-F238E27FC236}">
                    <a16:creationId xmlns:a16="http://schemas.microsoft.com/office/drawing/2014/main" id="{D5DA5F9D-7FA2-AE57-17C7-0A36146FE96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897892" y="1409138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668" name="Oval 3667">
                <a:extLst>
                  <a:ext uri="{FF2B5EF4-FFF2-40B4-BE49-F238E27FC236}">
                    <a16:creationId xmlns:a16="http://schemas.microsoft.com/office/drawing/2014/main" id="{8364D267-FE24-0708-64FA-2F40DC7CE18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897892" y="1570083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669" name="Oval 3668">
                <a:extLst>
                  <a:ext uri="{FF2B5EF4-FFF2-40B4-BE49-F238E27FC236}">
                    <a16:creationId xmlns:a16="http://schemas.microsoft.com/office/drawing/2014/main" id="{3A455B0E-01C1-9E10-C281-6743482B708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897892" y="1731028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670" name="Oval 3669">
                <a:extLst>
                  <a:ext uri="{FF2B5EF4-FFF2-40B4-BE49-F238E27FC236}">
                    <a16:creationId xmlns:a16="http://schemas.microsoft.com/office/drawing/2014/main" id="{C6C22F8F-290F-E666-42F9-90416FD2AE2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897892" y="1891973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671" name="Oval 3670">
                <a:extLst>
                  <a:ext uri="{FF2B5EF4-FFF2-40B4-BE49-F238E27FC236}">
                    <a16:creationId xmlns:a16="http://schemas.microsoft.com/office/drawing/2014/main" id="{50743070-1DE9-9710-000A-D4DB27216EE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897892" y="2052918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672" name="Oval 3671">
                <a:extLst>
                  <a:ext uri="{FF2B5EF4-FFF2-40B4-BE49-F238E27FC236}">
                    <a16:creationId xmlns:a16="http://schemas.microsoft.com/office/drawing/2014/main" id="{7AB008A4-B632-4415-1005-1A22A60A101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50292" y="1087984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673" name="Oval 3672">
                <a:extLst>
                  <a:ext uri="{FF2B5EF4-FFF2-40B4-BE49-F238E27FC236}">
                    <a16:creationId xmlns:a16="http://schemas.microsoft.com/office/drawing/2014/main" id="{932137FE-D908-6BD8-4964-B6E4B01B939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50292" y="1248929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674" name="Oval 3673">
                <a:extLst>
                  <a:ext uri="{FF2B5EF4-FFF2-40B4-BE49-F238E27FC236}">
                    <a16:creationId xmlns:a16="http://schemas.microsoft.com/office/drawing/2014/main" id="{1008C90E-D3DA-292E-D3FD-AB289D4C312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50292" y="1409874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675" name="Oval 3674">
                <a:extLst>
                  <a:ext uri="{FF2B5EF4-FFF2-40B4-BE49-F238E27FC236}">
                    <a16:creationId xmlns:a16="http://schemas.microsoft.com/office/drawing/2014/main" id="{EE989CAE-82CF-679F-391C-4F1B8F75D4D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50292" y="1570819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676" name="Oval 3675">
                <a:extLst>
                  <a:ext uri="{FF2B5EF4-FFF2-40B4-BE49-F238E27FC236}">
                    <a16:creationId xmlns:a16="http://schemas.microsoft.com/office/drawing/2014/main" id="{4F3E158F-E7D6-6061-1A2D-6E6CED64177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50292" y="1731764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677" name="Oval 3676">
                <a:extLst>
                  <a:ext uri="{FF2B5EF4-FFF2-40B4-BE49-F238E27FC236}">
                    <a16:creationId xmlns:a16="http://schemas.microsoft.com/office/drawing/2014/main" id="{DB2E11FF-0B77-BFBE-F7F8-CE7A59983C4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50292" y="1892709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678" name="Oval 3677">
                <a:extLst>
                  <a:ext uri="{FF2B5EF4-FFF2-40B4-BE49-F238E27FC236}">
                    <a16:creationId xmlns:a16="http://schemas.microsoft.com/office/drawing/2014/main" id="{8DB224F9-B72F-2B49-29B2-4400AD54A8D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50292" y="2053654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679" name="Oval 3678">
                <a:extLst>
                  <a:ext uri="{FF2B5EF4-FFF2-40B4-BE49-F238E27FC236}">
                    <a16:creationId xmlns:a16="http://schemas.microsoft.com/office/drawing/2014/main" id="{A86D2222-CA3A-071A-62F8-6D442CD1F03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202692" y="1088720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680" name="Oval 3679">
                <a:extLst>
                  <a:ext uri="{FF2B5EF4-FFF2-40B4-BE49-F238E27FC236}">
                    <a16:creationId xmlns:a16="http://schemas.microsoft.com/office/drawing/2014/main" id="{E545396E-326B-D6F9-5CEC-D9D3DE1B720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202692" y="1249665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681" name="Oval 3680">
                <a:extLst>
                  <a:ext uri="{FF2B5EF4-FFF2-40B4-BE49-F238E27FC236}">
                    <a16:creationId xmlns:a16="http://schemas.microsoft.com/office/drawing/2014/main" id="{017E7BC1-C9F0-AE14-0AD0-7D66D19F780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202692" y="1410610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682" name="Oval 3681">
                <a:extLst>
                  <a:ext uri="{FF2B5EF4-FFF2-40B4-BE49-F238E27FC236}">
                    <a16:creationId xmlns:a16="http://schemas.microsoft.com/office/drawing/2014/main" id="{381B2704-1A5B-E71C-56C4-6D1A7978AFD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202692" y="1571555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683" name="Oval 3682">
                <a:extLst>
                  <a:ext uri="{FF2B5EF4-FFF2-40B4-BE49-F238E27FC236}">
                    <a16:creationId xmlns:a16="http://schemas.microsoft.com/office/drawing/2014/main" id="{6F46AF75-CAFF-28A9-1A32-EE5BD2C60E7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202692" y="1732500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684" name="Oval 3683">
                <a:extLst>
                  <a:ext uri="{FF2B5EF4-FFF2-40B4-BE49-F238E27FC236}">
                    <a16:creationId xmlns:a16="http://schemas.microsoft.com/office/drawing/2014/main" id="{A8182F5F-F102-ED4D-3324-4BD59C9FFC2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202692" y="1893445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685" name="Oval 3684">
                <a:extLst>
                  <a:ext uri="{FF2B5EF4-FFF2-40B4-BE49-F238E27FC236}">
                    <a16:creationId xmlns:a16="http://schemas.microsoft.com/office/drawing/2014/main" id="{C936481E-293A-D449-31FE-6A9D3BC84F6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202692" y="2054390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686" name="Oval 3685">
                <a:extLst>
                  <a:ext uri="{FF2B5EF4-FFF2-40B4-BE49-F238E27FC236}">
                    <a16:creationId xmlns:a16="http://schemas.microsoft.com/office/drawing/2014/main" id="{6163DAE6-6924-6026-B3B1-624F100E023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355092" y="1089456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687" name="Oval 3686">
                <a:extLst>
                  <a:ext uri="{FF2B5EF4-FFF2-40B4-BE49-F238E27FC236}">
                    <a16:creationId xmlns:a16="http://schemas.microsoft.com/office/drawing/2014/main" id="{12049D8C-9B1B-15BD-0BAD-2654E426116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355092" y="1250401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688" name="Oval 3687">
                <a:extLst>
                  <a:ext uri="{FF2B5EF4-FFF2-40B4-BE49-F238E27FC236}">
                    <a16:creationId xmlns:a16="http://schemas.microsoft.com/office/drawing/2014/main" id="{F8A8FB69-F554-D83A-FE40-B2EA166875E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355092" y="1411346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689" name="Oval 3688">
                <a:extLst>
                  <a:ext uri="{FF2B5EF4-FFF2-40B4-BE49-F238E27FC236}">
                    <a16:creationId xmlns:a16="http://schemas.microsoft.com/office/drawing/2014/main" id="{BC7AD3B6-C145-3A5A-BC68-F534B21B970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355092" y="1572291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690" name="Oval 3689">
                <a:extLst>
                  <a:ext uri="{FF2B5EF4-FFF2-40B4-BE49-F238E27FC236}">
                    <a16:creationId xmlns:a16="http://schemas.microsoft.com/office/drawing/2014/main" id="{AE383DA5-345F-E9B3-E398-75241BC8D24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355092" y="1733236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691" name="Oval 3690">
                <a:extLst>
                  <a:ext uri="{FF2B5EF4-FFF2-40B4-BE49-F238E27FC236}">
                    <a16:creationId xmlns:a16="http://schemas.microsoft.com/office/drawing/2014/main" id="{65FE72AF-E907-7FFB-6837-CA1993B79E3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355092" y="1894181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692" name="Oval 3691">
                <a:extLst>
                  <a:ext uri="{FF2B5EF4-FFF2-40B4-BE49-F238E27FC236}">
                    <a16:creationId xmlns:a16="http://schemas.microsoft.com/office/drawing/2014/main" id="{D707688E-4FFB-1927-A8AC-2126C710163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355092" y="2055126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693" name="Oval 3692">
                <a:extLst>
                  <a:ext uri="{FF2B5EF4-FFF2-40B4-BE49-F238E27FC236}">
                    <a16:creationId xmlns:a16="http://schemas.microsoft.com/office/drawing/2014/main" id="{5D4C4A15-31A4-D56A-04AC-C7D18F12BC8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507492" y="1090192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694" name="Oval 3693">
                <a:extLst>
                  <a:ext uri="{FF2B5EF4-FFF2-40B4-BE49-F238E27FC236}">
                    <a16:creationId xmlns:a16="http://schemas.microsoft.com/office/drawing/2014/main" id="{FFDCB327-0EE8-0E7F-B891-A31AE8D51B7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507492" y="1251137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695" name="Oval 3694">
                <a:extLst>
                  <a:ext uri="{FF2B5EF4-FFF2-40B4-BE49-F238E27FC236}">
                    <a16:creationId xmlns:a16="http://schemas.microsoft.com/office/drawing/2014/main" id="{1636A9D9-946C-99CF-BAD1-1396B8609BD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507492" y="1412082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696" name="Oval 3695">
                <a:extLst>
                  <a:ext uri="{FF2B5EF4-FFF2-40B4-BE49-F238E27FC236}">
                    <a16:creationId xmlns:a16="http://schemas.microsoft.com/office/drawing/2014/main" id="{D408A881-84FF-E123-EB1A-D46C247A955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507492" y="1573027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697" name="Oval 3696">
                <a:extLst>
                  <a:ext uri="{FF2B5EF4-FFF2-40B4-BE49-F238E27FC236}">
                    <a16:creationId xmlns:a16="http://schemas.microsoft.com/office/drawing/2014/main" id="{C4C24493-31D6-42C7-3938-05390E22BB1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507492" y="1733972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698" name="Oval 3697">
                <a:extLst>
                  <a:ext uri="{FF2B5EF4-FFF2-40B4-BE49-F238E27FC236}">
                    <a16:creationId xmlns:a16="http://schemas.microsoft.com/office/drawing/2014/main" id="{E171EFEE-255D-240F-397A-B6E1C94782B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507492" y="1894917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699" name="Oval 3698">
                <a:extLst>
                  <a:ext uri="{FF2B5EF4-FFF2-40B4-BE49-F238E27FC236}">
                    <a16:creationId xmlns:a16="http://schemas.microsoft.com/office/drawing/2014/main" id="{4D44FB5A-AB96-4296-108B-33FFED5EE55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507492" y="2055862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700" name="Oval 3699">
                <a:extLst>
                  <a:ext uri="{FF2B5EF4-FFF2-40B4-BE49-F238E27FC236}">
                    <a16:creationId xmlns:a16="http://schemas.microsoft.com/office/drawing/2014/main" id="{CD68AAE2-F039-C7CF-EFD3-DA241284091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659892" y="1090928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701" name="Oval 3700">
                <a:extLst>
                  <a:ext uri="{FF2B5EF4-FFF2-40B4-BE49-F238E27FC236}">
                    <a16:creationId xmlns:a16="http://schemas.microsoft.com/office/drawing/2014/main" id="{BE39A092-7899-8360-7C90-E799C281420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659892" y="1251873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702" name="Oval 3701">
                <a:extLst>
                  <a:ext uri="{FF2B5EF4-FFF2-40B4-BE49-F238E27FC236}">
                    <a16:creationId xmlns:a16="http://schemas.microsoft.com/office/drawing/2014/main" id="{7882520D-1C83-17EA-C9BF-999475C312D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659892" y="1412818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703" name="Oval 3702">
                <a:extLst>
                  <a:ext uri="{FF2B5EF4-FFF2-40B4-BE49-F238E27FC236}">
                    <a16:creationId xmlns:a16="http://schemas.microsoft.com/office/drawing/2014/main" id="{6CE18BCA-8B61-2285-1A30-5CE668839AE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659892" y="1573763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704" name="Oval 3703">
                <a:extLst>
                  <a:ext uri="{FF2B5EF4-FFF2-40B4-BE49-F238E27FC236}">
                    <a16:creationId xmlns:a16="http://schemas.microsoft.com/office/drawing/2014/main" id="{AACCF286-1B7D-EBB0-E182-D3B0EDF1F4A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659892" y="1734708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705" name="Oval 3704">
                <a:extLst>
                  <a:ext uri="{FF2B5EF4-FFF2-40B4-BE49-F238E27FC236}">
                    <a16:creationId xmlns:a16="http://schemas.microsoft.com/office/drawing/2014/main" id="{5ADB8CF8-EC7A-EF7C-FB2A-A293E2F222E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659892" y="1895653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706" name="Oval 3705">
                <a:extLst>
                  <a:ext uri="{FF2B5EF4-FFF2-40B4-BE49-F238E27FC236}">
                    <a16:creationId xmlns:a16="http://schemas.microsoft.com/office/drawing/2014/main" id="{773D05F4-4BB6-E76E-63D9-4556265289F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659892" y="2056598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707" name="Oval 3706">
                <a:extLst>
                  <a:ext uri="{FF2B5EF4-FFF2-40B4-BE49-F238E27FC236}">
                    <a16:creationId xmlns:a16="http://schemas.microsoft.com/office/drawing/2014/main" id="{65FDB528-9DAD-5194-F04F-D9A01667492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812292" y="1091664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708" name="Oval 3707">
                <a:extLst>
                  <a:ext uri="{FF2B5EF4-FFF2-40B4-BE49-F238E27FC236}">
                    <a16:creationId xmlns:a16="http://schemas.microsoft.com/office/drawing/2014/main" id="{DF8BC7C3-EE6A-07B4-2D68-D6FEABF6473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812292" y="1252609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709" name="Oval 3708">
                <a:extLst>
                  <a:ext uri="{FF2B5EF4-FFF2-40B4-BE49-F238E27FC236}">
                    <a16:creationId xmlns:a16="http://schemas.microsoft.com/office/drawing/2014/main" id="{25EAF319-95CC-662E-3920-D384974C117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812292" y="1413554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710" name="Oval 3709">
                <a:extLst>
                  <a:ext uri="{FF2B5EF4-FFF2-40B4-BE49-F238E27FC236}">
                    <a16:creationId xmlns:a16="http://schemas.microsoft.com/office/drawing/2014/main" id="{1E06FE25-889D-92E3-ED5E-96952581D87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812292" y="1574499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711" name="Oval 3710">
                <a:extLst>
                  <a:ext uri="{FF2B5EF4-FFF2-40B4-BE49-F238E27FC236}">
                    <a16:creationId xmlns:a16="http://schemas.microsoft.com/office/drawing/2014/main" id="{2FDC0B89-F2D0-BA1E-EFB0-DF79EA5DDD7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812292" y="1735444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712" name="Oval 3711">
                <a:extLst>
                  <a:ext uri="{FF2B5EF4-FFF2-40B4-BE49-F238E27FC236}">
                    <a16:creationId xmlns:a16="http://schemas.microsoft.com/office/drawing/2014/main" id="{2E9C822B-7378-77FA-78D7-8C0304FB527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812292" y="1896389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713" name="Oval 3712">
                <a:extLst>
                  <a:ext uri="{FF2B5EF4-FFF2-40B4-BE49-F238E27FC236}">
                    <a16:creationId xmlns:a16="http://schemas.microsoft.com/office/drawing/2014/main" id="{854CC34D-8E51-D4D1-E6AA-17145D2D564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812292" y="2057334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714" name="Oval 3713">
                <a:extLst>
                  <a:ext uri="{FF2B5EF4-FFF2-40B4-BE49-F238E27FC236}">
                    <a16:creationId xmlns:a16="http://schemas.microsoft.com/office/drawing/2014/main" id="{A36D5EC3-FFAC-D026-2FE5-54B21A1651A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964692" y="1092400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715" name="Oval 3714">
                <a:extLst>
                  <a:ext uri="{FF2B5EF4-FFF2-40B4-BE49-F238E27FC236}">
                    <a16:creationId xmlns:a16="http://schemas.microsoft.com/office/drawing/2014/main" id="{94274034-5158-FC84-D29D-FA6222B67D0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964692" y="1253345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716" name="Oval 3715">
                <a:extLst>
                  <a:ext uri="{FF2B5EF4-FFF2-40B4-BE49-F238E27FC236}">
                    <a16:creationId xmlns:a16="http://schemas.microsoft.com/office/drawing/2014/main" id="{557C9149-3158-5DC4-EBF7-2B1AEEA81D9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964692" y="1414290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717" name="Oval 3716">
                <a:extLst>
                  <a:ext uri="{FF2B5EF4-FFF2-40B4-BE49-F238E27FC236}">
                    <a16:creationId xmlns:a16="http://schemas.microsoft.com/office/drawing/2014/main" id="{49D750F7-476F-4663-98C4-1B4CE4917B6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964692" y="1575235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718" name="Oval 3717">
                <a:extLst>
                  <a:ext uri="{FF2B5EF4-FFF2-40B4-BE49-F238E27FC236}">
                    <a16:creationId xmlns:a16="http://schemas.microsoft.com/office/drawing/2014/main" id="{6014CA2B-7C86-65F8-F2D7-6AA34BB6058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964692" y="1736180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719" name="Oval 3718">
                <a:extLst>
                  <a:ext uri="{FF2B5EF4-FFF2-40B4-BE49-F238E27FC236}">
                    <a16:creationId xmlns:a16="http://schemas.microsoft.com/office/drawing/2014/main" id="{9FB9416D-2167-C511-EC64-4BC3F005635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964692" y="1897125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720" name="Oval 3719">
                <a:extLst>
                  <a:ext uri="{FF2B5EF4-FFF2-40B4-BE49-F238E27FC236}">
                    <a16:creationId xmlns:a16="http://schemas.microsoft.com/office/drawing/2014/main" id="{22DFED41-BE3A-500B-DEC9-C7D9CE4DF10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964692" y="2058070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721" name="Oval 3720">
                <a:extLst>
                  <a:ext uri="{FF2B5EF4-FFF2-40B4-BE49-F238E27FC236}">
                    <a16:creationId xmlns:a16="http://schemas.microsoft.com/office/drawing/2014/main" id="{7ED1E5F7-AFED-0ED8-8CA8-2CA246DE815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117092" y="1093136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722" name="Oval 3721">
                <a:extLst>
                  <a:ext uri="{FF2B5EF4-FFF2-40B4-BE49-F238E27FC236}">
                    <a16:creationId xmlns:a16="http://schemas.microsoft.com/office/drawing/2014/main" id="{6CFCA44E-22B4-718B-E68B-E3E63577948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117092" y="1254081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723" name="Oval 3722">
                <a:extLst>
                  <a:ext uri="{FF2B5EF4-FFF2-40B4-BE49-F238E27FC236}">
                    <a16:creationId xmlns:a16="http://schemas.microsoft.com/office/drawing/2014/main" id="{0CCCCC12-FAF9-D384-4DB6-E7F39750EB6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117092" y="1415026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724" name="Oval 3723">
                <a:extLst>
                  <a:ext uri="{FF2B5EF4-FFF2-40B4-BE49-F238E27FC236}">
                    <a16:creationId xmlns:a16="http://schemas.microsoft.com/office/drawing/2014/main" id="{43DB5B48-BF6C-E12E-D5C8-62E04D1B66D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117092" y="1575971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725" name="Oval 3724">
                <a:extLst>
                  <a:ext uri="{FF2B5EF4-FFF2-40B4-BE49-F238E27FC236}">
                    <a16:creationId xmlns:a16="http://schemas.microsoft.com/office/drawing/2014/main" id="{B7AA788C-A7E8-090B-677C-E61006B7976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117092" y="1736916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726" name="Oval 3725">
                <a:extLst>
                  <a:ext uri="{FF2B5EF4-FFF2-40B4-BE49-F238E27FC236}">
                    <a16:creationId xmlns:a16="http://schemas.microsoft.com/office/drawing/2014/main" id="{1E86C8F2-D1AA-CE2D-26DA-B7BF0BE62AC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117092" y="1897861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  <p:sp>
            <p:nvSpPr>
              <p:cNvPr id="3727" name="Oval 3726">
                <a:extLst>
                  <a:ext uri="{FF2B5EF4-FFF2-40B4-BE49-F238E27FC236}">
                    <a16:creationId xmlns:a16="http://schemas.microsoft.com/office/drawing/2014/main" id="{4A4655AC-CBDE-48F6-F7AA-E2D869B2C85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117092" y="2058806"/>
                <a:ext cx="91440" cy="9144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Demi" panose="020B0704020202020204" pitchFamily="34" charset="0"/>
                  <a:sym typeface="Arial"/>
                </a:endParaRPr>
              </a:p>
            </p:txBody>
          </p:sp>
        </p:grpSp>
        <p:cxnSp>
          <p:nvCxnSpPr>
            <p:cNvPr id="3644" name="Straight Arrow Connector 3643">
              <a:extLst>
                <a:ext uri="{FF2B5EF4-FFF2-40B4-BE49-F238E27FC236}">
                  <a16:creationId xmlns:a16="http://schemas.microsoft.com/office/drawing/2014/main" id="{E4140C75-A9C4-C69E-F05A-A742BA93AEE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318438" y="5417946"/>
              <a:ext cx="425813" cy="0"/>
            </a:xfrm>
            <a:prstGeom prst="straightConnector1">
              <a:avLst/>
            </a:prstGeom>
            <a:noFill/>
            <a:ln w="38100" cap="flat" cmpd="sng" algn="ctr">
              <a:solidFill>
                <a:srgbClr val="0070C0"/>
              </a:solidFill>
              <a:prstDash val="solid"/>
              <a:tailEnd type="triangle"/>
            </a:ln>
            <a:effectLst/>
          </p:spPr>
        </p:cxnSp>
        <p:cxnSp>
          <p:nvCxnSpPr>
            <p:cNvPr id="3645" name="Straight Arrow Connector 3644">
              <a:extLst>
                <a:ext uri="{FF2B5EF4-FFF2-40B4-BE49-F238E27FC236}">
                  <a16:creationId xmlns:a16="http://schemas.microsoft.com/office/drawing/2014/main" id="{FEC814F4-C7B1-1634-9910-0D2DFD69CC0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322026" y="5458927"/>
              <a:ext cx="418636" cy="386336"/>
            </a:xfrm>
            <a:prstGeom prst="straightConnector1">
              <a:avLst/>
            </a:prstGeom>
            <a:noFill/>
            <a:ln w="38100" cap="flat" cmpd="sng" algn="ctr">
              <a:solidFill>
                <a:srgbClr val="0070C0"/>
              </a:solidFill>
              <a:prstDash val="solid"/>
              <a:tailEnd type="triangle"/>
            </a:ln>
            <a:effectLst/>
          </p:spPr>
        </p:cxnSp>
        <p:cxnSp>
          <p:nvCxnSpPr>
            <p:cNvPr id="3646" name="Straight Arrow Connector 3645">
              <a:extLst>
                <a:ext uri="{FF2B5EF4-FFF2-40B4-BE49-F238E27FC236}">
                  <a16:creationId xmlns:a16="http://schemas.microsoft.com/office/drawing/2014/main" id="{83CBD733-D370-3683-F91D-EB95609AA96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02316" y="4974682"/>
              <a:ext cx="1391392" cy="355387"/>
            </a:xfrm>
            <a:prstGeom prst="straightConnector1">
              <a:avLst/>
            </a:prstGeom>
            <a:noFill/>
            <a:ln w="38100" cap="flat" cmpd="sng" algn="ctr">
              <a:solidFill>
                <a:srgbClr val="0070C0"/>
              </a:solidFill>
              <a:prstDash val="solid"/>
              <a:tailEnd type="triangle"/>
            </a:ln>
            <a:effectLst/>
          </p:spPr>
        </p:cxnSp>
        <p:sp>
          <p:nvSpPr>
            <p:cNvPr id="3647" name="Rectangle: Rounded Corners 3646">
              <a:extLst>
                <a:ext uri="{FF2B5EF4-FFF2-40B4-BE49-F238E27FC236}">
                  <a16:creationId xmlns:a16="http://schemas.microsoft.com/office/drawing/2014/main" id="{A293222F-73B6-80BE-616B-414A4F8AF832}"/>
                </a:ext>
              </a:extLst>
            </p:cNvPr>
            <p:cNvSpPr/>
            <p:nvPr/>
          </p:nvSpPr>
          <p:spPr>
            <a:xfrm>
              <a:off x="7942152" y="6175303"/>
              <a:ext cx="673865" cy="389033"/>
            </a:xfrm>
            <a:prstGeom prst="roundRect">
              <a:avLst>
                <a:gd name="adj" fmla="val 25826"/>
              </a:avLst>
            </a:prstGeom>
            <a:solidFill>
              <a:srgbClr val="FFFFFF"/>
            </a:solidFill>
            <a:ln w="25400" cap="flat" cmpd="sng" algn="ctr">
              <a:solidFill>
                <a:srgbClr val="1B4284"/>
              </a:solidFill>
              <a:prstDash val="solid"/>
            </a:ln>
            <a:effectLst/>
          </p:spPr>
          <p:txBody>
            <a:bodyPr rtlCol="0" anchor="t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4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  <a:cs typeface="Arial"/>
                  <a:sym typeface="Arial"/>
                </a:rPr>
                <a:t>400mL Beaker</a:t>
              </a:r>
            </a:p>
          </p:txBody>
        </p:sp>
        <p:sp>
          <p:nvSpPr>
            <p:cNvPr id="3648" name="Rectangle: Rounded Corners 3647">
              <a:extLst>
                <a:ext uri="{FF2B5EF4-FFF2-40B4-BE49-F238E27FC236}">
                  <a16:creationId xmlns:a16="http://schemas.microsoft.com/office/drawing/2014/main" id="{3ABD8A58-7EED-9D54-0373-46875558D323}"/>
                </a:ext>
              </a:extLst>
            </p:cNvPr>
            <p:cNvSpPr/>
            <p:nvPr/>
          </p:nvSpPr>
          <p:spPr>
            <a:xfrm>
              <a:off x="9564743" y="5160343"/>
              <a:ext cx="860209" cy="389033"/>
            </a:xfrm>
            <a:prstGeom prst="roundRect">
              <a:avLst>
                <a:gd name="adj" fmla="val 25826"/>
              </a:avLst>
            </a:prstGeom>
            <a:solidFill>
              <a:srgbClr val="FFFFFF"/>
            </a:solidFill>
            <a:ln w="25400" cap="flat" cmpd="sng" algn="ctr">
              <a:solidFill>
                <a:srgbClr val="1B4284"/>
              </a:solidFill>
              <a:prstDash val="solid"/>
            </a:ln>
            <a:effectLst/>
          </p:spPr>
          <p:txBody>
            <a:bodyPr rtlCol="0" anchor="t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4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  <a:cs typeface="Arial"/>
                  <a:sym typeface="Arial"/>
                </a:rPr>
                <a:t>6 x 100mL Beaker</a:t>
              </a:r>
            </a:p>
          </p:txBody>
        </p:sp>
        <p:cxnSp>
          <p:nvCxnSpPr>
            <p:cNvPr id="3649" name="Straight Arrow Connector 3648">
              <a:extLst>
                <a:ext uri="{FF2B5EF4-FFF2-40B4-BE49-F238E27FC236}">
                  <a16:creationId xmlns:a16="http://schemas.microsoft.com/office/drawing/2014/main" id="{A1A2C1A5-66CA-301F-A9C2-727D3BC5EE82}"/>
                </a:ext>
              </a:extLst>
            </p:cNvPr>
            <p:cNvCxnSpPr>
              <a:cxnSpLocks/>
              <a:stCxn id="3628" idx="2"/>
            </p:cNvCxnSpPr>
            <p:nvPr/>
          </p:nvCxnSpPr>
          <p:spPr>
            <a:xfrm>
              <a:off x="8115012" y="3961147"/>
              <a:ext cx="534707" cy="659420"/>
            </a:xfrm>
            <a:prstGeom prst="straightConnector1">
              <a:avLst/>
            </a:prstGeom>
            <a:noFill/>
            <a:ln w="38100" cap="flat" cmpd="sng" algn="ctr">
              <a:solidFill>
                <a:srgbClr val="0070C0"/>
              </a:solidFill>
              <a:prstDash val="solid"/>
              <a:tailEnd type="triangle"/>
            </a:ln>
            <a:effectLst/>
          </p:spPr>
        </p:cxnSp>
      </p:grpSp>
      <p:sp>
        <p:nvSpPr>
          <p:cNvPr id="3948" name="TextBox 3947">
            <a:extLst>
              <a:ext uri="{FF2B5EF4-FFF2-40B4-BE49-F238E27FC236}">
                <a16:creationId xmlns:a16="http://schemas.microsoft.com/office/drawing/2014/main" id="{4AFBD72F-6FE9-1B08-4B83-BFC6634C2ECB}"/>
              </a:ext>
            </a:extLst>
          </p:cNvPr>
          <p:cNvSpPr txBox="1"/>
          <p:nvPr/>
        </p:nvSpPr>
        <p:spPr>
          <a:xfrm>
            <a:off x="37485082" y="24715576"/>
            <a:ext cx="4982529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sz="2400" dirty="0">
                <a:latin typeface="AvenirNext LT Pro Bold" panose="020B0804020202020204" pitchFamily="34" charset="0"/>
                <a:sym typeface="Arial"/>
              </a:rPr>
              <a:t>Without precipitation nor GPC ✘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400" dirty="0">
                <a:latin typeface="Avenir Next LT Pro Demi" panose="020B0704020202020204" pitchFamily="34" charset="0"/>
                <a:sym typeface="Arial"/>
              </a:rPr>
              <a:t>112 x 200mg (22.4g) polymer</a:t>
            </a:r>
            <a:r>
              <a:rPr lang="en-US" sz="2400" dirty="0">
                <a:latin typeface="Avenir Next LT Pro" panose="020B0504020202020204" pitchFamily="34" charset="0"/>
                <a:sym typeface="Arial"/>
              </a:rPr>
              <a:t>, reaction in 4mL Vials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400" dirty="0">
                <a:latin typeface="Avenir Next LT Pro Demi" panose="020B0704020202020204" pitchFamily="34" charset="0"/>
                <a:sym typeface="Arial"/>
              </a:rPr>
              <a:t>48 x 1g (3.6g) polymer</a:t>
            </a:r>
            <a:r>
              <a:rPr lang="en-US" sz="2400" dirty="0">
                <a:latin typeface="Avenir Next LT Pro" panose="020B0504020202020204" pitchFamily="34" charset="0"/>
                <a:sym typeface="Arial"/>
              </a:rPr>
              <a:t>, reaction in 20mL Vials</a:t>
            </a:r>
          </a:p>
        </p:txBody>
      </p:sp>
      <p:grpSp>
        <p:nvGrpSpPr>
          <p:cNvPr id="3982" name="Group 3981">
            <a:extLst>
              <a:ext uri="{FF2B5EF4-FFF2-40B4-BE49-F238E27FC236}">
                <a16:creationId xmlns:a16="http://schemas.microsoft.com/office/drawing/2014/main" id="{5CDCC467-3A0C-F2E7-130C-390B6A410FD9}"/>
              </a:ext>
            </a:extLst>
          </p:cNvPr>
          <p:cNvGrpSpPr/>
          <p:nvPr/>
        </p:nvGrpSpPr>
        <p:grpSpPr>
          <a:xfrm>
            <a:off x="18209309" y="31558177"/>
            <a:ext cx="1076699" cy="430277"/>
            <a:chOff x="20779000" y="16391966"/>
            <a:chExt cx="1076699" cy="430277"/>
          </a:xfrm>
        </p:grpSpPr>
        <p:sp>
          <p:nvSpPr>
            <p:cNvPr id="3983" name="Cube 3982">
              <a:extLst>
                <a:ext uri="{FF2B5EF4-FFF2-40B4-BE49-F238E27FC236}">
                  <a16:creationId xmlns:a16="http://schemas.microsoft.com/office/drawing/2014/main" id="{DFF43908-B76E-38E9-0527-49AA5EFBB817}"/>
                </a:ext>
              </a:extLst>
            </p:cNvPr>
            <p:cNvSpPr/>
            <p:nvPr/>
          </p:nvSpPr>
          <p:spPr>
            <a:xfrm>
              <a:off x="20779000" y="16475353"/>
              <a:ext cx="1076699" cy="346890"/>
            </a:xfrm>
            <a:prstGeom prst="cube">
              <a:avLst>
                <a:gd name="adj" fmla="val 80963"/>
              </a:avLst>
            </a:prstGeom>
            <a:solidFill>
              <a:schemeClr val="bg2">
                <a:lumMod val="50000"/>
              </a:schemeClr>
            </a:solidFill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984" name="Cylinder 3983">
              <a:extLst>
                <a:ext uri="{FF2B5EF4-FFF2-40B4-BE49-F238E27FC236}">
                  <a16:creationId xmlns:a16="http://schemas.microsoft.com/office/drawing/2014/main" id="{241BB9B2-1F74-398D-EDA2-C543BCE26266}"/>
                </a:ext>
              </a:extLst>
            </p:cNvPr>
            <p:cNvSpPr/>
            <p:nvPr/>
          </p:nvSpPr>
          <p:spPr>
            <a:xfrm>
              <a:off x="21088544" y="16391966"/>
              <a:ext cx="94210" cy="166774"/>
            </a:xfrm>
            <a:prstGeom prst="can">
              <a:avLst/>
            </a:prstGeom>
            <a:gradFill flip="none" rotWithShape="1">
              <a:gsLst>
                <a:gs pos="0">
                  <a:schemeClr val="bg2">
                    <a:lumMod val="90000"/>
                    <a:shade val="30000"/>
                    <a:satMod val="115000"/>
                  </a:schemeClr>
                </a:gs>
                <a:gs pos="50000">
                  <a:schemeClr val="bg2">
                    <a:lumMod val="90000"/>
                    <a:shade val="67500"/>
                    <a:satMod val="115000"/>
                  </a:schemeClr>
                </a:gs>
                <a:gs pos="100000">
                  <a:schemeClr val="bg2">
                    <a:lumMod val="90000"/>
                    <a:shade val="100000"/>
                    <a:satMod val="115000"/>
                  </a:schemeClr>
                </a:gs>
              </a:gsLst>
              <a:lin ang="10800000" scaled="1"/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985" name="Cylinder 3984">
              <a:extLst>
                <a:ext uri="{FF2B5EF4-FFF2-40B4-BE49-F238E27FC236}">
                  <a16:creationId xmlns:a16="http://schemas.microsoft.com/office/drawing/2014/main" id="{B3332EC4-C26A-0027-E70C-E6DD9272DD4A}"/>
                </a:ext>
              </a:extLst>
            </p:cNvPr>
            <p:cNvSpPr/>
            <p:nvPr/>
          </p:nvSpPr>
          <p:spPr>
            <a:xfrm>
              <a:off x="21267717" y="16391967"/>
              <a:ext cx="90844" cy="166774"/>
            </a:xfrm>
            <a:prstGeom prst="can">
              <a:avLst/>
            </a:prstGeom>
            <a:gradFill flip="none" rotWithShape="1">
              <a:gsLst>
                <a:gs pos="0">
                  <a:schemeClr val="bg2">
                    <a:lumMod val="90000"/>
                    <a:shade val="30000"/>
                    <a:satMod val="115000"/>
                  </a:schemeClr>
                </a:gs>
                <a:gs pos="50000">
                  <a:schemeClr val="bg2">
                    <a:lumMod val="90000"/>
                    <a:shade val="67500"/>
                    <a:satMod val="115000"/>
                  </a:schemeClr>
                </a:gs>
                <a:gs pos="100000">
                  <a:schemeClr val="bg2">
                    <a:lumMod val="90000"/>
                    <a:shade val="100000"/>
                    <a:satMod val="115000"/>
                  </a:schemeClr>
                </a:gs>
              </a:gsLst>
              <a:lin ang="10800000" scaled="1"/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986" name="Cylinder 3985">
              <a:extLst>
                <a:ext uri="{FF2B5EF4-FFF2-40B4-BE49-F238E27FC236}">
                  <a16:creationId xmlns:a16="http://schemas.microsoft.com/office/drawing/2014/main" id="{C75E2365-A5D6-E489-341D-FB2827AEFE7B}"/>
                </a:ext>
              </a:extLst>
            </p:cNvPr>
            <p:cNvSpPr/>
            <p:nvPr/>
          </p:nvSpPr>
          <p:spPr>
            <a:xfrm>
              <a:off x="21452773" y="16391966"/>
              <a:ext cx="90844" cy="166774"/>
            </a:xfrm>
            <a:prstGeom prst="can">
              <a:avLst/>
            </a:prstGeom>
            <a:gradFill flip="none" rotWithShape="1">
              <a:gsLst>
                <a:gs pos="0">
                  <a:schemeClr val="bg2">
                    <a:lumMod val="90000"/>
                    <a:shade val="30000"/>
                    <a:satMod val="115000"/>
                  </a:schemeClr>
                </a:gs>
                <a:gs pos="50000">
                  <a:schemeClr val="bg2">
                    <a:lumMod val="90000"/>
                    <a:shade val="67500"/>
                    <a:satMod val="115000"/>
                  </a:schemeClr>
                </a:gs>
                <a:gs pos="100000">
                  <a:schemeClr val="bg2">
                    <a:lumMod val="90000"/>
                    <a:shade val="100000"/>
                    <a:satMod val="115000"/>
                  </a:schemeClr>
                </a:gs>
              </a:gsLst>
              <a:lin ang="10800000" scaled="1"/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987" name="Cylinder 3986">
              <a:extLst>
                <a:ext uri="{FF2B5EF4-FFF2-40B4-BE49-F238E27FC236}">
                  <a16:creationId xmlns:a16="http://schemas.microsoft.com/office/drawing/2014/main" id="{D775C7DF-D97B-132F-00D3-2DCBAF3FD39E}"/>
                </a:ext>
              </a:extLst>
            </p:cNvPr>
            <p:cNvSpPr/>
            <p:nvPr/>
          </p:nvSpPr>
          <p:spPr>
            <a:xfrm>
              <a:off x="21637830" y="16391966"/>
              <a:ext cx="90844" cy="166774"/>
            </a:xfrm>
            <a:prstGeom prst="can">
              <a:avLst/>
            </a:prstGeom>
            <a:gradFill flip="none" rotWithShape="1">
              <a:gsLst>
                <a:gs pos="0">
                  <a:schemeClr val="bg2">
                    <a:lumMod val="90000"/>
                    <a:shade val="30000"/>
                    <a:satMod val="115000"/>
                  </a:schemeClr>
                </a:gs>
                <a:gs pos="50000">
                  <a:schemeClr val="bg2">
                    <a:lumMod val="90000"/>
                    <a:shade val="67500"/>
                    <a:satMod val="115000"/>
                  </a:schemeClr>
                </a:gs>
                <a:gs pos="100000">
                  <a:schemeClr val="bg2">
                    <a:lumMod val="90000"/>
                    <a:shade val="100000"/>
                    <a:satMod val="115000"/>
                  </a:schemeClr>
                </a:gs>
              </a:gsLst>
              <a:lin ang="10800000" scaled="1"/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988" name="Cylinder 3987">
              <a:extLst>
                <a:ext uri="{FF2B5EF4-FFF2-40B4-BE49-F238E27FC236}">
                  <a16:creationId xmlns:a16="http://schemas.microsoft.com/office/drawing/2014/main" id="{57533C89-1D08-A1B0-8005-315D482CD633}"/>
                </a:ext>
              </a:extLst>
            </p:cNvPr>
            <p:cNvSpPr/>
            <p:nvPr/>
          </p:nvSpPr>
          <p:spPr>
            <a:xfrm>
              <a:off x="21006965" y="16471178"/>
              <a:ext cx="94210" cy="166774"/>
            </a:xfrm>
            <a:prstGeom prst="can">
              <a:avLst/>
            </a:prstGeom>
            <a:gradFill flip="none" rotWithShape="1">
              <a:gsLst>
                <a:gs pos="0">
                  <a:schemeClr val="bg2">
                    <a:lumMod val="90000"/>
                    <a:shade val="30000"/>
                    <a:satMod val="115000"/>
                  </a:schemeClr>
                </a:gs>
                <a:gs pos="50000">
                  <a:schemeClr val="bg2">
                    <a:lumMod val="90000"/>
                    <a:shade val="67500"/>
                    <a:satMod val="115000"/>
                  </a:schemeClr>
                </a:gs>
                <a:gs pos="100000">
                  <a:schemeClr val="bg2">
                    <a:lumMod val="90000"/>
                    <a:shade val="100000"/>
                    <a:satMod val="115000"/>
                  </a:schemeClr>
                </a:gs>
              </a:gsLst>
              <a:lin ang="10800000" scaled="1"/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989" name="Cylinder 3988">
              <a:extLst>
                <a:ext uri="{FF2B5EF4-FFF2-40B4-BE49-F238E27FC236}">
                  <a16:creationId xmlns:a16="http://schemas.microsoft.com/office/drawing/2014/main" id="{AF59B798-BF68-0673-F189-96811B2FD57C}"/>
                </a:ext>
              </a:extLst>
            </p:cNvPr>
            <p:cNvSpPr/>
            <p:nvPr/>
          </p:nvSpPr>
          <p:spPr>
            <a:xfrm>
              <a:off x="21186138" y="16471179"/>
              <a:ext cx="90844" cy="166774"/>
            </a:xfrm>
            <a:prstGeom prst="can">
              <a:avLst/>
            </a:prstGeom>
            <a:gradFill flip="none" rotWithShape="1">
              <a:gsLst>
                <a:gs pos="0">
                  <a:schemeClr val="bg2">
                    <a:lumMod val="90000"/>
                    <a:shade val="30000"/>
                    <a:satMod val="115000"/>
                  </a:schemeClr>
                </a:gs>
                <a:gs pos="50000">
                  <a:schemeClr val="bg2">
                    <a:lumMod val="90000"/>
                    <a:shade val="67500"/>
                    <a:satMod val="115000"/>
                  </a:schemeClr>
                </a:gs>
                <a:gs pos="100000">
                  <a:schemeClr val="bg2">
                    <a:lumMod val="90000"/>
                    <a:shade val="100000"/>
                    <a:satMod val="115000"/>
                  </a:schemeClr>
                </a:gs>
              </a:gsLst>
              <a:lin ang="10800000" scaled="1"/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990" name="Cylinder 3989">
              <a:extLst>
                <a:ext uri="{FF2B5EF4-FFF2-40B4-BE49-F238E27FC236}">
                  <a16:creationId xmlns:a16="http://schemas.microsoft.com/office/drawing/2014/main" id="{43573610-24C8-05F3-9D25-F4FC5D53B03E}"/>
                </a:ext>
              </a:extLst>
            </p:cNvPr>
            <p:cNvSpPr/>
            <p:nvPr/>
          </p:nvSpPr>
          <p:spPr>
            <a:xfrm>
              <a:off x="21371194" y="16471178"/>
              <a:ext cx="90844" cy="166774"/>
            </a:xfrm>
            <a:prstGeom prst="can">
              <a:avLst/>
            </a:prstGeom>
            <a:gradFill flip="none" rotWithShape="1">
              <a:gsLst>
                <a:gs pos="0">
                  <a:schemeClr val="bg2">
                    <a:lumMod val="90000"/>
                    <a:shade val="30000"/>
                    <a:satMod val="115000"/>
                  </a:schemeClr>
                </a:gs>
                <a:gs pos="50000">
                  <a:schemeClr val="bg2">
                    <a:lumMod val="90000"/>
                    <a:shade val="67500"/>
                    <a:satMod val="115000"/>
                  </a:schemeClr>
                </a:gs>
                <a:gs pos="100000">
                  <a:schemeClr val="bg2">
                    <a:lumMod val="90000"/>
                    <a:shade val="100000"/>
                    <a:satMod val="115000"/>
                  </a:schemeClr>
                </a:gs>
              </a:gsLst>
              <a:lin ang="10800000" scaled="1"/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991" name="Cylinder 3990">
              <a:extLst>
                <a:ext uri="{FF2B5EF4-FFF2-40B4-BE49-F238E27FC236}">
                  <a16:creationId xmlns:a16="http://schemas.microsoft.com/office/drawing/2014/main" id="{53D9DF00-C75D-5110-DFAB-810913EDEA9B}"/>
                </a:ext>
              </a:extLst>
            </p:cNvPr>
            <p:cNvSpPr/>
            <p:nvPr/>
          </p:nvSpPr>
          <p:spPr>
            <a:xfrm>
              <a:off x="21556250" y="16471178"/>
              <a:ext cx="90844" cy="166774"/>
            </a:xfrm>
            <a:prstGeom prst="can">
              <a:avLst/>
            </a:prstGeom>
            <a:gradFill flip="none" rotWithShape="1">
              <a:gsLst>
                <a:gs pos="0">
                  <a:schemeClr val="bg2">
                    <a:lumMod val="90000"/>
                    <a:shade val="30000"/>
                    <a:satMod val="115000"/>
                  </a:schemeClr>
                </a:gs>
                <a:gs pos="50000">
                  <a:schemeClr val="bg2">
                    <a:lumMod val="90000"/>
                    <a:shade val="67500"/>
                    <a:satMod val="115000"/>
                  </a:schemeClr>
                </a:gs>
                <a:gs pos="100000">
                  <a:schemeClr val="bg2">
                    <a:lumMod val="90000"/>
                    <a:shade val="100000"/>
                    <a:satMod val="115000"/>
                  </a:schemeClr>
                </a:gs>
              </a:gsLst>
              <a:lin ang="10800000" scaled="1"/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992" name="Cylinder 3991">
              <a:extLst>
                <a:ext uri="{FF2B5EF4-FFF2-40B4-BE49-F238E27FC236}">
                  <a16:creationId xmlns:a16="http://schemas.microsoft.com/office/drawing/2014/main" id="{B03D80E0-8C1D-1A3C-5A23-C2B0598F686A}"/>
                </a:ext>
              </a:extLst>
            </p:cNvPr>
            <p:cNvSpPr/>
            <p:nvPr/>
          </p:nvSpPr>
          <p:spPr>
            <a:xfrm>
              <a:off x="20919045" y="16545810"/>
              <a:ext cx="94210" cy="166774"/>
            </a:xfrm>
            <a:prstGeom prst="can">
              <a:avLst/>
            </a:prstGeom>
            <a:gradFill flip="none" rotWithShape="1">
              <a:gsLst>
                <a:gs pos="0">
                  <a:schemeClr val="bg2">
                    <a:lumMod val="90000"/>
                    <a:shade val="30000"/>
                    <a:satMod val="115000"/>
                  </a:schemeClr>
                </a:gs>
                <a:gs pos="50000">
                  <a:schemeClr val="bg2">
                    <a:lumMod val="90000"/>
                    <a:shade val="67500"/>
                    <a:satMod val="115000"/>
                  </a:schemeClr>
                </a:gs>
                <a:gs pos="100000">
                  <a:schemeClr val="bg2">
                    <a:lumMod val="90000"/>
                    <a:shade val="100000"/>
                    <a:satMod val="115000"/>
                  </a:schemeClr>
                </a:gs>
              </a:gsLst>
              <a:lin ang="10800000" scaled="1"/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993" name="Cylinder 3992">
              <a:extLst>
                <a:ext uri="{FF2B5EF4-FFF2-40B4-BE49-F238E27FC236}">
                  <a16:creationId xmlns:a16="http://schemas.microsoft.com/office/drawing/2014/main" id="{9756E95F-AAF6-01D4-22FD-DA6C15B5E4AB}"/>
                </a:ext>
              </a:extLst>
            </p:cNvPr>
            <p:cNvSpPr/>
            <p:nvPr/>
          </p:nvSpPr>
          <p:spPr>
            <a:xfrm>
              <a:off x="21098219" y="16545811"/>
              <a:ext cx="90844" cy="166774"/>
            </a:xfrm>
            <a:prstGeom prst="can">
              <a:avLst/>
            </a:prstGeom>
            <a:gradFill flip="none" rotWithShape="1">
              <a:gsLst>
                <a:gs pos="0">
                  <a:schemeClr val="bg2">
                    <a:lumMod val="90000"/>
                    <a:shade val="30000"/>
                    <a:satMod val="115000"/>
                  </a:schemeClr>
                </a:gs>
                <a:gs pos="50000">
                  <a:schemeClr val="bg2">
                    <a:lumMod val="90000"/>
                    <a:shade val="67500"/>
                    <a:satMod val="115000"/>
                  </a:schemeClr>
                </a:gs>
                <a:gs pos="100000">
                  <a:schemeClr val="bg2">
                    <a:lumMod val="90000"/>
                    <a:shade val="100000"/>
                    <a:satMod val="115000"/>
                  </a:schemeClr>
                </a:gs>
              </a:gsLst>
              <a:lin ang="10800000" scaled="1"/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994" name="Cylinder 3993">
              <a:extLst>
                <a:ext uri="{FF2B5EF4-FFF2-40B4-BE49-F238E27FC236}">
                  <a16:creationId xmlns:a16="http://schemas.microsoft.com/office/drawing/2014/main" id="{E29BF6EF-8997-62D4-E58A-AA205197005C}"/>
                </a:ext>
              </a:extLst>
            </p:cNvPr>
            <p:cNvSpPr/>
            <p:nvPr/>
          </p:nvSpPr>
          <p:spPr>
            <a:xfrm>
              <a:off x="21283275" y="16545810"/>
              <a:ext cx="90844" cy="166774"/>
            </a:xfrm>
            <a:prstGeom prst="can">
              <a:avLst/>
            </a:prstGeom>
            <a:gradFill flip="none" rotWithShape="1">
              <a:gsLst>
                <a:gs pos="0">
                  <a:schemeClr val="bg2">
                    <a:lumMod val="90000"/>
                    <a:shade val="30000"/>
                    <a:satMod val="115000"/>
                  </a:schemeClr>
                </a:gs>
                <a:gs pos="50000">
                  <a:schemeClr val="bg2">
                    <a:lumMod val="90000"/>
                    <a:shade val="67500"/>
                    <a:satMod val="115000"/>
                  </a:schemeClr>
                </a:gs>
                <a:gs pos="100000">
                  <a:schemeClr val="bg2">
                    <a:lumMod val="90000"/>
                    <a:shade val="100000"/>
                    <a:satMod val="115000"/>
                  </a:schemeClr>
                </a:gs>
              </a:gsLst>
              <a:lin ang="10800000" scaled="1"/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995" name="Cylinder 3994">
              <a:extLst>
                <a:ext uri="{FF2B5EF4-FFF2-40B4-BE49-F238E27FC236}">
                  <a16:creationId xmlns:a16="http://schemas.microsoft.com/office/drawing/2014/main" id="{A7B4E1CF-AB0C-DDED-A7EF-078E257FF0AF}"/>
                </a:ext>
              </a:extLst>
            </p:cNvPr>
            <p:cNvSpPr/>
            <p:nvPr/>
          </p:nvSpPr>
          <p:spPr>
            <a:xfrm>
              <a:off x="21468331" y="16545810"/>
              <a:ext cx="90844" cy="166774"/>
            </a:xfrm>
            <a:prstGeom prst="can">
              <a:avLst/>
            </a:prstGeom>
            <a:gradFill flip="none" rotWithShape="1">
              <a:gsLst>
                <a:gs pos="0">
                  <a:schemeClr val="bg2">
                    <a:lumMod val="90000"/>
                    <a:shade val="30000"/>
                    <a:satMod val="115000"/>
                  </a:schemeClr>
                </a:gs>
                <a:gs pos="50000">
                  <a:schemeClr val="bg2">
                    <a:lumMod val="90000"/>
                    <a:shade val="67500"/>
                    <a:satMod val="115000"/>
                  </a:schemeClr>
                </a:gs>
                <a:gs pos="100000">
                  <a:schemeClr val="bg2">
                    <a:lumMod val="90000"/>
                    <a:shade val="100000"/>
                    <a:satMod val="115000"/>
                  </a:schemeClr>
                </a:gs>
              </a:gsLst>
              <a:lin ang="10800000" scaled="1"/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996" name="Group 3995">
            <a:extLst>
              <a:ext uri="{FF2B5EF4-FFF2-40B4-BE49-F238E27FC236}">
                <a16:creationId xmlns:a16="http://schemas.microsoft.com/office/drawing/2014/main" id="{60E446F8-C539-61BC-2B26-B91F6D9CF515}"/>
              </a:ext>
            </a:extLst>
          </p:cNvPr>
          <p:cNvGrpSpPr/>
          <p:nvPr/>
        </p:nvGrpSpPr>
        <p:grpSpPr>
          <a:xfrm>
            <a:off x="19098134" y="31558177"/>
            <a:ext cx="1076699" cy="430277"/>
            <a:chOff x="20779000" y="16391966"/>
            <a:chExt cx="1076699" cy="430277"/>
          </a:xfrm>
        </p:grpSpPr>
        <p:sp>
          <p:nvSpPr>
            <p:cNvPr id="3997" name="Cube 3996">
              <a:extLst>
                <a:ext uri="{FF2B5EF4-FFF2-40B4-BE49-F238E27FC236}">
                  <a16:creationId xmlns:a16="http://schemas.microsoft.com/office/drawing/2014/main" id="{A9AA116E-FF65-AD58-C238-392BE62980D5}"/>
                </a:ext>
              </a:extLst>
            </p:cNvPr>
            <p:cNvSpPr/>
            <p:nvPr/>
          </p:nvSpPr>
          <p:spPr>
            <a:xfrm>
              <a:off x="20779000" y="16475353"/>
              <a:ext cx="1076699" cy="346890"/>
            </a:xfrm>
            <a:prstGeom prst="cube">
              <a:avLst>
                <a:gd name="adj" fmla="val 80963"/>
              </a:avLst>
            </a:prstGeom>
            <a:solidFill>
              <a:schemeClr val="bg2">
                <a:lumMod val="50000"/>
              </a:schemeClr>
            </a:solidFill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998" name="Cylinder 3997">
              <a:extLst>
                <a:ext uri="{FF2B5EF4-FFF2-40B4-BE49-F238E27FC236}">
                  <a16:creationId xmlns:a16="http://schemas.microsoft.com/office/drawing/2014/main" id="{460A3458-53EE-6FC3-EAA6-3D397B2DFE4E}"/>
                </a:ext>
              </a:extLst>
            </p:cNvPr>
            <p:cNvSpPr/>
            <p:nvPr/>
          </p:nvSpPr>
          <p:spPr>
            <a:xfrm>
              <a:off x="21088544" y="16391966"/>
              <a:ext cx="94210" cy="166774"/>
            </a:xfrm>
            <a:prstGeom prst="can">
              <a:avLst/>
            </a:prstGeom>
            <a:gradFill flip="none" rotWithShape="1">
              <a:gsLst>
                <a:gs pos="0">
                  <a:schemeClr val="bg2">
                    <a:lumMod val="90000"/>
                    <a:shade val="30000"/>
                    <a:satMod val="115000"/>
                  </a:schemeClr>
                </a:gs>
                <a:gs pos="50000">
                  <a:schemeClr val="bg2">
                    <a:lumMod val="90000"/>
                    <a:shade val="67500"/>
                    <a:satMod val="115000"/>
                  </a:schemeClr>
                </a:gs>
                <a:gs pos="100000">
                  <a:schemeClr val="bg2">
                    <a:lumMod val="90000"/>
                    <a:shade val="100000"/>
                    <a:satMod val="115000"/>
                  </a:schemeClr>
                </a:gs>
              </a:gsLst>
              <a:lin ang="10800000" scaled="1"/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999" name="Cylinder 3998">
              <a:extLst>
                <a:ext uri="{FF2B5EF4-FFF2-40B4-BE49-F238E27FC236}">
                  <a16:creationId xmlns:a16="http://schemas.microsoft.com/office/drawing/2014/main" id="{5164E3E2-B0A3-D6A6-F717-50E18E84B827}"/>
                </a:ext>
              </a:extLst>
            </p:cNvPr>
            <p:cNvSpPr/>
            <p:nvPr/>
          </p:nvSpPr>
          <p:spPr>
            <a:xfrm>
              <a:off x="21267717" y="16391967"/>
              <a:ext cx="90844" cy="166774"/>
            </a:xfrm>
            <a:prstGeom prst="can">
              <a:avLst/>
            </a:prstGeom>
            <a:gradFill flip="none" rotWithShape="1">
              <a:gsLst>
                <a:gs pos="0">
                  <a:schemeClr val="bg2">
                    <a:lumMod val="90000"/>
                    <a:shade val="30000"/>
                    <a:satMod val="115000"/>
                  </a:schemeClr>
                </a:gs>
                <a:gs pos="50000">
                  <a:schemeClr val="bg2">
                    <a:lumMod val="90000"/>
                    <a:shade val="67500"/>
                    <a:satMod val="115000"/>
                  </a:schemeClr>
                </a:gs>
                <a:gs pos="100000">
                  <a:schemeClr val="bg2">
                    <a:lumMod val="90000"/>
                    <a:shade val="100000"/>
                    <a:satMod val="115000"/>
                  </a:schemeClr>
                </a:gs>
              </a:gsLst>
              <a:lin ang="10800000" scaled="1"/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00" name="Cylinder 3999">
              <a:extLst>
                <a:ext uri="{FF2B5EF4-FFF2-40B4-BE49-F238E27FC236}">
                  <a16:creationId xmlns:a16="http://schemas.microsoft.com/office/drawing/2014/main" id="{9C2407F8-77BD-DAD7-E5DF-0A33A26659BB}"/>
                </a:ext>
              </a:extLst>
            </p:cNvPr>
            <p:cNvSpPr/>
            <p:nvPr/>
          </p:nvSpPr>
          <p:spPr>
            <a:xfrm>
              <a:off x="21452773" y="16391966"/>
              <a:ext cx="90844" cy="166774"/>
            </a:xfrm>
            <a:prstGeom prst="can">
              <a:avLst/>
            </a:prstGeom>
            <a:gradFill flip="none" rotWithShape="1">
              <a:gsLst>
                <a:gs pos="0">
                  <a:schemeClr val="bg2">
                    <a:lumMod val="90000"/>
                    <a:shade val="30000"/>
                    <a:satMod val="115000"/>
                  </a:schemeClr>
                </a:gs>
                <a:gs pos="50000">
                  <a:schemeClr val="bg2">
                    <a:lumMod val="90000"/>
                    <a:shade val="67500"/>
                    <a:satMod val="115000"/>
                  </a:schemeClr>
                </a:gs>
                <a:gs pos="100000">
                  <a:schemeClr val="bg2">
                    <a:lumMod val="90000"/>
                    <a:shade val="100000"/>
                    <a:satMod val="115000"/>
                  </a:schemeClr>
                </a:gs>
              </a:gsLst>
              <a:lin ang="10800000" scaled="1"/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01" name="Cylinder 4000">
              <a:extLst>
                <a:ext uri="{FF2B5EF4-FFF2-40B4-BE49-F238E27FC236}">
                  <a16:creationId xmlns:a16="http://schemas.microsoft.com/office/drawing/2014/main" id="{45AEBA3A-DF15-9664-91F7-2E0F9F765992}"/>
                </a:ext>
              </a:extLst>
            </p:cNvPr>
            <p:cNvSpPr/>
            <p:nvPr/>
          </p:nvSpPr>
          <p:spPr>
            <a:xfrm>
              <a:off x="21637830" y="16391966"/>
              <a:ext cx="90844" cy="166774"/>
            </a:xfrm>
            <a:prstGeom prst="can">
              <a:avLst/>
            </a:prstGeom>
            <a:gradFill flip="none" rotWithShape="1">
              <a:gsLst>
                <a:gs pos="0">
                  <a:schemeClr val="bg2">
                    <a:lumMod val="90000"/>
                    <a:shade val="30000"/>
                    <a:satMod val="115000"/>
                  </a:schemeClr>
                </a:gs>
                <a:gs pos="50000">
                  <a:schemeClr val="bg2">
                    <a:lumMod val="90000"/>
                    <a:shade val="67500"/>
                    <a:satMod val="115000"/>
                  </a:schemeClr>
                </a:gs>
                <a:gs pos="100000">
                  <a:schemeClr val="bg2">
                    <a:lumMod val="90000"/>
                    <a:shade val="100000"/>
                    <a:satMod val="115000"/>
                  </a:schemeClr>
                </a:gs>
              </a:gsLst>
              <a:lin ang="10800000" scaled="1"/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02" name="Cylinder 4001">
              <a:extLst>
                <a:ext uri="{FF2B5EF4-FFF2-40B4-BE49-F238E27FC236}">
                  <a16:creationId xmlns:a16="http://schemas.microsoft.com/office/drawing/2014/main" id="{62AFF1E9-283F-C635-0947-0A09F7FCFD26}"/>
                </a:ext>
              </a:extLst>
            </p:cNvPr>
            <p:cNvSpPr/>
            <p:nvPr/>
          </p:nvSpPr>
          <p:spPr>
            <a:xfrm>
              <a:off x="21006965" y="16471178"/>
              <a:ext cx="94210" cy="166774"/>
            </a:xfrm>
            <a:prstGeom prst="can">
              <a:avLst/>
            </a:prstGeom>
            <a:gradFill flip="none" rotWithShape="1">
              <a:gsLst>
                <a:gs pos="0">
                  <a:schemeClr val="bg2">
                    <a:lumMod val="90000"/>
                    <a:shade val="30000"/>
                    <a:satMod val="115000"/>
                  </a:schemeClr>
                </a:gs>
                <a:gs pos="50000">
                  <a:schemeClr val="bg2">
                    <a:lumMod val="90000"/>
                    <a:shade val="67500"/>
                    <a:satMod val="115000"/>
                  </a:schemeClr>
                </a:gs>
                <a:gs pos="100000">
                  <a:schemeClr val="bg2">
                    <a:lumMod val="90000"/>
                    <a:shade val="100000"/>
                    <a:satMod val="115000"/>
                  </a:schemeClr>
                </a:gs>
              </a:gsLst>
              <a:lin ang="10800000" scaled="1"/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03" name="Cylinder 4002">
              <a:extLst>
                <a:ext uri="{FF2B5EF4-FFF2-40B4-BE49-F238E27FC236}">
                  <a16:creationId xmlns:a16="http://schemas.microsoft.com/office/drawing/2014/main" id="{49199307-4839-DBEA-B43C-D2BB4BF6D37D}"/>
                </a:ext>
              </a:extLst>
            </p:cNvPr>
            <p:cNvSpPr/>
            <p:nvPr/>
          </p:nvSpPr>
          <p:spPr>
            <a:xfrm>
              <a:off x="21186138" y="16471179"/>
              <a:ext cx="90844" cy="166774"/>
            </a:xfrm>
            <a:prstGeom prst="can">
              <a:avLst/>
            </a:prstGeom>
            <a:gradFill flip="none" rotWithShape="1">
              <a:gsLst>
                <a:gs pos="0">
                  <a:schemeClr val="bg2">
                    <a:lumMod val="90000"/>
                    <a:shade val="30000"/>
                    <a:satMod val="115000"/>
                  </a:schemeClr>
                </a:gs>
                <a:gs pos="50000">
                  <a:schemeClr val="bg2">
                    <a:lumMod val="90000"/>
                    <a:shade val="67500"/>
                    <a:satMod val="115000"/>
                  </a:schemeClr>
                </a:gs>
                <a:gs pos="100000">
                  <a:schemeClr val="bg2">
                    <a:lumMod val="90000"/>
                    <a:shade val="100000"/>
                    <a:satMod val="115000"/>
                  </a:schemeClr>
                </a:gs>
              </a:gsLst>
              <a:lin ang="10800000" scaled="1"/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04" name="Cylinder 4003">
              <a:extLst>
                <a:ext uri="{FF2B5EF4-FFF2-40B4-BE49-F238E27FC236}">
                  <a16:creationId xmlns:a16="http://schemas.microsoft.com/office/drawing/2014/main" id="{08A921CD-6264-3604-1609-0CA7ABDFF201}"/>
                </a:ext>
              </a:extLst>
            </p:cNvPr>
            <p:cNvSpPr/>
            <p:nvPr/>
          </p:nvSpPr>
          <p:spPr>
            <a:xfrm>
              <a:off x="21371194" y="16471178"/>
              <a:ext cx="90844" cy="166774"/>
            </a:xfrm>
            <a:prstGeom prst="can">
              <a:avLst/>
            </a:prstGeom>
            <a:gradFill flip="none" rotWithShape="1">
              <a:gsLst>
                <a:gs pos="0">
                  <a:schemeClr val="bg2">
                    <a:lumMod val="90000"/>
                    <a:shade val="30000"/>
                    <a:satMod val="115000"/>
                  </a:schemeClr>
                </a:gs>
                <a:gs pos="50000">
                  <a:schemeClr val="bg2">
                    <a:lumMod val="90000"/>
                    <a:shade val="67500"/>
                    <a:satMod val="115000"/>
                  </a:schemeClr>
                </a:gs>
                <a:gs pos="100000">
                  <a:schemeClr val="bg2">
                    <a:lumMod val="90000"/>
                    <a:shade val="100000"/>
                    <a:satMod val="115000"/>
                  </a:schemeClr>
                </a:gs>
              </a:gsLst>
              <a:lin ang="10800000" scaled="1"/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05" name="Cylinder 4004">
              <a:extLst>
                <a:ext uri="{FF2B5EF4-FFF2-40B4-BE49-F238E27FC236}">
                  <a16:creationId xmlns:a16="http://schemas.microsoft.com/office/drawing/2014/main" id="{0256286D-ED2C-FD4A-A514-44708D9F751A}"/>
                </a:ext>
              </a:extLst>
            </p:cNvPr>
            <p:cNvSpPr/>
            <p:nvPr/>
          </p:nvSpPr>
          <p:spPr>
            <a:xfrm>
              <a:off x="21556250" y="16471178"/>
              <a:ext cx="90844" cy="166774"/>
            </a:xfrm>
            <a:prstGeom prst="can">
              <a:avLst/>
            </a:prstGeom>
            <a:gradFill flip="none" rotWithShape="1">
              <a:gsLst>
                <a:gs pos="0">
                  <a:schemeClr val="bg2">
                    <a:lumMod val="90000"/>
                    <a:shade val="30000"/>
                    <a:satMod val="115000"/>
                  </a:schemeClr>
                </a:gs>
                <a:gs pos="50000">
                  <a:schemeClr val="bg2">
                    <a:lumMod val="90000"/>
                    <a:shade val="67500"/>
                    <a:satMod val="115000"/>
                  </a:schemeClr>
                </a:gs>
                <a:gs pos="100000">
                  <a:schemeClr val="bg2">
                    <a:lumMod val="90000"/>
                    <a:shade val="100000"/>
                    <a:satMod val="115000"/>
                  </a:schemeClr>
                </a:gs>
              </a:gsLst>
              <a:lin ang="10800000" scaled="1"/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06" name="Cylinder 4005">
              <a:extLst>
                <a:ext uri="{FF2B5EF4-FFF2-40B4-BE49-F238E27FC236}">
                  <a16:creationId xmlns:a16="http://schemas.microsoft.com/office/drawing/2014/main" id="{EBDDBFCB-6EC3-9895-6147-6EB3C2C40A75}"/>
                </a:ext>
              </a:extLst>
            </p:cNvPr>
            <p:cNvSpPr/>
            <p:nvPr/>
          </p:nvSpPr>
          <p:spPr>
            <a:xfrm>
              <a:off x="20919045" y="16545810"/>
              <a:ext cx="94210" cy="166774"/>
            </a:xfrm>
            <a:prstGeom prst="can">
              <a:avLst/>
            </a:prstGeom>
            <a:gradFill flip="none" rotWithShape="1">
              <a:gsLst>
                <a:gs pos="0">
                  <a:schemeClr val="bg2">
                    <a:lumMod val="90000"/>
                    <a:shade val="30000"/>
                    <a:satMod val="115000"/>
                  </a:schemeClr>
                </a:gs>
                <a:gs pos="50000">
                  <a:schemeClr val="bg2">
                    <a:lumMod val="90000"/>
                    <a:shade val="67500"/>
                    <a:satMod val="115000"/>
                  </a:schemeClr>
                </a:gs>
                <a:gs pos="100000">
                  <a:schemeClr val="bg2">
                    <a:lumMod val="90000"/>
                    <a:shade val="100000"/>
                    <a:satMod val="115000"/>
                  </a:schemeClr>
                </a:gs>
              </a:gsLst>
              <a:lin ang="10800000" scaled="1"/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07" name="Cylinder 4006">
              <a:extLst>
                <a:ext uri="{FF2B5EF4-FFF2-40B4-BE49-F238E27FC236}">
                  <a16:creationId xmlns:a16="http://schemas.microsoft.com/office/drawing/2014/main" id="{63393B46-07AB-ABC2-EEA5-38B52F4709C6}"/>
                </a:ext>
              </a:extLst>
            </p:cNvPr>
            <p:cNvSpPr/>
            <p:nvPr/>
          </p:nvSpPr>
          <p:spPr>
            <a:xfrm>
              <a:off x="21098219" y="16545811"/>
              <a:ext cx="90844" cy="166774"/>
            </a:xfrm>
            <a:prstGeom prst="can">
              <a:avLst/>
            </a:prstGeom>
            <a:gradFill flip="none" rotWithShape="1">
              <a:gsLst>
                <a:gs pos="0">
                  <a:schemeClr val="bg2">
                    <a:lumMod val="90000"/>
                    <a:shade val="30000"/>
                    <a:satMod val="115000"/>
                  </a:schemeClr>
                </a:gs>
                <a:gs pos="50000">
                  <a:schemeClr val="bg2">
                    <a:lumMod val="90000"/>
                    <a:shade val="67500"/>
                    <a:satMod val="115000"/>
                  </a:schemeClr>
                </a:gs>
                <a:gs pos="100000">
                  <a:schemeClr val="bg2">
                    <a:lumMod val="90000"/>
                    <a:shade val="100000"/>
                    <a:satMod val="115000"/>
                  </a:schemeClr>
                </a:gs>
              </a:gsLst>
              <a:lin ang="10800000" scaled="1"/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08" name="Cylinder 4007">
              <a:extLst>
                <a:ext uri="{FF2B5EF4-FFF2-40B4-BE49-F238E27FC236}">
                  <a16:creationId xmlns:a16="http://schemas.microsoft.com/office/drawing/2014/main" id="{47CB47FE-D40A-1FA5-4D3D-01CD50946B8C}"/>
                </a:ext>
              </a:extLst>
            </p:cNvPr>
            <p:cNvSpPr/>
            <p:nvPr/>
          </p:nvSpPr>
          <p:spPr>
            <a:xfrm>
              <a:off x="21283275" y="16545810"/>
              <a:ext cx="90844" cy="166774"/>
            </a:xfrm>
            <a:prstGeom prst="can">
              <a:avLst/>
            </a:prstGeom>
            <a:gradFill flip="none" rotWithShape="1">
              <a:gsLst>
                <a:gs pos="0">
                  <a:schemeClr val="bg2">
                    <a:lumMod val="90000"/>
                    <a:shade val="30000"/>
                    <a:satMod val="115000"/>
                  </a:schemeClr>
                </a:gs>
                <a:gs pos="50000">
                  <a:schemeClr val="bg2">
                    <a:lumMod val="90000"/>
                    <a:shade val="67500"/>
                    <a:satMod val="115000"/>
                  </a:schemeClr>
                </a:gs>
                <a:gs pos="100000">
                  <a:schemeClr val="bg2">
                    <a:lumMod val="90000"/>
                    <a:shade val="100000"/>
                    <a:satMod val="115000"/>
                  </a:schemeClr>
                </a:gs>
              </a:gsLst>
              <a:lin ang="10800000" scaled="1"/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09" name="Cylinder 4008">
              <a:extLst>
                <a:ext uri="{FF2B5EF4-FFF2-40B4-BE49-F238E27FC236}">
                  <a16:creationId xmlns:a16="http://schemas.microsoft.com/office/drawing/2014/main" id="{123A58A8-BFE2-0C9F-501B-512BC3160264}"/>
                </a:ext>
              </a:extLst>
            </p:cNvPr>
            <p:cNvSpPr/>
            <p:nvPr/>
          </p:nvSpPr>
          <p:spPr>
            <a:xfrm>
              <a:off x="21468331" y="16545810"/>
              <a:ext cx="90844" cy="166774"/>
            </a:xfrm>
            <a:prstGeom prst="can">
              <a:avLst/>
            </a:prstGeom>
            <a:gradFill flip="none" rotWithShape="1">
              <a:gsLst>
                <a:gs pos="0">
                  <a:schemeClr val="bg2">
                    <a:lumMod val="90000"/>
                    <a:shade val="30000"/>
                    <a:satMod val="115000"/>
                  </a:schemeClr>
                </a:gs>
                <a:gs pos="50000">
                  <a:schemeClr val="bg2">
                    <a:lumMod val="90000"/>
                    <a:shade val="67500"/>
                    <a:satMod val="115000"/>
                  </a:schemeClr>
                </a:gs>
                <a:gs pos="100000">
                  <a:schemeClr val="bg2">
                    <a:lumMod val="90000"/>
                    <a:shade val="100000"/>
                    <a:satMod val="115000"/>
                  </a:schemeClr>
                </a:gs>
              </a:gsLst>
              <a:lin ang="10800000" scaled="1"/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010" name="Group 4009">
            <a:extLst>
              <a:ext uri="{FF2B5EF4-FFF2-40B4-BE49-F238E27FC236}">
                <a16:creationId xmlns:a16="http://schemas.microsoft.com/office/drawing/2014/main" id="{9CA78A8A-26D4-563E-EEF6-3435645E3F94}"/>
              </a:ext>
            </a:extLst>
          </p:cNvPr>
          <p:cNvGrpSpPr/>
          <p:nvPr/>
        </p:nvGrpSpPr>
        <p:grpSpPr>
          <a:xfrm>
            <a:off x="19986959" y="31558177"/>
            <a:ext cx="1076699" cy="430277"/>
            <a:chOff x="20779000" y="16391966"/>
            <a:chExt cx="1076699" cy="430277"/>
          </a:xfrm>
        </p:grpSpPr>
        <p:sp>
          <p:nvSpPr>
            <p:cNvPr id="4011" name="Cube 4010">
              <a:extLst>
                <a:ext uri="{FF2B5EF4-FFF2-40B4-BE49-F238E27FC236}">
                  <a16:creationId xmlns:a16="http://schemas.microsoft.com/office/drawing/2014/main" id="{BA87AA90-E614-93FA-F256-28BFE7664462}"/>
                </a:ext>
              </a:extLst>
            </p:cNvPr>
            <p:cNvSpPr/>
            <p:nvPr/>
          </p:nvSpPr>
          <p:spPr>
            <a:xfrm>
              <a:off x="20779000" y="16475353"/>
              <a:ext cx="1076699" cy="346890"/>
            </a:xfrm>
            <a:prstGeom prst="cube">
              <a:avLst>
                <a:gd name="adj" fmla="val 80963"/>
              </a:avLst>
            </a:prstGeom>
            <a:solidFill>
              <a:schemeClr val="bg2">
                <a:lumMod val="50000"/>
              </a:schemeClr>
            </a:solidFill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12" name="Cylinder 4011">
              <a:extLst>
                <a:ext uri="{FF2B5EF4-FFF2-40B4-BE49-F238E27FC236}">
                  <a16:creationId xmlns:a16="http://schemas.microsoft.com/office/drawing/2014/main" id="{37AEDC78-F01D-D20C-6D39-DD57E6CBC4BA}"/>
                </a:ext>
              </a:extLst>
            </p:cNvPr>
            <p:cNvSpPr/>
            <p:nvPr/>
          </p:nvSpPr>
          <p:spPr>
            <a:xfrm>
              <a:off x="21088544" y="16391966"/>
              <a:ext cx="94210" cy="166774"/>
            </a:xfrm>
            <a:prstGeom prst="can">
              <a:avLst/>
            </a:prstGeom>
            <a:gradFill flip="none" rotWithShape="1">
              <a:gsLst>
                <a:gs pos="0">
                  <a:schemeClr val="bg2">
                    <a:lumMod val="90000"/>
                    <a:shade val="30000"/>
                    <a:satMod val="115000"/>
                  </a:schemeClr>
                </a:gs>
                <a:gs pos="50000">
                  <a:schemeClr val="bg2">
                    <a:lumMod val="90000"/>
                    <a:shade val="67500"/>
                    <a:satMod val="115000"/>
                  </a:schemeClr>
                </a:gs>
                <a:gs pos="100000">
                  <a:schemeClr val="bg2">
                    <a:lumMod val="90000"/>
                    <a:shade val="100000"/>
                    <a:satMod val="115000"/>
                  </a:schemeClr>
                </a:gs>
              </a:gsLst>
              <a:lin ang="10800000" scaled="1"/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13" name="Cylinder 4012">
              <a:extLst>
                <a:ext uri="{FF2B5EF4-FFF2-40B4-BE49-F238E27FC236}">
                  <a16:creationId xmlns:a16="http://schemas.microsoft.com/office/drawing/2014/main" id="{E1490990-69CA-78D2-A65C-7E21728DF96E}"/>
                </a:ext>
              </a:extLst>
            </p:cNvPr>
            <p:cNvSpPr/>
            <p:nvPr/>
          </p:nvSpPr>
          <p:spPr>
            <a:xfrm>
              <a:off x="21267717" y="16391967"/>
              <a:ext cx="90844" cy="166774"/>
            </a:xfrm>
            <a:prstGeom prst="can">
              <a:avLst/>
            </a:prstGeom>
            <a:gradFill flip="none" rotWithShape="1">
              <a:gsLst>
                <a:gs pos="0">
                  <a:schemeClr val="bg2">
                    <a:lumMod val="90000"/>
                    <a:shade val="30000"/>
                    <a:satMod val="115000"/>
                  </a:schemeClr>
                </a:gs>
                <a:gs pos="50000">
                  <a:schemeClr val="bg2">
                    <a:lumMod val="90000"/>
                    <a:shade val="67500"/>
                    <a:satMod val="115000"/>
                  </a:schemeClr>
                </a:gs>
                <a:gs pos="100000">
                  <a:schemeClr val="bg2">
                    <a:lumMod val="90000"/>
                    <a:shade val="100000"/>
                    <a:satMod val="115000"/>
                  </a:schemeClr>
                </a:gs>
              </a:gsLst>
              <a:lin ang="10800000" scaled="1"/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14" name="Cylinder 4013">
              <a:extLst>
                <a:ext uri="{FF2B5EF4-FFF2-40B4-BE49-F238E27FC236}">
                  <a16:creationId xmlns:a16="http://schemas.microsoft.com/office/drawing/2014/main" id="{A5E465AD-E4BC-F499-8A7B-898906FD5F0B}"/>
                </a:ext>
              </a:extLst>
            </p:cNvPr>
            <p:cNvSpPr/>
            <p:nvPr/>
          </p:nvSpPr>
          <p:spPr>
            <a:xfrm>
              <a:off x="21452773" y="16391966"/>
              <a:ext cx="90844" cy="166774"/>
            </a:xfrm>
            <a:prstGeom prst="can">
              <a:avLst/>
            </a:prstGeom>
            <a:gradFill flip="none" rotWithShape="1">
              <a:gsLst>
                <a:gs pos="0">
                  <a:schemeClr val="bg2">
                    <a:lumMod val="90000"/>
                    <a:shade val="30000"/>
                    <a:satMod val="115000"/>
                  </a:schemeClr>
                </a:gs>
                <a:gs pos="50000">
                  <a:schemeClr val="bg2">
                    <a:lumMod val="90000"/>
                    <a:shade val="67500"/>
                    <a:satMod val="115000"/>
                  </a:schemeClr>
                </a:gs>
                <a:gs pos="100000">
                  <a:schemeClr val="bg2">
                    <a:lumMod val="90000"/>
                    <a:shade val="100000"/>
                    <a:satMod val="115000"/>
                  </a:schemeClr>
                </a:gs>
              </a:gsLst>
              <a:lin ang="10800000" scaled="1"/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15" name="Cylinder 4014">
              <a:extLst>
                <a:ext uri="{FF2B5EF4-FFF2-40B4-BE49-F238E27FC236}">
                  <a16:creationId xmlns:a16="http://schemas.microsoft.com/office/drawing/2014/main" id="{0C2029BF-28DB-97CB-C3AF-E2DCF3C22EE7}"/>
                </a:ext>
              </a:extLst>
            </p:cNvPr>
            <p:cNvSpPr/>
            <p:nvPr/>
          </p:nvSpPr>
          <p:spPr>
            <a:xfrm>
              <a:off x="21637830" y="16391966"/>
              <a:ext cx="90844" cy="166774"/>
            </a:xfrm>
            <a:prstGeom prst="can">
              <a:avLst/>
            </a:prstGeom>
            <a:gradFill flip="none" rotWithShape="1">
              <a:gsLst>
                <a:gs pos="0">
                  <a:schemeClr val="bg2">
                    <a:lumMod val="90000"/>
                    <a:shade val="30000"/>
                    <a:satMod val="115000"/>
                  </a:schemeClr>
                </a:gs>
                <a:gs pos="50000">
                  <a:schemeClr val="bg2">
                    <a:lumMod val="90000"/>
                    <a:shade val="67500"/>
                    <a:satMod val="115000"/>
                  </a:schemeClr>
                </a:gs>
                <a:gs pos="100000">
                  <a:schemeClr val="bg2">
                    <a:lumMod val="90000"/>
                    <a:shade val="100000"/>
                    <a:satMod val="115000"/>
                  </a:schemeClr>
                </a:gs>
              </a:gsLst>
              <a:lin ang="10800000" scaled="1"/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16" name="Cylinder 4015">
              <a:extLst>
                <a:ext uri="{FF2B5EF4-FFF2-40B4-BE49-F238E27FC236}">
                  <a16:creationId xmlns:a16="http://schemas.microsoft.com/office/drawing/2014/main" id="{538840A5-9A92-EEA0-BD1B-190E9BC34290}"/>
                </a:ext>
              </a:extLst>
            </p:cNvPr>
            <p:cNvSpPr/>
            <p:nvPr/>
          </p:nvSpPr>
          <p:spPr>
            <a:xfrm>
              <a:off x="21006965" y="16471178"/>
              <a:ext cx="94210" cy="166774"/>
            </a:xfrm>
            <a:prstGeom prst="can">
              <a:avLst/>
            </a:prstGeom>
            <a:gradFill flip="none" rotWithShape="1">
              <a:gsLst>
                <a:gs pos="0">
                  <a:schemeClr val="bg2">
                    <a:lumMod val="90000"/>
                    <a:shade val="30000"/>
                    <a:satMod val="115000"/>
                  </a:schemeClr>
                </a:gs>
                <a:gs pos="50000">
                  <a:schemeClr val="bg2">
                    <a:lumMod val="90000"/>
                    <a:shade val="67500"/>
                    <a:satMod val="115000"/>
                  </a:schemeClr>
                </a:gs>
                <a:gs pos="100000">
                  <a:schemeClr val="bg2">
                    <a:lumMod val="90000"/>
                    <a:shade val="100000"/>
                    <a:satMod val="115000"/>
                  </a:schemeClr>
                </a:gs>
              </a:gsLst>
              <a:lin ang="10800000" scaled="1"/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17" name="Cylinder 4016">
              <a:extLst>
                <a:ext uri="{FF2B5EF4-FFF2-40B4-BE49-F238E27FC236}">
                  <a16:creationId xmlns:a16="http://schemas.microsoft.com/office/drawing/2014/main" id="{E1504576-E22B-A165-56B2-E10E450F5AEE}"/>
                </a:ext>
              </a:extLst>
            </p:cNvPr>
            <p:cNvSpPr/>
            <p:nvPr/>
          </p:nvSpPr>
          <p:spPr>
            <a:xfrm>
              <a:off x="21186138" y="16471179"/>
              <a:ext cx="90844" cy="166774"/>
            </a:xfrm>
            <a:prstGeom prst="can">
              <a:avLst/>
            </a:prstGeom>
            <a:gradFill flip="none" rotWithShape="1">
              <a:gsLst>
                <a:gs pos="0">
                  <a:schemeClr val="bg2">
                    <a:lumMod val="90000"/>
                    <a:shade val="30000"/>
                    <a:satMod val="115000"/>
                  </a:schemeClr>
                </a:gs>
                <a:gs pos="50000">
                  <a:schemeClr val="bg2">
                    <a:lumMod val="90000"/>
                    <a:shade val="67500"/>
                    <a:satMod val="115000"/>
                  </a:schemeClr>
                </a:gs>
                <a:gs pos="100000">
                  <a:schemeClr val="bg2">
                    <a:lumMod val="90000"/>
                    <a:shade val="100000"/>
                    <a:satMod val="115000"/>
                  </a:schemeClr>
                </a:gs>
              </a:gsLst>
              <a:lin ang="10800000" scaled="1"/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18" name="Cylinder 4017">
              <a:extLst>
                <a:ext uri="{FF2B5EF4-FFF2-40B4-BE49-F238E27FC236}">
                  <a16:creationId xmlns:a16="http://schemas.microsoft.com/office/drawing/2014/main" id="{5BDA327C-1663-27CC-FBF6-CEEACFA4E568}"/>
                </a:ext>
              </a:extLst>
            </p:cNvPr>
            <p:cNvSpPr/>
            <p:nvPr/>
          </p:nvSpPr>
          <p:spPr>
            <a:xfrm>
              <a:off x="21371194" y="16471178"/>
              <a:ext cx="90844" cy="166774"/>
            </a:xfrm>
            <a:prstGeom prst="can">
              <a:avLst/>
            </a:prstGeom>
            <a:gradFill flip="none" rotWithShape="1">
              <a:gsLst>
                <a:gs pos="0">
                  <a:schemeClr val="bg2">
                    <a:lumMod val="90000"/>
                    <a:shade val="30000"/>
                    <a:satMod val="115000"/>
                  </a:schemeClr>
                </a:gs>
                <a:gs pos="50000">
                  <a:schemeClr val="bg2">
                    <a:lumMod val="90000"/>
                    <a:shade val="67500"/>
                    <a:satMod val="115000"/>
                  </a:schemeClr>
                </a:gs>
                <a:gs pos="100000">
                  <a:schemeClr val="bg2">
                    <a:lumMod val="90000"/>
                    <a:shade val="100000"/>
                    <a:satMod val="115000"/>
                  </a:schemeClr>
                </a:gs>
              </a:gsLst>
              <a:lin ang="10800000" scaled="1"/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19" name="Cylinder 4018">
              <a:extLst>
                <a:ext uri="{FF2B5EF4-FFF2-40B4-BE49-F238E27FC236}">
                  <a16:creationId xmlns:a16="http://schemas.microsoft.com/office/drawing/2014/main" id="{A4A84047-BADC-4BAC-D004-119DE6D129C4}"/>
                </a:ext>
              </a:extLst>
            </p:cNvPr>
            <p:cNvSpPr/>
            <p:nvPr/>
          </p:nvSpPr>
          <p:spPr>
            <a:xfrm>
              <a:off x="21556250" y="16471178"/>
              <a:ext cx="90844" cy="166774"/>
            </a:xfrm>
            <a:prstGeom prst="can">
              <a:avLst/>
            </a:prstGeom>
            <a:gradFill flip="none" rotWithShape="1">
              <a:gsLst>
                <a:gs pos="0">
                  <a:schemeClr val="bg2">
                    <a:lumMod val="90000"/>
                    <a:shade val="30000"/>
                    <a:satMod val="115000"/>
                  </a:schemeClr>
                </a:gs>
                <a:gs pos="50000">
                  <a:schemeClr val="bg2">
                    <a:lumMod val="90000"/>
                    <a:shade val="67500"/>
                    <a:satMod val="115000"/>
                  </a:schemeClr>
                </a:gs>
                <a:gs pos="100000">
                  <a:schemeClr val="bg2">
                    <a:lumMod val="90000"/>
                    <a:shade val="100000"/>
                    <a:satMod val="115000"/>
                  </a:schemeClr>
                </a:gs>
              </a:gsLst>
              <a:lin ang="10800000" scaled="1"/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20" name="Cylinder 4019">
              <a:extLst>
                <a:ext uri="{FF2B5EF4-FFF2-40B4-BE49-F238E27FC236}">
                  <a16:creationId xmlns:a16="http://schemas.microsoft.com/office/drawing/2014/main" id="{A34D0778-E3D0-1D0A-2F14-0109C4BCFECB}"/>
                </a:ext>
              </a:extLst>
            </p:cNvPr>
            <p:cNvSpPr/>
            <p:nvPr/>
          </p:nvSpPr>
          <p:spPr>
            <a:xfrm>
              <a:off x="20919045" y="16545810"/>
              <a:ext cx="94210" cy="166774"/>
            </a:xfrm>
            <a:prstGeom prst="can">
              <a:avLst/>
            </a:prstGeom>
            <a:gradFill flip="none" rotWithShape="1">
              <a:gsLst>
                <a:gs pos="0">
                  <a:schemeClr val="bg2">
                    <a:lumMod val="90000"/>
                    <a:shade val="30000"/>
                    <a:satMod val="115000"/>
                  </a:schemeClr>
                </a:gs>
                <a:gs pos="50000">
                  <a:schemeClr val="bg2">
                    <a:lumMod val="90000"/>
                    <a:shade val="67500"/>
                    <a:satMod val="115000"/>
                  </a:schemeClr>
                </a:gs>
                <a:gs pos="100000">
                  <a:schemeClr val="bg2">
                    <a:lumMod val="90000"/>
                    <a:shade val="100000"/>
                    <a:satMod val="115000"/>
                  </a:schemeClr>
                </a:gs>
              </a:gsLst>
              <a:lin ang="10800000" scaled="1"/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21" name="Cylinder 4020">
              <a:extLst>
                <a:ext uri="{FF2B5EF4-FFF2-40B4-BE49-F238E27FC236}">
                  <a16:creationId xmlns:a16="http://schemas.microsoft.com/office/drawing/2014/main" id="{8CF31D83-720B-50FA-A817-03AB76EB2C07}"/>
                </a:ext>
              </a:extLst>
            </p:cNvPr>
            <p:cNvSpPr/>
            <p:nvPr/>
          </p:nvSpPr>
          <p:spPr>
            <a:xfrm>
              <a:off x="21098219" y="16545811"/>
              <a:ext cx="90844" cy="166774"/>
            </a:xfrm>
            <a:prstGeom prst="can">
              <a:avLst/>
            </a:prstGeom>
            <a:gradFill flip="none" rotWithShape="1">
              <a:gsLst>
                <a:gs pos="0">
                  <a:schemeClr val="bg2">
                    <a:lumMod val="90000"/>
                    <a:shade val="30000"/>
                    <a:satMod val="115000"/>
                  </a:schemeClr>
                </a:gs>
                <a:gs pos="50000">
                  <a:schemeClr val="bg2">
                    <a:lumMod val="90000"/>
                    <a:shade val="67500"/>
                    <a:satMod val="115000"/>
                  </a:schemeClr>
                </a:gs>
                <a:gs pos="100000">
                  <a:schemeClr val="bg2">
                    <a:lumMod val="90000"/>
                    <a:shade val="100000"/>
                    <a:satMod val="115000"/>
                  </a:schemeClr>
                </a:gs>
              </a:gsLst>
              <a:lin ang="10800000" scaled="1"/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22" name="Cylinder 4021">
              <a:extLst>
                <a:ext uri="{FF2B5EF4-FFF2-40B4-BE49-F238E27FC236}">
                  <a16:creationId xmlns:a16="http://schemas.microsoft.com/office/drawing/2014/main" id="{F751F5B1-C636-B9CB-C24D-6D561D1ED00E}"/>
                </a:ext>
              </a:extLst>
            </p:cNvPr>
            <p:cNvSpPr/>
            <p:nvPr/>
          </p:nvSpPr>
          <p:spPr>
            <a:xfrm>
              <a:off x="21283275" y="16545810"/>
              <a:ext cx="90844" cy="166774"/>
            </a:xfrm>
            <a:prstGeom prst="can">
              <a:avLst/>
            </a:prstGeom>
            <a:gradFill flip="none" rotWithShape="1">
              <a:gsLst>
                <a:gs pos="0">
                  <a:schemeClr val="bg2">
                    <a:lumMod val="90000"/>
                    <a:shade val="30000"/>
                    <a:satMod val="115000"/>
                  </a:schemeClr>
                </a:gs>
                <a:gs pos="50000">
                  <a:schemeClr val="bg2">
                    <a:lumMod val="90000"/>
                    <a:shade val="67500"/>
                    <a:satMod val="115000"/>
                  </a:schemeClr>
                </a:gs>
                <a:gs pos="100000">
                  <a:schemeClr val="bg2">
                    <a:lumMod val="90000"/>
                    <a:shade val="100000"/>
                    <a:satMod val="115000"/>
                  </a:schemeClr>
                </a:gs>
              </a:gsLst>
              <a:lin ang="10800000" scaled="1"/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23" name="Cylinder 4022">
              <a:extLst>
                <a:ext uri="{FF2B5EF4-FFF2-40B4-BE49-F238E27FC236}">
                  <a16:creationId xmlns:a16="http://schemas.microsoft.com/office/drawing/2014/main" id="{7A42E711-35A4-CDCC-FE62-3396B667381D}"/>
                </a:ext>
              </a:extLst>
            </p:cNvPr>
            <p:cNvSpPr/>
            <p:nvPr/>
          </p:nvSpPr>
          <p:spPr>
            <a:xfrm>
              <a:off x="21468331" y="16545810"/>
              <a:ext cx="90844" cy="166774"/>
            </a:xfrm>
            <a:prstGeom prst="can">
              <a:avLst/>
            </a:prstGeom>
            <a:gradFill flip="none" rotWithShape="1">
              <a:gsLst>
                <a:gs pos="0">
                  <a:schemeClr val="bg2">
                    <a:lumMod val="90000"/>
                    <a:shade val="30000"/>
                    <a:satMod val="115000"/>
                  </a:schemeClr>
                </a:gs>
                <a:gs pos="50000">
                  <a:schemeClr val="bg2">
                    <a:lumMod val="90000"/>
                    <a:shade val="67500"/>
                    <a:satMod val="115000"/>
                  </a:schemeClr>
                </a:gs>
                <a:gs pos="100000">
                  <a:schemeClr val="bg2">
                    <a:lumMod val="90000"/>
                    <a:shade val="100000"/>
                    <a:satMod val="115000"/>
                  </a:schemeClr>
                </a:gs>
              </a:gsLst>
              <a:lin ang="10800000" scaled="1"/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4026" name="Picture 7" descr="Molecule vector icon for scientific and educational materials">
            <a:extLst>
              <a:ext uri="{FF2B5EF4-FFF2-40B4-BE49-F238E27FC236}">
                <a16:creationId xmlns:a16="http://schemas.microsoft.com/office/drawing/2014/main" id="{7B0895FF-1644-3AC3-694A-0E34330AFE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5">
            <a:extLst>
              <a:ext uri="{BEBA8EAE-BF5A-486C-A8C5-ECC9F3942E4B}">
                <a14:imgProps xmlns:a14="http://schemas.microsoft.com/office/drawing/2010/main">
                  <a14:imgLayer r:embed="rId66">
                    <a14:imgEffect>
                      <a14:backgroundRemoval t="10000" b="90000" l="10000" r="90000">
                        <a14:backgroundMark x1="38100" y1="70833" x2="38100" y2="70833"/>
                        <a14:backgroundMark x1="36900" y1="22500" x2="36900" y2="22500"/>
                        <a14:backgroundMark x1="75900" y1="65333" x2="75900" y2="65333"/>
                        <a14:backgroundMark x1="63700" y1="81500" x2="63700" y2="815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63089" y="29621189"/>
            <a:ext cx="2311078" cy="1386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30" name="Picture 4029">
            <a:extLst>
              <a:ext uri="{FF2B5EF4-FFF2-40B4-BE49-F238E27FC236}">
                <a16:creationId xmlns:a16="http://schemas.microsoft.com/office/drawing/2014/main" id="{49966307-E0D3-AF94-AD7C-A0F55CE29725}"/>
              </a:ext>
            </a:extLst>
          </p:cNvPr>
          <p:cNvPicPr>
            <a:picLocks noChangeAspect="1"/>
          </p:cNvPicPr>
          <p:nvPr/>
        </p:nvPicPr>
        <p:blipFill>
          <a:blip r:embed="rId67"/>
          <a:stretch>
            <a:fillRect/>
          </a:stretch>
        </p:blipFill>
        <p:spPr>
          <a:xfrm>
            <a:off x="26873019" y="29590267"/>
            <a:ext cx="865316" cy="865316"/>
          </a:xfrm>
          <a:prstGeom prst="rect">
            <a:avLst/>
          </a:prstGeom>
        </p:spPr>
      </p:pic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4143521A-BD79-3592-15ED-41AFEB5D3CB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7240307"/>
              </p:ext>
            </p:extLst>
          </p:nvPr>
        </p:nvGraphicFramePr>
        <p:xfrm>
          <a:off x="36185963" y="9843994"/>
          <a:ext cx="1084106" cy="13461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emDoodle OLE" r:id="rId56" imgW="1308240" imgH="1625760" progId="CHEMDOODLEOLE.ChemDoodleEmbeddedObject.1">
                  <p:embed/>
                </p:oleObj>
              </mc:Choice>
              <mc:Fallback>
                <p:oleObj name="ChemDoodle OLE" r:id="rId56" imgW="1308240" imgH="1625760" progId="CHEMDOODLEOLE.ChemDoodleEmbeddedObject.1">
                  <p:embed/>
                  <p:pic>
                    <p:nvPicPr>
                      <p:cNvPr id="12" name="Object 11">
                        <a:extLst>
                          <a:ext uri="{FF2B5EF4-FFF2-40B4-BE49-F238E27FC236}">
                            <a16:creationId xmlns:a16="http://schemas.microsoft.com/office/drawing/2014/main" id="{4143521A-BD79-3592-15ED-41AFEB5D3C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7"/>
                      <a:stretch>
                        <a:fillRect/>
                      </a:stretch>
                    </p:blipFill>
                    <p:spPr>
                      <a:xfrm>
                        <a:off x="36185963" y="9843994"/>
                        <a:ext cx="1084106" cy="134611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>
            <a:extLst>
              <a:ext uri="{FF2B5EF4-FFF2-40B4-BE49-F238E27FC236}">
                <a16:creationId xmlns:a16="http://schemas.microsoft.com/office/drawing/2014/main" id="{483A5F62-F30D-7FFF-F469-DC75A7CDF98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2756853"/>
              </p:ext>
            </p:extLst>
          </p:nvPr>
        </p:nvGraphicFramePr>
        <p:xfrm>
          <a:off x="33859200" y="9822269"/>
          <a:ext cx="760678" cy="11270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emDoodle OLE" r:id="rId54" imgW="901800" imgH="1333440" progId="CHEMDOODLEOLE.ChemDoodleEmbeddedObject.1">
                  <p:embed/>
                </p:oleObj>
              </mc:Choice>
              <mc:Fallback>
                <p:oleObj name="ChemDoodle OLE" r:id="rId54" imgW="901800" imgH="1333440" progId="CHEMDOODLEOLE.ChemDoodleEmbeddedObject.1">
                  <p:embed/>
                  <p:pic>
                    <p:nvPicPr>
                      <p:cNvPr id="13" name="Object 12">
                        <a:extLst>
                          <a:ext uri="{FF2B5EF4-FFF2-40B4-BE49-F238E27FC236}">
                            <a16:creationId xmlns:a16="http://schemas.microsoft.com/office/drawing/2014/main" id="{483A5F62-F30D-7FFF-F469-DC75A7CDF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5"/>
                      <a:stretch>
                        <a:fillRect/>
                      </a:stretch>
                    </p:blipFill>
                    <p:spPr>
                      <a:xfrm>
                        <a:off x="33859200" y="9822269"/>
                        <a:ext cx="760678" cy="112700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4" name="Picture 23" descr="A small plastic bottle with a white cap&#10;&#10;AI-generated content may be incorrect.">
            <a:extLst>
              <a:ext uri="{FF2B5EF4-FFF2-40B4-BE49-F238E27FC236}">
                <a16:creationId xmlns:a16="http://schemas.microsoft.com/office/drawing/2014/main" id="{53585B5E-64EB-A5CE-7B40-6A87B4C35AA4}"/>
              </a:ext>
            </a:extLst>
          </p:cNvPr>
          <p:cNvPicPr>
            <a:picLocks noChangeAspect="1"/>
          </p:cNvPicPr>
          <p:nvPr/>
        </p:nvPicPr>
        <p:blipFill>
          <a:blip r:embed="rId6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86838" y="14495940"/>
            <a:ext cx="2156168" cy="2286058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C41D6BE2-58C5-ADE5-7D77-7A868B8A7970}"/>
              </a:ext>
            </a:extLst>
          </p:cNvPr>
          <p:cNvSpPr txBox="1"/>
          <p:nvPr/>
        </p:nvSpPr>
        <p:spPr>
          <a:xfrm flipH="1">
            <a:off x="12832337" y="16805757"/>
            <a:ext cx="35089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>
                <a:latin typeface="Avenir Next LT Pro Demi" panose="020B0704020202020204" pitchFamily="34" charset="0"/>
                <a:cs typeface="Calibri" panose="020F0502020204030204" pitchFamily="34" charset="0"/>
              </a:rPr>
              <a:t>Dried out BBCP</a:t>
            </a:r>
          </a:p>
        </p:txBody>
      </p:sp>
      <p:pic>
        <p:nvPicPr>
          <p:cNvPr id="31" name="Picture 30" descr="A close up of a blue and green circle&#10;&#10;AI-generated content may be incorrect.">
            <a:extLst>
              <a:ext uri="{FF2B5EF4-FFF2-40B4-BE49-F238E27FC236}">
                <a16:creationId xmlns:a16="http://schemas.microsoft.com/office/drawing/2014/main" id="{F5414B68-9AAB-4EF6-3D15-4086FEED57E7}"/>
              </a:ext>
            </a:extLst>
          </p:cNvPr>
          <p:cNvPicPr>
            <a:picLocks noChangeAspect="1"/>
          </p:cNvPicPr>
          <p:nvPr/>
        </p:nvPicPr>
        <p:blipFill>
          <a:blip r:embed="rId6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04" b="14776"/>
          <a:stretch/>
        </p:blipFill>
        <p:spPr>
          <a:xfrm>
            <a:off x="6459275" y="11265666"/>
            <a:ext cx="4525818" cy="916161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1EEBFA34-3930-F251-E6F3-E87FF5DB1E1F}"/>
              </a:ext>
            </a:extLst>
          </p:cNvPr>
          <p:cNvSpPr txBox="1"/>
          <p:nvPr/>
        </p:nvSpPr>
        <p:spPr>
          <a:xfrm>
            <a:off x="6455391" y="12206433"/>
            <a:ext cx="45297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i="1" dirty="0">
                <a:latin typeface="Avenir Next LT Pro Demi" panose="020B0704020202020204" pitchFamily="34" charset="0"/>
                <a:cs typeface="Calibri" panose="020F0502020204030204" pitchFamily="34" charset="0"/>
              </a:rPr>
              <a:t>Films with BBCP photonics</a:t>
            </a:r>
          </a:p>
        </p:txBody>
      </p:sp>
    </p:spTree>
    <p:extLst>
      <p:ext uri="{BB962C8B-B14F-4D97-AF65-F5344CB8AC3E}">
        <p14:creationId xmlns:p14="http://schemas.microsoft.com/office/powerpoint/2010/main" val="6457837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18360</TotalTime>
  <Words>1029</Words>
  <Application>Microsoft Office PowerPoint</Application>
  <PresentationFormat>Custom</PresentationFormat>
  <Paragraphs>192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1" baseType="lpstr">
      <vt:lpstr>Aptos</vt:lpstr>
      <vt:lpstr>Arial</vt:lpstr>
      <vt:lpstr>Avenir Next LT Pro</vt:lpstr>
      <vt:lpstr>Avenir Next LT Pro Demi</vt:lpstr>
      <vt:lpstr>Avenir Next LT Pro Light</vt:lpstr>
      <vt:lpstr>AvenirNext LT Pro Bold</vt:lpstr>
      <vt:lpstr>AvenirNext LT Pro Medium</vt:lpstr>
      <vt:lpstr>Wingdings</vt:lpstr>
      <vt:lpstr>Office Theme</vt:lpstr>
      <vt:lpstr>ChemDoodle OLE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Dobra László Edgár</dc:creator>
  <cp:lastModifiedBy>Dobra, Edgar</cp:lastModifiedBy>
  <cp:revision>1</cp:revision>
  <dcterms:created xsi:type="dcterms:W3CDTF">2024-03-29T02:54:59Z</dcterms:created>
  <dcterms:modified xsi:type="dcterms:W3CDTF">2025-04-01T18:44:42Z</dcterms:modified>
</cp:coreProperties>
</file>